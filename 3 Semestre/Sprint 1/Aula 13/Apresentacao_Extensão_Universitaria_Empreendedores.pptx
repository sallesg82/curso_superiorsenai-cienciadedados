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06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60629"/>
            <a:ext cx="10789920" cy="1345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Inteligência de Dados para Tomada de Decisão em Negócios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2788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financeiro e planejamento do negócio — do registro ao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63825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Extensão Universitária • Inteligência aplicada à Tomada de Decisão e Negócios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desafio do dia a dia do empreendedor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operação cresce, o “caderno/planilha” vira gargalo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54406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Sintomas comuns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783080"/>
            <a:ext cx="46725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 e custos espalhados (sem visão do caixa em tempo real)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Estoque sem confiabilidade (ruptura ou excesso de compra)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Dificuldade de saber o que dá lucro — e por quê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Retrabalho para fechar o mês e tomar decisões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Perdas por erro de registro e falta de rastreabilidade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19379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37160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isso causa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9128" y="1783080"/>
            <a:ext cx="442569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no </a:t>
            </a:r>
            <a:r>
              <a:rPr lang="en-US" sz="1300" dirty="0" err="1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achismo</a:t>
            </a: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(comprar, precificar, investir)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caixa imprevisível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 de margem por preço/custo mal controlados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faltar produto em datas críticas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tempo na burocracia e menos tempo no cliente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solução: um sistema simples que transforma dados em decisão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Capturar → Registrar → Rastrear → Analisar → Decidir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394960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empreendedor ganha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diária do financeiro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estoque e giro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de vendas e margem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e previsões para planejar compras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 para reduzir erros e perdas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023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234440"/>
            <a:ext cx="109728" cy="114300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399032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Python + MySQL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Cadastro, estoque e vendas com base relacional confiável.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532888"/>
            <a:ext cx="51023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532888"/>
            <a:ext cx="109728" cy="114300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697480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+ Streamlit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035808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 simples e dashboards de insights.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831336"/>
            <a:ext cx="51023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831336"/>
            <a:ext cx="109728" cy="114300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995928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Leitura por imagem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334256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QRCode e código de barras para agilizar registros.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5129784"/>
            <a:ext cx="51023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5129784"/>
            <a:ext cx="109728" cy="114300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5294376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Rastreabilidade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5632704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por item/lote para auditoria e gestão.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 na prática (fluxo do sistema)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cadastro até os relatórios e previsões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08813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863f8a46-87c2-43f6-9ba1-da7a8e995c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66831"/>
            <a:ext cx="10515600" cy="49930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financeiro que cabe no seu dia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Informação pronta para agir — sem planilhas infinitas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0908792" cy="960120"/>
          </a:xfrm>
          <a:prstGeom prst="round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“Como está meu caixa e o que está gerando lucro hoje?”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Insights calculados (exemplos)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971800"/>
            <a:ext cx="471830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do dia/semana/mês: vendas, custos e resultado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Produtos/serviços mais rentáveis e os que “consomem” margem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Comparação por período (tendência de faturamento)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 variação: queda de vendas, aumento de custo, margem fora do padrão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Exportação de relatórios para contabilidade ou tomada de decisão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331720"/>
            <a:ext cx="519379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56032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que ficam mais fáceis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971800"/>
            <a:ext cx="442569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cortar gasto sem afetar a operação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reforçar compras e quando segurar estoque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vale promoção e o que não pode baixar preço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categorias merecem investimento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Planejamento de estoque: menos ruptura, menos dinheiro parado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sugere o “quando” e o “quanto” comprar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Giro e cobertura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205740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do giro por produto/categoria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em dias e itens com excesso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 ABC para priorizar o que importa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Ponto de reposição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6048" y="205740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quando atingir estoque mínimo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Sugestão de reposição com base no histórico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Redução de “achismo” na compra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141732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2396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Previsão (básica) de demanda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87968" y="205740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Tendência por período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Sazonalidade simples quando houver histórico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para datas fortes do seu negócio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0879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7731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166360"/>
            <a:ext cx="10241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falta de produto (ruptura) e mais consistência no atendimento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capital parado em itens que não giram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alinhadas ao histórico e às metas do período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Rastreabilidade e leitura por imagem: rapidez com menos erro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QRCode e código de barras para registrar e consultar em segundos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5623560" cy="5440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 operação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498348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Cadastrar itens e movimentos com leitura via imagem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produto/lote e histórico de entradas/saídas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Padronizar registros (menos digitação, menos divergência)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pronta para auditoria, perdas e validade (quando aplicável)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056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4173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× Depois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12280" y="1874520"/>
            <a:ext cx="2331720" cy="4526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933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2304288"/>
            <a:ext cx="2148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manual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de digitação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disperso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Demora para conferir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81160" y="1874520"/>
            <a:ext cx="2148840" cy="4526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993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DEPOIS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2600" y="2304288"/>
            <a:ext cx="1965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por imagem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padronizados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Rastro por item/lote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rápida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isso ajuda seu negócio a crescer?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Benefícios diretos no caixa, no estoque e na gestão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51937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 controle do dinheiro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828800"/>
            <a:ext cx="44256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consolidada de vendas e custos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Acompanhamento por período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metas e orçamento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188720"/>
            <a:ext cx="51937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41732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 previsibilidade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9128" y="1828800"/>
            <a:ext cx="44256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de compras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 ruptura e excesso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Tendências de venda para preparar ações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1937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11480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perdas e retrabalho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4526280"/>
            <a:ext cx="44256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rápido com scan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 do que entrou/saiu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divergência entre “real” e “registrado”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886200"/>
            <a:ext cx="51937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4114800"/>
            <a:ext cx="4553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com evidência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9128" y="4526280"/>
            <a:ext cx="44256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e indicadores prontos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Priorização do que dá resultado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para reuniões e parceiros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 (piloto rápido)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Comece pequeno, valide valor e evolua por módulos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908792" cy="54864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0908792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08760"/>
            <a:ext cx="502920" cy="502920"/>
          </a:xfrm>
          <a:prstGeom prst="ellipse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727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4904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Mapear seu negócio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cadastro, produtos/serviços, regras e o que você quer enxergar no financeiro.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11580" y="2011680"/>
            <a:ext cx="0" cy="7315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60120" y="2743200"/>
            <a:ext cx="502920" cy="502920"/>
          </a:xfrm>
          <a:prstGeom prst="ellipse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072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7249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Coletar dados iniciais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06324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Importar/cadastrar itens, estoque e vendas básicas para começar a medir.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11580" y="3246120"/>
            <a:ext cx="0" cy="7315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60120" y="3977640"/>
            <a:ext cx="502920" cy="502920"/>
          </a:xfrm>
          <a:prstGeom prst="ellipse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41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9593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Rodar o Sistema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2976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e relatórios: vendas, custos, margem, giro e alertas.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11580" y="4480560"/>
            <a:ext cx="0" cy="7315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60120" y="5212080"/>
            <a:ext cx="502920" cy="502920"/>
          </a:xfrm>
          <a:prstGeom prst="ellipse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276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51937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scan + rastreabilidade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55321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por imagem (QR/Barra) e histórico por item/lote para reduzir erro e perdas.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10908792" cy="41148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643737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 para testar? Começamos com um piloto simples e evoluímos conforme sua necessidade.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813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Projeto de Extensão Universitária</dc:creator>
  <cp:lastModifiedBy>Caique Zaneti Kirilo</cp:lastModifiedBy>
  <cp:revision>3</cp:revision>
  <dcterms:created xsi:type="dcterms:W3CDTF">2026-02-26T18:47:19Z</dcterms:created>
  <dcterms:modified xsi:type="dcterms:W3CDTF">2026-02-26T18:54:26Z</dcterms:modified>
</cp:coreProperties>
</file>