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31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275" r:id="rId6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8:20:49.85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138.21875"/>
      <inkml:brushProperty name="anchorY" value="-14548.0127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657.35547"/>
      <inkml:brushProperty name="anchorY" value="-16765.3339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331.10938"/>
      <inkml:brushProperty name="anchorY" value="-17582.79492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800.28711"/>
      <inkml:brushProperty name="anchorY" value="-18516.3105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412.4668"/>
      <inkml:brushProperty name="anchorY" value="-19561.72266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585.65039"/>
      <inkml:brushProperty name="anchorY" value="-21121.4043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276.34375"/>
      <inkml:brushProperty name="anchorY" value="-22428.73242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505.9668"/>
      <inkml:brushProperty name="anchorY" value="-23853.80859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389.20898"/>
      <inkml:brushProperty name="anchorY" value="-23220.0800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909.02539"/>
      <inkml:brushProperty name="anchorY" value="-24701.4668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732.18555"/>
      <inkml:brushProperty name="anchorY" value="-24040.52539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636.7793"/>
      <inkml:brushProperty name="anchorY" value="-25052.24805"/>
      <inkml:brushProperty name="scaleFactor" value="0.5"/>
    </inkml:brush>
  </inkml:definitions>
  <inkml:trace contextRef="#ctx0" brushRef="#br0">0 62 404 0 0,'0'0'0'0'0,"0"0"1500"0"0,0 0-1264 0 0,0 0 225 0 0,0 0 2505 0 0,0 0-1313 0 0,0 0-532 0 0,0 0-48 0 0,0 0-471 0 0,0 0-18 0 0,0 0-45 0 0,6 0-23 0 0,1 1-63 0 0,0-1-217 0 0,-1 0-130 0 0,-1 1 86 0 0,-2-1-171 0 0,1 0-6 0 0,-1 0 127 0 0,0 0 72 0 0,2 0 139 0 0,1 1 39 0 0,1 1 82 0 0,2 3-32 0 0,3 4-77 0 0,1 4-134 0 0,3 5 45 0 0,1 5-100 0 0,1 6-6 0 0,1 6-118 0 0,0 4-37 0 0,-1 3 44 0 0,0 2-67 0 0,-2 0 23 0 0,-1 0 2 0 0,-1-1 35 0 0,-1-2-56 0 0,-2-2 23 0 0,-1-3 39 0 0,-2-2-59 0 0,1-2 19 0 0,-1-1-10 0 0,-2-3 0 0 0,0-2 52 0 0,-1-1-76 0 0,-2-2 20 0 0,1-3-12 0 0,-2-1-4 0 0,0-2-4 0 0,0-2-56 0 0,-2-2 86 0 0,0-1-37 0 0,0-1 12 0 0,0-2 4 0 0,0-1 3 0 0,1-1 4 0 0,0-1-5 0 0,-1-2-3 0 0,1 0-46 0 0,0-1 50 0 0,-1-1-69 0 0,0 1 81 0 0,0 0-20 0 0,0 1 7 0 0,0 1-8 0 0,1 3-44 0 0,0 1-3 0 0,0 3 3 0 0,1 0-22 0 0,0 2 80 0 0,0 0-98 0 0,1 0 31 0 0,-1-1-10 0 0,-1-1 33 0 0,0-1 28 0 0,2-2-58 0 0,0-1 72 0 0,0-1-4 0 0,1 1 12 0 0,1 2 107 0 0,0 0-132 0 0,1 2 105 0 0,0 2-4 0 0,2 1-45 0 0,1 1 49 0 0,1 1-90 0 0,-1-1 25 0 0,0-1 37 0 0,0-3-18 0 0,-3-1-39 0 0,1-3 78 0 0,-3-3-26 0 0,0-1-13 0 0,-1-2-45 0 0,-1-1-77 0 0,-1-1-53 0 0,0 0-10 0 0,1-1 55 0 0,-1 2-6 0 0,-1 0-23 0 0,1 1-111 0 0,1 0-40 0 0,0 1-57 0 0,1 0-68 0 0,-1-1-142 0 0,-1 0-334 0 0,1-1-450 0 0,-2 0-507 0 0,1-1-766 0 0,-1 0-1501 0 0,-3-4 1326 0 0,1 0 3153 0 0</inkml:trace>
  <inkml:trace contextRef="#ctx0" brushRef="#br1" timeOffset="652.05">158 224 1684 0 0,'0'0'0'0'0,"0"0"832"0"0,0 0-723 0 0,0 0 108 0 0,0 0-103 0 0,0 0-20 0 0,0 0 1610 0 0,0 0-1040 0 0,0 0-119 0 0,0 0-29 0 0,0 0 28 0 0,5-3 6658 0 0,4-2-8608 0 0,5-2 3050 0 0,6-1-968 0 0,6-3-135 0 0,6-2-106 0 0,5-2-98 0 0,5-2 3 0 0,2-2-56 0 0,3 1 5 0 0,-1-1-88 0 0,0 1-80 0 0,-2 2-15 0 0,-4 2-57 0 0,-5 1-36 0 0,-5 4-8 0 0,-6 2-78 0 0,-4 2-32 0 0,-5 2-89 0 0,-3 1-78 0 0,-2 1-164 0 0,-1 1-79 0 0,-1 0-207 0 0,1 2-380 0 0,0 2-544 0 0,1 1-855 0 0,-2 2-2267 0 0,-1-1-977 0 0</inkml:trace>
  <inkml:trace contextRef="#ctx0" brushRef="#br2" timeOffset="1475.677">513 711 2296 0 0,'0'0'0'0'0,"0"0"1108"0"0,0 0-989 0 0,0 0 72 0 0,0 0 55 0 0,0 0 1615 0 0,0 0 295 0 0,0 0-965 0 0,0 0-67 0 0,0 0-258 0 0,0 0-23 0 0,0 0-64 0 0,8 3 20 0 0,3 0-223 0 0,1 0-129 0 0,1-1-111 0 0,1 0-3 0 0,2-1-1 0 0,3-2-52 0 0,2-1-46 0 0,2-1 20 0 0,1-2-77 0 0,3 1-12 0 0,-1-1-187 0 0,0 0-3 0 0,0 0-123 0 0,-2 0 42 0 0,-2 0-273 0 0,-2 0-275 0 0,0-2-192 0 0,-1 1-528 0 0,-1-2-421 0 0,0 1-372 0 0,-1-2-556 0 0,-1 1-446 0 0,-3 1-170 0 0</inkml:trace>
  <inkml:trace contextRef="#ctx0" brushRef="#br3" timeOffset="1945.355">1136 682 1280 0 0,'0'0'0'0'0,"0"0"1448"0"0,0 0-1218 0 0,0 0 26 0 0,0 0-63 0 0,0 0 2515 0 0,0 0-1598 0 0,0 0 110 0 0,0 0-479 0 0,0 0-280 0 0,0 0 90 0 0,0 0-12 0 0,-14 20 26 0 0,-1 6 26 0 0,-1 5-110 0 0,3 0-237 0 0,3 0 35 0 0,5 0-35 0 0,7-1-13 0 0,6-1 100 0 0,7 0-38 0 0,5 0-77 0 0,6-3-82 0 0,4-1-123 0 0,2-2 123 0 0,2-2-1 0 0,0-4 42 0 0,-1-2-5 0 0,-1-2 6 0 0,-2-3-14 0 0,-2-3-38 0 0,-3-1 20 0 0,-1-3-52 0 0,-1-1 0 0 0,-2-2 12 0 0,2-3 13 0 0,1-3-69 0 0,2-5-44 0 0,2-5 5 0 0,0-6-167 0 0,-1-4-119 0 0,-1-5 94 0 0,-4-5-113 0 0,-4-4-236 0 0,-5-1-232 0 0,-4-1-360 0 0,-3 2-477 0 0,-4 4-633 0 0,-1 5-401 0 0,-1 5-598 0 0,-1 7 249 0 0</inkml:trace>
  <inkml:trace contextRef="#ctx0" brushRef="#br4" timeOffset="2424.517">1960 720 2164 0 0,'0'0'0'0'0,"0"0"836"0"0,0 0-760 0 0,0 0 1794 0 0,0 0 1200 0 0,0 0-1528 0 0,0 0-250 0 0,0 0-414 0 0,0 0-195 0 0,0 0-135 0 0,0 0-101 0 0,0 0-30 0 0,1 16-105 0 0,0 6-85 0 0,-1 4-44 0 0,1 3 34 0 0,0 0-22 0 0,2 1-37 0 0,0 0-34 0 0,3 0 53 0 0,1 2-76 0 0,2-1-112 0 0,1 1 26 0 0,0 0-117 0 0,0-1 10 0 0,-2-1-80 0 0,2-3-112 0 0,-2-3-109 0 0,-1-2-40 0 0,0-5-49 0 0,-1-3-24 0 0,0-2-3 0 0,-1-3-30 0 0,0-2-12 0 0,0-1-138 0 0,0-3-397 0 0,0-1-340 0 0,0-1-429 0 0,-1 0-347 0 0,1-2-29 0 0,-1 0 312 0 0</inkml:trace>
  <inkml:trace contextRef="#ctx0" brushRef="#br5" timeOffset="2890.553">2092 943 1212 0 0,'0'0'0'0'0,"0"0"1372"0"0,0 0-1054 0 0,0 0-110 0 0,0 0 13 0 0,0 0 1058 0 0,0 0 1088 0 0,0 0-1331 0 0,0 0-132 0 0,0 0-331 0 0,0 0-51 0 0,0 0-38 0 0,2-2-124 0 0,0-2-121 0 0,3 0-62 0 0,-1-2-29 0 0,1-1 90 0 0,0-1 25 0 0,1 0 90 0 0,1-2 52 0 0,1 0-81 0 0,-1-1-40 0 0,2-1-88 0 0,0-1 9 0 0,1 0-12 0 0,0 0-61 0 0,0 0-44 0 0,1 1 22 0 0,0 1 35 0 0,-2 1 2 0 0,-1 2 17 0 0,0 1-16 0 0,-2 3 6 0 0,0 1-16 0 0,0 1-70 0 0,2 1-56 0 0,3 2-4 0 0,7 2 153 0 0,5 4 88 0 0,7 3-119 0 0,5 4-54 0 0,2 4 28 0 0,1 4-18 0 0,1 2-44 0 0,-2 2 78 0 0,-2 2-44 0 0,-2 0 14 0 0,-3 0 31 0 0,-3 0-47 0 0,-3-2-22 0 0,-2 1-46 0 0,-4-2 0 0 0,-3-1-18 0 0,-4-1-59 0 0,-4-1-55 0 0,-2-2-156 0 0,-3-2-158 0 0,-2-2-5 0 0,0-2-60 0 0,-1-3-100 0 0,1-2-242 0 0,-1-3-261 0 0,1-2-329 0 0,0-2-291 0 0,2-1-37 0 0,-1-1-308 0 0,2-1-173 0 0,-1 1-764 0 0</inkml:trace>
  <inkml:trace contextRef="#ctx0" brushRef="#br6" timeOffset="3493.332">3326 729 2112 0 0,'0'0'0'0'0,"0"0"548"0"0,0 0-168 0 0,0 0 2634 0 0,0 0-1515 0 0,0 0-479 0 0,0 0-350 0 0,0 0-327 0 0,0 0 11 0 0,0 0 109 0 0,0 0-166 0 0,0 0 84 0 0,-22-4-249 0 0,-5 1 21 0 0,-5-1-32 0 0,0 1 72 0 0,2 1 37 0 0,2 3-156 0 0,4 3-61 0 0,1 3 2 0 0,1 3 569 0 0,1 4-302 0 0,1 2 117 0 0,0 4-89 0 0,2 3-129 0 0,1 4 102 0 0,1 2 34 0 0,4 1-26 0 0,3 2-73 0 0,4-1-38 0 0,1-2-66 0 0,6 0 22 0 0,4-3-98 0 0,7-1-34 0 0,5-2-168 0 0,6-2 50 0 0,5-2-23 0 0,4-1-32 0 0,4-4-112 0 0,4-3-68 0 0,2-2 7 0 0,4-3-149 0 0,0-2-97 0 0,1-4-88 0 0,-2-2-166 0 0,-3-3-427 0 0,-5-4-467 0 0,-4-2-761 0 0,-7-3-471 0 0,-8 2 273 0 0</inkml:trace>
  <inkml:trace contextRef="#ctx0" brushRef="#br7" timeOffset="3799.635">3211 1132 3100 0 0,'0'0'0'0'0,"0"0"116"0"0,0 0 66 0 0,0 0 5852 0 0,0 0-5673 0 0,0 0 1283 0 0,0 0-843 0 0,0 0-68 0 0,0 0-76 0 0,0 0-60 0 0,-2 20-54 0 0,0 5-200 0 0,0 5-79 0 0,1 1-124 0 0,0 0-89 0 0,0-2 45 0 0,1-1-25 0 0,0-4-69 0 0,-1-1 6 0 0,-2-2-85 0 0,-1-3-73 0 0,-1-1-241 0 0,-2-1-230 0 0,-2-1-318 0 0,-2-2-282 0 0,-2 0-855 0 0,0-2-2283 0 0,-1-1-1019 0 0,2-2 5638 0 0</inkml:trace>
  <inkml:trace contextRef="#ctx0" brushRef="#br8" timeOffset="4676.625">3748 698 2736 0 0,'0'0'0'0'0,"0"0"688"0"0,0 0-681 0 0,0 0 1944 0 0,0 0 752 0 0,0 0-1600 0 0,0 0 59 0 0,0 0-322 0 0,0 0-202 0 0,0 0-191 0 0,0 0 64 0 0,0 0-91 0 0,43-1-9 0 0,7 1-148 0 0,6 5-64 0 0,1 4-86 0 0,-4 4-44 0 0,-5 5 3 0 0,-5 4-22 0 0,-5 4 14 0 0,-5 1-1 0 0,-3 3 28 0 0,-4 0 26 0 0,-5 0 36 0 0,-2-2 21 0 0,-4 0 45 0 0,-5-3-56 0 0,-2-3 61 0 0,-4-4-60 0 0,-1-3-84 0 0,-2-3-71 0 0,-1-3 3 0 0,-1-2-127 0 0,1-3 3 0 0,-1-1-40 0 0,1-2 65 0 0,0 0 6 0 0,-1-1 29 0 0,1 0-46 0 0,0 0 44 0 0,0 0 47 0 0,0 0-116 0 0,0 0 154 0 0,0-1-52 0 0,0-1-29 0 0,0-1-25 0 0,0-1 18 0 0,0-1-9 0 0,0-2-114 0 0,0-2 121 0 0,-1-4 47 0 0,-1-2-3 0 0,-3-2 14 0 0,-4-4 66 0 0,-2 0-28 0 0,-6-2-39 0 0,-2 2 9 0 0,-3 1 68 0 0,-2 4 20 0 0,0 3 88 0 0,-1 3 41 0 0,0 5-23 0 0,-1 2-85 0 0,0 5-109 0 0,-3 4 10 0 0,-1 4-15 0 0,-2 3 73 0 0,-2 3-96 0 0,0 4 31 0 0,2 2-98 0 0,2 2 104 0 0,5 2-87 0 0,4 2 73 0 0,7-1-109 0 0,4-1 3 0 0,5-1 10 0 0,5-4-157 0 0,6-3-194 0 0,7-3 80 0 0,8-3-356 0 0,10-3-19 0 0,8-3-101 0 0,10-3-102 0 0,9-1-555 0 0,7-4-543 0 0,1-1-379 0 0,7-4-630 0 0,-13 0 1368 0 0</inkml:trace>
  <inkml:trace contextRef="#ctx0" brushRef="#br9" timeOffset="5077.322">4730 763 3820 0 0,'0'0'0'0'0,"0"0"132"0"0,0 0 6488 0 0,0 0-6867 0 0,0 0 1510 0 0,0 0-684 0 0,-24 22-80 0 0,-3 6 65 0 0,-2 6 79 0 0,4 3-308 0 0,6 0-140 0 0,5 0-29 0 0,8-3-92 0 0,9-1-2 0 0,8-4 8 0 0,9-2-38 0 0,7-3-46 0 0,8-3 8 0 0,6-2-12 0 0,4-3 10 0 0,6-3-13 0 0,3-4-89 0 0,4-3 11 0 0,2-2-41 0 0,1-2-8 0 0,0-4-14 0 0,0-3-68 0 0,-4-5-47 0 0,-3-4 55 0 0,-5-5 33 0 0,-7-5-83 0 0,-6-4 14 0 0,-9-3 251 0 0,-6-4-34 0 0,-8-1 100 0 0,-6-3-81 0 0,-7 0 244 0 0,-9 0 18 0 0,-11 1 183 0 0,-11 3-202 0 0,-11 3-2 0 0,-12 7 189 0 0,-6 8-276 0 0,-7 7-131 0 0,-3 10 79 0 0,-3 10-166 0 0,0 11 102 0 0,0 9-343 0 0,3 7-38 0 0,6 7-496 0 0,5 3-215 0 0,10 2-263 0 0,10-1-713 0 0,10-3-840 0 0,11-5-1629 0 0,7-10 3468 0 0</inkml:trace>
  <inkml:trace contextRef="#ctx0" brushRef="#br10" timeOffset="5663.57">3642 449 1280 0 0,'0'0'0'0'0,"0"0"1784"0"0,0 0-1670 0 0,0 0 495 0 0,0 0 4251 0 0,0 0-4273 0 0,0 0 889 0 0,0 0-659 0 0,0 0-69 0 0,0 0-104 0 0,0 0 34 0 0,0 0-214 0 0,17-17-355 0 0,3-5-64 0 0,2-2-24 0 0,0 0-24 0 0,-3 4 4 0 0,-2 5 204 0 0,-5 5 133 0 0,-3 4 96 0 0,-3 5-73 0 0,-1 5 22 0 0,-1 5-42 0 0,0 3-215 0 0,1 3-120 0 0,4 2 20 0 0,2 0-143 0 0,4 1 136 0 0,5-2-167 0 0,6-3 63 0 0,9-2-189 0 0,8-2 18 0 0,11-3-151 0 0,10-2-40 0 0,8-2-171 0 0,6-2-270 0 0,3-2-445 0 0,-2-1-1158 0 0,-1-4-2719 0 0,-17 1 1066 0 0</inkml:trace>
  <inkml:trace contextRef="#ctx0" brushRef="#br11" timeOffset="8184.436">585 723 300 0 0,'0'0'0'0'0,"0"0"2008"0"0,0 0-1124 0 0,0 0-333 0 0,0 0-282 0 0,0 0-5 0 0,0 0 82 0 0,0 0-283 0 0,0 0 14 0 0,0 0-15 0 0,-1 1 51 0 0,1-1-18 0 0,-1 1 42 0 0,0-1 4 0 0,0 0 30 0 0,1 1-115 0 0,0 0 269 0 0,0-1 762 0 0,-1 2 189 0 0,-2-1-692 0 0,-1 1-337 0 0,-2 1-112 0 0,-2 0 32 0 0,-1 0 73 0 0,-3 1 22 0 0,0 0-58 0 0,0-1-171 0 0,-1 1-4 0 0,0-1 79 0 0,1 0 18 0 0,0-1 22 0 0,1 0-22 0 0,2-1-145 0 0,3-1-6 0 0,1 1-293 0 0,3-1-121 0 0,1 1-242 0 0,1 0-444 0 0,4 2-700 0 0,4 1-634 0 0,0 0-1516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4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1389 964 0 0,'0'0'2593'0'0,"0"0"-1875"0"0,0 0-435 0 0,0 0-47 0 0,0 0 316 0 0,0 0 1471 0 0,0 0-727 0 0,0 0-695 0 0,6-12-239 0 0,18-43-111 0 0,-18-76 962 0 0,-18-192 604 0 0,12 282-1875 0 0,1 0 0 0 0,2 1 0 0 0,1-1 0 0 0,3 1 0 0 0,1 0-1 0 0,10-26 59 0 0,-6 26 100 0 0,3 1 0 0 0,1 0 0 0 0,2 1 0 0 0,1 1 0 0 0,3 1 0 0 0,0 1 0 0 0,2 1-1 0 0,2 0 1 0 0,1 2 0 0 0,10-7-100 0 0,132-112-329 0 0,-161 149 196 0 0,1 1 1 0 0,-1 0 0 0 0,1 1-1 0 0,-1-1 1 0 0,1 1-1 0 0,-1 1 1 0 0,1 0 0 0 0,-1 0-1 0 0,0 1 1 0 0,1 0-1 0 0,-1 0 1 0 0,0 1-1 0 0,0 0 1 0 0,0 0 0 0 0,-1 1-1 0 0,1 0 1 0 0,-1 1-1 0 0,0-1 1 0 0,0 1 0 0 0,0 1-1 0 0,-1-1 1 0 0,0 1-1 0 0,6 6 133 0 0,-4-5-419 0 0,25 22-2306 0 0,-4 10-1359 0 0</inkml:trace>
  <inkml:trace contextRef="#ctx0" brushRef="#br0" timeOffset="255.823">20 724 8929 0 0,'0'0'1268'0'0,"0"0"-532"0"0,0 0-248 0 0,0 0 396 0 0,0 0-356 0 0,0 0-96 0 0,0 0-356 0 0,0 0-76 0 0,0 0-216 0 0,0 0-256 0 0,0 0-260 0 0,222 17-268 0 0,-194-17-460 0 0,-4-5-812 0 0,-7 1-501 0 0,7-1-1199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48.63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17.15332"/>
      <inkml:brushProperty name="anchorY" value="-5047.04932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790.92969"/>
      <inkml:brushProperty name="anchorY" value="-5012.229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742.5752"/>
      <inkml:brushProperty name="anchorY" value="-7161.3623"/>
      <inkml:brushProperty name="scaleFactor" value="0.5"/>
    </inkml:brush>
  </inkml:definitions>
  <inkml:trace contextRef="#ctx0" brushRef="#br0">427 1305 4528 0 0,'0'0'0'0'0,"0"0"2461"0"0,0 0-1537 0 0,0 0 150 0 0,0 0-533 0 0,0 0 193 0 0,0 0 12 0 0,0 0 104 0 0,0 0 23 0 0,0 0-387 0 0,-45-5 44 0 0,-8-3 170 0 0,-6-3 14 0 0,2-3-110 0 0,5-1-133 0 0,9-4-161 0 0,7-3-194 0 0,7-4-104 0 0,6-5-81 0 0,7-7-36 0 0,6-7 45 0 0,7-10 66 0 0,13-7 42 0 0,14-10-9 0 0,16-7-46 0 0,16-6 117 0 0,14-3 122 0 0,12-1 133 0 0,9 2-192 0 0,3 6-186 0 0,1 6 8 0 0,-3 8-609 0 0,-8 8-324 0 0,-8 9-775 0 0,-8 8-692 0 0,-10 8-852 0 0,-6 7-2424 0 0,-14 8 3285 0 0</inkml:trace>
  <inkml:trace contextRef="#ctx0" brushRef="#br1" timeOffset="418.775">1487 483 7201 0 0,'0'0'0'0'0,"0"0"1988"0"0,0 0-453 0 0,0 0-505 0 0,0 0-308 0 0,0 0 251 0 0,0 0 6 0 0,0 0-514 0 0,0 0-75 0 0,0 0-190 0 0,18 23-196 0 0,7 11 95 0 0,7 10-118 0 0,5 8 104 0 0,3 5 127 0 0,2 3-49 0 0,2 0 46 0 0,1 0-134 0 0,1-1-73 0 0,0-2-116 0 0,-1-3 76 0 0,-2-3-20 0 0,-3-4-80 0 0,-2-4-109 0 0,-4-3-296 0 0,-3-3-253 0 0,-5-5-728 0 0,-4-4-1123 0 0,-5-4-2709 0 0,-6-7 478 0 0</inkml:trace>
  <inkml:trace contextRef="#ctx0" brushRef="#br2" timeOffset="666.516">1229 1312 640 0 0,'0'0'0'0'0,"0"0"9517"0"0,0 0-9073 0 0,0 0 2009 0 0,23-18-1092 0 0,15-10-179 0 0,19-13-329 0 0,14-10-367 0 0,14-7-200 0 0,8-5-290 0 0,4-2-8 0 0,2 0-234 0 0,-4 4-9 0 0,-6 4-125 0 0,-8 8-456 0 0,-8 6-720 0 0,-12 9-649 0 0,-10 7-908 0 0,-12 7-3083 0 0,-12 7 4276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46.75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0"/>
      <inkml:brushProperty name="anchorY" value="0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69.56055"/>
      <inkml:brushProperty name="anchorY" value="147.90482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16.01953"/>
      <inkml:brushProperty name="anchorY" value="-1047.12244"/>
      <inkml:brushProperty name="scaleFactor" value="0.5"/>
    </inkml:brush>
    <inkml:context xml:id="ctx1">
      <inkml:inkSource xml:id="inkSrc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1:40:47.888"/>
    </inkml:context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77.24219"/>
      <inkml:brushProperty name="anchorY" value="-2497.03833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196.0249"/>
      <inkml:brushProperty name="anchorY" value="-3339.89404"/>
      <inkml:brushProperty name="scaleFactor" value="0.5"/>
    </inkml:brush>
  </inkml:definitions>
  <inkml:trace contextRef="#ctx0" brushRef="#br0">1 1578 4880 0 0,'0'0'0'0'0,"0"0"1969"0"0,0 0-1784 0 0,0 0 300 0 0,0 0 1228 0 0,0 0-744 0 0,0 0-465 0 0,0 0 139 0 0,0 0-98 0 0,0 0 9 0 0,0 0-8 0 0,10-18-72 0 0,4-5-129 0 0,0-4-10 0 0,1-3 15 0 0,-2-2-116 0 0,-2 0-38 0 0,-2-3 2 0 0,-2-4-38 0 0,-2-4-122 0 0,-2-7-28 0 0,-2-7-226 0 0,-1-8 61 0 0,-4-9-197 0 0,-2-6 61 0 0,-5-6 43 0 0,-1-4 192 0 0,-1-1 39 0 0,2 2 23 0 0,2 2 133 0 0,5 5-56 0 0,8 6 34 0 0,8 7-21 0 0,8 7-50 0 0,5 7 10 0 0,6 8-64 0 0,1 7-86 0 0,0 7-54 0 0,-1 7-54 0 0,-2 7-82 0 0,-2 7-72 0 0,-1 5-34 0 0,2 5 252 0 0,2 7 123 0 0,5 6-475 0 0,4 9-784 0 0,5 6-514 0 0,-1 4-1549 0 0,1 7-1217 0 0,-9-6 3570 0 0</inkml:trace>
  <inkml:trace contextRef="#ctx0" brushRef="#br1" timeOffset="239.972">37 1063 1812 0 0,'0'0'0'0'0,"0"0"6277"0"0,0 0-6399 0 0,0 0 1795 0 0,0 0-1567 0 0,0 0 722 0 0,0 0 264 0 0,0 0-17 0 0,0 0-125 0 0,45 3-392 0 0,16-3-537 0 0,16-2 62 0 0,8-4-485 0 0,4-4-582 0 0,0-4-282 0 0,-4-1-851 0 0,-3-2-2419 0 0,-18 3-700 0 0</inkml:trace>
  <inkml:trace contextRef="#ctx0" brushRef="#br2" timeOffset="906.398">1174 914 220 0 0,'0'0'0'0'0,"0"0"1800"0"0,0 0-620 0 0,0 0-986 0 0,0 0 781 0 0,0 0 236 0 0,0 0-306 0 0,0 0 231 0 0,-25 18-210 0 0,-7 6 9 0 0,-3 5 109 0 0,-1 1-116 0 0,4 1-194 0 0,5 0-258 0 0,5 0-111 0 0,7 0-25 0 0,5 0 26 0 0,4-1-2 0 0,8-2-12 0 0,6-1-129 0 0,8-1-52 0 0,9-4-83 0 0,5-2 26 0 0,6-2-16 0 0,5-3-105 0 0,3-3 26 0 0,2-3-24 0 0,0-3-2 0 0,2-2-5 0 0,0-3 14 0 0,1-5 48 0 0,3-5-65 0 0,-1-7-113 0 0,1-6-305 0 0,-1-7-100 0 0,-2-7-282 0 0,-3-7-762 0 0,-8-2-1533 0 0,-7-4-2970 0 0,-9 8 4065 0 0</inkml:trace>
  <inkml:trace contextRef="#ctx1" brushRef="#br3">1682 1375 1396,'0'0'0,"0"0"6989,0 0-6796,0 0 1279,0 0-1355,14-21 172,5-9 145,9-10-446,3-7 54,2-2-435,-1 0-214,-2 2 209,-5 4 73,-5 6-5,-6 8 62,-5 8 111,-4 7 28,-3 6-643,-2 6-2562,-6 6 368,-1 2 2062</inkml:trace>
  <inkml:trace contextRef="#ctx1" brushRef="#br4" timeOffset="189.277">2118 1017 6301,'0'0'0,"0"0"1312,0 0 0,0 0-219,0 0-27,0 0-136,0 0 25,0 0-42,41 4-162,11 4-221,8 6-69,1 5-18,-5 5-171,-6 5-139,-9 5-65,-8 3-64,-9 2-125,-7 1 9,-7-1-336,-4-2-540,-4-2-612,-2-4-1171,-1-4-2588,0-7 146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0.55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091.19043"/>
      <inkml:brushProperty name="anchorY" value="-7738.4585"/>
      <inkml:brushProperty name="scaleFactor" value="0.5"/>
    </inkml:brush>
  </inkml:definitions>
  <inkml:trace contextRef="#ctx0" brushRef="#br0">1 1 468 0 0,'0'0'0'0'0,"0"0"6329"0"0,0 0-5111 0 0,0 0 1175 0 0,0 0-1026 0 0,0 0-124 0 0,0 0 66 0 0,0 0-252 0 0,0 0-179 0 0,0 0-262 0 0,0 0-270 0 0,0 0-69 0 0,10 14 16 0 0,7 10-25 0 0,4 10-52 0 0,3 10 44 0 0,-1 8 166 0 0,-2 6-104 0 0,-5 3-140 0 0,-6 1-190 0 0,-4-2-19 0 0,-7-1-343 0 0,-7-4-545 0 0,-8-6-852 0 0,-4-5-1521 0 0,-8-8-2980 0 0,2-10-767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1.65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410.61133"/>
      <inkml:brushProperty name="anchorY" value="-11389.69727"/>
      <inkml:brushProperty name="scaleFactor" value="0.5"/>
    </inkml:brush>
  </inkml:definitions>
  <inkml:trace contextRef="#ctx0" brushRef="#br0">1 1 5156 0 0,'0'0'0'0'0,"0"0"3109"0"0,0 0-1816 0 0,0 0 168 0 0,0 0-108 0 0,0 0-115 0 0,51 10-137 0 0,18 9-42 0 0,17 13-256 0 0,6 13-307 0 0,-2 15-239 0 0,-7 16-124 0 0,-12 14 16 0 0,-14 12 29 0 0,-17 10 46 0 0,-14 6 76 0 0,-12 3-16 0 0,-15 2-320 0 0,-12-1 82 0 0,-12-2-488 0 0,-11-5-271 0 0,-10-7-403 0 0,-9-9-1183 0 0,-4-12-2623 0 0,-12-12-4157 0 0,11-20 10394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0.96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410.35938"/>
      <inkml:brushProperty name="anchorY" value="-9686.4482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050.65625"/>
      <inkml:brushProperty name="anchorY" value="-11782.78516"/>
      <inkml:brushProperty name="scaleFactor" value="0.5"/>
    </inkml:brush>
  </inkml:definitions>
  <inkml:trace contextRef="#ctx0" brushRef="#br0">45 150 7113 0 0,'0'0'0'0'0,"0"0"1996"0"0,0 0-639 0 0,0 0-168 0 0,0 0 61 0 0,0 0 144 0 0,0 0-327 0 0,0 0-470 0 0,0 0-248 0 0,0 0-73 0 0,0 0-40 0 0,9 13-10 0 0,7 9-175 0 0,7 10-39 0 0,6 9-88 0 0,3 8-15 0 0,4 8-150 0 0,0 7 24 0 0,-2 4-83 0 0,-2 2-183 0 0,-3 1-279 0 0,-4 0-426 0 0,-4-4-662 0 0,-3-5-461 0 0,-4-8-364 0 0,-4-5-1690 0 0,-4-13 2041 0 0</inkml:trace>
  <inkml:trace contextRef="#ctx0" brushRef="#br1" timeOffset="260.797">0 1664 4864 0 0,'0'0'0'0'0,"0"0"5213"0"0,0 0-4985 0 0,0 0 495 0 0,1-18-180 0 0,5-10 524 0 0,4-12-223 0 0,9-11-133 0 0,9-10-107 0 0,9-10-90 0 0,11-9 18 0 0,11-9-88 0 0,11-8-57 0 0,12-9-207 0 0,7-7-182 0 0,8-5 36 0 0,0-2-268 0 0,-2-1-241 0 0,-8 4-449 0 0,-9 6-875 0 0,-12 9-1077 0 0,-14 13-1817 0 0,-10 13-1456 0 0,-15 20 7442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5.33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993.80078"/>
      <inkml:brushProperty name="anchorY" value="-14348.53711"/>
      <inkml:brushProperty name="scaleFactor" value="0.5"/>
    </inkml:brush>
  </inkml:definitions>
  <inkml:trace contextRef="#ctx0" brushRef="#br0">164 1 8929 0 0,'0'0'0'0'0,"0"0"3212"0"0,0 0-1722 0 0,0 0-497 0 0,0 0 144 0 0,0 0-373 0 0,0 0-16 0 0,0 0-246 0 0,0 0-51 0 0,0 0-134 0 0,-31 17-95 0 0,-2 2-97 0 0,1 0-125 0 0,6-3 19 0 0,7-4-191 0 0,6-5-311 0 0,7-2-397 0 0,3-2-869 0 0,2-1-2819 0 0,2-1-3328 0 0,1-1 5403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55.50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562.4375"/>
      <inkml:brushProperty name="anchorY" value="-13180.0752"/>
      <inkml:brushProperty name="scaleFactor" value="0.5"/>
    </inkml:brush>
  </inkml:definitions>
  <inkml:trace contextRef="#ctx0" brushRef="#br0">15 0 8945,'0'0'0,"0"0"4016,0 0-3528,0 0 532,0 0-1044,0 0 40,0 0-734,0 0-552,0 0-1165,-7 10-2324,0 0-698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55.67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277.72461"/>
      <inkml:brushProperty name="anchorY" value="-11929.55762"/>
      <inkml:brushProperty name="scaleFactor" value="0.5"/>
    </inkml:brush>
  </inkml:definitions>
  <inkml:trace contextRef="#ctx0" brushRef="#br0">0 1 1200,'0'0'0,"0"0"10981,0 0-10767,0 0 1518,0 0-1593,0 0-304,0 0-492,0 0-421,0 0-768,0 0-1345,0 0-3171,0 0 6164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5.83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547.72656"/>
      <inkml:brushProperty name="anchorY" value="-13199.55762"/>
      <inkml:brushProperty name="scaleFactor" value="0.5"/>
    </inkml:brush>
  </inkml:definitions>
  <inkml:trace contextRef="#ctx0" brushRef="#br0">1 0 11405 0 0,'0'0'0'0'0,"0"0"1500"0"0,0 0-1736 0 0,0 0 347 0 0,0 0-1475 0 0,0 0-1811 0 0,0 0-5035 0 0,0 0 9333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6.02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817.72656"/>
      <inkml:brushProperty name="anchorY" value="-14469.55664"/>
      <inkml:brushProperty name="scaleFactor" value="0.5"/>
    </inkml:brush>
  </inkml:definitions>
  <inkml:trace contextRef="#ctx0" brushRef="#br0">66 0 11805 0 0,'0'0'0'0'0,"0"0"5337"0"0,0 0-4537 0 0,0 0 866 0 0,0 0-1182 0 0,0 0-65 0 0,0 0-199 0 0,0 0-588 0 0,0 0-153 0 0,0 0-326 0 0,0 0-450 0 0,-17 11-851 0 0,0 0-2064 0 0,0 1-1636 0 0,2-2 369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6.41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481.80078"/>
      <inkml:brushProperty name="anchorY" value="-13242.72559"/>
      <inkml:brushProperty name="scaleFactor" value="0.5"/>
    </inkml:brush>
  </inkml:definitions>
  <inkml:trace contextRef="#ctx0" brushRef="#br0">0 0 4152 0 0,'0'0'0'0'0,"0"0"7357"0"0,0 0-6184 0 0,0 0 1071 0 0,0 0-1273 0 0,0 0 154 0 0,0 0-338 0 0,0 0-244 0 0,0 0-273 0 0,0 0-226 0 0,0 0-398 0 0,2 1-308 0 0,1 0-608 0 0,3 0-1185 0 0,2 1-2377 0 0,3-1-2584 0 0,0 1 6608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6.56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791.91992"/>
      <inkml:brushProperty name="anchorY" value="-14519.87988"/>
      <inkml:brushProperty name="scaleFactor" value="0.5"/>
    </inkml:brush>
  </inkml:definitions>
  <inkml:trace contextRef="#ctx0" brushRef="#br0">0 0 12765 0 0,'0'0'0'0'0,"0"0"2032"0"0,0 0-1591 0 0,0 0-456 0 0,0 0-321 0 0,0 0-520 0 0,0 0-587 0 0,0 0-996 0 0,0 0-3334 0 0,0 0 1487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6.75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61.91992"/>
      <inkml:brushProperty name="anchorY" value="-15789.87988"/>
      <inkml:brushProperty name="scaleFactor" value="0.5"/>
    </inkml:brush>
  </inkml:definitions>
  <inkml:trace contextRef="#ctx0" brushRef="#br0">1 0 12913 0 0,'0'0'0'0'0,"0"0"2320"0"0,0 0-872 0 0,0 0-773 0 0,0 0-267 0 0,0 0-158 0 0,0 0-64 0 0,0 0-797 0 0,0 0-210 0 0,0 0-246 0 0,0 0-124 0 0,26 17-236 0 0,14 1 96 0 0,15 0 773 0 0,13-3-1044 0 0,11-5-909 0 0,3-6-33 0 0,10-8-2307 0 0,-16-2 5928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6.90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850.57617"/>
      <inkml:brushProperty name="anchorY" value="-17131.70898"/>
      <inkml:brushProperty name="scaleFactor" value="0.5"/>
    </inkml:brush>
  </inkml:definitions>
  <inkml:trace contextRef="#ctx0" brushRef="#br0">0 0 11717 0 0,'0'0'0'0'0,"0"0"2108"0"0,0 0-1675 0 0,0 0-880 0 0,0 0-766 0 0,0 0-809 0 0,0 0-2812 0 0,0 0-1177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9.34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159.18164"/>
      <inkml:brushProperty name="anchorY" value="-22269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872.64844"/>
      <inkml:brushProperty name="anchorY" value="-22051.2832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436.67969"/>
      <inkml:brushProperty name="anchorY" value="-23363.32227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457.87109"/>
      <inkml:brushProperty name="anchorY" value="-24824.7968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989.28906"/>
      <inkml:brushProperty name="anchorY" value="-25612.02148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834.07813"/>
      <inkml:brushProperty name="anchorY" value="-26757.25391"/>
      <inkml:brushProperty name="scaleFactor" value="0.5"/>
    </inkml:brush>
  </inkml:definitions>
  <inkml:trace contextRef="#ctx0" brushRef="#br0">303 1 1552 0 0,'0'0'0'0'0,"0"0"2776"0"0,0 0-760 0 0,0 0-245 0 0,0 0-313 0 0,0 0-175 0 0,0 0-158 0 0,0 0-335 0 0,0 0-143 0 0,0 0 50 0 0,0 0-281 0 0,-11 18 266 0 0,-5 10-272 0 0,-4 7-8 0 0,-4 7-11 0 0,1 5 89 0 0,-1 5-208 0 0,0 5 150 0 0,2 5-270 0 0,2 4-153 0 0,1 3 34 0 0,2 3-262 0 0,3 0 61 0 0,3-2-87 0 0,3-3-46 0 0,3-6-4 0 0,4-7-99 0 0,6-7-59 0 0,6-9-138 0 0,5-7-194 0 0,7-8-195 0 0,7-6-305 0 0,6-6-561 0 0,3-4-623 0 0,6-3-1894 0 0,-8-2 1220 0 0</inkml:trace>
  <inkml:trace contextRef="#ctx0" brushRef="#br1" timeOffset="253.301">0 569 9049 0 0,'0'0'0'0'0,"0"0"2004"0"0,0 0-481 0 0,0 0-412 0 0,0 0-6 0 0,0 0-33 0 0,46 12-149 0 0,21 2-175 0 0,22 2-111 0 0,17-2-183 0 0,11-3-232 0 0,6-3-223 0 0,2-3-278 0 0,-4-4-176 0 0,-7-4-256 0 0,-11-2-369 0 0,-11-2-756 0 0,-14-1-1473 0 0,-12-1-2648 0 0,-19 2 756 0 0</inkml:trace>
  <inkml:trace contextRef="#ctx0" brushRef="#br2" timeOffset="1013.11">1363 521 2784 0 0,'0'0'0'0'0,"0"0"4133"0"0,0 0-3217 0 0,0 0 570 0 0,0 0-351 0 0,0 0 307 0 0,0 0-320 0 0,0 0-283 0 0,0 0-171 0 0,0 0-77 0 0,0 0-276 0 0,-4 12 35 0 0,-2 6 148 0 0,-3 5-209 0 0,-2 5 199 0 0,-1 5 86 0 0,0 3-139 0 0,1 4-82 0 0,0 3-33 0 0,0 3-135 0 0,0 1-68 0 0,2 1-75 0 0,2 0-37 0 0,3-4-54 0 0,1-3-19 0 0,5-6-47 0 0,4-5-32 0 0,8-7 5 0 0,5-4-34 0 0,8-6 50 0 0,6-5 12 0 0,6-4-2 0 0,7-4 22 0 0,7-6 98 0 0,6-6-78 0 0,5-5-40 0 0,3-8-58 0 0,1-5-196 0 0,1-8-81 0 0,-4-6-441 0 0,-3-6-445 0 0,-6-6-802 0 0,-8-2-738 0 0,-5-3-1626 0 0,-11 10-677 0 0</inkml:trace>
  <inkml:trace contextRef="#ctx0" brushRef="#br3" timeOffset="1255.33">1915 1080 1564 0 0,'0'0'0'0'0,"0"0"6461"0"0,0 0-5783 0 0,0 0 1041 0 0,0 0-638 0 0,0 0-21 0 0,0 0-83 0 0,0 0-79 0 0,0 0-35 0 0,0 0-190 0 0,0 0-187 0 0,41-15-156 0 0,8-7-123 0 0,5-6-33 0 0,-3-6-63 0 0,-6-4-122 0 0,-11-4-129 0 0,-10-3-309 0 0,-9-3-413 0 0,-10 0-562 0 0,-10 0-1059 0 0,-7 3-2081 0 0,-8 5-965 0 0,1 10 4313 0 0</inkml:trace>
  <inkml:trace contextRef="#ctx0" brushRef="#br4" timeOffset="1413.527">2250 694 7293 0 0,'0'0'0'0'0,"0"0"2348"0"0,0 0-994 0 0,0 0-229 0 0,45-14-262 0 0,18-5 64 0 0,16-3 14 0 0,4-1-123 0 0,-3 4-46 0 0,-7 4-276 0 0,-11 5-95 0 0,-10 7-194 0 0,-14 3 90 0 0</inkml:trace>
  <inkml:trace contextRef="#ctx0" brushRef="#br5" timeOffset="2399.818">2826 529 2552 0 0,'0'0'0'0'0,"0"0"2580"0"0,0 0-517 0 0,0 0-637 0 0,0 0-349 0 0,0 0-152 0 0,0 0-145 0 0,0 0-139 0 0,0 0-88 0 0,0 0-77 0 0,0 0 69 0 0,4 0 73 0 0,0 0-58 0 0,1 0-152 0 0,0 1-43 0 0,0 3-1 0 0,2 3 21 0 0,0 4-219 0 0,3 7-39 0 0,3 5 0 0 0,3 7-15 0 0,2 6 88 0 0,2 5-52 0 0,0 2-13 0 0,-1 4-22 0 0,-3 0-128 0 0,-4 1 29 0 0,-4 0-143 0 0,-3-1 49 0 0,-2 0-78 0 0,-3-4-43 0 0,0-3-135 0 0,-1-5-196 0 0,1-6-63 0 0,-1-5-188 0 0,0-7-336 0 0,1-5-536 0 0,1-5-712 0 0,2-2-802 0 0,1-3-1971 0 0,0-2 4540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0:58.15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120.57617"/>
      <inkml:brushProperty name="anchorY" value="-18401.7089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507.99219"/>
      <inkml:brushProperty name="anchorY" value="-19177.1601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423.68359"/>
      <inkml:brushProperty name="anchorY" value="-20525.98633"/>
      <inkml:brushProperty name="scaleFactor" value="0.5"/>
    </inkml:brush>
  </inkml:definitions>
  <inkml:trace contextRef="#ctx0" brushRef="#br0">0 572 1212 0 0,'0'0'0'0'0,"0"0"2700"0"0,0 0-1236 0 0,0 0-161 0 0,0 0-398 0 0,0 0-122 0 0,0 0-177 0 0,0 0-772 0 0,0 0 157 0 0,0 0-40 0 0,0 0-9 0 0,3 3 64 0 0,-1 1 196 0 0,1-1 298 0 0,-1 0-14 0 0,-1-1 127 0 0,0 0 131 0 0,0-1 102 0 0,-1 0-21 0 0,1-1-27 0 0,0 0-86 0 0,1 0-122 0 0,-1 0-128 0 0,0-1-60 0 0,0-1-119 0 0,0 0-19 0 0,-1 0-67 0 0,0-1-58 0 0,0-1-8 0 0,0-2-65 0 0,0-2 211 0 0,3-3-173 0 0,1-6 4 0 0,1-5-117 0 0,1-7-40 0 0,-1-6-63 0 0,-1-7-32 0 0,-1-4-292 0 0,-1-3-100 0 0,-2-1-107 0 0,1 3-217 0 0,-1 5-330 0 0,2 6-321 0 0,4 8-346 0 0,2 9-207 0 0,4 6-538 0 0,0 8 322 0 0,1 6-995 0 0,-2 3 3918 0 0</inkml:trace>
  <inkml:trace contextRef="#ctx0" brushRef="#br1" timeOffset="184.933">146 249 1644 0 0,'0'0'0'0'0,"0"0"4213"0"0,0 0-3030 0 0,0 0 385 0 0,0 0-640 0 0,0 0-97 0 0,0 0-41 0 0,0 0 237 0 0,0 0-228 0 0,29-17-145 0 0,12-6-168 0 0,10-5-126 0 0,4-1-172 0 0,1 1-142 0 0,-3 5-29 0 0,-5 6-19 0 0,-7 6-126 0 0,-5 7 150 0 0,-4 9-97 0 0,-3 9-73 0 0,-1 8-34 0 0,0 8-152 0 0,-3 5-108 0 0,-2 2-210 0 0,-1 0-180 0 0,-4-5-915 0 0,-1-5-2968 0 0,-4-7-1044 0 0</inkml:trace>
  <inkml:trace contextRef="#ctx0" brushRef="#br2" timeOffset="615.25">811 210 7037 0 0,'0'0'0'0'0,"0"0"1600"0"0,0 0-1115 0 0,0 0-233 0 0,0 0 204 0 0,0 0 362 0 0,0 0 46 0 0,0 0-22 0 0,48 5-126 0 0,15-1-161 0 0,15-1-13 0 0,7-5-137 0 0,-2-3 14 0 0,-2-4-87 0 0,-7-4-215 0 0,-9-2-107 0 0,-9-1-108 0 0,-11-1-222 0 0,-11-1 96 0 0,-10 0 70 0 0,-10 1-218 0 0,-8 0-260 0 0,-9 0-138 0 0,-9 1 123 0 0,-8 1 238 0 0,-7 3 257 0 0,-7 3 14 0 0,-5 4 146 0 0,-4 5 171 0 0,-3 6 45 0 0,-4 6 265 0 0,-3 7-52 0 0,-2 7 19 0 0,-1 5-176 0 0,1 6-52 0 0,1 5 49 0 0,3 4 28 0 0,5 3-69 0 0,3 1-78 0 0,7 0-64 0 0,7 0-41 0 0,8-2-40 0 0,7-4-9 0 0,9-4-58 0 0,8-4-32 0 0,12-6-28 0 0,10-5-12 0 0,9-5-98 0 0,8-5-53 0 0,7-4-183 0 0,5-3-213 0 0,4-4-240 0 0,1-3-920 0 0,-2-4-946 0 0,2-4-1649 0 0,-13-1 1597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04.08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309.46094"/>
      <inkml:brushProperty name="anchorY" value="-28739.2734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179.05078"/>
      <inkml:brushProperty name="anchorY" value="-30493.0136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202.46484"/>
      <inkml:brushProperty name="anchorY" value="-31260.8320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824.86328"/>
      <inkml:brushProperty name="anchorY" value="-32562.76172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162.21484"/>
      <inkml:brushProperty name="anchorY" value="-34265.92188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710.20313"/>
      <inkml:brushProperty name="anchorY" value="-33618.26563"/>
      <inkml:brushProperty name="scaleFactor" value="0.5"/>
    </inkml:brush>
  </inkml:definitions>
  <inkml:trace contextRef="#ctx0" brushRef="#br0">97 164 3192 0 0,'0'0'0'0'0,"0"0"2060"0"0,0 0-797 0 0,0 0-254 0 0,0 0-312 0 0,0 0-81 0 0,0 0-142 0 0,0 0-157 0 0,0 0-57 0 0,0 0 10 0 0,0 0-10 0 0,0 0-80 0 0,3-1 84 0 0,-1 0 32 0 0,1 1 38 0 0,-1-1 98 0 0,-1 1 126 0 0,1-1 43 0 0,-1 1-59 0 0,1 1-62 0 0,0 0-58 0 0,0 1-71 0 0,0-1-30 0 0,-1 1-59 0 0,1 0-92 0 0,0 0-40 0 0,0-1-68 0 0,2 1-2 0 0,1 1 18 0 0,3 0 9 0 0,3 2-16 0 0,3 3-67 0 0,3 2 98 0 0,3 3-66 0 0,4 3 30 0 0,2 4-17 0 0,3 2-42 0 0,3 3 114 0 0,3 2-138 0 0,1 2 44 0 0,-1 1-15 0 0,1-1-14 0 0,-3 1-66 0 0,-1-1-132 0 0,-3 0-251 0 0,-4-3 50 0 0,-2-2-182 0 0,-2-3 58 0 0,-2-3-35 0 0,-4-2-107 0 0,-1-4-86 0 0,-3-2-19 0 0,-2-3-96 0 0,-4-3-16 0 0,-1-1-489 0 0,-2-1-1251 0 0,-3 0-1360 0 0,-1-2 2488 0 0</inkml:trace>
  <inkml:trace contextRef="#ctx0" brushRef="#br1" timeOffset="279.432">1 658 3160 0 0,'0'0'0'0'0,"0"0"3077"0"0,0 0-1635 0 0,0 0-83 0 0,0 0-239 0 0,0 0-164 0 0,30-18 164 0 0,12-9-308 0 0,13-7-282 0 0,10-7-405 0 0,5-4-80 0 0,5-4-96 0 0,1 0-59 0 0,-2-1 2 0 0,-5 4-124 0 0,-7 4-491 0 0,-11 7-407 0 0,-13 8-654 0 0,-12 7-1071 0 0,-12 8-3836 0 0,-8 5 7568 0 0</inkml:trace>
  <inkml:trace contextRef="#ctx0" brushRef="#br2" timeOffset="1480.405">1238 256 2520 0 0,'0'0'0'0'0,"0"0"1516"0"0,0 0-340 0 0,0 0-272 0 0,0 0-410 0 0,0 0-55 0 0,0 0-13 0 0,0 0-71 0 0,0 0-92 0 0,0 0 99 0 0,0 0 24 0 0,-27 2 73 0 0,-5 1 42 0 0,-5 2 9 0 0,1 0 51 0 0,2 1 207 0 0,5 1-55 0 0,4-1-137 0 0,5 1 34 0 0,5-2-52 0 0,5 0-87 0 0,3-2-136 0 0,3-1-151 0 0,3-1-12 0 0,4 0 84 0 0,6-1 18 0 0,8 0-25 0 0,7 0 70 0 0,10 0-144 0 0,9-1-121 0 0,9 1-36 0 0,6 0 0 0 0,4 0-20 0 0,1 0-80 0 0,-5 0-30 0 0,-5 0-20 0 0,-8 0-388 0 0,-8 0-285 0 0,-9-1-778 0 0,-8-2-527 0 0,-7-2-613 0 0,-5-3-1647 0 0,-5 0 153 0 0</inkml:trace>
  <inkml:trace contextRef="#ctx0" brushRef="#br3" timeOffset="1720.86">1315 131 1528 0 0,'0'0'0'0'0,"0"0"7065"0"0,0 0-6418 0 0,0 0 1456 0 0,0 0-1448 0 0,0 0 264 0 0,0 0 84 0 0,0 0-354 0 0,0 0-21 0 0,0 0-120 0 0,2 17-198 0 0,-1 7-110 0 0,1 4-144 0 0,-1 3-43 0 0,0 2-186 0 0,0 0 6 0 0,-1 2-72 0 0,3-1-329 0 0,1 1-285 0 0,2-1-63 0 0,0-1-327 0 0,3-3-610 0 0,1-3-1166 0 0,1-4-1976 0 0,-1-7 3117 0 0</inkml:trace>
  <inkml:trace contextRef="#ctx0" brushRef="#br4" timeOffset="2054.119">2311 152 6341 0 0,'0'0'0'0'0,"0"0"2208"0"0,0 0-401 0 0,0 0-665 0 0,-19 22-437 0 0,-5 10 225 0 0,-6 9-50 0 0,-1 7-275 0 0,1 2-292 0 0,3 3-211 0 0,4 0-76 0 0,7-1-184 0 0,4-2-59 0 0,6-2-385 0 0,3-5-257 0 0,5-4-408 0 0,5-6-937 0 0,2-7-1054 0 0,2-7-3386 0 0,-1-6 7785 0 0</inkml:trace>
  <inkml:trace contextRef="#ctx0" brushRef="#br5" timeOffset="2322.178">1843 1025 7313 0 0,'0'0'0'0'0,"0"0"1580"0"0,0 0-798 0 0,19-19-155 0 0,13-12-233 0 0,17-15 226 0 0,15-13-188 0 0,16-12 38 0 0,14-9-63 0 0,14-8-248 0 0,9-5-18 0 0,6-2-59 0 0,3 2-56 0 0,-5 3-22 0 0,-10 8-985 0 0,-17 10-1383 0 0,-17 11-3653 0 0,-22 17 2582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24.15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552.35938"/>
      <inkml:brushProperty name="anchorY" value="-35245.04297"/>
      <inkml:brushProperty name="scaleFactor" value="0.5"/>
    </inkml:brush>
  </inkml:definitions>
  <inkml:trace contextRef="#ctx0" brushRef="#br0">408 0 3968 0 0,'0'0'0'0'0,"0"0"2725"0"0,0 0-1061 0 0,0 0-438 0 0,0 0-99 0 0,0 0-46 0 0,0 0-120 0 0,0 0-116 0 0,0 0-164 0 0,0 0-78 0 0,0 0-51 0 0,0 0 10 0 0,-2 4-81 0 0,-4 2-166 0 0,-4 1-344 0 0,-5 1-4 0 0,-3 2 58 0 0,-4 2-33 0 0,-1 2 12 0 0,-4 4 14 0 0,-1 5-9 0 0,-1 4-6 0 0,-1 7 12 0 0,-1 5-4 0 0,0 8-13 0 0,0 5-1 0 0,2 5 0 0 0,4 3 3 0 0,4 1 4 0 0,5 0-5 0 0,7-4-96 0 0,5-4-20 0 0,8-6-145 0 0,8-5-92 0 0,10-6-142 0 0,7-4-118 0 0,8-3-224 0 0,5-1-73 0 0,4-3-322 0 0,4 1-261 0 0,0-2-445 0 0,-3-2-868 0 0,-1-1-1392 0 0,-10-5 3166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22.89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249.63281"/>
      <inkml:brushProperty name="anchorY" value="-33863.5820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639.84375"/>
      <inkml:brushProperty name="anchorY" value="-34051.44531"/>
      <inkml:brushProperty name="scaleFactor" value="0.5"/>
    </inkml:brush>
  </inkml:definitions>
  <inkml:trace contextRef="#ctx0" brushRef="#br0">1 1082 808 0 0,'0'0'0'0'0,"0"0"1448"0"0,0 0-639 0 0,0 0 439 0 0,0 0 111 0 0,0 0-742 0 0,0 0-191 0 0,0 0-322 0 0,0 0 887 0 0,0 0 506 0 0,0 0-1092 0 0,8 0 121 0 0,2-1-194 0 0,-1 0 144 0 0,1 1 46 0 0,-3 0-42 0 0,-1 1-3 0 0,0 1-1 0 0,0 1 43 0 0,1 0 42 0 0,1 3-149 0 0,3 0-152 0 0,2 3-57 0 0,3 0-72 0 0,2 3-72 0 0,2-1-58 0 0,4 2-98 0 0,4-2 39 0 0,3-1-2 0 0,3-3 7 0 0,2-1-71 0 0,1-3 69 0 0,-1-2 60 0 0,-3-2-17 0 0,-4-2-202 0 0,-5 0 275 0 0,-4 0 11 0 0,-1-1-41 0 0,-1 0-33 0 0,-1 0-36 0 0,1-1 51 0 0,-1-1-20 0 0,-1-1 17 0 0,-1-2 29 0 0,-1 0 142 0 0,0-3-95 0 0,-1-1 62 0 0,-2-4 3 0 0,-1-2-16 0 0,-4-4 3 0 0,-1-5-81 0 0,-5-5-57 0 0,-7-6-77 0 0,-5-5 32 0 0,-6-4 52 0 0,-4-5-7 0 0,-3-2 53 0 0,0-1 96 0 0,5 0 87 0 0,4 3 3 0 0,6 3 277 0 0,8 4-168 0 0,9 4-42 0 0,9 2 8 0 0,9 1-115 0 0,8 2-33 0 0,6-1-39 0 0,4 0-128 0 0,2 0 18 0 0,0 1-90 0 0,-3 2 38 0 0,-3 3-48 0 0,-4 3-44 0 0,-6 5-31 0 0,-5 5-10 0 0,-3 4-7 0 0,-4 5-98 0 0,-1 3-34 0 0,-1 3-188 0 0,-1 1-266 0 0,1 3-247 0 0,1-1-665 0 0,0 1-439 0 0,0-1-2022 0 0,0 1-1140 0 0,-3-1 4663 0 0</inkml:trace>
  <inkml:trace contextRef="#ctx0" brushRef="#br1" timeOffset="454.299">456 761 7537 0 0,'0'0'0'0'0,"0"0"2048"0"0,0 0-719 0 0,0 0-69 0 0,0 0-183 0 0,0 0-74 0 0,0 0 10 0 0,0 0-243 0 0,0 0-606 0 0,0 0-3 0 0,0 0-138 0 0,21-3 146 0 0,11-3-109 0 0,12 0-67 0 0,8-2-95 0 0,6 1 126 0 0,1 0-141 0 0,0 0 14 0 0,-4 2-98 0 0,-4 0-178 0 0,-4 1-176 0 0,-6 0-73 0 0,-6 1-169 0 0,-3 0-639 0 0,-7 0-1064 0 0,-6 0-3179 0 0,-6 1 1668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26.46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836.14063"/>
      <inkml:brushProperty name="anchorY" value="-37513.32031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726.49219"/>
      <inkml:brushProperty name="anchorY" value="-39227.859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943.90234"/>
      <inkml:brushProperty name="anchorY" value="-38702.94141"/>
      <inkml:brushProperty name="scaleFactor" value="0.5"/>
    </inkml:brush>
  </inkml:definitions>
  <inkml:trace contextRef="#ctx0" brushRef="#br0">1 700 4852 0 0,'0'0'0'0'0,"0"0"2237"0"0,0 0-1079 0 0,0 0-135 0 0,0 0 5 0 0,0 0 142 0 0,0 0-314 0 0,0 0-254 0 0,0 0-103 0 0,0 0-77 0 0,0 0 20 0 0,0 0 48 0 0,1-1-53 0 0,1-1-36 0 0,0 0-49 0 0,1 1-48 0 0,1 0 32 0 0,2 1 45 0 0,4 2-4 0 0,5 4 6 0 0,8 6-158 0 0,7 6-76 0 0,7 6-155 0 0,6 7-40 0 0,4 5 5 0 0,2 3-82 0 0,-2 2 7 0 0,0 0-34 0 0,-4-2-64 0 0,-2-4-64 0 0,-5-5-28 0 0,-4-5-70 0 0,-5-5-10 0 0,-4-6 44 0 0,-5-3-3 0 0,-4-4-39 0 0,-4-2-392 0 0,-4-1-468 0 0,-3 0-1000 0 0,-2 0-2884 0 0,-1 0-694 0 0</inkml:trace>
  <inkml:trace contextRef="#ctx0" brushRef="#br1" timeOffset="415.16">658 633 4212 0 0,'0'0'0'0'0,"0"0"4417"0"0,0 0-3776 0 0,0 0 845 0 0,0 0-832 0 0,0 0 256 0 0,0 0-58 0 0,0 0-248 0 0,0 0-157 0 0,0 0-179 0 0,0 0 3 0 0,2 0 42 0 0,1 1 127 0 0,-1 0 186 0 0,-1 4-13 0 0,-5 3-183 0 0,-5 6-30 0 0,-7 5 26 0 0,-7 8 164 0 0,-8 6-165 0 0,-5 8-85 0 0,-5 6-134 0 0,-3 4-134 0 0,-1 5-61 0 0,1 2-74 0 0,1 1-116 0 0,4-2-59 0 0,3-3-69 0 0,5-4-135 0 0,5-7-142 0 0,6-5-135 0 0,5-8-412 0 0,5-7-1037 0 0,5-7-2319 0 0,3-7-2360 0 0,1-4 5006 0 0</inkml:trace>
  <inkml:trace contextRef="#ctx0" brushRef="#br2" timeOffset="987.782">928 1538 5244 0 0,'0'0'0'0'0,"0"0"4325"0"0,0 0-3496 0 0,0 0 471 0 0,0 0-340 0 0,0 0-231 0 0,0 0 237 0 0,29-18 30 0 0,11-6-32 0 0,9-7-162 0 0,4-4-147 0 0,1-1-41 0 0,-2-2-102 0 0,-3-1-155 0 0,-5 0-193 0 0,-6-2-76 0 0,-4-3-83 0 0,-7-5-96 0 0,-7-8-52 0 0,-5-10-107 0 0,-6-9-184 0 0,-4-10-68 0 0,-5-9-194 0 0,-8-7 72 0 0,-8-5-153 0 0,-10-1-65 0 0,-10 2-62 0 0,-8 8-134 0 0,-6 11-250 0 0,-2 16-472 0 0,-1 21-3412 0 0,9 17 59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36.01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403.26953"/>
      <inkml:brushProperty name="anchorY" value="-38436.22656"/>
      <inkml:brushProperty name="scaleFactor" value="0.5"/>
    </inkml:brush>
  </inkml:definitions>
  <inkml:trace contextRef="#ctx0" brushRef="#br0">0 1 392 0 0,'0'0'0'0'0,"0"0"1028"0"0,0 0 4555 0 0,0 0-4722 0 0,0 0 1035 0 0,0 0-720 0 0,0 0-456 0 0,0 0 109 0 0,0 0-184 0 0,0 0-54 0 0,0 0-219 0 0,0 4-330 0 0,0 0 2 0 0,0-1-122 0 0,0 1 33 0 0,0-2 52 0 0,0-1 44 0 0,0 0 34 0 0,1 0 44 0 0,1-1 20 0 0,0-1 41 0 0,3 1 11 0 0,0 0 159 0 0,3 0 279 0 0,1 1-153 0 0,5 1-83 0 0,5 1-86 0 0,5 0-91 0 0,7 0-76 0 0,6 1-78 0 0,6-1-11 0 0,5-1 51 0 0,3 0-128 0 0,3-1 44 0 0,0-1 54 0 0,1 0-104 0 0,-2-1 29 0 0,-5 0-150 0 0,-4-1 53 0 0,-7 1-24 0 0,-8 0-54 0 0,-5 0-129 0 0,-5 1-176 0 0,-5 0-344 0 0,-3 0-261 0 0,-4 2-443 0 0,-2 1-792 0 0,-2 1-793 0 0,-2 0-1415 0 0,-1-1 1569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36.40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429.63672"/>
      <inkml:brushProperty name="anchorY" value="-39758.75"/>
      <inkml:brushProperty name="scaleFactor" value="0.5"/>
    </inkml:brush>
  </inkml:definitions>
  <inkml:trace contextRef="#ctx0" brushRef="#br0">1 9 3372 0 0,'0'0'0'0'0,"0"0"7081"0"0,0 0-5844 0 0,0 0 872 0 0,0 0-574 0 0,0 0-319 0 0,0 0-150 0 0,47 2-118 0 0,9-1-192 0 0,5 0-312 0 0,-2 0-472 0 0,-5-2 78 0 0,-3-1-126 0 0,4 0-63 0 0,3-1-285 0 0,10 1-621 0 0,6 0-674 0 0,8 1-703 0 0,1 1-1997 0 0,0 2-5059 0 0,-16 0 10769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42.86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597.51172"/>
      <inkml:brushProperty name="anchorY" value="-41024.2070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759.45703"/>
      <inkml:brushProperty name="anchorY" value="-42794.85156"/>
      <inkml:brushProperty name="scaleFactor" value="0.5"/>
    </inkml:brush>
  </inkml:definitions>
  <inkml:trace contextRef="#ctx0" brushRef="#br0">90 1 12 0 0,'0'0'0'0'0,"0"0"1684"0"0,0 0 4588 0 0,0 0-5623 0 0,0 0 1453 0 0,0 0-856 0 0,0 0-266 0 0,0 0-323 0 0,0 0-124 0 0,0 0-148 0 0,0 0-58 0 0,16 4-108 0 0,4 1-3 0 0,3 0 19 0 0,0 0 115 0 0,-2-1 314 0 0,-2 0-77 0 0,-1 0-59 0 0,-2 0-52 0 0,0 0-53 0 0,0 1-13 0 0,2 1-27 0 0,3 3-103 0 0,3 4-112 0 0,5 4-163 0 0,6 5 24 0 0,5 5-28 0 0,4 4-10 0 0,4 5 3 0 0,0 1-91 0 0,0 1 21 0 0,0-1-49 0 0,-4-2-97 0 0,-3-4-68 0 0,-4-4-166 0 0,-5-5-340 0 0,-4-4-469 0 0,-4-4-391 0 0,-4-5-680 0 0,-2-2-297 0 0,-2-1-1754 0 0,-1-1 136 0 0,0 0 4810 0 0,-4-1-2478 0 0</inkml:trace>
  <inkml:trace contextRef="#ctx0" brushRef="#br1" timeOffset="376.402">941 81 4656 0 0,'0'0'0'0'0,"0"0"4053"0"0,0 0-3025 0 0,0 0 953 0 0,0 0-770 0 0,0 0-11 0 0,0 0-100 0 0,0 0-230 0 0,0 0-293 0 0,0 0-248 0 0,-17 19-77 0 0,-7 5-156 0 0,-8 8 53 0 0,-6 5-29 0 0,-5 2-10 0 0,-4 3 88 0 0,-2 2-96 0 0,-3 2 74 0 0,-2 2-36 0 0,-2 2-70 0 0,-3 1-72 0 0,-3 2-199 0 0,-4 2-260 0 0,-3 1-867 0 0,-5 0-481 0 0,2-2-981 0 0,2-3-4323 0 0,14-10 2608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44.04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549.58594"/>
      <inkml:brushProperty name="anchorY" value="-42321.98047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735.89844"/>
      <inkml:brushProperty name="anchorY" value="-43570.65234"/>
      <inkml:brushProperty name="scaleFactor" value="0.5"/>
    </inkml:brush>
  </inkml:definitions>
  <inkml:trace contextRef="#ctx0" brushRef="#br0">0 296 104 0 0,'0'0'0'0'0,"0"0"116"0"0,0 0 322 0 0,0 0 2587 0 0,0 0-1924 0 0,0 0 284 0 0,0 0-78 0 0,0 0-120 0 0,0 0 197 0 0,0 0 3 0 0,20 2-90 0 0,8-1-163 0 0,9-2-98 0 0,7-2-188 0 0,6-4 46 0 0,6-2-50 0 0,5-3 44 0 0,3 0-107 0 0,2-1-145 0 0,0 1-102 0 0,-4 2-275 0 0,-4 2-265 0 0,-8 2-3 0 0,-7 2-120 0 0,-7 2-24 0 0,-6 2-183 0 0,-5 1-99 0 0,-2 3-302 0 0,-3 1-279 0 0,-2 3-147 0 0,-2 1-693 0 0,-1 0-477 0 0,-3 2-717 0 0,-4-1-2687 0 0,-3 0 2433 0 0,-2-2 3630 0 0</inkml:trace>
  <inkml:trace contextRef="#ctx0" brushRef="#br1" timeOffset="279.686">286 1 1084 0 0,'0'0'0'0'0,"0"0"7885"0"0,0 0-5979 0 0,0 0 504 0 0,0 0-1238 0 0,0 0-440 0 0,0 22 158 0 0,-2 9-150 0 0,0 10-310 0 0,0 7-138 0 0,0 5-254 0 0,0 5-7 0 0,0 2-98 0 0,-1 3-98 0 0,0 0-96 0 0,-1 0-188 0 0,-1-2-298 0 0,-1-4-423 0 0,2-4-1135 0 0,1-5-2562 0 0,0-7-2150 0 0,2-4 7932 0 0,0-10-2365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1:46.93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420.76172"/>
      <inkml:brushProperty name="anchorY" value="-43126.72656"/>
      <inkml:brushProperty name="scaleFactor" value="0.5"/>
    </inkml:brush>
  </inkml:definitions>
  <inkml:trace contextRef="#ctx0" brushRef="#br0">0 64 220 0 0,'0'0'0'0'0,"0"0"2416"0"0,0 0 38 0 0,0 0-651 0 0,0 0-343 0 0,0 0-509 0 0,0 0 165 0 0,0 0-126 0 0,0 0-165 0 0,0 0-16 0 0,0 0-129 0 0,15 0-82 0 0,0-2 55 0 0,3 0-59 0 0,-2 0-46 0 0,-2 0-85 0 0,0 0-47 0 0,0-1 15 0 0,1 0-36 0 0,2-1 4 0 0,3 0-7 0 0,3-1-69 0 0,4-1-79 0 0,5 1-57 0 0,5-1-95 0 0,5 1 9 0 0,6 1-30 0 0,6 0 22 0 0,4 2-110 0 0,3 0 22 0 0,3 1-133 0 0,-1 2-8 0 0,-1 2 26 0 0,-5 1-19 0 0,-4 3 20 0 0,-4 1 27 0 0,-5 1-39 0 0,-6 3-14 0 0,-6 1-39 0 0,-5 1 22 0 0,-5 3 106 0 0,-7 2 30 0 0,-6 2 9 0 0,-5 2 15 0 0,-8 2 59 0 0,-8 2-85 0 0,-11 2-84 0 0,-9 1-67 0 0,-8 1 112 0 0,-7 0-60 0 0,-5-2 20 0 0,-4-2-101 0 0,-3-2 23 0 0,0-4-22 0 0,3-4 68 0 0,4-3-72 0 0,7-3-97 0 0,7-4-29 0 0,9-3-99 0 0,10-2-87 0 0,7-1-152 0 0,8-3-209 0 0,10-2-30 0 0,11-3 247 0 0,10-2 154 0 0,11-3 389 0 0,10-2-16 0 0,10 0 133 0 0,8 0 194 0 0,8 2 102 0 0,6 3 348 0 0,4 3 165 0 0,-2 5-94 0 0,-5 5-98 0 0,-6 5-204 0 0,-10 6 4 0 0,-12 7-12 0 0,-12 5-238 0 0,-12 8 48 0 0,-10 8 103 0 0,-16 7 105 0 0,-16 7 62 0 0,-16 6 210 0 0,-17 5-842 0 0,-12 3 300 0 0,-12 2-252 0 0,-8 0 79 0 0,-5-3-327 0 0,-5-5-227 0 0,-5-7-423 0 0,-5-8-452 0 0,0-10-1234 0 0,-12-9-4329 0 0,20-11 1820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2:59.8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038.66406"/>
      <inkml:brushProperty name="anchorY" value="-45654.66797"/>
      <inkml:brushProperty name="scaleFactor" value="0.5"/>
    </inkml:brush>
  </inkml:definitions>
  <inkml:trace contextRef="#ctx0" brushRef="#br0">137 190 3900 0 0,'0'0'0'0'0,"0"0"924"0"0,0 0-821 0 0,0 0 893 0 0,0 0 1705 0 0,0 0-1805 0 0,0 0 180 0 0,0 0-247 0 0,0 0-64 0 0,0 0-32 0 0,0 0-35 0 0,2 1-96 0 0,1 1-83 0 0,-1 0 12 0 0,0 0-1 0 0,0 0-18 0 0,-1 0-129 0 0,-1 0-38 0 0,0 1-68 0 0,0-1-169 0 0,0-1-94 0 0,0 0 4 0 0,0 0-105 0 0,0-1-4 0 0,0 0 27 0 0,0-1-59 0 0,0-1 88 0 0,1-1-69 0 0,0-3 124 0 0,3-1-34 0 0,3-3-28 0 0,2-3 49 0 0,3-2-21 0 0,3-3-87 0 0,2-1-57 0 0,4-1 192 0 0,1 0-78 0 0,3 2 34 0 0,0 1-72 0 0,3 3 43 0 0,2 3 44 0 0,3 3-4 0 0,1 2 10 0 0,1 4 61 0 0,-1 3-91 0 0,-1 4 30 0 0,-4 4-11 0 0,-4 4-10 0 0,-5 3-118 0 0,-5 3 150 0 0,-5 5-36 0 0,-4 2 2 0 0,-3 5 10 0 0,-5 3 2 0 0,-6 2-5 0 0,-3 3 6 0 0,-5 1 8 0 0,-2 1 44 0 0,-3 0 35 0 0,-1 2 50 0 0,-3-2-80 0 0,0 0 9 0 0,-1-1-65 0 0,2-3 5 0 0,1-1-5 0 0,3-3-63 0 0,3-3-38 0 0,5-2-7 0 0,2-3-79 0 0,4-3 66 0 0,2-1 46 0 0,1-2 15 0 0,0-3 54 0 0,1-3-2 0 0,0-1 9 0 0,2-4 56 0 0,-1-3-61 0 0,1-1 11 0 0,0-3-8 0 0,0-1-178 0 0,3-2 36 0 0,2-2-212 0 0,4-2 248 0 0,3-2-17 0 0,4-2-43 0 0,2-1 1 0 0,2-3 181 0 0,0-1-27 0 0,-1-3-14 0 0,-2-3 31 0 0,-1-2-14 0 0,-3-2-62 0 0,-3-2 88 0 0,-4-3 102 0 0,-4-1-144 0 0,-7 0 42 0 0,-4-1-18 0 0,-8 1-75 0 0,-4 4 16 0 0,-6 3 70 0 0,-4 7 135 0 0,-5 4-29 0 0,-3 6-11 0 0,-3 6-107 0 0,-3 6 164 0 0,-1 6-102 0 0,0 4-70 0 0,3 5 13 0 0,5 5-166 0 0,6 5 118 0 0,8 2 31 0 0,7 2-160 0 0,8 2-77 0 0,10-1-176 0 0,10-1-500 0 0,9-4-370 0 0,6-3-9 0 0,7-4-250 0 0,3-6-51 0 0,0-4-1285 0 0,-6-4-2395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3:00.51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365.91016"/>
      <inkml:brushProperty name="anchorY" value="-47552.77344"/>
      <inkml:brushProperty name="scaleFactor" value="0.5"/>
    </inkml:brush>
  </inkml:definitions>
  <inkml:trace contextRef="#ctx0" brushRef="#br0">0 1 1304 0 0,'0'0'0'0'0,"0"0"5733"0"0,0 0-4127 0 0,0 0 592 0 0,0 0-959 0 0,0 0-98 0 0,0 0-141 0 0,0 0-29 0 0,0 0-160 0 0,0 0-58 0 0,0 0 47 0 0,20 10 20 0 0,12 2-44 0 0,14 0-188 0 0,11 0-231 0 0,10-3-79 0 0,10-3-120 0 0,5-1-83 0 0,5-3-73 0 0,-1-1-79 0 0,-2 0-9 0 0,-2-1-68 0 0,-4 1-55 0 0,-4 0-17 0 0,-4 1-16 0 0,-4 0-42 0 0,-5 1-98 0 0,-4 0-82 0 0,-8-1-180 0 0,-8 1-399 0 0,-9-2-705 0 0,-8 1-637 0 0,-8-1-2106 0 0,-7 0-1799 0 0,-5 0 5082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3:01.32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936.23047"/>
      <inkml:brushProperty name="anchorY" value="-48915.92188"/>
      <inkml:brushProperty name="scaleFactor" value="0.5"/>
    </inkml:brush>
  </inkml:definitions>
  <inkml:trace contextRef="#ctx0" brushRef="#br0">379 0 1528 0 0,'0'0'0'0'0,"0"0"1824"0"0,0 0 337 0 0,0 0-545 0 0,0 0 190 0 0,0 0-180 0 0,0 0-279 0 0,0 0-262 0 0,0 0-210 0 0,0 0-62 0 0,0 0 67 0 0,0 0 53 0 0,12 3-186 0 0,3 1-102 0 0,0 3 23 0 0,1 4-318 0 0,-3 3-14 0 0,0 6-201 0 0,-3 5-30 0 0,-2 4-40 0 0,-3 6 28 0 0,-3 3-111 0 0,-1 4-10 0 0,-5 1-86 0 0,-5 2 13 0 0,-6 0-24 0 0,-3 1-25 0 0,-4-2 6 0 0,-4 0 42 0 0,-2-1-31 0 0,-1-4 147 0 0,-1-2-32 0 0,1-5 31 0 0,1-4-8 0 0,2-5-6 0 0,3-5-67 0 0,3-5-29 0 0,1-5 36 0 0,3-4-34 0 0,1-4-177 0 0,1-5-19 0 0,1-4 133 0 0,2-5 57 0 0,3-2 97 0 0,2-5-71 0 0,4-2 87 0 0,7-3-136 0 0,7-2-44 0 0,10-1 92 0 0,10-1 10 0 0,10 1 51 0 0,9 1-102 0 0,8 1 44 0 0,7 1-44 0 0,4 1 139 0 0,2 4-26 0 0,2 1 186 0 0,-2 5-56 0 0,-5 4-33 0 0,-7 3-31 0 0,-9 7 79 0 0,-9 6 61 0 0,-9 8-19 0 0,-10 8-70 0 0,-8 9-33 0 0,-7 8 46 0 0,-11 8-25 0 0,-10 5 143 0 0,-10 4-114 0 0,-10 3 83 0 0,-6 0 121 0 0,-6-2-76 0 0,-6-2-43 0 0,-6-3-26 0 0,-5-6 99 0 0,-7-7-347 0 0,-6-8-22 0 0,-6-9-471 0 0,-4-11-358 0 0,-2-13-374 0 0,1-9-1425 0 0,5-12-4012 0 0,18-1-1375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3:12.96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1272.02344"/>
      <inkml:brushProperty name="anchorY" value="-52768.3671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730.35938"/>
      <inkml:brushProperty name="anchorY" value="-55275.0429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1455.82813"/>
      <inkml:brushProperty name="anchorY" value="-54997.97656"/>
      <inkml:brushProperty name="scaleFactor" value="0.5"/>
    </inkml:brush>
  </inkml:definitions>
  <inkml:trace contextRef="#ctx0" brushRef="#br0">250 273 7913 0 0,'0'0'0'0'0,"0"0"2524"0"0,0 0-873 0 0,0 0-48 0 0,0 0-484 0 0,0 0 192 0 0,0 0-374 0 0,21 20-255 0 0,3 7-197 0 0,4 6-140 0 0,-2 4-31 0 0,-1 4 2 0 0,-4 3-24 0 0,-3 5-83 0 0,-4 4-4 0 0,-3 4-10 0 0,-2 6-81 0 0,-3 4 7 0 0,-1 3-124 0 0,-3 4 18 0 0,-1 1-144 0 0,0 2-118 0 0,-1-1-148 0 0,-1-3-103 0 0,1-3-230 0 0,0-5-103 0 0,-1-10-370 0 0,0-9-552 0 0,-4-12-437 0 0,1-11-1016 0 0,0-10-3304 0 0,0-13 4937 0 0,1-5 845 0 0</inkml:trace>
  <inkml:trace contextRef="#ctx0" brushRef="#br1" timeOffset="247.824">1008 316 288 0 0,'0'0'0'0'0,"0"0"9613"0"0,0 0-8975 0 0,0 0 2084 0 0,3 18-1365 0 0,-1 8-178 0 0,1 9 130 0 0,-1 6-337 0 0,-1 5-142 0 0,1 4-229 0 0,-1 4-250 0 0,1 3-56 0 0,1 2-68 0 0,1 2-60 0 0,1 2-69 0 0,0 1-104 0 0,0 0-150 0 0,-2 0-65 0 0,0-2-226 0 0,-2-4-121 0 0,0-6-245 0 0,-2-8-649 0 0,-3-10-795 0 0,-4-10-1740 0 0,-2-10-1924 0 0,-5-10 1243 0 0,3-5 5412 0 0</inkml:trace>
  <inkml:trace contextRef="#ctx0" brushRef="#br2" timeOffset="648.418">1 302 2296 0 0,'0'0'0'0'0,"0"0"4305"0"0,0 0-3417 0 0,0 0 658 0 0,0 0-615 0 0,0 0 305 0 0,0 0-183 0 0,0 0-37 0 0,0 0 135 0 0,0 0-323 0 0,23-21-129 0 0,8-7-49 0 0,8-8-105 0 0,2-2 59 0 0,2-1-45 0 0,0 4-245 0 0,0 3-195 0 0,-3 6-27 0 0,-2 6-37 0 0,0 7-56 0 0,0 4 13 0 0,2 5-13 0 0,3 5-115 0 0,4 6-5 0 0,4 5 4 0 0,3 5 122 0 0,3 4-35 0 0,0 3 22 0 0,1 2-10 0 0,-2-1-34 0 0,-2-2 66 0 0,-2-2 62 0 0,-3-5-2 0 0,-2-4-81 0 0,0-4 18 0 0,-2-3-65 0 0,-1-4-33 0 0,-2-5-223 0 0,-2-5-459 0 0,-2-6-315 0 0,-5-6-893 0 0,-5-5-1179 0 0,-7-8-4251 0 0,-6 4 4068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3:11.25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288.52344"/>
      <inkml:brushProperty name="anchorY" value="-48590.0859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622.82813"/>
      <inkml:brushProperty name="anchorY" value="-49182.734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9044.71875"/>
      <inkml:brushProperty name="anchorY" value="-50996.30078"/>
      <inkml:brushProperty name="scaleFactor" value="0.5"/>
    </inkml:brush>
  </inkml:definitions>
  <inkml:trace contextRef="#ctx0" brushRef="#br0">42 757 484 0 0,'0'0'0'0'0,"0"0"988"0"0,0 0 4121 0 0,0 0-5055 0 0,0 0 1980 0 0,0 0-891 0 0,0 0 58 0 0,0 0-278 0 0,0 0-359 0 0,0 0 29 0 0,0 0-143 0 0,-8 14-96 0 0,0 1 4 0 0,0 0 72 0 0,1-2 152 0 0,2-3-68 0 0,2-3-162 0 0,1-3-134 0 0,2-1-41 0 0,0-2 86 0 0,2 0-83 0 0,1 0 69 0 0,0 1 51 0 0,2-1 74 0 0,0 1-56 0 0,0 0-56 0 0,0 0 8 0 0,-1 0-55 0 0,-1 0-44 0 0,-1-2-47 0 0,-1 1-20 0 0,0-1-33 0 0,1 0-78 0 0,0-3 9 0 0,1-3-69 0 0,1-5-129 0 0,2-6 103 0 0,2-5-55 0 0,1-7 28 0 0,1-6-16 0 0,1-4 99 0 0,1-5-24 0 0,3-4-1 0 0,1-2 69 0 0,3 0-90 0 0,2-1 103 0 0,0 4-100 0 0,2 3 95 0 0,0 6-112 0 0,1 5 112 0 0,-2 7-34 0 0,-1 6-83 0 0,0 5 126 0 0,-3 5-52 0 0,-2 4 32 0 0,-2 4 54 0 0,0 4 98 0 0,-1 5-52 0 0,1 5 220 0 0,1 7-214 0 0,2 6-12 0 0,1 8-87 0 0,3 8 0 0 0,2 8 0 0 0,2 8 42 0 0,0 7 21 0 0,2 4 16 0 0,0 2-108 0 0,0 0 29 0 0,0-1-19 0 0,0-3 10 0 0,1-4 57 0 0,0-4-6 0 0,-2-4 20 0 0,0-4 1 0 0,-2-5 11 0 0,-1-5-30 0 0,-3-4-52 0 0,-2-5 4 0 0,-1-5-5 0 0,-3-4-16 0 0,-2-5-66 0 0,-2-5-10 0 0,-1-4-21 0 0,-2-2 2 0 0,-1-4 43 0 0,0-1 72 0 0,-2 0-18 0 0,-1-2 68 0 0,0 0 16 0 0,0 0 23 0 0,-1-1-58 0 0,3-2-23 0 0,3-5 134 0 0,4-5-84 0 0,4-8-73 0 0,4-8-32 0 0,3-9-83 0 0,0-9-3 0 0,1-8-48 0 0,-2-6 79 0 0,-2-4-8 0 0,-1-4 43 0 0,-4-1 62 0 0,-1-1-20 0 0,-3-1 12 0 0,0 2-48 0 0,1 1 56 0 0,0 3-5 0 0,4 1 67 0 0,4 4-7 0 0,3 4-68 0 0,4 3 23 0 0,2 6-16 0 0,0 5 6 0 0,1 7 8 0 0,-2 8 86 0 0,-2 6 9 0 0,-1 7 60 0 0,-2 6-12 0 0,-2 5-53 0 0,1 3-52 0 0,1 1 85 0 0,3 2-63 0 0,4 0 10 0 0,5 0-76 0 0,5 0 10 0 0,5 1 2 0 0,5 0 38 0 0,6-1-63 0 0,6-1 87 0 0,5 0-91 0 0,4-3 27 0 0,4-1 47 0 0,0 0 49 0 0,-1-1-47 0 0,-3 1-14 0 0,-5 1 5 0 0,-6 1 37 0 0,-7 1-7 0 0,-4 0-94 0 0,-6 2 24 0 0,-4 0-26 0 0,-2 0 3 0 0,-1 1-7 0 0,1-1-35 0 0,0 0 56 0 0,1 0-66 0 0,0-1 21 0 0,1 0-35 0 0,-2 0-39 0 0,-1 2-46 0 0,-4 0-19 0 0,-4 0-70 0 0,-4 2-101 0 0,-6 0 154 0 0,-4 1-25 0 0,-6 1-182 0 0,-4 1-370 0 0,-5 1-581 0 0,-6 1-1777 0 0,-10-1-3584 0 0,0-1 147 0 0</inkml:trace>
  <inkml:trace contextRef="#ctx0" brushRef="#br1" timeOffset="600.691">2953 0 196 0 0,'0'0'0'0'0,"0"0"484"0"0,0 0 3010 0 0,0 0-2096 0 0,0 0 344 0 0,0 0-406 0 0,0 0-12 0 0,0 0 140 0 0,0 0-351 0 0,0 0-17 0 0,0 0-220 0 0,0 0-112 0 0,22 9 28 0 0,4 4-86 0 0,4 5-177 0 0,-2 3-159 0 0,-4 3-174 0 0,-4 3-138 0 0,-6 3-43 0 0,-4 3-137 0 0,-3 3-13 0 0,-3 3-241 0 0,-1 2-214 0 0,-3 1-155 0 0,0-1-99 0 0,-2-1-308 0 0,-2-3-507 0 0,-2-5-1007 0 0,-2-5-2431 0 0,-1-7 621 0 0,2-6 5180 0 0</inkml:trace>
  <inkml:trace contextRef="#ctx0" brushRef="#br2" timeOffset="1157.347">1970 776 4976 0 0,'0'0'0'0'0,"0"0"2045"0"0,0 0-734 0 0,0 0 341 0 0,0 0-390 0 0,0 0-23 0 0,13-18-371 0 0,6-5-150 0 0,7-2-119 0 0,4 1-192 0 0,4 2-112 0 0,2 5-28 0 0,1 6 61 0 0,0 3 100 0 0,0 5-151 0 0,1 5-92 0 0,-2 5-186 0 0,0 6 29 0 0,-2 6-40 0 0,-2 7-59 0 0,-4 6 81 0 0,-5 6-27 0 0,-5 4 13 0 0,-7 3 4 0 0,-4 3 9 0 0,-9 2-7 0 0,-7 1 171 0 0,-7-1 11 0 0,-8 0 22 0 0,-5-2 4 0 0,-5-2-31 0 0,-3-3 14 0 0,-5-4-113 0 0,-4-3-80 0 0,-3-6 6 0 0,-4-4-73 0 0,-1-5 76 0 0,0-6-30 0 0,2-4-107 0 0,3-4-42 0 0,5-4 9 0 0,4-4 87 0 0,5-5 74 0 0,5-3-131 0 0,7-4-64 0 0,6-3 155 0 0,6-1 28 0 0,5 1 0 0 0,5 0 63 0 0,10 2 182 0 0,7 3 25 0 0,9 3-114 0 0,11 2 60 0 0,10 2-4 0 0,10 1-7 0 0,10 2 8 0 0,8 2-6 0 0,6 1 30 0 0,6 1-5 0 0,3 0-258 0 0,1 0 43 0 0,-1 0-164 0 0,-4-2-129 0 0,-5 0-220 0 0,-8-2-410 0 0,-9-2-787 0 0,-11-1-1297 0 0,-12-3-2857 0 0,-12 1-1074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35.02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486.35156"/>
      <inkml:brushProperty name="anchorY" value="-61891.00391"/>
      <inkml:brushProperty name="scaleFactor" value="0.5"/>
    </inkml:brush>
  </inkml:definitions>
  <inkml:trace contextRef="#ctx0" brushRef="#br0">0 1 2216 0 0,'0'0'0'0'0,"0"0"8101"0"0,0 0-7407 0 0,0 0 1846 0 0,0 0-1322 0 0,35 20-124 0 0,10 9-149 0 0,9 13-35 0 0,3 9-258 0 0,-4 10-170 0 0,-7 6-286 0 0,-9 7-68 0 0,-9 4 46 0 0,-9 2-67 0 0,-9 0-57 0 0,-4-2-49 0 0,-5-4-192 0 0,-4-5-125 0 0,-5-5-166 0 0,-7-7-219 0 0,-9-6-819 0 0,-8-8-1539 0 0,-13-6-4052 0 0,4-11 979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33.3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4161.04688"/>
      <inkml:brushProperty name="anchorY" value="-56046.3945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211.32031"/>
      <inkml:brushProperty name="anchorY" value="-56007.2656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025.10938"/>
      <inkml:brushProperty name="anchorY" value="-57203.4531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9522.4375"/>
      <inkml:brushProperty name="anchorY" value="-59306.4257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1475.32813"/>
      <inkml:brushProperty name="anchorY" value="-61154.46094"/>
      <inkml:brushProperty name="scaleFactor" value="0.5"/>
    </inkml:brush>
  </inkml:definitions>
  <inkml:trace contextRef="#ctx0" brushRef="#br0">30 1389 248 0 0,'0'0'0'0'0,"0"0"416"0"0,0 0-303 0 0,0 0 133 0 0,0 0-164 0 0,0 0 144 0 0,0 0 2 0 0,0 0 2190 0 0,0 0-1393 0 0,0 0 179 0 0,-4 5 159 0 0,-1 0-179 0 0,0 2 15 0 0,1-1 138 0 0,0-2-106 0 0,1 0-209 0 0,1-1-139 0 0,1-1-179 0 0,0-1-88 0 0,1-1-94 0 0,0 1-57 0 0,0-1-51 0 0,0 0-41 0 0,0 1-50 0 0,2 0 4 0 0,4 1-6 0 0,4 0-29 0 0,7 2-48 0 0,6 1-21 0 0,3 0-110 0 0,4 1-118 0 0,1-1-40 0 0,-1 0 3 0 0,0-2-108 0 0,-1-1 60 0 0,-1-1-97 0 0,0-2-91 0 0,1-3 37 0 0,-1-3 53 0 0,2-4-51 0 0,-2-4 66 0 0,0-5-92 0 0,-3-5 56 0 0,-3-6 79 0 0,-6-6 139 0 0,-5-6-18 0 0,-5-5 61 0 0,-4-6 36 0 0,-6-5 78 0 0,-7-5-46 0 0,-4-6 108 0 0,-4-5-42 0 0,-4-5-3 0 0,1-3-24 0 0,2-2-23 0 0,4-1-66 0 0,5 2 39 0 0,9 3-54 0 0,7 7-55 0 0,8 7 9 0 0,6 8-111 0 0,5 9 61 0 0,1 8-42 0 0,1 9 84 0 0,0 6-79 0 0,-2 7 91 0 0,-1 5-96 0 0,-1 6-9 0 0,-1 3 11 0 0,-1 3-64 0 0,1 4-128 0 0,2 3-55 0 0,2 5-691 0 0,1 2-831 0 0,1 3-901 0 0,-2 0-1877 0 0,-1 0-450 0 0,-6-2 3524 0 0</inkml:trace>
  <inkml:trace contextRef="#ctx0" brushRef="#br1" timeOffset="238.882">308 828 340 0 0,'0'0'0'0'0,"0"0"9733"0"0,0 0-9255 0 0,0 0 2546 0 0,0 0-1508 0 0,0 0-402 0 0,0 0 197 0 0,0 0-462 0 0,0 0-300 0 0,46 6-269 0 0,11 0-160 0 0,8-2-109 0 0,1-4-340 0 0,-5-5-188 0 0,-5-4-150 0 0,-5-3-370 0 0,-7-4-1013 0 0,-6 0-2463 0 0,-4-2-3299 0 0,-8 4 6192 0 0</inkml:trace>
  <inkml:trace contextRef="#ctx0" brushRef="#br2" timeOffset="811.577">1541 731 2888 0 0,'0'0'0'0'0,"0"0"832"0"0,0 0 4733 0 0,0 0-5245 0 0,0 0 1349 0 0,0 0-187 0 0,0 0-170 0 0,0 0-132 0 0,-41 21 27 0 0,-8 7-254 0 0,-7 7-173 0 0,2 4-144 0 0,4 5-85 0 0,8 3 4 0 0,7 5-276 0 0,7 4-201 0 0,7 4-52 0 0,8 3-102 0 0,6 1 18 0 0,9-1-90 0 0,11-4-75 0 0,8-5 59 0 0,11-8-82 0 0,8-8-95 0 0,8-8-72 0 0,7-8-213 0 0,7-7-310 0 0,7-5-437 0 0,4-6-350 0 0,1-5-739 0 0,0-6-2857 0 0,-13-2-1158 0 0</inkml:trace>
  <inkml:trace contextRef="#ctx0" brushRef="#br3" timeOffset="1164.526">1969 888 1656 0 0,'0'0'0'0'0,"0"0"5977"0"0,0 0-3244 0 0,0 0-885 0 0,0 0-346 0 0,0 0-387 0 0,0 0-31 0 0,0 0-54 0 0,0 0-212 0 0,0 0-293 0 0,0 0-202 0 0,38 19-80 0 0,10 6-35 0 0,8 6-8 0 0,3 5-46 0 0,-2 2-175 0 0,-1 1 43 0 0,-4 2-165 0 0,-4 0-31 0 0,-3 0-14 0 0,-3-2-207 0 0,-3-2-122 0 0,-4-3-136 0 0,-2-3-116 0 0,-5-2-226 0 0,-6-5-324 0 0,-6-2-432 0 0,-5-4-530 0 0,-5-4-958 0 0,-9-3-3015 0 0,-2-3 6306 0 0</inkml:trace>
  <inkml:trace contextRef="#ctx0" brushRef="#br4" timeOffset="1362.995">1884 1502 1760 0 0,'0'0'0'0'0,"0"0"8977"0"0,0 0-8597 0 0,0 0 1994 0 0,0 0-1324 0 0,0 0 241 0 0,0 0 123 0 0,0 0-296 0 0,50-10-261 0 0,13-7-217 0 0,16-9-237 0 0,3-7-114 0 0,0-7-89 0 0,-6-4-70 0 0,-6-4-140 0 0,-9-1-296 0 0,-9 1-142 0 0,-10 1-116 0 0,-8 4-455 0 0,-11 2-704 0 0,-8 7-1513 0 0,-6 3-3122 0 0,-6 9-1129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36.01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4978.64844"/>
      <inkml:brushProperty name="anchorY" value="-64242.12109"/>
      <inkml:brushProperty name="scaleFactor" value="0.5"/>
    </inkml:brush>
  </inkml:definitions>
  <inkml:trace contextRef="#ctx0" brushRef="#br0">0 0 4120 0 0,'0'0'0'0'0,"0"0"276"0"0,0 0 3081 0 0,0 0-671 0 0,0 0-1011 0 0,0 0-99 0 0,0 0-441 0 0,0 0-47 0 0,0 0-78 0 0,0 0-200 0 0,45 2-299 0 0,14 0-88 0 0,12 0-93 0 0,6-1-114 0 0,2 0-110 0 0,-1 0-105 0 0,-2-1-86 0 0,-2 0-44 0 0,-2 0-125 0 0,-4 0-378 0 0,-4 0-294 0 0,-6 0-325 0 0,-6 0-675 0 0,-9 0-999 0 0,-10 0-2873 0 0,-11 0 352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36.24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219.14063"/>
      <inkml:brushProperty name="anchorY" value="-65520.69141"/>
      <inkml:brushProperty name="scaleFactor" value="0.5"/>
    </inkml:brush>
  </inkml:definitions>
  <inkml:trace contextRef="#ctx0" brushRef="#br0">1 124 12733 0 0,'0'0'0'0'0,"0"0"1692"0"0,0 0-704 0 0,0 0 89 0 0,0 0-167 0 0,0 0 96 0 0,0 0-262 0 0,46-7-442 0 0,13-3-286 0 0,13-3-84 0 0,4-1-125 0 0,2 0-231 0 0,-3 0-426 0 0,-1 1-191 0 0,-2 1-718 0 0,-5 2-1518 0 0,-1 1-4266 0 0,-13 2 3587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37.94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3875.875"/>
      <inkml:brushProperty name="anchorY" value="-68996.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6191.30469"/>
      <inkml:brushProperty name="anchorY" value="-70257.19531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7649.19531"/>
      <inkml:brushProperty name="anchorY" value="-72198.33594"/>
      <inkml:brushProperty name="scaleFactor" value="0.5"/>
    </inkml:brush>
  </inkml:definitions>
  <inkml:trace contextRef="#ctx0" brushRef="#br0">0 733 1800 0 0,'0'0'0'0'0,"0"0"10297"0"0,0 0-9899 0 0,0 0 2002 0 0,0 0-1761 0 0,0 0 81 0 0,0 0 692 0 0,0 0-398 0 0,0 0-406 0 0,58 5-324 0 0,19 1-165 0 0,20 0-98 0 0,8-2-13 0 0,4 0-76 0 0,-3-3-24 0 0,-7-1-190 0 0,-9-2-146 0 0,-10-2-266 0 0,-12-1-75 0 0,-13 0-98 0 0,-12 0-706 0 0,-13 1-1284 0 0,-11-2-3428 0 0,-9 2 418 0 0</inkml:trace>
  <inkml:trace contextRef="#ctx0" brushRef="#br1" timeOffset="228.273">553 409 10017 0 0,'0'0'0'0'0,"0"0"2800"0"0,0 0-924 0 0,0 0-478 0 0,0 0-17 0 0,0 0 5 0 0,0 0-122 0 0,0 0-473 0 0,0 0-291 0 0,5 17-268 0 0,1 9-78 0 0,2 10-48 0 0,2 7-117 0 0,-1 7 13 0 0,0 5-152 0 0,-1 4-23 0 0,-1 2-100 0 0,1 0-79 0 0,0-3-173 0 0,3-4-21 0 0,0-8-107 0 0,3-8-359 0 0,1-9-756 0 0,0-9-772 0 0,1-7-2092 0 0,-1-9-1563 0 0,-2-3 3593 0 0</inkml:trace>
  <inkml:trace contextRef="#ctx0" brushRef="#br2" timeOffset="932.989">1274 104 4332 0 0,'0'0'0'0'0,"0"0"6753"0"0,0 0-6693 0 0,0 0 1385 0 0,0 0-792 0 0,0 0 449 0 0,0 0-38 0 0,0 0-250 0 0,0 0-221 0 0,0 0-49 0 0,0 0-168 0 0,0 0-87 0 0,-1 2-16 0 0,2-1-65 0 0,5-2-21 0 0,8-3-82 0 0,11-4-112 0 0,12-3-40 0 0,12-2-121 0 0,12-2-119 0 0,10 0 24 0 0,8 2-7 0 0,4 1 38 0 0,2 4-24 0 0,-2 2 126 0 0,-5 5-109 0 0,-7 5 154 0 0,-9 5 87 0 0,-11 4 68 0 0,-9 6-11 0 0,-11 5 107 0 0,-10 4 10 0 0,-9 4 49 0 0,-9 5 7 0 0,-10 3 230 0 0,-10 2-132 0 0,-10 1 19 0 0,-6 0-28 0 0,-8 0-58 0 0,-3-3-10 0 0,-3-4-151 0 0,2-4-12 0 0,4-7-90 0 0,8-6 11 0 0,8-6-192 0 0,8-7-239 0 0,7-6-101 0 0,10-7 214 0 0,11-5 253 0 0,11-6-71 0 0,12-4-6 0 0,11-3-97 0 0,8 0 47 0 0,8 2 211 0 0,2 3 109 0 0,3 5 190 0 0,-1 4 31 0 0,-1 5 43 0 0,-6 6 99 0 0,-6 6-71 0 0,-7 7-98 0 0,-7 7 38 0 0,-8 7 83 0 0,-10 5 209 0 0,-7 6-296 0 0,-9 4 6 0 0,-9 2-68 0 0,-11 2-61 0 0,-9 1-94 0 0,-9-2-105 0 0,-6-2-35 0 0,-8-3-58 0 0,-6-3-146 0 0,-7-5-137 0 0,-6-4-28 0 0,-8-6-261 0 0,-6-6-169 0 0,-8-5-540 0 0,-7-8-980 0 0,-1-6-2411 0 0,-6-8-4265 0 0,19-1 6112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36.99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227.13281"/>
      <inkml:brushProperty name="anchorY" value="-66667.8046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1659.71094"/>
      <inkml:brushProperty name="anchorY" value="-68715.60938"/>
      <inkml:brushProperty name="scaleFactor" value="0.5"/>
    </inkml:brush>
  </inkml:definitions>
  <inkml:trace contextRef="#ctx0" brushRef="#br0">1 89 1512 0 0,'0'0'0'0'0,"0"0"6521"0"0,0 0-5503 0 0,0 0 1180 0 0,0 0-1010 0 0,0 0 36 0 0,0 0-164 0 0,0 0-383 0 0,0 0-341 0 0,0 0-213 0 0,32 17-43 0 0,14 9 37 0 0,16 8-7 0 0,12 7-43 0 0,9 6-55 0 0,5 3 66 0 0,3 3 35 0 0,1 2 23 0 0,-2 0-28 0 0,-5-1-124 0 0,-5 0-156 0 0,-8-3-156 0 0,-7-3-323 0 0,-9-4-207 0 0,-9-3-306 0 0,-10-5-565 0 0,-8-5-1121 0 0,-8-7-2849 0 0,-9-7 2784 0 0</inkml:trace>
  <inkml:trace contextRef="#ctx0" brushRef="#br1" timeOffset="484.474">98 990 3740 0 0,'0'0'0'0'0,"0"0"1745"0"0,0 0-580 0 0,0 0 30 0 0,0 0 223 0 0,0 0 100 0 0,0 0-167 0 0,0 0-70 0 0,0 0-69 0 0,0 0-196 0 0,0 0-277 0 0,0 0 86 0 0,5-8 139 0 0,6-4-201 0 0,6-6-74 0 0,8-6-195 0 0,10-7-136 0 0,9-7-79 0 0,10-8-95 0 0,7-7-89 0 0,7-6-87 0 0,5-5 6 0 0,1-1-88 0 0,0-2-119 0 0,-3 2-55 0 0,-5 2-150 0 0,-6 3-118 0 0,-7 3-221 0 0,-8 3-447 0 0,-8 4-682 0 0,-8 4-1096 0 0,-8 4-2150 0 0,-7 4-2234 0 0,-5 9 8010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41.3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4069.10938"/>
      <inkml:brushProperty name="anchorY" value="-76883.07031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5650.0625"/>
      <inkml:brushProperty name="anchorY" value="-78966.55469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7712.125"/>
      <inkml:brushProperty name="anchorY" value="-80111.2265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6086.65625"/>
      <inkml:brushProperty name="anchorY" value="-77309.9843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4704.24219"/>
      <inkml:brushProperty name="anchorY" value="-74762.51563"/>
      <inkml:brushProperty name="scaleFactor" value="0.5"/>
    </inkml:brush>
  </inkml:definitions>
  <inkml:trace contextRef="#ctx0" brushRef="#br0">898 474 4744 0 0,'0'0'0'0'0,"0"0"6433"0"0,0 0-5335 0 0,0 0 908 0 0,0 0-1398 0 0,0 0-145 0 0,0 0-62 0 0,0 0-121 0 0,0 0-241 0 0,0 0 315 0 0,0 0-278 0 0,-28 5 14 0 0,-8 1-79 0 0,-6 3 156 0 0,-4 1 98 0 0,-2 3 146 0 0,0 3 33 0 0,-2 3-53 0 0,-3 4-91 0 0,-3 5-3 0 0,-4 3-126 0 0,-2 4-40 0 0,-2 3-44 0 0,1 0-6 0 0,4 1 20 0 0,5-1 10 0 0,8-2 8 0 0,12-3-24 0 0,10-1-10 0 0,9-3-36 0 0,7-1 46 0 0,7 0-58 0 0,8-1-39 0 0,7 1 1 0 0,5 0-11 0 0,7 1 15 0 0,4-1-5 0 0,7 0 11 0 0,5 0-11 0 0,7-2 8 0 0,7-1 95 0 0,9-1 24 0 0,7-3-84 0 0,7-3-39 0 0,5-4-53 0 0,3-2-57 0 0,0-5-66 0 0,-3-2-188 0 0,-5-3-224 0 0,-9-4-255 0 0,-8-2-208 0 0,-10-4-316 0 0,-11-4-642 0 0,-9-1-1109 0 0,-11-4-3105 0 0,-8 3 1962 0 0</inkml:trace>
  <inkml:trace contextRef="#ctx0" brushRef="#br1" timeOffset="301.665">188 1022 6949 0 0,'0'0'0'0'0,"0"0"4336"0"0,0 0-2949 0 0,0 0 156 0 0,0 0-542 0 0,0 0 151 0 0,0 0-240 0 0,0 0-326 0 0,0 0-302 0 0,0 0-145 0 0,12-3-54 0 0,7-1-79 0 0,9 0 7 0 0,9-2-13 0 0,6 0-4 0 0,6-2-83 0 0,3-2 41 0 0,5-1-21 0 0,1 0-108 0 0,2-1-156 0 0,-1 0-98 0 0,-2 1-118 0 0,-2 2-221 0 0,-3 1-440 0 0,-5 3-734 0 0,-5 2-1071 0 0,-4 1-3467 0 0,-11 1 3568 0 0</inkml:trace>
  <inkml:trace contextRef="#ctx0" brushRef="#br2" timeOffset="969.363">1874 1638 468 0 0,'0'0'0'0'0,"0"0"7509"0"0,0 0-6931 0 0,0 0 1089 0 0,0 0-1343 0 0,0 0 542 0 0,0 0-38 0 0,-15-21-1 0 0,-2-6-90 0 0,-2-7-178 0 0,0-4-139 0 0,2-4-34 0 0,2-3 0 0 0,3-4 16 0 0,2-4 74 0 0,1-4-38 0 0,1-5-91 0 0,-1-5-74 0 0,0-6-84 0 0,-1-4-95 0 0,-2-5-94 0 0,-2-3-157 0 0,-3-2 90 0 0,-2 1-83 0 0,0 1-36 0 0,0 5 66 0 0,2 7-146 0 0,2 8-199 0 0,4 9-103 0 0,1 9-106 0 0,2 8-256 0 0,2 8-486 0 0,1 6-568 0 0,0 5-428 0 0,0 5-2878 0 0,0 5 2441 0 0</inkml:trace>
  <inkml:trace contextRef="#ctx0" brushRef="#br3" timeOffset="1556.777">2361 1549 4956 0 0,'0'0'0'0'0,"0"0"2045"0"0,0 0-841 0 0,0 0-460 0 0,0 0 127 0 0,0 0 49 0 0,0 0 124 0 0,0 0-224 0 0,0 0-180 0 0,0 0 125 0 0,4-21-70 0 0,2-8 304 0 0,2-9-229 0 0,0-8-305 0 0,1-5-101 0 0,-1-4-33 0 0,0-4-60 0 0,-2-3-91 0 0,-2-3-72 0 0,-1-2-112 0 0,-2-1-30 0 0,-3 0-35 0 0,-3-1 25 0 0,-1 2-77 0 0,-3 1-57 0 0,-1 4-173 0 0,-2 2-56 0 0,0 6-4 0 0,0 4-209 0 0,-1 4-294 0 0,-1 6-366 0 0,-1 5-472 0 0,-1 3-587 0 0,-1 6-2321 0 0,-2 2-100 0 0,4 6 5289 0 0</inkml:trace>
  <inkml:trace contextRef="#ctx0" brushRef="#br4" timeOffset="2913.295">1382 195 248 0 0,'0'0'0'0'0,"0"0"4136"0"0,0 0-2617 0 0,0 0 177 0 0,0 0-668 0 0,0 0-43 0 0,0 0 77 0 0,0 0-94 0 0,0 0-496 0 0,0 0-221 0 0,0 0-116 0 0,0 0 32 0 0,7-5 28 0 0,0 1-12 0 0,1 0-23 0 0,-2 0-34 0 0,-2 1-20 0 0,-1 1-30 0 0,-1 0-84 0 0,-2 1 20 0 0,0 0-72 0 0,0-1 63 0 0,0 0-82 0 0,0 1 23 0 0,-1 0-22 0 0,2-1-10 0 0,0 1-16 0 0,0 0 63 0 0,2 0 36 0 0,1-1-2 0 0,2 1 67 0 0,3-2 100 0 0,5 0 22 0 0,6-2 3 0 0,6-2 77 0 0,10-2-1 0 0,9-2-14 0 0,8-1 143 0 0,9-3-88 0 0,8 0-10 0 0,5-1-115 0 0,4 1-32 0 0,2 2 46 0 0,1 2 25 0 0,-3 2 49 0 0,-1 4 20 0 0,-1 1-1 0 0,-4 3 60 0 0,-2 0-91 0 0,-2 2-12 0 0,-4 1-102 0 0,-3 3-149 0 0,-2 0-143 0 0,-3 2-99 0 0,-1 0 10 0 0,-3 1-37 0 0,-2 0 52 0 0,0 0-15 0 0,-2 0 33 0 0,-2 0 87 0 0,-1 2 14 0 0,-3 0 49 0 0,-2 3 2 0 0,-4 1 55 0 0,-4 3-65 0 0,-2 3 27 0 0,-5 1-97 0 0,-3 1-96 0 0,-4 2 36 0 0,-2-1-44 0 0,-4 0 60 0 0,-3 0 107 0 0,-2-2 70 0 0,-3-2 4 0 0,-3 0 118 0 0,0-1 129 0 0,-4 0 26 0 0,-4-1 68 0 0,-5 0 88 0 0,-6 1 5 0 0,-6-1 72 0 0,-7 1-197 0 0,-8 0-65 0 0,-6-1-158 0 0,-7 0-78 0 0,-5-1-6 0 0,-4-1-3 0 0,-3-2-130 0 0,0-1 158 0 0,0-2-43 0 0,2-1 66 0 0,4-1-55 0 0,4-2 126 0 0,4 1 6 0 0,3-2 3 0 0,1 1 136 0 0,3-1-237 0 0,1 0 57 0 0,0 0-84 0 0,2-1 5 0 0,2 1-47 0 0,2-1-9 0 0,4 0-24 0 0,3-1 0 0 0,4 1 72 0 0,5-1-7 0 0,4 1-4 0 0,3 0-111 0 0,2 0 13 0 0,2-1 45 0 0,1 1 55 0 0,-1-1-101 0 0,1 0-20 0 0,0-1-86 0 0,2 0 78 0 0,-1 0 73 0 0,2-1-25 0 0,0 0-40 0 0,1-1-18 0 0,2 0 62 0 0,0 0-3 0 0,1 0-1 0 0,0 0-57 0 0,0 0-40 0 0,0 0 22 0 0,1 0 105 0 0,-1 0-4 0 0,0 0-47 0 0,0 0 48 0 0,0 0 17 0 0,0 0 36 0 0,0 0-7 0 0,-1 0 6 0 0,0 0 5 0 0,-1 0 8 0 0,-1-1 58 0 0,-3 0-76 0 0,0 0-59 0 0,-3-1-77 0 0,-2 0 75 0 0,-2-1-133 0 0,-4 0-37 0 0,-3-2-96 0 0,-4 1-89 0 0,-3-2 63 0 0,-2 1 359 0 0,-2-1-35 0 0,1 0 97 0 0,2 1 123 0 0,2 1 18 0 0,4 0 89 0 0,5 2 91 0 0,4 0-52 0 0,5 1-18 0 0,4 1 18 0 0,2 1 23 0 0,1 1 11 0 0,2 2-112 0 0,0 1-78 0 0,2 0 11 0 0,2 0-28 0 0,2 0-67 0 0,2 1 74 0 0,7 2-26 0 0,6 4 138 0 0,13 4-64 0 0,13 6 54 0 0,12 6-12 0 0,14 4-99 0 0,10 5-59 0 0,7 4-73 0 0,7 3 1 0 0,3 1-13 0 0,0 0-10 0 0,-2 0-147 0 0,-3-3-70 0 0,-4-3-126 0 0,-6-4 14 0 0,-5-3-110 0 0,-6-5 114 0 0,-5-3-202 0 0,-4-2-137 0 0,-5-2-144 0 0,-4-1 22 0 0,-4-1-109 0 0,-2-1-489 0 0,-2 1-309 0 0,-2 1-335 0 0,-2-1-694 0 0,-4 1 92 0 0,-8-4-32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4:40.04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9264.83594"/>
      <inkml:brushProperty name="anchorY" value="-74295.1796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1858.78125"/>
      <inkml:brushProperty name="anchorY" value="-76257.28906"/>
      <inkml:brushProperty name="scaleFactor" value="0.5"/>
    </inkml:brush>
  </inkml:definitions>
  <inkml:trace contextRef="#ctx0" brushRef="#br0">1 0 1044 0 0,'0'0'0'0'0,"0"0"2580"0"0,0 0-27 0 0,0 0 2000 0 0,0 0-4046 0 0,0 0 1044 0 0,0 0-626 0 0,0 0-103 0 0,0 0 32 0 0,0 0-12 0 0,0 0-209 0 0,0 0-177 0 0,47 11-65 0 0,17 5-107 0 0,17 6-55 0 0,8 5-42 0 0,3 6-10 0 0,1 2-3 0 0,0 4-58 0 0,-3 3-73 0 0,-2 2-38 0 0,-4 1-81 0 0,-4 1-17 0 0,-5-1-184 0 0,-7 0-177 0 0,-5-1-219 0 0,-9-4-19 0 0,-8-3 13 0 0,-8-4-64 0 0,-9-6-202 0 0,-8-6-429 0 0,-7-5-308 0 0,-5-4-329 0 0,-5-4-2215 0 0,-2-4-1002 0 0</inkml:trace>
  <inkml:trace contextRef="#ctx0" brushRef="#br1" timeOffset="599.021">267 668 4880 0 0,'0'0'0'0'0,"0"0"2369"0"0,0 0-720 0 0,0 0-116 0 0,0 0-6 0 0,0 0-104 0 0,0 0-263 0 0,0 0-198 0 0,0 0-258 0 0,0 0-140 0 0,0 0 141 0 0,0 0-255 0 0,19-13 13 0 0,11-7-99 0 0,13-8-53 0 0,11-8-96 0 0,10-6-106 0 0,8-5-110 0 0,4-4-46 0 0,3-2-107 0 0,0-1-6 0 0,-2 2-97 0 0,-5 2-333 0 0,-6 3-149 0 0,-8 6-277 0 0,-7 4-1099 0 0,-9 6-2219 0 0,-8 6-2505 0 0,-10 8 4234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5:34.12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3684.46875"/>
      <inkml:brushProperty name="anchorY" value="-79541.2734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5759.0625"/>
      <inkml:brushProperty name="anchorY" value="-80789.71875"/>
      <inkml:brushProperty name="scaleFactor" value="0.5"/>
    </inkml:brush>
  </inkml:definitions>
  <inkml:trace contextRef="#ctx0" brushRef="#br0">1 195 6081 0 0,'0'0'0'0'0,"0"0"2416"0"0,0 0-1157 0 0,0 0-53 0 0,0 0-13 0 0,0 0 31 0 0,0 0-344 0 0,45 3-370 0 0,14 0-283 0 0,12 1-120 0 0,3 0-97 0 0,-1 0-142 0 0,-3-1 10 0 0,-4-1-2 0 0,-6-1-300 0 0,-4-1-343 0 0,-5-2-298 0 0,-3-3-532 0 0,-6-2-411 0 0,-6-1-2178 0 0,-5-5-679 0 0,-8 2 5877 0 0</inkml:trace>
  <inkml:trace contextRef="#ctx0" brushRef="#br1" timeOffset="172.271">448 1 8521 0 0,'0'0'0'0'0,"0"0"3204"0"0,0 0-1824 0 0,0 0 175 0 0,-12 18-1114 0 0,-5 9 489 0 0,-3 7 3 0 0,-1 6-280 0 0,2 3-288 0 0,4 1-373 0 0,4 0-26 0 0,4-1-274 0 0,5-2-273 0 0,7-2-421 0 0,6-3-880 0 0,5-4-2177 0 0,4-3-2555 0 0,-2-7 3549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5:31.70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8267.33594"/>
      <inkml:brushProperty name="anchorY" value="-77270.3046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0242.16406"/>
      <inkml:brushProperty name="anchorY" value="-77192.7656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1803.91406"/>
      <inkml:brushProperty name="anchorY" value="-77276.3281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3121.53125"/>
      <inkml:brushProperty name="anchorY" value="-78509.85156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1672.82813"/>
      <inkml:brushProperty name="anchorY" value="-77717"/>
      <inkml:brushProperty name="scaleFactor" value="0.5"/>
    </inkml:brush>
  </inkml:definitions>
  <inkml:trace contextRef="#ctx0" brushRef="#br0">1 1386 1252 0 0,'0'0'0'0'0,"0"0"2532"0"0,0 0-1194 0 0,0 0-112 0 0,0 0-419 0 0,0 0-405 0 0,0 0-225 0 0,0 0 176 0 0,0 0 62 0 0,0 0-501 0 0,16-19 836 0 0,5-4-613 0 0,4-3-120 0 0,1-1 161 0 0,0 1 14 0 0,-2 2-102 0 0,-2 2 837 0 0,-2 3-530 0 0,-2 0 289 0 0,-2 2-160 0 0,-2-1 156 0 0,0-2-126 0 0,-1-2-227 0 0,1-2-201 0 0,-1-1-106 0 0,-1-3-2 0 0,2-1-94 0 0,1-1 90 0 0,1-2-25 0 0,-1-1 69 0 0,0 0 39 0 0,0 0 12 0 0,-1 0-72 0 0,0-1 79 0 0,0 1 7 0 0,1 0 40 0 0,1 0-53 0 0,-1-1 51 0 0,1 0-44 0 0,0 1-47 0 0,0 0-76 0 0,-1 1 2 0 0,-1 1-124 0 0,-2 1-44 0 0,-2 1 32 0 0,-2 3 43 0 0,-2 2 89 0 0,0 3-77 0 0,-2 2 101 0 0,0 4-14 0 0,-1 3 67 0 0,-1 2-16 0 0,-1 2 37 0 0,-1 2-22 0 0,1 1 8 0 0,0 3-34 0 0,-1 0-48 0 0,1 1 12 0 0,-1 0-3 0 0,0 1-2 0 0,1 0 1 0 0,-1 0-4 0 0,0 0-4 0 0,0 0-4 0 0,0 0 10 0 0,-1 0 6 0 0,1 0 124 0 0,0 0-38 0 0,0 0 18 0 0,0 0 33 0 0,0 0-70 0 0,0 0-7 0 0,1 0-60 0 0,0 0 8 0 0,0 0-8 0 0,0 0 5 0 0,-1 0 45 0 0,0 0-69 0 0,1 0 23 0 0,-1 0-8 0 0,0 0 0 0 0,0-2-4 0 0,0 0-9 0 0,0-1-91 0 0,1-1 25 0 0,1 0-13 0 0,0-1 0 0 0,1 0 14 0 0,0-1-4 0 0,1 0 2 0 0,0 0 14 0 0,0 0 71 0 0,1 0-20 0 0,0 0 100 0 0,-2 0-40 0 0,-1 1 45 0 0,0 1-10 0 0,-2 0-24 0 0,1 0-52 0 0,-1 0-2 0 0,0-1-64 0 0,1-2-28 0 0,1-3 4 0 0,1-1-20 0 0,2-3 32 0 0,0-3 65 0 0,2-1-106 0 0,1 0 63 0 0,1 1 46 0 0,-1 1-6 0 0,0 2 67 0 0,-3 3 12 0 0,-1 3 57 0 0,-2 3 7 0 0,-1 2-58 0 0,0 2-83 0 0,-1 1 6 0 0,0 1-290 0 0,-1 0-188 0 0,1 1 18 0 0,0 1 41 0 0,-1 0-486 0 0,-1 2-790 0 0,-1 2-159 0 0,-2 1-181 0 0,0 2-712 0 0,-2 1 389 0 0,9-16 307 0 0,2-3 2332 0 0</inkml:trace>
  <inkml:trace contextRef="#ctx0" brushRef="#br1" timeOffset="578.545">444 1327 416 0 0,'0'0'0'0'0,"0"0"2596"0"0,0 0-821 0 0,0 0-363 0 0,0 0-315 0 0,0 0-22 0 0,0 0-200 0 0,0 0-123 0 0,0 0-206 0 0,0 0-144 0 0,0 0-245 0 0,7 0 2 0 0,1-1 251 0 0,0 0-1 0 0,-1-1-4 0 0,-2 0-10 0 0,-1-1-83 0 0,-2 0 62 0 0,-1-3 9 0 0,0-3-69 0 0,0-4-61 0 0,2-6-36 0 0,3-5-110 0 0,2-7-96 0 0,3-6 14 0 0,3-6-12 0 0,1-4-2 0 0,2-5-8 0 0,-1-3 133 0 0,0-2-29 0 0,1-1 48 0 0,-2-1-82 0 0,-1-1-77 0 0,0 1 14 0 0,-1 1-126 0 0,0 1 149 0 0,-1 1-390 0 0,-2 1-59 0 0,-1 2-317 0 0,-1 3-125 0 0,-1 2 28 0 0,-3 5-61 0 0,-1 3 34 0 0,-1 6 139 0 0,-1 4-58 0 0,-1 9-473 0 0</inkml:trace>
  <inkml:trace contextRef="#ctx0" brushRef="#br2" timeOffset="922.901">533 327 992 0 0,'0'0'0'0'0,"0"0"3208"0"0,0 0-2039 0 0,0 0-122 0 0,0 0-571 0 0,0 0 335 0 0,0 0-256 0 0,0 0-736 0 0,0 0-217 0 0,0 0-44 0 0,11-4 602 0 0,1-1-202 0 0,0-1 49 0 0,-2 0 58 0 0,-2 1-80 0 0,-3 1-9 0 0,-2 1-298 0 0,-2 1-437 0 0,0 1-143 0 0,-2 0-227 0 0,-2 1 347 0 0,0 0-567 0 0,-2 0-891 0 0,1 0 2684 0 0</inkml:trace>
  <inkml:trace contextRef="#ctx0" brushRef="#br3" timeOffset="1335.122">533 327 640 0 0,'0'0'0'0'0,"-4"-3"1928"0"0,-2-2-896 0 0,1 1-89 0 0,1 1-384 0 0,1 1-135 0 0,1 0-53 0 0,1 1-86 0 0,1 0-112 0 0,0-1 123 0 0,0 1-51 0 0,0 0 151 0 0,0 0-72 0 0,0 0 229 0 0,1 0-1 0 0,-1 0-21 0 0,0 1-103 0 0,1-1-167 0 0,0 0-22 0 0,2-1 51 0 0,4 0 43 0 0,3-2-20 0 0,5 0-67 0 0,6-2-68 0 0,6-1-60 0 0,6-1-52 0 0,3-1 40 0 0,2 0-24 0 0,3 1 142 0 0,0 0 54 0 0,1 2 21 0 0,-1 1-102 0 0,1 1-68 0 0,1 2-19 0 0,0 1-122 0 0,0 2 14 0 0,0 1-54 0 0,0 4-27 0 0,0 2-94 0 0,-3 4 4 0 0,-3 2-97 0 0,-3 4 130 0 0,-5 2 88 0 0,-5 3 19 0 0,-5 3-16 0 0,-6 2 54 0 0,-5 2-1 0 0,-6 1 137 0 0,-7 0-3 0 0,-5 0-42 0 0,-6-1-37 0 0,-4-2-5 0 0,-3-1 71 0 0,-1-2-42 0 0,-2-2 20 0 0,-2-1-111 0 0,-1-2 153 0 0,-2-2 113 0 0,-4 0 442 0 0,-5-2-499 0 0,-7 0 94 0 0,-6-2-7 0 0,-8-1 144 0 0,-6-1 250 0 0,-4-1-195 0 0,-3-3-227 0 0,0-2-268 0 0,4-2-42 0 0,6-1-114 0 0,8-2-47 0 0,12-1-281 0 0,11 0-156 0 0,11 0-396 0 0,10 0-934 0 0,8-1-1336 0 0,13 0-3563 0 0,3 0 5506 0 0</inkml:trace>
  <inkml:trace contextRef="#ctx0" brushRef="#br4" timeOffset="1758.017">351 752 1500 0 0,'0'0'0'0'0,"0"0"1720"0"0,0 0-303 0 0,0 0 12 0 0,0 0-60 0 0,0 0-46 0 0,0 0-193 0 0,0 0-14 0 0,0 0-118 0 0,0 0-376 0 0,43 24-181 0 0,11 9-308 0 0,9 10-109 0 0,3 5-192 0 0,-1 4 31 0 0,-2 1-74 0 0,-2 0-271 0 0,-2-1-196 0 0,0-3-28 0 0,-1-4-562 0 0,-3-5-1283 0 0,-1-4-1541 0 0,-12-9 1302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5:36.18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4435.07031"/>
      <inkml:brushProperty name="anchorY" value="-80011.671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6976.51563"/>
      <inkml:brushProperty name="anchorY" value="-81352.6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5318.21094"/>
      <inkml:brushProperty name="anchorY" value="-81351.71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7234.125"/>
      <inkml:brushProperty name="anchorY" value="-81999.3593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0985.67969"/>
      <inkml:brushProperty name="anchorY" value="-83151.57031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2834.25"/>
      <inkml:brushProperty name="anchorY" value="-84450.26563"/>
      <inkml:brushProperty name="scaleFactor" value="0.5"/>
    </inkml:brush>
  </inkml:definitions>
  <inkml:trace contextRef="#ctx0" brushRef="#br0">5 1454 8445 0 0,'0'0'0'0'0,"0"0"1852"0"0,0 0-1171 0 0,0 0-366 0 0,0 0 56 0 0,0 0 179 0 0,0 0 43 0 0,0 0-135 0 0,0 0-264 0 0,0 0 35 0 0,0 0 11 0 0,8-12 219 0 0,-1-5 322 0 0,2-4-244 0 0,0-2-135 0 0,-2-2-49 0 0,-2-2-119 0 0,0-1-66 0 0,0-2-67 0 0,-2-4-98 0 0,1-1 11 0 0,0-4-101 0 0,0-1 38 0 0,-1-3-27 0 0,3-1 90 0 0,1-2-22 0 0,2 0 12 0 0,2 0-5 0 0,1 1 2 0 0,2 1 3 0 0,0 0 9 0 0,0 3-7 0 0,0 2 45 0 0,0 1-65 0 0,-2 4-48 0 0,-2 2-49 0 0,-1 3 8 0 0,-2 4 33 0 0,-2 3-26 0 0,-2 5 98 0 0,0 4-27 0 0,-2 2-47 0 0,0 4 77 0 0,-1 3-21 0 0,1 1-44 0 0,1 2-13 0 0,1-1 20 0 0,4 0 60 0 0,3-1 58 0 0,3 0-86 0 0,3-2 22 0 0,2 0-59 0 0,3-1 65 0 0,4 2-13 0 0,4 0 60 0 0,5 1 56 0 0,6 2 35 0 0,6 2-97 0 0,5 2-46 0 0,4 4-79 0 0,2 1 9 0 0,1 3 72 0 0,-1 2-14 0 0,-2 1-141 0 0,-5 1-26 0 0,-4 1-47 0 0,-5 0 63 0 0,-7-2-66 0 0,-6 0 77 0 0,-5-1 6 0 0,-7-2 164 0 0,-6 1 22 0 0,-4-1 102 0 0,-3 1-181 0 0,-5 1 0 0 0,-7 1-240 0 0,-8 1 30 0 0,-6 2 59 0 0,-8 0-28 0 0,-7 0 166 0 0,-6 0 40 0 0,-5-2 87 0 0,-2-1 164 0 0,-2-2-39 0 0,0-3 73 0 0,0-2-256 0 0,2-3 299 0 0,3-2-256 0 0,2 0 30 0 0,3-3-14 0 0,5 0 13 0 0,6 0 55 0 0,5-1-5 0 0,7 0-4 0 0,7 1-42 0 0,4-1-101 0 0,5 2 26 0 0,2-1-11 0 0,2 1 3 0 0,1 0-15 0 0,0 0-79 0 0,0 0-85 0 0,0 0-10 0 0,1 0 63 0 0,3 1 126 0 0,3 1 158 0 0,6 4 125 0 0,5 4-125 0 0,8 5-133 0 0,7 7 84 0 0,6 6-86 0 0,6 7 141 0 0,4 6-74 0 0,4 6 41 0 0,2 3-65 0 0,3 4 106 0 0,0 0-65 0 0,-1 0-25 0 0,-2-2-52 0 0,-3-2-41 0 0,-3-5-7 0 0,-5-3-65 0 0,-6-6-40 0 0,-4-4-77 0 0,-5-6-17 0 0,-4-5-133 0 0,-6-5-182 0 0,-4-4-522 0 0,-4-5-766 0 0,-3-3-2344 0 0,-4-5-3212 0 0,-2-1 6537 0 0</inkml:trace>
  <inkml:trace contextRef="#ctx0" brushRef="#br1" timeOffset="1224.782">388 507 680 0 0,'0'0'0'0'0,"0"0"1304"0"0,0 0-429 0 0,0 0 52 0 0,0 0 197 0 0,0 0 123 0 0,0 0 61 0 0,0 0-300 0 0,0 0-306 0 0,0 0-101 0 0,0 0-22 0 0,0 0 7 0 0,0 0 32 0 0,0 0-199 0 0,0 0-5 0 0,0 1 19 0 0,0 0-73 0 0,0 0 2 0 0,0 1-32 0 0,0-1-157 0 0,0-1-182 0 0,1 1 37 0 0,0-1-46 0 0,0 0-33 0 0,0 0 4 0 0,-1 0 42 0 0,0 0-121 0 0,1 0-47 0 0,1 0-201 0 0,1-1-120 0 0,3-1 172 0 0,2-1-105 0 0,4-1-57 0 0,1-2 7 0 0,1 0 33 0 0,0 0 201 0 0,-1 0 121 0 0,-2 1 116 0 0,-2 1-13 0 0,-3 2 215 0 0,-2 0 19 0 0,-2 2 6 0 0,-1-1-110 0 0,-1 1 123 0 0,0 2 22 0 0,0 1-98 0 0,0 3 226 0 0,1 5-244 0 0,2 4-54 0 0,-1 6 8 0 0,0 5-3 0 0,-1 7-14 0 0,-3 7 27 0 0,-5 7-49 0 0,-6 7 76 0 0,-6 7 228 0 0,-5 8-109 0 0,-5 5 62 0 0,-3 5-80 0 0,-3 4-38 0 0,-2 0-218 0 0,-1 0 56 0 0,0-3-466 0 0,0-4-20 0 0,1-5-97 0 0,2-7 329 0 0,2-8 68 0 0,4-7-73 0 0,4-8-403 0 0,6-8-1058 0 0,4-9-302 0 0,6-8-1223 0 0,3-6-1641 0 0</inkml:trace>
  <inkml:trace contextRef="#ctx0" brushRef="#br2" timeOffset="2320.979">1622 1073 860 0 0,'0'0'0'0'0,"0"0"640"0"0,0 0-845 0 0,0 0 536 0 0,0 0-37 0 0,0 0-6 0 0,0 0 43 0 0,0 0 111 0 0,0 0 231 0 0,0 0 291 0 0,2 3 270 0 0,-1 0 95 0 0,1 0-110 0 0,-1-1-109 0 0,0 0-69 0 0,0-1-42 0 0,-1-1-168 0 0,0 1-113 0 0,1-1-222 0 0,-2-1-234 0 0,1 1-75 0 0,0 0-52 0 0,1-2-149 0 0,1-1 34 0 0,3-3 148 0 0,3-4-155 0 0,4-2 8 0 0,4-5 72 0 0,3-5-116 0 0,5-4 35 0 0,4-7-91 0 0,3-5-15 0 0,5-4-94 0 0,2-4-170 0 0,3-3 102 0 0,1-1-59 0 0,2 1 83 0 0,1 2-3 0 0,0 4 74 0 0,1 3-87 0 0,-1 6 189 0 0,-3 6 47 0 0,-4 5-2 0 0,-8 7 13 0 0</inkml:trace>
  <inkml:trace contextRef="#ctx0" brushRef="#br3" timeOffset="4144.668">2275 452 888 0 0,'0'0'0'0'0,"0"0"820"0"0,0 0-224 0 0,0 0 120 0 0,0 0 125 0 0,0 0 182 0 0,0 0 50 0 0,0 0-96 0 0,0 0-238 0 0,0 0-131 0 0,0 0-418 0 0,0 0 754 0 0,-2-2-684 0 0,-1-1 31 0 0,1 0-50 0 0,0 1 60 0 0,0 0-89 0 0,1 0-223 0 0,1 0 44 0 0,0 0-245 0 0,0-1 138 0 0,0-1 68 0 0,0-1-9 0 0,0 0 144 0 0,0-1 57 0 0,0 1 26 0 0,0 0-11 0 0,-1 0-70 0 0,-2 0 20 0 0,0 0 8 0 0,-1 2 69 0 0,0 0-98 0 0,0 1 52 0 0,2 1-213 0 0,0 0 45 0 0,1 1-103 0 0,0 3 25 0 0,0 1-46 0 0,-1 2 123 0 0,1 4-28 0 0,-1 3 271 0 0,2 4 146 0 0,-1 5-202 0 0,2 6-35 0 0,3 6-11 0 0,3 4-44 0 0,2 4-31 0 0,3 4 30 0 0,1 1-69 0 0,0 2 48 0 0,-1 1 31 0 0,-1-2 32 0 0,-1-1-19 0 0,0-2-22 0 0,0-2-17 0 0,2-3-16 0 0,1-2-31 0 0,1-2 72 0 0,1-3 14 0 0,1-3 36 0 0,0-2-24 0 0,0-4-8 0 0,-3-2-7 0 0,0-3 10 0 0,-3-2-28 0 0,-2-3-57 0 0,-3 0 6 0 0,-2-1-67 0 0,-1 0 6 0 0,-2-1-57 0 0,0 1 60 0 0,0 1-95 0 0,-2-1-57 0 0,-1 1 38 0 0,-2 0-34 0 0,0-2-62 0 0,0 0 28 0 0,0-3 33 0 0,1-2 63 0 0,1-1 27 0 0,1-3 60 0 0,0-1-12 0 0,1-2 28 0 0,0 1 78 0 0,1-1-67 0 0,-1 0 29 0 0,1 0-59 0 0,0 0 20 0 0,0 0-23 0 0,0 0-83 0 0,1 0-169 0 0,-1-1-32 0 0,0 0 171 0 0,0-1 55 0 0,0-2 53 0 0,0-3 13 0 0,0-2-4 0 0,0-2 88 0 0,3-4 36 0 0,2-4-6 0 0,3-4 37 0 0,4-4 6 0 0,3-4-28 0 0,5-5-18 0 0,4-4 88 0 0,3-4 33 0 0,3-4 36 0 0,2-2-31 0 0,2-4 75 0 0,-1-1-12 0 0,1-1-4 0 0,-1-1 14 0 0,-3 1-88 0 0,-1 1-153 0 0,-3 0-21 0 0,-1 0-50 0 0,-3 0-142 0 0,-1 0-39 0 0,-1 1-88 0 0,-1 0 122 0 0,-1 3-100 0 0,0 2 42 0 0,0 5-26 0 0,-1 6 104 0 0,1 5 134 0 0,-3 7-24 0 0,-1 6 128 0 0,-2 5 45 0 0,-2 4 8 0 0,-1 3-7 0 0,0 1-96 0 0,0 0-62 0 0,2-1 1 0 0,-1-1-159 0 0,2-2-61 0 0,-1 0 31 0 0,1-1 11 0 0,-2 0 8 0 0,0 1 90 0 0,-2 1 9 0 0,-1 3 73 0 0,-2 1 51 0 0,-1 3 149 0 0,-1 1-40 0 0,-1 2-5 0 0,-1 0-80 0 0,0 1-82 0 0,0 0 16 0 0,0 1-135 0 0,0-1 11 0 0,1 0 3 0 0,2 0 124 0 0,0 0 81 0 0,3 0 13 0 0,1 0-121 0 0,4 1 190 0 0,3 0-80 0 0,5 2-2 0 0,6 0-101 0 0,6 2 78 0 0,6 0-31 0 0,6 2 22 0 0,6-1 10 0 0,5 1 55 0 0,7 0-29 0 0,5 0-16 0 0,6-1-8 0 0,4-1 56 0 0,5 0 28 0 0,3-2-23 0 0,0 0 12 0 0,-2-2 15 0 0,-2 0-140 0 0,-6-1 0 0 0,-6-1-22 0 0,-6 0-2 0 0,-8-1-2 0 0,-6 0-10 0 0,-7-1 13 0 0,-6-1 0 0 0,-5 0 5 0 0,-6 0 0 0 0,-4-1 4 0 0,-3 1-5 0 0,-2-1-8 0 0,-1 1-7 0 0,-1-1-59 0 0,0 1-17 0 0,-1-2 15 0 0,-1 1 9 0 0,0 0-35 0 0,-2 1 58 0 0,0 0-50 0 0,-2 1 16 0 0,-2 0 27 0 0,-2 1 43 0 0,-2 1-6 0 0,-1 0 11 0 0,-1 0 4 0 0,0 1 46 0 0,0 0 48 0 0,-1 3 326 0 0,1 2-224 0 0,0 2-1 0 0,0 3-78 0 0,0 2-31 0 0,-1 2-89 0 0,1 0 15 0 0,0 1-21 0 0,0-1-2 0 0,-1 0-52 0 0,-2-1 61 0 0,-1 0-86 0 0,-1 1-30 0 0,-2 0-181 0 0,-1 0-318 0 0,-2 2-367 0 0,-2-1-653 0 0,-2 1-840 0 0,-2-1-1978 0 0,-3-1-1374 0 0,4-3 4813 0 0</inkml:trace>
  <inkml:trace contextRef="#ctx0" brushRef="#br4" timeOffset="4861.276">2678 1101 4072 0 0,'0'0'0'0'0,"0"0"5613"0"0,0 0-4052 0 0,0 0 556 0 0,0 0-1237 0 0,0 0 1 0 0,0 0 36 0 0,0 0-230 0 0,0 0-55 0 0,0 0-326 0 0,0 0-25 0 0,48 3-163 0 0,10 1-34 0 0,7 1-83 0 0,1-1 10 0 0,-5 0-10 0 0,-6-1-6 0 0,-6-1-8 0 0,-4-1-114 0 0,-6 0-127 0 0,-7 0-275 0 0,-7-1-299 0 0,-8 0-1397 0 0,-6 0-2421 0 0,-5 0-2460 0 0,-4 0 5378 0 0</inkml:trace>
  <inkml:trace contextRef="#ctx0" brushRef="#br5" timeOffset="5764.173">3416 1017 3268 0 0,'0'0'0'0'0,"0"0"2401"0"0,0 0-435 0 0,0 0-259 0 0,0 0-83 0 0,0 0-120 0 0,0 0-236 0 0,0 0-514 0 0,26-18-288 0 0,4-4-131 0 0,3-4-95 0 0,1 0-74 0 0,-4-1-10 0 0,-4 1-15 0 0,-2 1-18 0 0,-3 1-6 0 0,-2 1 43 0 0,-1 0-33 0 0,-2 0 16 0 0,0 2-83 0 0,-2 0 0 0 0,0 0-65 0 0,-3 1 9 0 0,0 0-77 0 0,-2 1 5 0 0,0 1-16 0 0,-1 4 11 0 0,-2 2 84 0 0,-1 3-23 0 0,-1 4 114 0 0,-2 2-75 0 0,0 2-14 0 0,-2 3-9 0 0,0 2-12 0 0,0 1-73 0 0,0 1 85 0 0,-1 3-169 0 0,-1 3 90 0 0,-1 4 81 0 0,-1 4-21 0 0,0 5 80 0 0,0 4 19 0 0,0 4-57 0 0,1 5-26 0 0,0 2-111 0 0,1 3 82 0 0,-1 1 24 0 0,0 2-152 0 0,-1-1 137 0 0,0-1-83 0 0,0-3 103 0 0,0-3-94 0 0,1-4 105 0 0,0-4-21 0 0,1-4 63 0 0,1-4 5 0 0,0-3 16 0 0,1-4-1 0 0,0-3 2 0 0,0-3-14 0 0,0-3 0 0 0,0-3 3 0 0,1-1-20 0 0,-1-1 38 0 0,0-1 31 0 0,0 0 24 0 0,-1 0-166 0 0,-2 0-51 0 0,-3-1-97 0 0,-2 1 89 0 0,-2 0 95 0 0,-2 0 118 0 0,-1 0 10 0 0,0 0-166 0 0,0 0-24 0 0,0 0 77 0 0,0 0-34 0 0,2 0 127 0 0,3 0-149 0 0,2 0 22 0 0,3 0-112 0 0,1 0 54 0 0,1 0 65 0 0,0 0-20 0 0,0 0 7 0 0,1 0 16 0 0,0 0-1 0 0,0 0 20 0 0,0 0 89 0 0,0 0-76 0 0,1 0-32 0 0,-1-1-121 0 0,0 1 1 0 0,0-1-2 0 0,0 0-67 0 0,0 0-19 0 0,0-1 16 0 0,0 0 19 0 0,0 0-80 0 0,0 1 85 0 0,0 0 38 0 0,1 0 143 0 0,3 0 190 0 0,4 1 28 0 0,1 0-179 0 0,1 0 134 0 0,0 0 75 0 0,-1 0-86 0 0,1 0 100 0 0,1 0 127 0 0,3 0-82 0 0,4 0-109 0 0,3 0-26 0 0,4 0 1 0 0,4 0 0 0 0,1-1 72 0 0,2 0 37 0 0,-1 0-123 0 0,-1-1-187 0 0,-3 1-31 0 0,-4-1-163 0 0,-7 1-206 0 0,-6 0-267 0 0,-3 1-369 0 0,-5 1-1202 0 0,-3 1-3612 0 0,-1 1-2707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6:35.59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4678.01563"/>
      <inkml:brushProperty name="anchorY" value="-85973.296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9576.99219"/>
      <inkml:brushProperty name="anchorY" value="-85886.58594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1510.92188"/>
      <inkml:brushProperty name="anchorY" value="-87200.9843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3581.84375"/>
      <inkml:brushProperty name="anchorY" value="-88719.17188"/>
      <inkml:brushProperty name="scaleFactor" value="0.5"/>
    </inkml:brush>
  </inkml:definitions>
  <inkml:trace contextRef="#ctx0" brushRef="#br0">9 1938 4760 0 0,'0'0'0'0'0,"0"0"1457"0"0,0 0-1229 0 0,0 0 2760 0 0,0 0-2535 0 0,0 0 575 0 0,0 0-440 0 0,0 0-4 0 0,0 0-146 0 0,0 0-61 0 0,-2 1-86 0 0,-1-1 0 0 0,1-1-139 0 0,1-1-31 0 0,1-1 140 0 0,2-1 49 0 0,3-2 81 0 0,3-3-30 0 0,1-1-109 0 0,2-4-106 0 0,3-3-76 0 0,0-3-66 0 0,0-4-68 0 0,1-4-46 0 0,1-4-110 0 0,1-3 183 0 0,1-5-164 0 0,1-2 121 0 0,0-2 83 0 0,1-2-122 0 0,1-1 73 0 0,2-1 53 0 0,1 3 52 0 0,1 0 71 0 0,1 4-88 0 0,-1 2 28 0 0,-1 5-33 0 0,-1 4-40 0 0,-3 4 5 0 0,-4 6-62 0 0,-3 4 77 0 0,-3 5 35 0 0,-4 4 19 0 0,-2 4 15 0 0,-3 2-93 0 0,0 2 19 0 0,-1 3-71 0 0,1 2 76 0 0,3 2 124 0 0,1 2-39 0 0,4 3-20 0 0,2 3-76 0 0,3 3 4 0 0,2 5-78 0 0,0 4 88 0 0,0 5 12 0 0,-2 7-44 0 0,-1 7 18 0 0,-2 8-80 0 0,-3 9 81 0 0,-1 7-23 0 0,-1 7 7 0 0,-2 4 6 0 0,-2 2 3 0 0,0-1 46 0 0,1-5 62 0 0,0-4 69 0 0,1-7 1 0 0,0-6-10 0 0,-1-8-31 0 0,2-5-141 0 0,-2-7 112 0 0,1-5-131 0 0,-1-4-39 0 0,0-6 64 0 0,-1-4-166 0 0,0-4-59 0 0,-2-5-46 0 0,2-5-45 0 0,-1-3-5 0 0,0-4 136 0 0,1-3 109 0 0,2-4 60 0 0,1-2 3 0 0,2-5 216 0 0,2-3-259 0 0,1-6 86 0 0,1-6-32 0 0,1-8 94 0 0,1-9-121 0 0,1-9-104 0 0,3-11 172 0 0,3-10-48 0 0,4-8 92 0 0,7-9 158 0 0,7-6-134 0 0,10-5 309 0 0,9-5-110 0 0,11-3 314 0 0,13-2 377 0 0,12-3-316 0 0,10-2-436 0 0,10-1-113 0 0,6-1-2 0 0,4 2-140 0 0,1 3 96 0 0,-1 4-38 0 0,-4 6-59 0 0,-5 7-79 0 0,-8 8 27 0 0,-10 11-40 0 0,-12 11 121 0 0,-16 12-111 0 0,-14 13 112 0 0,-15 12-31 0 0,-14 12 112 0 0,-11 8-126 0 0,-7 9 121 0 0,-8 5-111 0 0,-7 4 112 0 0,-5 4 18 0 0,-4 4-129 0 0,-5 3 29 0 0,-3 2-14 0 0,1 4 12 0 0,-1 3 66 0 0,4 2-32 0 0,4 0-47 0 0,4 2 123 0 0,5 0-86 0 0,4 0 75 0 0,6-1-24 0 0,7-1 26 0 0,8-2-5 0 0,8-3-73 0 0,8-3-20 0 0,8-3 85 0 0,8-3-54 0 0,9-3 57 0 0,9-3-70 0 0,11-1 124 0 0,9-2-117 0 0,12-1-42 0 0,6 0-45 0 0,3-1 47 0 0,-2-1-62 0 0,-8 0-314 0 0,-15 1 34 0 0,-16-1-46 0 0,-19 2 108 0 0,-16-1-207 0 0,-13 2-182 0 0,-11 1-392 0 0,-8 2-438 0 0,-8 2-504 0 0,-6 0-924 0 0,-8 2-2730 0 0,2-1 1268 0 0</inkml:trace>
  <inkml:trace contextRef="#ctx0" brushRef="#br1" timeOffset="890.581">1432 1921 1736 0 0,'0'0'0'0'0,"0"0"4257"0"0,0 0-2843 0 0,0 0 518 0 0,0 0-719 0 0,0 0 259 0 0,0 0-475 0 0,0 0-83 0 0,0 0-206 0 0,0 0-147 0 0,0 0-40 0 0,0 0-37 0 0,16-2-107 0 0,11 1-76 0 0,14 3 186 0 0,11 3-325 0 0,9 1-162 0 0,6 3-135 0 0,1 0-2 0 0,-2 0-241 0 0,-5-1-41 0 0,-7-2-217 0 0,-9-2-108 0 0,-9-1-466 0 0,-8-3-735 0 0,-8-1-1030 0 0,-6-6-2797 0 0,-6 1 2903 0 0</inkml:trace>
  <inkml:trace contextRef="#ctx0" brushRef="#br2" timeOffset="1442.903">2158 1807 7765 0 0,'0'0'0'0'0,"0"0"1400"0"0,0 0-649 0 0,0 0-169 0 0,0 0 550 0 0,0 0-611 0 0,7-19 11 0 0,5-10-216 0 0,6-10-87 0 0,3-8-24 0 0,4-5 1 0 0,2-4 44 0 0,2-2 103 0 0,-1-1 86 0 0,-1 0 18 0 0,0 2-260 0 0,-2 4-82 0 0,-2 5-99 0 0,-4 6 68 0 0,-2 8-98 0 0,-3 8 18 0 0,-4 8 3 0 0,-4 8 19 0 0,-2 6 83 0 0,-2 6-134 0 0,-1 6 321 0 0,0 7-68 0 0,-1 6-52 0 0,0 6-182 0 0,0 7 39 0 0,0 6 43 0 0,1 6-41 0 0,0 6 48 0 0,2 4-16 0 0,1 5-60 0 0,2 3 14 0 0,2 4 48 0 0,3 1-13 0 0,2 0-11 0 0,2-1 141 0 0,1-4-13 0 0,0-4-50 0 0,0-6-6 0 0,0-7 13 0 0,-3-7-41 0 0,-2-6-12 0 0,-3-6-11 0 0,-3-6 9 0 0,-2-4 28 0 0,-2-5-40 0 0,-2-4-70 0 0,-5-2-42 0 0,-6-3-92 0 0,-6-1-23 0 0,-8-2-7 0 0,-6 0 131 0 0,-6-2 17 0 0,-5-1-86 0 0,-2-2 122 0 0,1 0-196 0 0,4-1 230 0 0,5 1-81 0 0,9 0 28 0 0,6 1-63 0 0,8 1-15 0 0,5 0 29 0 0,5 1 5 0 0,2 0 56 0 0,5 0 107 0 0,5 1 114 0 0,7-2-37 0 0,8-1 52 0 0,10 0-85 0 0,11-2 26 0 0,10-1-212 0 0,6-2 16 0 0,4 1-237 0 0,1-2 90 0 0,-3 1-334 0 0,-6-2-146 0 0,-6 1-320 0 0,-7-1-705 0 0,-7-1-2517 0 0,-7-1-3099 0 0,-10 2 5622 0 0</inkml:trace>
  <inkml:trace contextRef="#ctx0" brushRef="#br3" timeOffset="2220.514">3549 429 1056 0 0,'0'0'0'0'0,"0"0"3972"0"0,0 0-2673 0 0,0 0 361 0 0,0 0-626 0 0,0 0-10 0 0,0 0-64 0 0,0 0-79 0 0,0 0-169 0 0,0 0-120 0 0,0 0 47 0 0,0 0-124 0 0,13 6-86 0 0,6 1 15 0 0,3 2 59 0 0,1 1 81 0 0,-1 2-56 0 0,-3 0 40 0 0,-3 3 32 0 0,-2 3-304 0 0,-5 4-64 0 0,-3 6-115 0 0,-2 6-63 0 0,-3 7 5 0 0,-4 7-67 0 0,-3 8 11 0 0,-4 5-86 0 0,-2 5-24 0 0,-3 1-129 0 0,-3 0-455 0 0,0-2-411 0 0,0-7-1613 0 0,-2-4-3073 0 0,3-14-2741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6:41.00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4882.78125"/>
      <inkml:brushProperty name="anchorY" value="-90785.4140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6969.09375"/>
      <inkml:brushProperty name="anchorY" value="-92093.55469"/>
      <inkml:brushProperty name="scaleFactor" value="0.5"/>
    </inkml:brush>
  </inkml:definitions>
  <inkml:trace contextRef="#ctx0" brushRef="#br0">1 1065 3496 0 0,'0'0'0'0'0,"0"0"820"0"0,0 0-303 0 0,0 0 2121 0 0,0 0-2234 0 0,0 0 698 0 0,0 0-321 0 0,0 0-594 0 0,0 0 217 0 0,0 0 8 0 0,0 0 13 0 0,5-8 113 0 0,1-4-44 0 0,3-3-26 0 0,0-2-194 0 0,-1-1-117 0 0,-1 0-37 0 0,1-1-26 0 0,-2 0 15 0 0,1 0 16 0 0,-2-2-89 0 0,1-1 89 0 0,-1-2-39 0 0,-1-2-101 0 0,-1-4 17 0 0,0-2-72 0 0,-2-3 80 0 0,0-4-23 0 0,-1-3 4 0 0,-4-3-134 0 0,-1-2 183 0 0,-3-3-61 0 0,-2-1 31 0 0,-1 1 104 0 0,1 0-146 0 0,0 4 48 0 0,3 2-16 0 0,2 4-4 0 0,2 5-4 0 0,2 5-4 0 0,1 3-56 0 0,2 3 82 0 0,3 3-168 0 0,1 3 139 0 0,1 1 6 0 0,2 3-12 0 0,2 2 24 0 0,1 2 42 0 0,4 2 2 0 0,3 2-48 0 0,7 3 124 0 0,9 3 260 0 0,10 5-144 0 0,10 6-156 0 0,9 4-69 0 0,6 6-263 0 0,3 4 162 0 0,0 3-68 0 0,-3 2-17 0 0,-5 0 13 0 0,-7 1 97 0 0,-9-2 46 0 0,-10-2 7 0 0,-9-2 59 0 0,-11-3 10 0 0,-7-2 103 0 0,-10-3-203 0 0,-10-1 23 0 0,-12-2-344 0 0,-11-3 462 0 0,-13 0-94 0 0,-12-3 242 0 0,-10-1 71 0 0,-8-2 78 0 0,-4-2-90 0 0,1-1-146 0 0,4-1-48 0 0,9-1 31 0 0,12 0-115 0 0,13-1-25 0 0,11 1-57 0 0,11 0-136 0 0,8 0-42 0 0,6-1-107 0 0,4 1 142 0 0,6 0 24 0 0,5 0 52 0 0,4 0 131 0 0,2 0 38 0 0,2 0 66 0 0,1 0-84 0 0,0 1-26 0 0,0 1 2 0 0,-1 1-82 0 0,-2 2-40 0 0,-1 3-22 0 0,-1 2 164 0 0,-2 4-61 0 0,0 2 36 0 0,-2 3 0 0 0,0 3 0 0 0,-2 1 57 0 0,0 2-72 0 0,-1 2 24 0 0,0 2-3 0 0,1 3-11 0 0,5 4-6 0 0,2 3-92 0 0,6 5 21 0 0,3 4-22 0 0,6 1 2 0 0,4 1-141 0 0,2-3-165 0 0,1-4-363 0 0,-1-6-1366 0 0,-3-8-899 0 0,-3-9-2517 0 0,-7-7 4853 0 0</inkml:trace>
  <inkml:trace contextRef="#ctx0" brushRef="#br1" timeOffset="533.151">1126 758 1420 0 0,'0'0'0'0'0,"0"0"2976"0"0,0 0-1469 0 0,0 0-277 0 0,0 0-360 0 0,0 0-126 0 0,0 0-135 0 0,0 0-241 0 0,0 0-106 0 0,0 0-70 0 0,46-2 358 0 0,11-1-514 0 0,6-2 132 0 0,-1-2-94 0 0,-9-2 163 0 0,-10 0-56 0 0,-11-3 43 0 0,-11 0 21 0 0,-9-1-112 0 0,-7 0-143 0 0,-9-1-96 0 0,-8 1-6 0 0,-10 0 136 0 0,-6 1 16 0 0,-6 2 78 0 0,-5 3-46 0 0,0 3 310 0 0,1 4-152 0 0,3 7-43 0 0,4 6 155 0 0,7 7-250 0 0,5 8-87 0 0,7 6 18 0 0,6 6-18 0 0,4 4 73 0 0,5 2-100 0 0,6 0 38 0 0,3-1-17 0 0,5-3-8 0 0,2-4-2 0 0,2-5-108 0 0,1-5-26 0 0,0-6-167 0 0,-2-5-315 0 0,0-5-496 0 0,-1-5-1250 0 0,1-3-1643 0 0,3-4-571 0 0,-3-2 5275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6:42.96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8535.29688"/>
      <inkml:brushProperty name="anchorY" value="-93729.078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0950.8125"/>
      <inkml:brushProperty name="anchorY" value="-95847.61719"/>
      <inkml:brushProperty name="scaleFactor" value="0.5"/>
    </inkml:brush>
  </inkml:definitions>
  <inkml:trace contextRef="#ctx0" brushRef="#br0">125 178 156 0 0,'0'0'0'0'0,"0"0"1552"0"0,0 0-471 0 0,0 0 41 0 0,0 0-115 0 0,0 0 36 0 0,0 0 41 0 0,0 0-87 0 0,0 0-236 0 0,0 0-220 0 0,0 0-180 0 0,-10 11-14 0 0,-3 2 15 0 0,-2 2 8 0 0,0 2 32 0 0,1 0 110 0 0,2 1-10 0 0,2 2-26 0 0,1 1 18 0 0,2 3 91 0 0,1 3-87 0 0,0 4-16 0 0,2 5-294 0 0,2 4-178 0 0,0 5 26 0 0,3 4-36 0 0,5 3 0 0 0,7 0-4 0 0,9-1-112 0 0,6-2 144 0 0,7-4-160 0 0,5-6 58 0 0,5-5-15 0 0,2-6-28 0 0,3-5 37 0 0,0-4-161 0 0,0-5-14 0 0,-1-3 70 0 0,-1-4 78 0 0,-3-4-128 0 0,-1-3 74 0 0,-2-5 52 0 0,-1-6 43 0 0,-1-6 59 0 0,1-9-11 0 0,1-9 10 0 0,-1-8-4 0 0,-2-10 10 0 0,-3-8 1 0 0,-5-6 61 0 0,-5-6 128 0 0,-7-4-61 0 0,-7 0 165 0 0,-7 1-342 0 0,-12 3 90 0 0,-13 5-318 0 0,-13 6 60 0 0,-11 9-78 0 0,-8 9-9 0 0,-5 10-266 0 0,0 11 306 0 0,5 12 3 0 0,6 14 78 0 0,9 14-189 0 0,9 15 292 0 0,9 13-78 0 0,8 12-200 0 0,5 9-352 0 0,4 5-641 0 0,3 1-846 0 0,5 2-2336 0 0,1-14 3456 0 0</inkml:trace>
  <inkml:trace contextRef="#ctx0" brushRef="#br1" timeOffset="1583.709">33 293 680 0 0,'0'0'0'0'0,"0"0"2360"0"0,0 0-429 0 0,0 0-255 0 0,0 0-384 0 0,0 0-131 0 0,0 0-237 0 0,0 0-187 0 0,0 0-226 0 0,0 0-79 0 0,0 0 86 0 0,0 0 46 0 0,19-15 11 0 0,8-5-79 0 0,7-5-112 0 0,4-2 28 0 0,4 0-80 0 0,1 1 49 0 0,-1 2-97 0 0,-1 3-145 0 0,-2 5-140 0 0,-4 4-268 0 0,-2 4 31 0 0,0 4-66 0 0,1 4-243 0 0,2 5-680 0 0,2 5-1018 0 0,0 1-1785 0 0,0 4-938 0 0,-7-3 3493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6:43.38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0210.98438"/>
      <inkml:brushProperty name="anchorY" value="-95317.8671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2374.90625"/>
      <inkml:brushProperty name="anchorY" value="-96502.09375"/>
      <inkml:brushProperty name="scaleFactor" value="0.5"/>
    </inkml:brush>
  </inkml:definitions>
  <inkml:trace contextRef="#ctx0" brushRef="#br0">0 88 7089 0 0,'0'0'0'0'0,"0"0"2336"0"0,0 0-1069 0 0,0 0-329 0 0,0 0 24 0 0,0 0-93 0 0,0 0-94 0 0,46 2-389 0 0,20-1 143 0 0,20 0-612 0 0,12-2 160 0 0,4-2-385 0 0,-3-2 0 0 0,-8-2-155 0 0,-11-1-156 0 0,-13-1-401 0 0,-12-1-565 0 0,-13-1-852 0 0,-11 0-422 0 0,-11-3 24 0 0,-9 3 159 0 0</inkml:trace>
  <inkml:trace contextRef="#ctx0" brushRef="#br1" timeOffset="155.713">444 0 11581 0 0,'0'0'0'0'0,"0"0"2044"0"0,-8 19-830 0 0,-4 11-702 0 0,-3 12 150 0 0,-2 12-87 0 0,-1 9-340 0 0,-1 7-236 0 0,2 3-890 0 0,1 2-693 0 0,3-5-1400 0 0,2-3-4137 0 0,3-14 3184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6:47.12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2862.21875"/>
      <inkml:brushProperty name="anchorY" value="-96946.0390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4517.96875"/>
      <inkml:brushProperty name="anchorY" value="-98600.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6500.76563"/>
      <inkml:brushProperty name="anchorY" value="-99830.86719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5189.64063"/>
      <inkml:brushProperty name="anchorY" value="-99309.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7049.32813"/>
      <inkml:brushProperty name="anchorY" value="-100493.85156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5707.32813"/>
      <inkml:brushProperty name="anchorY" value="-98806.57813"/>
      <inkml:brushProperty name="scaleFactor" value="0.5"/>
    </inkml:brush>
  </inkml:definitions>
  <inkml:trace contextRef="#ctx0" brushRef="#br0">0 456 520 0 0,'0'0'0'0'0,"0"0"2100"0"0,0 0-653 0 0,0 0 0 0 0,0 0-330 0 0,0 0 24 0 0,0 0-32 0 0,0 0-145 0 0,0 0-175 0 0,0 0-187 0 0,0 0-54 0 0,1 6-40 0 0,0 0-17 0 0,2 0-66 0 0,0-2 2 0 0,1 0-5 0 0,0-2-151 0 0,1-2 0 0 0,1-2-191 0 0,1-3-61 0 0,1-3 56 0 0,2-3-77 0 0,2-4 6 0 0,4-4-2 0 0,3-6-193 0 0,3-4 96 0 0,2-4-39 0 0,2-4 76 0 0,1-2 60 0 0,0-1 61 0 0,-1 2-28 0 0,-3 2-41 0 0,-4 5-135 0 0,-5 6-124 0 0,-4 6-173 0 0,-4 7-12 0 0,-3 6-184 0 0,-4 7-345 0 0,-3 6 95 0 0,-3 9-122 0 0,-1 7 247 0 0,0 7 300 0 0,2 7 304 0 0,1 6 52 0 0,2 5 5 0 0,1 4 53 0 0,1 3 21 0 0,1 2 24 0 0,0 1 341 0 0,0 1 18 0 0,1-2 87 0 0,-1-4 71 0 0,0-5-115 0 0,0-6-202 0 0,0-6-202 0 0,0-7-306 0 0,-4-5-242 0 0,-1-7 4 0 0,-1-4 317 0 0,-2-6 25 0 0,0-3 74 0 0,-2-2 142 0 0,-1-2 420 0 0,-4-2-122 0 0,-4-1 283 0 0,-3-2-69 0 0,-3 0-107 0 0,1-1-45 0 0,1 2-108 0 0,4 0-8 0 0,5 1-22 0 0,5 2-238 0 0,4 0 33 0 0,6 1-192 0 0,6 2-74 0 0,8 1-457 0 0,8 0 551 0 0,9 1-429 0 0,9-1-24 0 0,8-2-340 0 0,4-2-986 0 0,7-5-1221 0 0,-10-1-206 0 0</inkml:trace>
  <inkml:trace contextRef="#ctx0" brushRef="#br1" timeOffset="612.49">818 40 4164 0 0,'0'0'0'0'0,"0"0"2749"0"0,0 0-1224 0 0,0 0-350 0 0,0 0-143 0 0,0 0 172 0 0,0 0-251 0 0,0 0-24 0 0,0 0-270 0 0,0 0-99 0 0,0 0-11 0 0,0 0-5 0 0,38 4 27 0 0,12-1-73 0 0,12-2-168 0 0,5 0-220 0 0,-1-1-92 0 0,-3-1-129 0 0,-5 0-113 0 0,-5-1-112 0 0,-6 1-159 0 0,-6 0-89 0 0,-6 0-93 0 0,-4-1-138 0 0,-5-1-228 0 0,-5 0-122 0 0,-4 0-117 0 0,-3-1 88 0 0,-3 0-139 0 0,-3-1-1105 0 0,-3-1-391 0 0,-4 0-256 0 0,-2 1 3650 0 0</inkml:trace>
  <inkml:trace contextRef="#ctx0" brushRef="#br2" timeOffset="848.939">1214 106 9897 0 0,'0'0'0'0'0,"0"0"2368"0"0,0 0-844 0 0,0 0-716 0 0,0 0 87 0 0,-3 18 60 0 0,1 6-275 0 0,-1 7-249 0 0,1 5-225 0 0,1 3-198 0 0,0 2 26 0 0,0 2-226 0 0,1 2-42 0 0,0 1 0 0 0,0 0-206 0 0,0 0-271 0 0,0-2-5 0 0,0-2-119 0 0,-2-2-54 0 0,-2-4-54 0 0,-1-3-113 0 0,0-3-498 0 0,0-3-161 0 0,2-2-971 0 0,0-4 111 0 0,2-1-508 0 0,0-5 3647 0 0</inkml:trace>
  <inkml:trace contextRef="#ctx0" brushRef="#br3" timeOffset="1097.259">1012 847 5473 0 0,'0'0'0'0'0,"0"0"2404"0"0,0 0-1321 0 0,0 0-168 0 0,0 0-38 0 0,0 0 279 0 0,0 0-360 0 0,0 0-248 0 0,0 0-248 0 0,0 0-51 0 0,0 0 26 0 0,0 0 441 0 0,24-4-99 0 0,9 0-90 0 0,10-2 98 0 0,5 0-223 0 0,3 1-448 0 0,-1 1 2 0 0,-1 0-245 0 0,-3 0-102 0 0,-5 0-259 0 0,-3 0-158 0 0,-4 0-286 0 0,-2-2-292 0 0,-1 0-551 0 0,-5-2-954 0 0,-1-1-1908 0 0,-6 1 2457 0 0</inkml:trace>
  <inkml:trace contextRef="#ctx0" brushRef="#br4" timeOffset="1325.86">1705 974 4028 0 0,'0'0'0'0'0,"0"0"4301"0"0,0 0-3660 0 0,0 0 383 0 0,0 0-6 0 0,0 0 49 0 0,0-25-189 0 0,-2-8-296 0 0,-3-8-630 0 0,-2-4-60 0 0,-2-1-275 0 0,0 3 106 0 0,0 3-53 0 0,3 5-23 0 0,1 4-167 0 0,1 7-529 0 0,1 4-799 0 0,-1 5-1298 0 0,0 3-976 0 0,-1 5 3203 0 0</inkml:trace>
  <inkml:trace contextRef="#ctx0" brushRef="#br5" timeOffset="1719.237">1709 691 196 0 0,'0'0'0'0'0,"0"0"6173"0"0,0 0-4850 0 0,0 0 635 0 0,0 0-815 0 0,0 0 166 0 0,29-21-140 0 0,8-4-336 0 0,6-2-217 0 0,2 1-364 0 0,-2 4-239 0 0,-4 6-67 0 0,-4 5-81 0 0,-5 5 4 0 0,-3 4-4 0 0,-2 4-81 0 0,-2 5-65 0 0,-1 3-29 0 0,-1 3-4 0 0,-1 3 368 0 0,-2 3-108 0 0,-2 3 115 0 0,-1 2-64 0 0,-3 2 82 0 0,-1 1-94 0 0,-3 1 29 0 0,-3 0-14 0 0,-1-2-9 0 0,-2-2-152 0 0,-1-4-31 0 0,-1-4-48 0 0,-1-3 96 0 0,1-5-141 0 0,-1-4-138 0 0,1-2-5 0 0,0-4 149 0 0,0-4 293 0 0,0-5-154 0 0,0-5-13 0 0,3-5 102 0 0,2-6-145 0 0,3-3 178 0 0,3-5 8 0 0,3-2 211 0 0,4 0 280 0 0,2 2 291 0 0,4 4-8 0 0,5 5 47 0 0,3 7-197 0 0,3 8-278 0 0,4 9-11 0 0,1 10-329 0 0,2 11 43 0 0,-1 12-245 0 0,-1 10-186 0 0,-4 10-41 0 0,-6 6-404 0 0,-6 4-361 0 0,-7-2-1105 0 0,-5 2-3457 0 0,-5-13 1857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7:18.68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8032.60938"/>
      <inkml:brushProperty name="anchorY" value="-100345.89844"/>
      <inkml:brushProperty name="scaleFactor" value="0.5"/>
    </inkml:brush>
  </inkml:definitions>
  <inkml:trace contextRef="#ctx0" brushRef="#br0">1 1 520 0 0,'0'0'0'0'0,"0"0"1112"0"0,0 0-812 0 0,0 0-10 0 0,0 0-15 0 0,0 0 1944 0 0,0 0-194 0 0,0 0-787 0 0,0 0-176 0 0,0 0-251 0 0,0 0 109 0 0,2 1-76 0 0,0 1-58 0 0,1 0-25 0 0,1 0 11 0 0,0 0-61 0 0,0 1-86 0 0,1-1-25 0 0,0 1-62 0 0,0 0-36 0 0,1-1 0 0 0,2 1-47 0 0,0 0-36 0 0,3 0-109 0 0,2 1-71 0 0,4 1-8 0 0,3 1-8 0 0,7 1-87 0 0,7 1-4 0 0,8 1-93 0 0,6 1-34 0 0,9-1 7 0 0,5 0-13 0 0,5-3-96 0 0,1-1-90 0 0,-1-2-55 0 0,-3-1-93 0 0,-7-2-100 0 0,-7-3-50 0 0,-8-1-161 0 0,-9-2-173 0 0,-8-1-471 0 0,-9-1-632 0 0,-7-1-770 0 0,-7-2-1606 0 0,-6 1-94 0 0,-2 1 3075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7:18.92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0179.85938"/>
      <inkml:brushProperty name="anchorY" value="-101663.25"/>
      <inkml:brushProperty name="scaleFactor" value="0.5"/>
    </inkml:brush>
  </inkml:definitions>
  <inkml:trace contextRef="#ctx0" brushRef="#br0">0 78 1240 0 0,'0'0'0'0'0,"0"0"1604"0"0,0 0 3300 0 0,0 0-4327 0 0,0 0 1117 0 0,0 0-789 0 0,0 0 152 0 0,0 0-25 0 0,0 0-97 0 0,0 0-638 0 0,49-1 268 0 0,21 0 9 0 0,22-3-29 0 0,11 0-639 0 0,4-1 160 0 0,-1-1-305 0 0,-6-1-35 0 0,-11 0-205 0 0,-12-2-153 0 0,-11 0-406 0 0,-13 0-991 0 0,-14 1-3206 0 0,-12 1-1001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7:20.76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2427.28125"/>
      <inkml:brushProperty name="anchorY" value="-102855.42969"/>
      <inkml:brushProperty name="scaleFactor" value="0.5"/>
    </inkml:brush>
  </inkml:definitions>
  <inkml:trace contextRef="#ctx0" brushRef="#br0">26 0 104 0 0,'0'0'0'0'0,"0"0"940"0"0,0 0 1414 0 0,0 0 549 0 0,0 0-1033 0 0,0 0-153 0 0,0 0-228 0 0,0 0-32 0 0,0 0-193 0 0,0 0-199 0 0,0 0-155 0 0,-8 9-136 0 0,0 4-114 0 0,3 3-158 0 0,1 4-58 0 0,3 3-83 0 0,2 3-181 0 0,2 5-12 0 0,0 3-59 0 0,0 4-46 0 0,-1 3-61 0 0,-1 1 91 0 0,0 2-112 0 0,-1 0 30 0 0,0-2-80 0 0,0-2-28 0 0,0-4 22 0 0,0-3-44 0 0,0-7-100 0 0,0-5-118 0 0,0-6-166 0 0,0-6-311 0 0,0-4-465 0 0,0-5-1017 0 0,0-5-2159 0 0,0-4-1943 0 0,-1-6 4497 0 0,0 0 1471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7:20.99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1143.5625"/>
      <inkml:brushProperty name="anchorY" value="-102149.42969"/>
      <inkml:brushProperty name="scaleFactor" value="0.5"/>
    </inkml:brush>
  </inkml:definitions>
  <inkml:trace contextRef="#ctx0" brushRef="#br0">0 0 4072 0 0,'0'0'0'0'0,"0"0"5145"0"0,0 0-3968 0 0,0 0 826 0 0,0 0-824 0 0,0 0 241 0 0,0 0-140 0 0,0 0-200 0 0,0 0-246 0 0,0 0-343 0 0,0 0-476 0 0,1 9-69 0 0,0 1-138 0 0,0 4-305 0 0,0 1-337 0 0,-1 0-590 0 0,0-1-1307 0 0,1 0-3534 0 0,-1-26-654 0 0,-1-4 8347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8:07.04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76833.89063"/>
      <inkml:brushProperty name="anchorY" value="-117755.42188"/>
      <inkml:brushProperty name="scaleFactor" value="0.5"/>
    </inkml:brush>
  </inkml:definitions>
  <inkml:trace contextRef="#ctx0" brushRef="#br0">0 212 6249 0 0,'0'0'0'0'0,"0"0"3116"0"0,0 0-1405 0 0,0 0-485 0 0,0 0-292 0 0,0 0 191 0 0,0 0 9 0 0,0 0-153 0 0,0 0-401 0 0,0 0-142 0 0,0 0-167 0 0,0 0-70 0 0,18-17-76 0 0,8-6-23 0 0,9-4-104 0 0,8-1 25 0 0,10 0-25 0 0,7 3-15 0 0,8 2-48 0 0,7 5 78 0 0,5 5-22 0 0,2 5-1 0 0,-3 7-62 0 0,-4 8-80 0 0,-8 8 18 0 0,-12 9 42 0 0,-14 8 86 0 0,-13 8-6 0 0,-12 5 19 0 0,-11 4 121 0 0,-12 3-5 0 0,-10-1-5 0 0,-8-1 110 0 0,-8-2-7 0 0,-3-4-2 0 0,-3-4-68 0 0,-1-5-60 0 0,4-6-95 0 0,5-6-92 0 0,8-8-115 0 0,7-6-258 0 0,8-6-51 0 0,13-8-111 0 0,13-7 84 0 0,17-7-31 0 0,13-6-210 0 0,13-4-11 0 0,9-3-6 0 0,4 0 450 0 0,0 4 359 0 0,-1 5 449 0 0,-6 6 298 0 0,-6 7 191 0 0,-8 8-5 0 0,-10 8-7 0 0,-8 7-166 0 0,-10 7-6 0 0,-9 7-43 0 0,-8 6-227 0 0,-11 5-158 0 0,-12 5 15 0 0,-11 4-153 0 0,-12 3-36 0 0,-10 4 44 0 0,-10 2-139 0 0,-7 1-44 0 0,-5 1-7 0 0,-5 0-78 0 0,-3-4-57 0 0,-3-4-100 0 0,0-6-21 0 0,2-7-116 0 0,-1-9-278 0 0,1-9-348 0 0,-1-8-162 0 0,-2-8-1131 0 0,4-6-1870 0 0,-1-5-5500 0 0,17-1 9505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8:05.61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8569.5"/>
      <inkml:brushProperty name="anchorY" value="-112201.2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70611"/>
      <inkml:brushProperty name="anchorY" value="-114154.2265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73198.42188"/>
      <inkml:brushProperty name="anchorY" value="-114533.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75550.5"/>
      <inkml:brushProperty name="anchorY" value="-115734.61719"/>
      <inkml:brushProperty name="scaleFactor" value="0.5"/>
    </inkml:brush>
  </inkml:definitions>
  <inkml:trace contextRef="#ctx0" brushRef="#br0">254 31 9821 0 0,'0'0'0'0'0,"0"0"2140"0"0,0 0-886 0 0,0 0-364 0 0,0 0 162 0 0,0 0-255 0 0,0 0-39 0 0,0 0-58 0 0,0 0-484 0 0,21 20-20 0 0,10 10-143 0 0,11 10-44 0 0,8 7-6 0 0,6 4-100 0 0,4 3-6 0 0,1 0-93 0 0,0-1-222 0 0,1-3-93 0 0,-3-3-15 0 0,-3-5-141 0 0,-4-3-354 0 0,-7-5-528 0 0,-6-3-430 0 0,-9-3-159 0 0,-7-4-1120 0 0,-8-1-1027 0 0,-6-7 3632 0 0</inkml:trace>
  <inkml:trace contextRef="#ctx0" brushRef="#br1" timeOffset="227.438">0 891 9673 0 0,'0'0'0'0'0,"0"0"3100"0"0,0 0-2030 0 0,0 0-400 0 0,0 0-467 0 0,0 0 224 0 0,0 0 292 0 0,34-22-87 0 0,19-10-108 0 0,19-10-186 0 0,15-10-176 0 0,14-7-96 0 0,10-6-57 0 0,7-5 9 0 0,2-3-21 0 0,0-1-9 0 0,-7 0-171 0 0,-11 3-405 0 0,-13 5-661 0 0,-16 6-1054 0 0,-16 8-2635 0 0,-16 7-1831 0 0,-14 12 6020 0 0</inkml:trace>
  <inkml:trace contextRef="#ctx0" brushRef="#br2" timeOffset="580.545">1613 429 8949 0 0,'0'0'0'0'0,"0"0"1876"0"0,0 0-765 0 0,0 0-160 0 0,0 0 321 0 0,0 0 4 0 0,0 0-147 0 0,0 0-346 0 0,0 0 82 0 0,0 0-65 0 0,40 0-274 0 0,17-2-240 0 0,17-1-172 0 0,11-1-99 0 0,6 0-12 0 0,2-2-144 0 0,1 0-132 0 0,-3-1-275 0 0,-3 0-314 0 0,-5 2-258 0 0,-6-1-462 0 0,-10 1-673 0 0,-8-1-887 0 0,-11 2-2521 0 0,-13 0 1404 0 0</inkml:trace>
  <inkml:trace contextRef="#ctx0" brushRef="#br3" timeOffset="795.091">2173 126 12297 0 0,'0'0'0'0'0,"0"0"2724"0"0,0 0-704 0 0,-11 17-854 0 0,-5 10-299 0 0,-3 11 58 0 0,-3 8-123 0 0,0 8-135 0 0,2 5-194 0 0,3 3-222 0 0,5 1-256 0 0,5-1-36 0 0,6-3-192 0 0,5-4-242 0 0,6-6-160 0 0,6-6-296 0 0,4-6-635 0 0,5-7-901 0 0,1-6-2226 0 0,6-8-1622 0 0,-4-7 1686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8:04.39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2829.39063"/>
      <inkml:brushProperty name="anchorY" value="-107267.3671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4181.65625"/>
      <inkml:brushProperty name="anchorY" value="-109750.99219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6392.48438"/>
      <inkml:brushProperty name="anchorY" value="-110935.8125"/>
      <inkml:brushProperty name="scaleFactor" value="0.5"/>
    </inkml:brush>
  </inkml:definitions>
  <inkml:trace contextRef="#ctx0" brushRef="#br0">1 1 8065 0 0,'0'0'0'0'0,"0"0"1556"0"0,0 0-779 0 0,0 0-464 0 0,0 0-55 0 0,0 0 329 0 0,20 22 276 0 0,7 10-140 0 0,8 11-218 0 0,5 8-34 0 0,2 7 35 0 0,-1 4 83 0 0,0 5 251 0 0,-3 4-105 0 0,-5 3-75 0 0,-5 3-162 0 0,-8 1-79 0 0,-7 1-186 0 0,-8 0-115 0 0,-7-4-115 0 0,-9-4-36 0 0,-7-6-69 0 0,-7-7-217 0 0,-4-9-206 0 0,-3-8-102 0 0,-2-11-370 0 0,-2-9-670 0 0,-1-9-3099 0 0,-5-10-1837 0 0,7-5 4061 0 0</inkml:trace>
  <inkml:trace contextRef="#ctx0" brushRef="#br1" timeOffset="647.737">815 741 7201 0 0,'0'0'0'0'0,"0"0"2480"0"0,0 0-1148 0 0,0 0 6 0 0,0 0-468 0 0,0 0-8 0 0,0 0-115 0 0,0 0-216 0 0,0 0 319 0 0,0 0-196 0 0,0 0-367 0 0,53-5-53 0 0,17-3-98 0 0,16-1-47 0 0,5-1-96 0 0,0 0-54 0 0,-6 2-62 0 0,-6 0-136 0 0,-6 3-374 0 0,-5 1-414 0 0,-6 1-818 0 0,-5-1-1111 0 0,-7 1-2144 0 0,-7-2-204 0 0,-10 1 6006 0 0</inkml:trace>
  <inkml:trace contextRef="#ctx0" brushRef="#br2" timeOffset="854.676">984 384 5092 0 0,'0'0'0'0'0,"0"0"6865"0"0,0 0-6441 0 0,0 0 1514 0 0,0 0-1518 0 0,0 0 66 0 0,42 8-83 0 0,18 1 102 0 0,19 0-186 0 0,13-1-357 0 0,8-3-47 0 0,2-4-700 0 0,0-4-591 0 0,-4-4-1176 0 0,-9-2-2894 0 0,-7-5-963 0 0,-21 2 7751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8:02.61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2416.9375"/>
      <inkml:brushProperty name="anchorY" value="-103481.7109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4914.8125"/>
      <inkml:brushProperty name="anchorY" value="-103256.9140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6817.46875"/>
      <inkml:brushProperty name="anchorY" value="-104394.28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8679.85938"/>
      <inkml:brushProperty name="anchorY" value="-104618.27344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0453.0625"/>
      <inkml:brushProperty name="anchorY" value="-106617.89063"/>
      <inkml:brushProperty name="scaleFactor" value="0.5"/>
    </inkml:brush>
  </inkml:definitions>
  <inkml:trace contextRef="#ctx0" brushRef="#br0">1 1509 1696 0 0,'0'0'0'0'0,"0"0"820"0"0,0 0-560 0 0,0 0 39 0 0,0 0 2414 0 0,0 0-1420 0 0,0 0 275 0 0,0 0-319 0 0,0 0-253 0 0,0 0-176 0 0,0 0-130 0 0,3 3-49 0 0,3 1 19 0 0,3 1-44 0 0,2 1-128 0 0,4 0-80 0 0,3 0-104 0 0,3 0-105 0 0,3-1 51 0 0,0 0-31 0 0,0-1-121 0 0,-1-1-99 0 0,-3-1-22 0 0,0-1 35 0 0,-1-1 38 0 0,1-1-56 0 0,3 0 16 0 0,1-2-10 0 0,3-1-4 0 0,1-3-9 0 0,0-1-54 0 0,1-2 67 0 0,0-5-66 0 0,1-5 67 0 0,0-8-94 0 0,1-8-75 0 0,-2-10-66 0 0,-5-10-83 0 0,-6-11-88 0 0,-6-8 165 0 0,-11-8 54 0 0,-10-6 144 0 0,-11-4 28 0 0,-7-1 184 0 0,-5 1 12 0 0,2 3 29 0 0,5 7 72 0 0,7 7 147 0 0,13 9-112 0 0,14 10-40 0 0,15 7-51 0 0,14 7 63 0 0,14 5-36 0 0,11 2 68 0 0,8 3-65 0 0,6 1-109 0 0,0 2 3 0 0,-3 3-170 0 0,-6 4 0 0 0,-11 4-231 0 0,-10 6 30 0 0,-12 3-197 0 0,-9 5-309 0 0,-8 2-297 0 0,-5 2-821 0 0,-5 3-648 0 0,0 1-5 0 0,-3 2-3287 0 0,-1-1 3436 0 0</inkml:trace>
  <inkml:trace contextRef="#ctx0" brushRef="#br1" timeOffset="226.352">327 780 3392 0 0,'0'0'0'0'0,"0"0"6913"0"0,0 0-7015 0 0,0 0 1813 0 0,0 0-1480 0 0,0 0 335 0 0,0 0 564 0 0,0 0-282 0 0,44-5-582 0 0,13-3-222 0 0,12-2-102 0 0,7-2-558 0 0,0-2-32 0 0,-2-3-355 0 0,-5 0-807 0 0,-6 0-749 0 0,-3-1-2178 0 0,-15 3 1276 0 0</inkml:trace>
  <inkml:trace contextRef="#ctx0" brushRef="#br2" timeOffset="780.73">1533 1538 1604 0 0,'0'0'0'0'0,"0"0"6929"0"0,0 0-6287 0 0,0 0 1637 0 0,0 0-1398 0 0,0 0-137 0 0,0 0-20 0 0,0 0-202 0 0,0 0-290 0 0,-45-7-226 0 0,-7-6-113 0 0,-4-7-28 0 0,4-6 118 0 0,9-7 5 0 0,12-6 10 0 0,10-7 61 0 0,8-6-66 0 0,11-4 18 0 0,8-4-7 0 0,10-2-4 0 0,10-2 75 0 0,9 0 67 0 0,9 1-15 0 0,10 2-150 0 0,8 2 14 0 0,9 5-173 0 0,9 2-417 0 0,6 4-181 0 0,6 4-520 0 0,1 4-820 0 0,-4 5-2388 0 0,-3 7 268 0 0,-19 8 3895 0 0</inkml:trace>
  <inkml:trace contextRef="#ctx0" brushRef="#br3" timeOffset="1126.918">2400 723 5044 0 0,'0'0'0'0'0,"0"0"1033"0"0,0 0-995 0 0,0 0 195 0 0,0 0-23 0 0,0 0 838 0 0,0 0-60 0 0,0 0-242 0 0,19 17-109 0 0,8 9-140 0 0,7 9 79 0 0,3 7 132 0 0,3 7 169 0 0,-2 4-39 0 0,0 4-63 0 0,-3 2-314 0 0,-1 0-225 0 0,-3-3-230 0 0,-2-2-140 0 0,-1-6-158 0 0,-2-6-214 0 0,-4-6-264 0 0,-1-7-226 0 0,-4-5-613 0 0,-5-6-316 0 0,-4-5-1109 0 0,-3-5-51 0 0,-3-3 578 0 0</inkml:trace>
  <inkml:trace contextRef="#ctx0" brushRef="#br4" timeOffset="1328.627">2081 1387 5368 0 0,'0'0'0'0'0,"0"0"2809"0"0,0 0-1420 0 0,0 0-215 0 0,0 0-482 0 0,0 0 130 0 0,0 0 269 0 0,0 0-459 0 0,0 0 212 0 0,53-20-142 0 0,21-10-154 0 0,21-9-102 0 0,13-7-135 0 0,7-6-94 0 0,1-3-152 0 0,-4-3-53 0 0,-8 1-276 0 0,-11 2-413 0 0,-16 2-561 0 0,-15 5-1117 0 0,-16 5-3012 0 0,-14 6-2288 0 0,-13 10 9370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8:10.68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6404.15625"/>
      <inkml:brushProperty name="anchorY" value="-126069.7265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4985.75"/>
      <inkml:brushProperty name="anchorY" value="-123216.859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3588.3125"/>
      <inkml:brushProperty name="anchorY" value="-123435.32031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78207.10938"/>
      <inkml:brushProperty name="anchorY" value="-119976.6718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0489.76563"/>
      <inkml:brushProperty name="anchorY" value="-121995.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2573.35938"/>
      <inkml:brushProperty name="anchorY" value="-122727.17969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4127.10938"/>
      <inkml:brushProperty name="anchorY" value="-124907.44531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7409.57813"/>
      <inkml:brushProperty name="anchorY" value="-125826.04688"/>
      <inkml:brushProperty name="scaleFactor" value="0.5"/>
    </inkml:brush>
  </inkml:definitions>
  <inkml:trace contextRef="#ctx0" brushRef="#br0">3484 1669 6837 0 0,'0'0'0'0'0,"0"0"2272"0"0,0 0-359 0 0,0 0-659 0 0,0 0-127 0 0,0 0-109 0 0,-6-18 169 0 0,-1-9-187 0 0,0-9-195 0 0,2-9-140 0 0,1-7-187 0 0,4-9-113 0 0,3-8-142 0 0,2-7-99 0 0,0-7-52 0 0,0-5-3 0 0,-2-5-78 0 0,0-3-65 0 0,-5-2-150 0 0,-5 1-72 0 0,-5 1-128 0 0,-5 4-149 0 0,-2 5-106 0 0,-1 7-280 0 0,0 8-443 0 0,4 11-103 0 0,3 9-677 0 0,5 11 156 0 0,2 11-2324 0 0,4 9 314 0 0,1 9 3965 0 0</inkml:trace>
  <inkml:trace contextRef="#ctx0" brushRef="#br1" timeOffset="431.6">4367 156 6097 0 0,'0'0'0'0'0,"0"0"1796"0"0,0 0-994 0 0,0 0-108 0 0,0 0-254 0 0,-21 17 395 0 0,-5 9 217 0 0,-3 8-112 0 0,-1 7-276 0 0,2 7-228 0 0,3 5 261 0 0,5 6-34 0 0,3 6 76 0 0,5 6 85 0 0,3 6-45 0 0,3 5-115 0 0,2 4-137 0 0,3 1-232 0 0,0 2-295 0 0,2-2 48 0 0,0-2-280 0 0,1-3-130 0 0,2-6-123 0 0,2-6-80 0 0,1-7 77 0 0,2-8-16 0 0,1-10-167 0 0,1-8-345 0 0,-1-9-126 0 0,1-9-528 0 0,-1-8-373 0 0,-1-5-919 0 0,-3-10-1521 0 0,-2-3 2407 0 0</inkml:trace>
  <inkml:trace contextRef="#ctx0" brushRef="#br2" timeOffset="1184.283">3113 238 104 0 0,'0'0'0'0'0,"0"0"2492"0"0,0 0-868 0 0,0 0 15 0 0,0 0-11 0 0,0 0-9 0 0,0 0 99 0 0,0 0-249 0 0,0 0-392 0 0,0 0-234 0 0,0 0-297 0 0,13 2 203 0 0,7-1-180 0 0,6-1-111 0 0,7-1-299 0 0,6-2-11 0 0,7-3-24 0 0,6-3-68 0 0,6-2 44 0 0,8-2-114 0 0,6-2 27 0 0,8-3-73 0 0,8 0 77 0 0,9-2 26 0 0,6 1 115 0 0,7-1 5 0 0,6 1-52 0 0,5 2 36 0 0,2 1-41 0 0,-1 3-65 0 0,-3 2 78 0 0,-4 4-60 0 0,-7 2-66 0 0,-8 5 9 0 0,-9 5-116 0 0,-7 6-143 0 0,-7 6-167 0 0,-8 6 56 0 0,-6 6 142 0 0,-7 5-47 0 0,-6 3-13 0 0,-4 2 2 0 0,-6 0 11 0 0,-4 0 126 0 0,-6-1 95 0 0,-4-2 42 0 0,-7-2 15 0 0,-6-3 127 0 0,-5-1-164 0 0,-5-2 64 0 0,-7-3 170 0 0,-6-2-114 0 0,-7-1-100 0 0,-7-2-70 0 0,-9-1-66 0 0,-9-2 76 0 0,-10 0 78 0 0,-11-2 100 0 0,-9-2-141 0 0,-9-1 57 0 0,-9-2-23 0 0,-6-3 11 0 0,-5-2 76 0 0,-3-3-101 0 0,0-2 30 0 0,-1-3-6 0 0,1-2 45 0 0,3 0-50 0 0,5-2 69 0 0,6 2 40 0 0,8 1 228 0 0,11 1-161 0 0,10 1 72 0 0,11 2-87 0 0,10 2 7 0 0,8 1-39 0 0,6 0-20 0 0,7 1-72 0 0,4-1-24 0 0,5 1-4 0 0,3-2-14 0 0,2 1-2 0 0,3 0-10 0 0,1 0-39 0 0,1 2 66 0 0,2 3 62 0 0,3 2-12 0 0,4 3 82 0 0,7 3 68 0 0,7 3-47 0 0,7 2-2 0 0,10 1 40 0 0,9 3 88 0 0,9 1 61 0 0,11 2 18 0 0,8 2-52 0 0,8 0-83 0 0,6 0-90 0 0,4 0-58 0 0,4 0 25 0 0,2 0-36 0 0,0-1-28 0 0,-3 0-49 0 0,-4 0 6 0 0,-5 0-11 0 0,-6-2 1 0 0,-6 1-57 0 0,-8-1-77 0 0,-6-3-146 0 0,-6-1-334 0 0,-6-3-338 0 0,-4-3-839 0 0,-5-4-1233 0 0,-4-4-2479 0 0,-1-3-2418 0 0,-9-3 9136 0 0</inkml:trace>
  <inkml:trace contextRef="#ctx0" brushRef="#br3" timeOffset="-1706.273">1 742 4852 0 0,'0'0'0'0'0,"0"0"677"0"0,0 0 4848 0 0,14 23-5432 0 0,12 10 1649 0 0,14 13-858 0 0,13 7-86 0 0,11 6-242 0 0,10 3-56 0 0,4 0-286 0 0,3-2-186 0 0,-1-3 4 0 0,-2-4-219 0 0,-3-5 22 0 0,-5-5-107 0 0,-7-6-82 0 0,-6-6-16 0 0,-9-5-20 0 0,-7-5-121 0 0,-10-6-299 0 0,-10-5-609 0 0,-8-3-817 0 0,-8-4-3085 0 0,-5-2 1565 0 0</inkml:trace>
  <inkml:trace contextRef="#ctx0" brushRef="#br4" timeOffset="-1510.224">110 1367 9733 0 0,'0'0'0'0'0,"0"0"1944"0"0,0 0-326 0 0,0 0-822 0 0,0 0 247 0 0,0 0 80 0 0,0 0-460 0 0,0 0-110 0 0,0 0-157 0 0,40-18-309 0 0,17-8-59 0 0,13-10-113 0 0,10-9-86 0 0,5-8-132 0 0,2-5-486 0 0,0-5-541 0 0,-1-2-1119 0 0,-5 2-2193 0 0,-2 1-1264 0 0,-18 13 4170 0 0</inkml:trace>
  <inkml:trace contextRef="#ctx0" brushRef="#br5" timeOffset="-932.169">2218 518 1616 0 0,'0'0'0'0'0,"0"0"2008"0"0,0 0-835 0 0,0 0-177 0 0,0 0-467 0 0,0 0 144 0 0,0 0 127 0 0,0 0 71 0 0,0 0 80 0 0,0 0-7 0 0,17-18 73 0 0,1 0 75 0 0,0-1 128 0 0,-3 4-85 0 0,-4 3-117 0 0,-6 5-159 0 0,-9 5-350 0 0,-11 4-138 0 0,-10 4-271 0 0,-12 5 38 0 0,-11 2-8 0 0,-10 4 32 0 0,-7 4 52 0 0,-7 4-29 0 0,-3 5 130 0 0,0 4-7 0 0,0 5 64 0 0,3 5-143 0 0,3 4-113 0 0,6 4 4 0 0,6 3-87 0 0,8 3-30 0 0,7-1-155 0 0,10 0-31 0 0,9-3-17 0 0,8-3 26 0 0,7-3 111 0 0,8-4 49 0 0,9-3 4 0 0,9-4 13 0 0,10-2 99 0 0,8-3-19 0 0,9-1 44 0 0,7-3-12 0 0,6-2 10 0 0,5-2-34 0 0,5-4-93 0 0,3-3 16 0 0,4-4-27 0 0,1-3-123 0 0,0-3-97 0 0,-1-3 48 0 0,-3-2-247 0 0,-3-5-189 0 0,-4-3-434 0 0,-6-5-462 0 0,-7-3-831 0 0,-6-4-1753 0 0,-8-3-1707 0 0,-10 2 2497 0 0</inkml:trace>
  <inkml:trace contextRef="#ctx0" brushRef="#br6" timeOffset="-695.952">1468 1147 8673 0 0,'0'0'0'0'0,"0"0"1632"0"0,0 0-131 0 0,0 0-825 0 0,0 0 405 0 0,0 0 12 0 0,0 0 66 0 0,0 0-140 0 0,41 7-246 0 0,15 0-387 0 0,15 0-142 0 0,8-1-88 0 0,3-2-35 0 0,1-3-52 0 0,-1-3-74 0 0,-2-4-95 0 0,-3-4-228 0 0,-5-4-523 0 0,-3-3-155 0 0,-5-4-674 0 0,-7-2-2461 0 0,-3-2-3308 0 0,-14 4 5037 0 0</inkml:trace>
  <inkml:trace contextRef="#ctx0" brushRef="#br7" timeOffset="9152.12">1319 1788 132 0 0,'0'0'0'0'0,"0"0"440"0"0,0 0-224 0 0,0 0-207 0 0,0 0 163 0 0,0 0-73 0 0,0 0 3 0 0,0 0 662 0 0,0 0-652 0 0,0 0 77 0 0,0 0-131 0 0,10-3 23 0 0,3 1 196 0 0,3-1 155 0 0,1 0 240 0 0,-1 0 47 0 0,-1 1 100 0 0,-3-1-133 0 0,-2 0-120 0 0,-3-1-288 0 0,-2 1-147 0 0,-2 0-40 0 0,-1 0-6 0 0,-1 0 116 0 0,-1 1-26 0 0,-1 1-73 0 0,1 0-29 0 0,-1 1-2 0 0,-1 0 8 0 0,0 0-94 0 0,0 0-61 0 0,1 0-67 0 0,0 0-45 0 0,1 0-169 0 0,0 0-75 0 0,0 0-57 0 0,0 0 49 0 0,0 1 131 0 0,0-1 99 0 0,0 1 132 0 0,0-1 70 0 0,0 1-6 0 0,0-1 150 0 0,-1 1 329 0 0,0-1 125 0 0,-2 1-148 0 0,-1 0-201 0 0,0 1-152 0 0,-1 0-12 0 0,-1 1 54 0 0,0 0 129 0 0,1 0 68 0 0,1 0-2 0 0,1-1 98 0 0,1 0-20 0 0,1-1 87 0 0,1 0 67 0 0,0-1-34 0 0,0 0-70 0 0,0 1-126 0 0,0-1-92 0 0,0 0-6 0 0,1 0 54 0 0,0 0 82 0 0,1 1 3 0 0,0-1-30 0 0,1 1-126 0 0,0 0-7 0 0,-1 2 6 0 0,0 2 32 0 0,-1 0-66 0 0,1 3-85 0 0,-1 0-20 0 0,-1 2-63 0 0,1 1 57 0 0,-2 0-73 0 0,-1 1 12 0 0,-2 0-9 0 0,-2 0-1 0 0,-1-1-56 0 0,0 0 63 0 0,-1 0-82 0 0,2-2 23 0 0,1-1 58 0 0,1 0-15 0 0,1-1 8 0 0,-1-1-3 0 0,0 0 5 0 0,0 0-2 0 0,0 0 6 0 0,0 1-2 0 0,-1-1 1 0 0,0 0 0 0 0,0 0 0 0 0,1-1 0 0 0,0-1-4 0 0,0 0-9 0 0,2-2-40 0 0,0 0 53 0 0,1-1-4 0 0,0 0 2 0 0,1-1-7 0 0,0 1 12 0 0,0 0 51 0 0,1 1-9 0 0,-1 1-50 0 0,0 0 13 0 0,0 1-8 0 0,1 0-4 0 0,0-1-4 0 0,2 1 10 0 0,2-1 43 0 0,2 1 240 0 0,2-1-9 0 0,3 1-40 0 0,3 0-83 0 0,3-1-57 0 0,3 1 17 0 0,3-2-85 0 0,0 1-24 0 0,1-2-86 0 0,0 0-24 0 0,-1 0 70 0 0,0-1 26 0 0,0 0-10 0 0,0 0-34 0 0,1 0 59 0 0,1 0-15 0 0,1-1 10 0 0,0 1-1 0 0,-1-1 6 0 0,0 0 8 0 0,-2 0-7 0 0,-1 0 2 0 0,-1 0-9 0 0,-2-1 2 0 0,-1 1-103 0 0,-2 1-18 0 0,-1-1-11 0 0,-1 0 6 0 0,-2 0-5 0 0,1 1 63 0 0,-2 0 15 0 0,1-1 55 0 0,1 1-1 0 0,0 0 51 0 0,1-1-49 0 0,-1 1 55 0 0,1-1-12 0 0,-2 1 32 0 0,-1-1-7 0 0,-2 1-10 0 0,-1-1-14 0 0,-2 1-40 0 0,-1-1-4 0 0,0 1-6 0 0,2 0-53 0 0,2 0 61 0 0,1 0-72 0 0,4 0 77 0 0,2 0-27 0 0,3 0 4 0 0,2 0 10 0 0,2 0 1 0 0,1 0-4 0 0,0 0-3 0 0,0 0 10 0 0,-1 0 1 0 0,-1 0 10 0 0,-3 0 39 0 0,-1 0-61 0 0,-3 0 30 0 0,-1 0-15 0 0,-1 0 49 0 0,1 0-70 0 0,-2 0 23 0 0,1 0-3 0 0,1 0-6 0 0,-1 0-3 0 0,0 0 5 0 0,-1 0-2 0 0,-1 0-8 0 0,-1 0-2 0 0,-2 0 4 0 0,-1 0-6 0 0,-3 0 11 0 0,-2 0 1 0 0,-1 0 5 0 0,-1 0 4 0 0,-1 0 4 0 0,-1 0-15 0 0,1 0 5 0 0,0 0-16 0 0,-1 0-42 0 0,1 0 62 0 0,1 0-26 0 0,-1 0-38 0 0,2 0 73 0 0,1 0 51 0 0,2 0-83 0 0,0 0 31 0 0,1 0-10 0 0,-1 0 0 0 0,0 0 5 0 0,-1 0 3 0 0,-2 0-10 0 0,1 0 3 0 0,-1 0 4 0 0,-1 0-2 0 0,-1 0 1 0 0,1 0 0 0 0,0 0-9 0 0,0 0-58 0 0,1 0 34 0 0,0 0 28 0 0,1 0 66 0 0,1 0-81 0 0,0 0 109 0 0,1 0 70 0 0,0-1-64 0 0,0-1 60 0 0,1-1-62 0 0,1-3-39 0 0,0-1-64 0 0,1-3-2 0 0,0-1-122 0 0,1-2-91 0 0,0-1-154 0 0,-1-2-90 0 0,-1 0-69 0 0,-3 1-153 0 0,0 0-256 0 0,-2 2-351 0 0,-1 0-460 0 0,0 2-1399 0 0,-2 1-2487 0 0,0 2 6024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9:31.2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4325.89063"/>
      <inkml:brushProperty name="anchorY" value="-137559.0625"/>
      <inkml:brushProperty name="scaleFactor" value="0.5"/>
    </inkml:brush>
  </inkml:definitions>
  <inkml:trace contextRef="#ctx0" brushRef="#br0">376 0 1564 0 0,'0'0'0'0'0,"0"0"92"0"0,0 0 6385 0 0,0 0-6529 0 0,0 0 1299 0 0,0 0-911 0 0,0 0 98 0 0,0 0 265 0 0,0 0-96 0 0,0 0-81 0 0,0 0-234 0 0,-14 5 26 0 0,0-1 46 0 0,0 0 67 0 0,2-1 21 0 0,4 0-26 0 0,3-1-60 0 0,0-2-72 0 0,-2 1-312 0 0,-3-1 66 0 0,-6 0-177 0 0,-6 0-108 0 0,-6 0-319 0 0,-9 1-657 0 0,-5 1-743 0 0,-4 0-2349 0 0,-6 0-473 0 0,8 0 3660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9:31.43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2680.53125"/>
      <inkml:brushProperty name="anchorY" value="-136319.375"/>
      <inkml:brushProperty name="scaleFactor" value="0.5"/>
    </inkml:brush>
  </inkml:definitions>
  <inkml:trace contextRef="#ctx0" brushRef="#br0">399 1 9125 0 0,'0'0'0'0'0,"0"0"3052"0"0,0 0-2142 0 0,0 0-438 0 0,0 0-267 0 0,-43 5 466 0 0,-10 2-118 0 0,-7 0-667 0 0,5-1 147 0 0,7-1-1002 0 0,10-2-51 0 0,10 0-325 0 0,9-2-374 0 0,6-1-296 0 0,3-2-87 0 0,0-1-136 0 0,-2-1-92 0 0,3-1 1352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9:31.59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1012.3125"/>
      <inkml:brushProperty name="anchorY" value="-135072.65625"/>
      <inkml:brushProperty name="scaleFactor" value="0.5"/>
    </inkml:brush>
  </inkml:definitions>
  <inkml:trace contextRef="#ctx0" brushRef="#br0">408 10 860 0 0,'0'0'0'0'0,"0"0"6041"0"0,0 0-4957 0 0,0 0 77 0 0,0 0 327 0 0,0 0-895 0 0,0 0 180 0 0,-43 4-373 0 0,-8 0-386 0 0,-5 0 47 0 0,2-1-680 0 0,7-2-61 0 0,7-1-261 0 0,8-3-437 0 0,4-1-449 0 0,5-1-359 0 0,4-2-743 0 0,4 1 1156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9:31.77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9334.04688"/>
      <inkml:brushProperty name="anchorY" value="-133793.15625"/>
      <inkml:brushProperty name="scaleFactor" value="0.5"/>
    </inkml:brush>
  </inkml:definitions>
  <inkml:trace contextRef="#ctx0" brushRef="#br0">734 81 1316 0 0,'0'0'0'0'0,"0"0"744"0"0,0 0 990 0 0,0 0 459 0 0,0 0-426 0 0,0 0 3 0 0,0 0-315 0 0,-50-8-124 0 0,-15-2-972 0 0,-12-2-297 0 0,-4 0-12 0 0,0 1-116 0 0,6 2-95 0 0,7 2 80 0 0,10 2-59 0 0,11 1-17 0 0,10 3-185 0 0,10 0-310 0 0,8 1-275 0 0,5 0-259 0 0,4 0-793 0 0,-3 1-2233 0 0,2-1 1461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0:07.63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6784.10938"/>
      <inkml:brushProperty name="anchorY" value="-133865.5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8577.60938"/>
      <inkml:brushProperty name="anchorY" value="-134412.8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0232.84375"/>
      <inkml:brushProperty name="anchorY" value="-135649.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8757.95313"/>
      <inkml:brushProperty name="anchorY" value="-135099.78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7244.46875"/>
      <inkml:brushProperty name="anchorY" value="-134706.28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8918.125"/>
      <inkml:brushProperty name="anchorY" value="-137126.59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0920.42188"/>
      <inkml:brushProperty name="anchorY" value="-138386.375"/>
      <inkml:brushProperty name="scaleFactor" value="0.5"/>
    </inkml:brush>
  </inkml:definitions>
  <inkml:trace contextRef="#ctx0" brushRef="#br0">1 836 4364 0 0,'0'0'0'0'0,"0"0"1681"0"0,0 0-1261 0 0,0 0 3020 0 0,0 0-3049 0 0,0 0 753 0 0,0 0-436 0 0,0 0-138 0 0,0 0-193 0 0,0 0-247 0 0,25-16-113 0 0,5-6 20 0 0,1-3 34 0 0,-1-2 45 0 0,-5 0 169 0 0,-6 3-164 0 0,-4 1 149 0 0,-6 2 32 0 0,-3 1-9 0 0,-3 0-91 0 0,-3-1-196 0 0,0-2 22 0 0,-3-3-126 0 0,-4-5 113 0 0,-2-3-156 0 0,-2-5 87 0 0,-1-3 61 0 0,0-2-15 0 0,1 1 151 0 0,2 2 246 0 0,3 5-108 0 0,4 6 35 0 0,5 8 106 0 0,5 7-5 0 0,6 5-189 0 0,5 6-113 0 0,5 1-104 0 0,5 2 6 0 0,2 0-72 0 0,3 0-60 0 0,1-1 60 0 0,-1-1 61 0 0,0 0-18 0 0,-2-1-2 0 0,-3-1-113 0 0,-2 1 46 0 0,-4 0-227 0 0,-6 0-191 0 0,-4 2-339 0 0,-5 1-390 0 0,-4 0-874 0 0,-2 1-933 0 0,-5 1-2480 0 0,-2 0 2770 0 0</inkml:trace>
  <inkml:trace contextRef="#ctx0" brushRef="#br1" timeOffset="203.765">5 424 6901 0 0,'0'0'0'0'0,"0"0"2308"0"0,0 0-943 0 0,0 0-145 0 0,0 0-605 0 0,0 0 67 0 0,0 0-361 0 0,0 0-190 0 0,0 0-203 0 0,40-1 58 0 0,8-1-177 0 0,5-2-56 0 0,0-1-252 0 0,-5 0-640 0 0,-4 0-584 0 0,-6 0-2640 0 0,-3 2-809 0 0,-9 0 5885 0 0</inkml:trace>
  <inkml:trace contextRef="#ctx0" brushRef="#br2" timeOffset="675.928">1008 153 1772 0 0,'0'0'0'0'0,"0"0"3985"0"0,0 0-2479 0 0,0 0 339 0 0,0 0-556 0 0,0 0-30 0 0,0 0-301 0 0,0 0-220 0 0,0 0-195 0 0,0 0-113 0 0,0 0-78 0 0,0 0-61 0 0,-12 5-64 0 0,-3 3-138 0 0,-6 2 224 0 0,-3 1-207 0 0,-4 4 120 0 0,-3 3 120 0 0,-3 4-189 0 0,-1 5 18 0 0,-2 4-50 0 0,2 6-51 0 0,2 6-70 0 0,5 3 6 0 0,4 4-92 0 0,8 1-95 0 0,5 1-39 0 0,8-2-126 0 0,7-3-345 0 0,7-4-5 0 0,8-4-181 0 0,5-5-314 0 0,5-6-279 0 0,2-5-1011 0 0,4-5-2697 0 0,-5-6 1900 0 0</inkml:trace>
  <inkml:trace contextRef="#ctx0" brushRef="#br3" timeOffset="1457.255">1682 129 744 0 0,'0'0'0'0'0,"0"0"1552"0"0,0 0-700 0 0,0 0 186 0 0,0 0-68 0 0,0 0 201 0 0,0 0-165 0 0,0 0-162 0 0,0 0-22 0 0,0 0 7 0 0,0 0 59 0 0,1-9 126 0 0,1 0-68 0 0,0 0-43 0 0,-1 0-143 0 0,0 3-54 0 0,-1 1-44 0 0,-2 2 43 0 0,-2 2-71 0 0,-3 0-184 0 0,-2 1-149 0 0,-4 1-94 0 0,-4-1-91 0 0,-5 1-121 0 0,-5 0 140 0 0,-4 0 61 0 0,-4-1-189 0 0,-2 1 10 0 0,0-1-135 0 0,1 1-66 0 0,1-1-74 0 0,4 0-60 0 0,4 1-53 0 0,4 2-11 0 0,4 1-73 0 0,4 2 138 0 0,2 1-7 0 0,3 1-185 0 0,2 2-108 0 0,2-1 35 0 0,1 1 28 0 0,2-2 89 0 0,1-1-69 0 0,0-2-120 0 0,2-1-86 0 0,0-2 218 0 0,1-1 345 0 0,2 0 152 0 0,1 1 93 0 0,2 2-37 0 0,1 4-24 0 0,3 3 87 0 0,-1 5-24 0 0,-1 5 168 0 0,-2 4-162 0 0,-1 4 132 0 0,-3 3 8 0 0,0 2 86 0 0,-4 1 205 0 0,-2 1-186 0 0,-2-2 66 0 0,-1-2-163 0 0,1-3-20 0 0,0-4-111 0 0,1-4-94 0 0,2-4 27 0 0,1-5-29 0 0,0-4 4 0 0,2-3-89 0 0,0-3-64 0 0,0-2 115 0 0,0-2-42 0 0,2-3 62 0 0,3-2 14 0 0,4-3 65 0 0,6-2-72 0 0,7-1 180 0 0,6-1-215 0 0,6 1-6 0 0,6 3 63 0 0,4 2-95 0 0,3 4-121 0 0,1 3 183 0 0,2 5-196 0 0,0 4 265 0 0,-4 3 147 0 0,-2 3 115 0 0,-5 3 138 0 0,-7 2 34 0 0,-4 3 179 0 0,-7 3 131 0 0,-7 3-48 0 0,-6 1-216 0 0,-7 3-152 0 0,-7 1-70 0 0,-6 2-340 0 0,-8 0 49 0 0,-5-1-220 0 0,-5-2-117 0 0,-4-2-151 0 0,-5-5-203 0 0,-6-3-431 0 0,-4-5-854 0 0,-3-4-1321 0 0,-8-5-2678 0 0,10-4 2700 0 0</inkml:trace>
  <inkml:trace contextRef="#ctx0" brushRef="#br4" timeOffset="25628.836">2113 0 1632 0 0,'0'0'0'0'0,"0"0"1184"0"0,0 0-102 0 0,0 0-308 0 0,0 0-342 0 0,0 0 7 0 0,0 0-265 0 0,0 0 175 0 0,0 0 358 0 0,0 0 774 0 0,0 0-797 0 0,0 1 38 0 0,0 0-120 0 0,0 0 40 0 0,0 1-15 0 0,2-1-30 0 0,0 0-81 0 0,1 0 35 0 0,0-1-17 0 0,0 1-44 0 0,0 0-142 0 0,0-1-32 0 0,-1 0-76 0 0,0 0-50 0 0,1 1 11 0 0,0-1-47 0 0,-1 0-12 0 0,0 0-45 0 0,1 0 9 0 0,-1 0-20 0 0,1 0-24 0 0,-2-1-8 0 0,1 1 14 0 0,-1 0-24 0 0,0 0-31 0 0,0 0 4 0 0,1 0 38 0 0,-1 1 5 0 0,0 0 86 0 0,1-1-50 0 0,1 1-50 0 0,2 0-36 0 0,-1 1 6 0 0,0-1 52 0 0,0 1-12 0 0,-1 0 8 0 0,0-1 9 0 0,1 1 16 0 0,-1 0-3 0 0,0 0-45 0 0,2 0-42 0 0,-1 0-1 0 0,1 1-112 0 0,0-1-101 0 0,1 0 199 0 0,0 0-144 0 0,1 1 75 0 0,1-1 97 0 0,2 2-24 0 0,2 2 67 0 0,4 1-66 0 0,2 1 79 0 0,2 2-76 0 0,-1 2 14 0 0,2 0 5 0 0,1 1 42 0 0,-1 1-58 0 0,-1 0 24 0 0,-1 0-17 0 0,-1-1-1 0 0,-2 0 0 0 0,-1 0-1 0 0,-2-2 14 0 0,-1 0-9 0 0,-1 0-1 0 0,0 1-4 0 0,-2 0-13 0 0,0 3-86 0 0,1 0-4 0 0,-1 3-38 0 0,0 1 24 0 0,0 2-24 0 0,-1 0-16 0 0,0 1 112 0 0,-2-1 40 0 0,0-2 55 0 0,-1-1-53 0 0,-2-1 21 0 0,1-2-20 0 0,-1 0-5 0 0,0 0-46 0 0,0 0 53 0 0,1 2-92 0 0,0 1-2 0 0,0 2 12 0 0,1 2-8 0 0,-1 1 2 0 0,0 0 14 0 0,0 0-46 0 0,-1 1 24 0 0,-1-2 107 0 0,1-1-27 0 0,-2 0 15 0 0,0-3 1 0 0,0 0-4 0 0,-1-2 0 0 0,0 1 0 0 0,0-1 0 0 0,0 3-4 0 0,-2 1-93 0 0,0 2 40 0 0,-3 2 16 0 0,-1 2-12 0 0,-1 0 61 0 0,-1 0-20 0 0,1-1 18 0 0,-1-2 1 0 0,2-2 84 0 0,1-4-23 0 0,0-3 26 0 0,1-4-36 0 0,1-3 43 0 0,0-3-42 0 0,0-1-61 0 0,-1-1-166 0 0,-2 0-200 0 0,-3 1-121 0 0,-4 0-510 0 0,-3 2 415 0 0,-1-1-23 0 0,0 0-192 0 0,0 0-308 0 0,3-1-161 0 0,2-1-340 0 0,2 1-349 0 0,2-2-240 0 0,2 0-1113 0 0,32-8 3869 0 0,2 0-1048 0 0</inkml:trace>
  <inkml:trace contextRef="#ctx0" brushRef="#br5" timeOffset="26670.011">3153 548 2812 0 0,'0'0'0'0'0,"0"0"2320"0"0,0 0-989 0 0,0 0 987 0 0,0 0-664 0 0,0 0 29 0 0,0 0-522 0 0,0 0-145 0 0,0 0-170 0 0,0 0-106 0 0,0 0-169 0 0,0 0-147 0 0,15-4-49 0 0,4 0-107 0 0,2 0-51 0 0,3 0-70 0 0,0 1-58 0 0,4 1-80 0 0,6 0 58 0 0,7 2 222 0 0,6 0-368 0 0,7 1 67 0 0,4 1-75 0 0,2 0-50 0 0,-3 1-136 0 0,-3 0-125 0 0,-5 0-50 0 0,-6-1-90 0 0,-7 0-23 0 0,-8-1-221 0 0,-7 0-181 0 0,-6-1-182 0 0,-6 0-322 0 0,-5-1-528 0 0,-2 0-1243 0 0,-7-2-2715 0 0,0 0 6529 0 0</inkml:trace>
  <inkml:trace contextRef="#ctx0" brushRef="#br6" timeOffset="26895.827">3177 246 1812 0 0,'0'0'0'0'0,"0"0"4945"0"0,0 0-3847 0 0,0 0 615 0 0,0 0-585 0 0,0 0 126 0 0,0 0-174 0 0,0 0-257 0 0,41-11 143 0 0,16-3 123 0 0,16-3-734 0 0,9-1-19 0 0,3 1-347 0 0,-2 2-177 0 0,-5 4-189 0 0,-7 3-276 0 0,-10 4-312 0 0,-9 3-1353 0 0,-8 6-4465 0 0,-13 1 1530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0:38.43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2947.98438"/>
      <inkml:brushProperty name="anchorY" value="-139551.6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1234.46875"/>
      <inkml:brushProperty name="anchorY" value="-139016.40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3042.59375"/>
      <inkml:brushProperty name="anchorY" value="-140142.35938"/>
      <inkml:brushProperty name="scaleFactor" value="0.5"/>
    </inkml:brush>
  </inkml:definitions>
  <inkml:trace contextRef="#ctx0" brushRef="#br0">486 48 1068 0 0,'0'0'0'0'0,"0"0"5857"0"0,0 0-5377 0 0,0 0 1620 0 0,0 0-1333 0 0,0 0 157 0 0,0 0-117 0 0,0 0-339 0 0,0 0-204 0 0,0 0-101 0 0,0 0-18 0 0,0 0 135 0 0,0-1 71 0 0,0 0 105 0 0,0-1 58 0 0,0 1-65 0 0,0-1-5 0 0,0 1-14 0 0,0 0-28 0 0,-1 0-129 0 0,-1 0-157 0 0,-5 1-109 0 0,-2-1 9 0 0,-3 1-89 0 0,-5 0-37 0 0,-3 0-97 0 0,-3-1 35 0 0,-4-1-8 0 0,-2-1 50 0 0,-1 0-102 0 0,-2-2 42 0 0,0-1 31 0 0,1 1 21 0 0,4 1 35 0 0,3 1 105 0 0,5 0-147 0 0,4 2-85 0 0,3 2-142 0 0,2 1 102 0 0,2 3 119 0 0,0 3 80 0 0,1 3 51 0 0,0 3 13 0 0,0 3 15 0 0,0 1 110 0 0,0 1-25 0 0,1 2-112 0 0,-1-1 37 0 0,0 1-8 0 0,-1-1-13 0 0,0-1 4 0 0,1-2 97 0 0,2-2-65 0 0,1-3-36 0 0,2-2-91 0 0,1-4-12 0 0,1-2 74 0 0,0-2 28 0 0,0-1 10 0 0,0-1 51 0 0,1 0-63 0 0,-1-1 26 0 0,0 1-9 0 0,0 0-13 0 0,0-1 0 0 0,0 1-72 0 0,1-2 20 0 0,2 0 4 0 0,5 0 57 0 0,3 1 194 0 0,6-1-97 0 0,5 2-46 0 0,8 2 32 0 0,5 2-76 0 0,6 2-10 0 0,4 2-4 0 0,4 1-50 0 0,2 2 54 0 0,2 0-111 0 0,0 2 135 0 0,0 1-43 0 0,1 1 15 0 0,-1 3 75 0 0,-3 1-36 0 0,-2 2-45 0 0,-4 1-32 0 0,-7 2 51 0 0,-7 1 130 0 0,-6 0 47 0 0,-8 0 31 0 0,-6 1-26 0 0,-8 1 55 0 0,-9 0-20 0 0,-10 0 25 0 0,-9-1-20 0 0,-9 0 21 0 0,-8-3-80 0 0,-7-1-5 0 0,-6-3-22 0 0,-2-3-68 0 0,-3-2-86 0 0,0-3-50 0 0,1-2-131 0 0,0-4-73 0 0,3-1-229 0 0,5-2-118 0 0,4-2-280 0 0,9-2-234 0 0,8-2-667 0 0,10-1-1049 0 0,9-2-2747 0 0,6 0 2889 0 0</inkml:trace>
  <inkml:trace contextRef="#ctx0" brushRef="#br1" timeOffset="448.606">1111 359 1696 0 0,'0'0'0'0'0,"0"0"820"0"0,0 0-667 0 0,0 0 5007 0 0,0 0-4487 0 0,0 0 1149 0 0,0 0-443 0 0,0 0-254 0 0,0 0 25 0 0,0 0-237 0 0,0 0-176 0 0,10-2-272 0 0,4-1-173 0 0,4-1 44 0 0,5 0-39 0 0,3-1 73 0 0,7-1-296 0 0,3 0-55 0 0,5-2-115 0 0,1 0 45 0 0,-1 0-44 0 0,-1-1-74 0 0,-4 1-129 0 0,-2 0-258 0 0,-4-1 141 0 0,-3 0-298 0 0,-3 0-486 0 0,-3-1-914 0 0,-4 0-599 0 0,-3 0-2291 0 0,-3 2 1005 0 0</inkml:trace>
  <inkml:trace contextRef="#ctx0" brushRef="#br2" timeOffset="707.429">1308 141 1488 0 0,'0'0'0'0'0,"0"0"976"0"0,0 0 6674 0 0,0 0-7759 0 0,0 0 2060 0 0,0 0-902 0 0,0 0-73 0 0,0 0-193 0 0,0 0-331 0 0,0 0-157 0 0,2 17-27 0 0,0 7-12 0 0,3 7-14 0 0,-2 4-123 0 0,2 4-21 0 0,-1 2-96 0 0,0 2 127 0 0,-2 0 16 0 0,-1-1-6 0 0,0-2-32 0 0,-1-2-50 0 0,0-4-58 0 0,0-2-153 0 0,0-3 0 0 0,-2-2-162 0 0,1-4-233 0 0,-3-3-248 0 0,1-4-250 0 0,0-3-300 0 0,1-5-551 0 0,1-3-557 0 0,2-3-741 0 0,3-4-872 0 0,0-2 3445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0:52.14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6626.45313"/>
      <inkml:brushProperty name="anchorY" value="-144172.95313"/>
      <inkml:brushProperty name="scaleFactor" value="0.5"/>
    </inkml:brush>
  </inkml:definitions>
  <inkml:trace contextRef="#ctx0" brushRef="#br0">335 65 1228 0 0,'0'0'0'0'0,"0"0"2044"0"0,0 0-331 0 0,0 0-181 0 0,0 0-108 0 0,0 0-154 0 0,0 0-107 0 0,0 0-147 0 0,0 0-57 0 0,0 0-269 0 0,0 0-309 0 0,0 0 8 0 0,-5-4 5 0 0,-3-1-20 0 0,-2-1-157 0 0,-3 0-56 0 0,-3-1-55 0 0,-2 1-12 0 0,-2 0 43 0 0,-3 0-76 0 0,1 0 51 0 0,-2 1-30 0 0,3 2-6 0 0,2 0-77 0 0,3 2 170 0 0,3 2-92 0 0,3 3 9 0 0,3 2-64 0 0,3 4 53 0 0,1 4-44 0 0,6 3-25 0 0,5 4-2 0 0,7 2-3 0 0,7 3-117 0 0,9 2 60 0 0,6 0-10 0 0,6 1-42 0 0,5 1 42 0 0,3 1 5 0 0,0 0 68 0 0,1 1-17 0 0,-1 2 183 0 0,-4 0-31 0 0,-3 1 5 0 0,-5 0-39 0 0,-3 0-13 0 0,-5 1-32 0 0,-3 0 1 0 0,-5 0 1 0 0,-5-1 41 0 0,-5 0-120 0 0,-4-1 159 0 0,-4-1-92 0 0,-3-1 38 0 0,-4-3-88 0 0,-5-1 20 0 0,-6-3 60 0 0,-4-2 44 0 0,-6-4-46 0 0,-5-3-82 0 0,-3-4 131 0 0,-5-3-162 0 0,-1-4-7 0 0,-1-1-29 0 0,2-3 79 0 0,3-2-22 0 0,3-1-106 0 0,7-2-50 0 0,4-2 2 0 0,5-2 8 0 0,3-2 4 0 0,5-3 163 0 0,2-5-106 0 0,3-4-16 0 0,1-7 18 0 0,5-5 100 0 0,6-6-20 0 0,5-6 101 0 0,5-5 65 0 0,3-3-54 0 0,0-2-42 0 0,-1-1-56 0 0,-5 1-46 0 0,-6 1 48 0 0,-4 3-170 0 0,-9 2 110 0 0,-10 4-71 0 0,-11 5-25 0 0,-11 3 83 0 0,-9 6 75 0 0,-6 6 131 0 0,-3 7 13 0 0,0 6-153 0 0,1 7 24 0 0,4 7-1335 0 0,4 8 1693 0 0,3 6-566 0 0,4 7-618 0 0,6 6-1431 0 0,4 3-2852 0 0,8-5-2236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0:39.98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4333.90625"/>
      <inkml:brushProperty name="anchorY" value="-142008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2981.96875"/>
      <inkml:brushProperty name="anchorY" value="-141701.5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4806.375"/>
      <inkml:brushProperty name="anchorY" value="-142905.53125"/>
      <inkml:brushProperty name="scaleFactor" value="0.5"/>
    </inkml:brush>
  </inkml:definitions>
  <inkml:trace contextRef="#ctx0" brushRef="#br0">83 19 1604 0 0,'0'0'0'0'0,"0"0"756"0"0,0 0 4723 0 0,0 0-4761 0 0,0 0 1011 0 0,0 0-507 0 0,0 0-131 0 0,0 0 172 0 0,0 0-232 0 0,0 0-277 0 0,0 0-185 0 0,0 0-176 0 0,1 0-50 0 0,1-1-93 0 0,-1 0-38 0 0,1 1-34 0 0,-1-1 13 0 0,-1 1 38 0 0,1 0 17 0 0,-2 0-49 0 0,0 1 22 0 0,-1 0-96 0 0,-1 0-63 0 0,1 0-57 0 0,1 0-63 0 0,-1 0-9 0 0,2 0 70 0 0,-1-1-65 0 0,1 0 78 0 0,0 0-22 0 0,0 0 12 0 0,0-1 65 0 0,0 0 28 0 0,1-1-106 0 0,0-1 148 0 0,1 0-99 0 0,1 1-43 0 0,2-1 214 0 0,4 1 31 0 0,2 0-168 0 0,5 0-60 0 0,5 1 128 0 0,7 0-176 0 0,5 1-46 0 0,4 2-65 0 0,3 2-104 0 0,-1 3 49 0 0,-2 2 88 0 0,-2 2 102 0 0,-5 1-81 0 0,-4 1-16 0 0,-6 2-12 0 0,-3 0 40 0 0,-5 1 17 0 0,-3 2-21 0 0,-5 0-74 0 0,-1 0-35 0 0,-5 1 74 0 0,-4 1 28 0 0,-4-1 82 0 0,-4 0-2 0 0,-4 0 22 0 0,-4 0 100 0 0,-3-1-54 0 0,-3-1 45 0 0,-2 0-6 0 0,0-1-58 0 0,2-1-29 0 0,2-2 0 0 0,4-2-10 0 0,5-3-9 0 0,5-2-58 0 0,5-2 11 0 0,4-2 11 0 0,1-1 51 0 0,2-1-10 0 0,1-1 12 0 0,1-1 135 0 0,3-1 32 0 0,5-2-99 0 0,5-2 150 0 0,8-2-56 0 0,6 0-46 0 0,7-1-136 0 0,5 2 34 0 0,3 2-22 0 0,3 3 70 0 0,1 4-90 0 0,-1 6 30 0 0,0 6 18 0 0,-2 5 150 0 0,-6 4-171 0 0,-3 5 18 0 0,-8 2 81 0 0,-5 2-21 0 0,-7 0 42 0 0,-5 1-40 0 0,-5-2 18 0 0,-3 0 18 0 0,-3-3 13 0 0,-3 0 11 0 0,-4-1-34 0 0,-6-1 3 0 0,-4-1-22 0 0,-9 2 38 0 0,-7 0-4 0 0,-9 0 50 0 0,-10 0-13 0 0,-9 1-194 0 0,-9-3-3 0 0,-6 0-347 0 0,-4-4-216 0 0,-1-4-448 0 0,4-3-734 0 0,7-5-2712 0 0,8-2-4010 0 0,16-4 4809 0 0</inkml:trace>
  <inkml:trace contextRef="#ctx0" brushRef="#br1" timeOffset="10729.581">1276 800 2704 0 0,'0'0'0'0'0,"0"0"2084"0"0,0 0-1820 0 0,0 0 665 0 0,0 0-815 0 0,0 0 200 0 0,0 0 1948 0 0,0 0-1057 0 0,0 0 199 0 0,0 0 123 0 0,23 0-423 0 0,5 0-404 0 0,6 0-219 0 0,0 0-26 0 0,-4 0-65 0 0,-3 0-63 0 0,-3 0-139 0 0,-6 0-13 0 0,-3 0-190 0 0,-4 0 115 0 0,0 0 10 0 0,-2-1-20 0 0,2 0 184 0 0,0-1-209 0 0,3-1-52 0 0,-1 1 3 0 0,0 0-19 0 0,0 0-10 0 0,-1 0-53 0 0,1 0 70 0 0,3 0-113 0 0,1-1 6 0 0,2 0-313 0 0,2-2 23 0 0,1 0 34 0 0,0-1-189 0 0,-1 1-579 0 0,-3-1-15 0 0,-4 1-490 0 0,-3 1-825 0 0,-5 1-2249 0 0,-3 1 485 0 0</inkml:trace>
  <inkml:trace contextRef="#ctx0" brushRef="#br2" timeOffset="11216.383">1086 352 5757 0 0,'0'0'0'0'0,"0"0"2148"0"0,0 0-663 0 0,0 0-281 0 0,0 0 184 0 0,0 0 134 0 0,0 0-473 0 0,0 0-209 0 0,0 0-329 0 0,0 0-128 0 0,41-1-154 0 0,7 0 3 0 0,7 0 28 0 0,-3 0-33 0 0,-3 0-2 0 0,-5 1-130 0 0,-6 0-95 0 0,-3 1-47 0 0,-3 0-209 0 0,-3 0-268 0 0,-2 0-331 0 0,-1-1-521 0 0,-3 1-1335 0 0,-3-1-2690 0 0,-2-1-1256 0 0,-5 0 8065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49:18.58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0626.25"/>
      <inkml:brushProperty name="anchorY" value="-134073.70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2333.48438"/>
      <inkml:brushProperty name="anchorY" value="-135631.78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5742.21875"/>
      <inkml:brushProperty name="anchorY" value="-138393.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3903.34375"/>
      <inkml:brushProperty name="anchorY" value="-133741.96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2474.85938"/>
      <inkml:brushProperty name="anchorY" value="-134844.57813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4263.79688"/>
      <inkml:brushProperty name="anchorY" value="-136436.79688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7330.4375"/>
      <inkml:brushProperty name="anchorY" value="-132443.81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8626.65625"/>
      <inkml:brushProperty name="anchorY" value="-133864.79688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7307.09375"/>
      <inkml:brushProperty name="anchorY" value="-132536.218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8577.09375"/>
      <inkml:brushProperty name="anchorY" value="-133806.218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7125.46875"/>
      <inkml:brushProperty name="anchorY" value="-132977.60938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5144.75"/>
      <inkml:brushProperty name="anchorY" value="-132578.31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6684"/>
      <inkml:brushProperty name="anchorY" value="-137297.70313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8054.10938"/>
      <inkml:brushProperty name="anchorY" value="-138605.51563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6651.01563"/>
      <inkml:brushProperty name="anchorY" value="-144378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5209.34375"/>
      <inkml:brushProperty name="anchorY" value="-143455.593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6966.5"/>
      <inkml:brushProperty name="anchorY" value="-144867.1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8676.26563"/>
      <inkml:brushProperty name="anchorY" value="-145348.89063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0380.32813"/>
      <inkml:brushProperty name="anchorY" value="-146548.98438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8976.35938"/>
      <inkml:brushProperty name="anchorY" value="-145837.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0747.76563"/>
      <inkml:brushProperty name="anchorY" value="-147430.01563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2760.95313"/>
      <inkml:brushProperty name="anchorY" value="-148337.01563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1373.3125"/>
      <inkml:brushProperty name="anchorY" value="-147751.0312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2718.65625"/>
      <inkml:brushProperty name="anchorY" value="-148985.45313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4018.5"/>
      <inkml:brushProperty name="anchorY" value="-150240.98438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5369.45313"/>
      <inkml:brushProperty name="anchorY" value="-151510.98438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6686.85938"/>
      <inkml:brushProperty name="anchorY" value="-152775.42188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8240.95313"/>
      <inkml:brushProperty name="anchorY" value="-153988.17188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592.09375"/>
      <inkml:brushProperty name="anchorY" value="-155281.20313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1064.09375"/>
      <inkml:brushProperty name="anchorY" value="-156522.562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579.875"/>
      <inkml:brushProperty name="anchorY" value="-155410.562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850.67188"/>
      <inkml:brushProperty name="anchorY" value="-156687.5312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554.42188"/>
      <inkml:brushProperty name="anchorY" value="-155465.6875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8266.25"/>
      <inkml:brushProperty name="anchorY" value="-154272.8437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540.32813"/>
      <inkml:brushProperty name="anchorY" value="-155670.48438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845.57813"/>
      <inkml:brushProperty name="anchorY" value="-156987.937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565.76563"/>
      <inkml:brushProperty name="anchorY" value="-155931.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8287.35938"/>
      <inkml:brushProperty name="anchorY" value="-154773.17188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562.26563"/>
      <inkml:brushProperty name="anchorY" value="-156078.67188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851.70313"/>
      <inkml:brushProperty name="anchorY" value="-157490.23438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2121.70313"/>
      <inkml:brushProperty name="anchorY" value="-158760.23438"/>
      <inkml:brushProperty name="scaleFactor" value="0.5"/>
    </inkml:brush>
  </inkml:definitions>
  <inkml:trace contextRef="#ctx0" brushRef="#br0">18086 8892 940 0 0,'0'0'0'0'0,"0"0"4136"0"0,0 0-4139 0 0,0 0 2970 0 0,0 0-1475 0 0,0 0-204 0 0,0 0-526 0 0,18 19-6 0 0,6 5-107 0 0,6 3-245 0 0,4-1-96 0 0,3-1-232 0 0,0-3 14 0 0,0-1-96 0 0,0-3 16 0 0,-2 0-10 0 0,-2-2-4 0 0,-3-1 0 0 0,-5-1 5 0 0,-4-2-90 0 0,-3-3-68 0 0,-6-1-84 0 0,-3-2-255 0 0,-5-2-568 0 0,-2-2-1006 0 0,-1-1-2133 0 0,-4 0-892 0 0,-1-1 5412 0 0</inkml:trace>
  <inkml:trace contextRef="#ctx0" brushRef="#br1" timeOffset="273.52">17901 9348 784 0 0,'0'0'0'0'0,"0"0"2932"0"0,0 0-1185 0 0,0 0-226 0 0,0 0-512 0 0,0 0-241 0 0,0 0-124 0 0,0 0 57 0 0,0 0-201 0 0,0 0-164 0 0,0 0-106 0 0,17-12 282 0 0,6-6-388 0 0,8-6 154 0 0,5-6 154 0 0,6-4 143 0 0,4-3 43 0 0,4-2-6 0 0,4-2-93 0 0,2 1-140 0 0,-3 2-373 0 0,-2 4 46 0 0,-6 4-428 0 0,-6 5-327 0 0,-6 5-128 0 0,-7 4-579 0 0,-5 5-1105 0 0,-4 3-1913 0 0,-5 3-565 0 0,-4 2 5802 0 0</inkml:trace>
  <inkml:trace contextRef="#ctx0" brushRef="#br2" timeOffset="11330.308">3371 9017 1540 0 0,'0'0'0'0'0,"0"0"180"0"0,0 0-56 0 0,0 0 5416 0 0,0 0-5042 0 0,0 0 719 0 0,0 0-50 0 0,0 0-439 0 0,0 0-492 0 0,0 0 476 0 0,-24 20-335 0 0,-6 5-159 0 0,-2 5-211 0 0,2 1 33 0 0,5 0-35 0 0,7 1 4 0 0,7-1-11 0 0,6 1-6 0 0,8 1-139 0 0,8 0 67 0 0,6 0-56 0 0,5-1 73 0 0,4-2 15 0 0,4-3 50 0 0,3-3 66 0 0,2-4 92 0 0,3-2 98 0 0,2-4-65 0 0,2-3 361 0 0,2-2-195 0 0,-1-3 219 0 0,-1-1-199 0 0,-2-2-149 0 0,-2-1-109 0 0,-4-1-44 0 0,-3-2 65 0 0,-4-1 47 0 0,-1-4-231 0 0,0-4-183 0 0,0-4-187 0 0,2-5-270 0 0,-1-6 584 0 0,-2-5 58 0 0,-4-5 373 0 0,-5-4-70 0 0,-5-3-31 0 0,-5-4-116 0 0,-6 0 61 0 0,-8 0-44 0 0,-8 1 51 0 0,-7 2-14 0 0,-5 3 48 0 0,-4 5-54 0 0,-4 4 46 0 0,1 5-65 0 0,-1 6 56 0 0,1 5 66 0 0,1 5 27 0 0,-1 5-117 0 0,-1 4-49 0 0,-4 4-122 0 0,-3 5 15 0 0,-4 4-25 0 0,-2 6 2 0 0,-1 7-273 0 0,3 7 106 0 0,3 6-295 0 0,6 7 52 0 0,8 7-155 0 0,8 6-396 0 0,9 4-498 0 0,5 0-1434 0 0,9 4-3103 0 0,4-13 2023 0 0</inkml:trace>
  <inkml:trace contextRef="#ctx0" brushRef="#br3" timeOffset="-1858.591">1 8027 1108 0 0,'0'0'0'0'0,"0"0"404"0"0,0 0-331 0 0,0 0-41 0 0,0 0 168 0 0,0 0 295 0 0,0 0 304 0 0,0 0-683 0 0,0 0 23 0 0,0 0-47 0 0,0 0 282 0 0,0 0 195 0 0,0 0 56 0 0,0 0-47 0 0,0 0 59 0 0,0-1 193 0 0,0 1-84 0 0,0-1 66 0 0,0-1 2 0 0,0 1-47 0 0,0-1-119 0 0,0 0-109 0 0,0 0-86 0 0,0 0-60 0 0,0 0-107 0 0,0 1-62 0 0,0-1-57 0 0,0 1 11 0 0,0 0 31 0 0,0 1-11 0 0,0-1 34 0 0,0 0 20 0 0,1 0 1 0 0,1-1-44 0 0,-1 1-33 0 0,2 0-50 0 0,-1 0-36 0 0,0 0-42 0 0,1-1 72 0 0,0 1 26 0 0,0 0 27 0 0,2 0 45 0 0,1 0 19 0 0,1 0 37 0 0,1 0 49 0 0,2-1-49 0 0,0 1-27 0 0,2-1-34 0 0,2 1-70 0 0,0-1-40 0 0,1 0 5 0 0,2 0-41 0 0,0 0 0 0 0,2-1-76 0 0,0 1 20 0 0,-1-1 3 0 0,1 1 84 0 0,-1-1-111 0 0,-1 1 126 0 0,0-1-131 0 0,-1 1 44 0 0,-1 0 56 0 0,-1 1-16 0 0,-2-1 5 0 0,0 1 6 0 0,0 0-20 0 0,0 0-50 0 0,0-1 87 0 0,0 2-112 0 0,0-1 43 0 0,1 1 74 0 0,1-1 0 0 0,2 1-32 0 0,1 0 10 0 0,0 0-70 0 0,2 0 0 0 0,1 0 5 0 0,0 0-1 0 0,-1 0-9 0 0,1 0 4 0 0,0 0 2 0 0,-1-1 0 0 0,-1 0 0 0 0,-1 0 0 0 0,-1-1 60 0 0,-2 0 16 0 0,-1 0-5 0 0,-2 1-18 0 0,1 0 44 0 0,0 0-38 0 0,0-1 22 0 0,0 1 26 0 0,1 0 91 0 0,1 0-66 0 0,0 0-49 0 0,2-1-40 0 0,2 1-47 0 0,1 0 3 0 0,1-1-6 0 0,2 1-1 0 0,-1 0 0 0 0,1 0 4 0 0,-1 0 9 0 0,1 1 58 0 0,0-1-34 0 0,-2 0-28 0 0,1 1 79 0 0,-2-1-49 0 0,-1 0 11 0 0,0 1-1 0 0,0 0-1 0 0,-1 0 5 0 0,0 0-53 0 0,1 0 15 0 0,3 0-2 0 0,0-1-11 0 0,3 1-2 0 0,2-1-4 0 0,1 1-8 0 0,2-1 10 0 0,1 1 2 0 0,0-1-1 0 0,-1 1 15 0 0,0 0 80 0 0,-1 1-50 0 0,0-1 53 0 0,-1 2-47 0 0,-1 0-41 0 0,1 0 81 0 0,1 0-56 0 0,0 1-24 0 0,0-1 8 0 0,2 0-20 0 0,2-1 18 0 0,4 0 139 0 0,3 0 44 0 0,4-1-8 0 0,2 1-215 0 0,3-1 65 0 0,-1 1-42 0 0,1-1-7 0 0,0 1 6 0 0,-3 1 2 0 0,1-1-6 0 0,-3 1 8 0 0,-2 1 16 0 0,-1-1-24 0 0,-2 0 14 0 0,-2-1 4 0 0,-2 0 41 0 0,0 0-67 0 0,-1-1 27 0 0,0-1 88 0 0,1 0-130 0 0,0-1 35 0 0,2 0-4 0 0,1 0 6 0 0,1 0 46 0 0,2 0-64 0 0,2 1 16 0 0,1 0-5 0 0,1 1 13 0 0,2-1 38 0 0,1 1-52 0 0,2 0 9 0 0,-1 0-4 0 0,1 0-6 0 0,-1 0-3 0 0,0-2 6 0 0,0 0-8 0 0,-2-1-2 0 0,-1 0-60 0 0,-1-1 78 0 0,-3 0-22 0 0,-1 0 7 0 0,-3 0 6 0 0,-1 1-7 0 0,-1 1 8 0 0,-1 1 6 0 0,0 0 88 0 0,0 1-123 0 0,0 0 41 0 0,1 0-14 0 0,0 0 5 0 0,1 0 3 0 0,0 0-10 0 0,1-1-2 0 0,0 0-8 0 0,1-1-32 0 0,-1-1 56 0 0,1 0-19 0 0,-1-1-2 0 0,-1 0-3 0 0,-2 0 6 0 0,-3 1 6 0 0,-2 0-6 0 0,-2 0 3 0 0,-2 2 4 0 0,0-1-2 0 0,-1 2 6 0 0,2-1 3 0 0,0 1-10 0 0,1-1-2 0 0,0 1-8 0 0,1-1 1 0 0,1-1-43 0 0,1 1 12 0 0,2-2 45 0 0,0 0-9 0 0,2 0-4 0 0,0 0-2 0 0,-1 0-88 0 0,0 0 118 0 0,-2 0-44 0 0,-2 1 15 0 0,0 0 4 0 0,0 1-49 0 0,1 1 57 0 0,0 0-10 0 0,2 0 9 0 0,2 1 4 0 0,1 0 50 0 0,2 0-69 0 0,1 0 23 0 0,0 0-8 0 0,1-1 0 0 0,1 0 9 0 0,-1 0-11 0 0,2 0 3 0 0,0-1-1 0 0,-1 0-14 0 0,-1 0-38 0 0,0 0 52 0 0,-1 0-18 0 0,0 1 6 0 0,0 0-56 0 0,0 0 72 0 0,1 0-24 0 0,1 0 22 0 0,0 0-9 0 0,1 0-5 0 0,-2 0 1 0 0,1 0-62 0 0,-1 0 88 0 0,-1-1-38 0 0,0-1-30 0 0,-2 0-3 0 0,-1 0 12 0 0,-2 0 45 0 0,-1 0-21 0 0,0 0 9 0 0,-2 1-1 0 0,1 0-5 0 0,-1 0 11 0 0,0 1 2 0 0,1 0 4 0 0,1-1 60 0 0,2 0-68 0 0,1-1 18 0 0,1 0-10 0 0,1 0 1 0 0,0 0-1 0 0,1 1 0 0 0,1 0-14 0 0,0 0-43 0 0,1 1 63 0 0,0 0-21 0 0,0 1 7 0 0,0 1 9 0 0,-1 1-2 0 0,1 0 6 0 0,-2 0-2 0 0,1 0 71 0 0,-2 0-81 0 0,1-1 70 0 0,-1 0-77 0 0,0 1 27 0 0,0-1-10 0 0,-1 1-8 0 0,0 0 7 0 0,-1 1-3 0 0,0 0 15 0 0,0 1 47 0 0,0 0-77 0 0,1 1 25 0 0,1 0-4 0 0,2 0 63 0 0,3 0-73 0 0,2-1 11 0 0,1 0-4 0 0,2-2-7 0 0,-1 1-7 0 0,0-2-83 0 0,-1 0 23 0 0,-2 0 72 0 0,-1-1-85 0 0,-2 0 91 0 0,-2 1-83 0 0,-3-1 81 0 0,-1 1-24 0 0,-2-1-34 0 0,-2 1 63 0 0,0 0-15 0 0,0-1 5 0 0,0 1-4 0 0,0 0-3 0 0,1 0-4 0 0,0-1-55 0 0,0 0 80 0 0,-1 0-35 0 0,1-1-31 0 0,-3 0 58 0 0,1 0-20 0 0,-2 0 2 0 0,0 0 16 0 0,-2 1-61 0 0,0-1-10 0 0,-2 1 23 0 0,-1 0 41 0 0,0 1-11 0 0,1-1 16 0 0,2 1-7 0 0,0 1-48 0 0,1-1 60 0 0,3 0-26 0 0,1 0 18 0 0,3-1 2 0 0,1 0 4 0 0,1-1-6 0 0,2 0 8 0 0,-1 0 6 0 0,1 0-6 0 0,-1 0-2 0 0,-2 0-4 0 0,-2 1-111 0 0,-2 1 82 0 0,-3 0-25 0 0,-2 1 52 0 0,0 0-60 0 0,-1 1 67 0 0,2 0-24 0 0,2 1-62 0 0,4-1 98 0 0,3-1-88 0 0,5-1 22 0 0,4 0 59 0 0,3-1-19 0 0,4 0-75 0 0,2-2 103 0 0,0 0-34 0 0,0-2 11 0 0,-1 0-10 0 0,-2 1-43 0 0,-3 0 68 0 0,-3 0-19 0 0,-2 1 92 0 0,-3 1-108 0 0,-1 0 40 0 0,-1 0-3 0 0,-1 0-12 0 0,2 0 0 0 0,1 0 0 0 0,1 0-1 0 0,3 0 0 0 0,2-1 0 0 0,2-1 0 0 0,2 0 0 0 0,3 0 0 0 0,0 0 0 0 0,0 1-75 0 0,-1 0 12 0 0,-2 0 77 0 0,-3 1-26 0 0,-3 0 21 0 0,-3 1-7 0 0,-2-1-2 0 0,-2 0 1 0 0,-1 1-11 0 0,-2-1-71 0 0,-1 0 90 0 0,-1-2-31 0 0,0 0 10 0 0,2-1 4 0 0,-1 0 9 0 0,1-1 7 0 0,0 1 3 0 0,0 1-13 0 0,0 0 8 0 0,0 1-7 0 0,-2 0 2 0 0,-1 2-6 0 0,1 1 2 0 0,0 2 3 0 0,1 2 0 0 0,1-1 0 0 0,1 1-5 0 0,0-1-12 0 0,0-1-49 0 0,2-1 79 0 0,0-1-26 0 0,2-1 4 0 0,0-1-45 0 0,-1 0 55 0 0,1 0-5 0 0,0 0 11 0 0,-1 0-5 0 0,-1 0-2 0 0,1 0-13 0 0,-1 1-58 0 0,0 2 81 0 0,1 0-23 0 0,-1 2-1 0 0,1 0 13 0 0,0-1-70 0 0,3 0 91 0 0,1-1-30 0 0,2-2 19 0 0,2-1 2 0 0,2-1-13 0 0,3-4-52 0 0,1 0 56 0 0,3-3-20 0 0,-1 0 6 0 0,0-1-70 0 0,-1 0 48 0 0,-1 0 38 0 0,-2 1-3 0 0,-1 0 10 0 0,0 1 57 0 0,0 1-77 0 0,0 1 77 0 0,1 0 14 0 0,1 1 1 0 0,3 1 0 0 0,1-1 20 0 0,2 2-10 0 0,0-1 36 0 0,-1 0-79 0 0,0 1-51 0 0,-2 0-58 0 0,-3 0 18 0 0,-2 1 44 0 0,-2 1-15 0 0,-1 0-44 0 0,-2 1 2 0 0,0 1 10 0 0,-2 1 50 0 0,0 0-10 0 0,-1 1 8 0 0,-1-1 9 0 0,0 1-2 0 0,-1 0 1 0 0,-1-1-5 0 0,-1-1 2 0 0,0 0-11 0 0,2-1 4 0 0,2 0 12 0 0,2-1-4 0 0,3 1 44 0 0,2-1-8 0 0,3 1-55 0 0,2 0 27 0 0,0 0-16 0 0,0 1-2 0 0,-2 1-4 0 0,-2-1-4 0 0,-3 0-9 0 0,-3 0-35 0 0,-3 0 10 0 0,-3-1 36 0 0,-3 0-54 0 0,-1-1 69 0 0,-1 0-16 0 0,2 0 16 0 0,1 0 58 0 0,2 0-15 0 0,2 0 40 0 0,1 0 15 0 0,2 0-40 0 0,1 1-4 0 0,1 1-66 0 0,-1 0 17 0 0,0 1-15 0 0,-1 0-3 0 0,-2 0-51 0 0,-2 0 10 0 0,-1-1-44 0 0,-2 0-36 0 0,-1 0 26 0 0,-3-1 45 0 0,0 1-5 0 0,-2-2 62 0 0,0 1-11 0 0,-1 0 8 0 0,1 0 14 0 0,0 1 42 0 0,2 0-57 0 0,2 1 104 0 0,2 1-115 0 0,2 0 78 0 0,3 0-71 0 0,2 0 71 0 0,1 0-26 0 0,1 0-1 0 0,0-1-44 0 0,-1 0-58 0 0,-1 0-48 0 0,0 0 40 0 0,-1 0 11 0 0,0 1 66 0 0,0 0-7 0 0,0 0 8 0 0,1 0 5 0 0,0 1-10 0 0,-1 1 8 0 0,-1-2 44 0 0,-1 0-54 0 0,-3-1 13 0 0,-1-1 42 0 0,-2 0-9 0 0,-2-2 57 0 0,-1 0 4 0 0,0 0-2 0 0,0 0-19 0 0,1-1-93 0 0,0-1 20 0 0,1 1-12 0 0,0 0-1 0 0,0 1 0 0 0,0-1-5 0 0,1 2-12 0 0,-1 0-48 0 0,2 1 73 0 0,0 0-25 0 0,0 1-38 0 0,2-1 56 0 0,-1-1-19 0 0,1 0 6 0 0,1 0 14 0 0,-1-1-4 0 0,-1 0 16 0 0,-1 0-4 0 0,-1 0 44 0 0,-2-1-59 0 0,-1 1 67 0 0,-3 0-63 0 0,1-1 80 0 0,-2 1-94 0 0,1 0 24 0 0,0 0-8 0 0,0 0-1 0 0,-2 1 0 0 0,1-1-9 0 0,-1 0-3 0 0,0 1-46 0 0,-1-1 64 0 0,-2 0-16 0 0,-1 0 10 0 0,-1 0 8 0 0,-1 1 4 0 0,-2 0 60 0 0,0 0-36 0 0,0 1-32 0 0,-2 0 2 0 0,-1 1-89 0 0,0 0 32 0 0,-1 0-10 0 0,1 1-13 0 0,1 0 27 0 0,1-1 43 0 0,1 1-58 0 0,1-1 63 0 0,1 0-61 0 0,1-1 69 0 0,0-1-20 0 0,-1 0 7 0 0,-3 0 0 0 0,-2-1-10 0 0,-2 0 13 0 0,-4 0-4 0 0,-3-1 5 0 0,-1 1-5 0 0,-2 0-3 0 0,-1 0 10 0 0,-1 0-3 0 0,1 0 1 0 0,-1 0 0 0 0,1 0-10 0 0,0 0-1 0 0,-1 0 14 0 0,1 0-1 0 0,0 0 67 0 0,0 0-18 0 0,0 0 27 0 0,0 0-9 0 0,0-1 18 0 0,-1 1 42 0 0,0-1-31 0 0,-2 0-52 0 0,-4 0-46 0 0,-1-2-5 0 0,-4-1-66 0 0,-5-3-21 0 0,-4-2-18 0 0,-5-3 19 0 0,-4-2-26 0 0,-3-2 82 0 0,0-1 19 0 0,1 1-44 0 0,3 0 60 0 0,4 2-18 0 0,2 2 6 0 0,2 1-61 0 0,1 1 8 0 0,-1 0-192 0 0,-1 1-210 0 0,-2 0-544 0 0,-1 0-615 0 0,-3-1-1108 0 0,1 1-2092 0 0,0 0-2052 0 0,5 1 5900 0 0</inkml:trace>
  <inkml:trace contextRef="#ctx0" brushRef="#br4" timeOffset="-1212.823">17828 8099 416 0 0,'0'0'0'0'0,"0"0"4064"0"0,0 0-2370 0 0,0 0 429 0 0,0 0-654 0 0,0 0-351 0 0,0 0-241 0 0,0 0-332 0 0,0 0-273 0 0,-2-3-270 0 0,-2 1 179 0 0,-1-1-24 0 0,-1 1-16 0 0,1 1 60 0 0,-1 0 101 0 0,1 1 183 0 0,-1-1 205 0 0,-1 3 173 0 0,-1 1 35 0 0,-3 5-98 0 0,-3 4-287 0 0,-5 7-296 0 0,-6 7-28 0 0,-5 7-196 0 0,-5 5 30 0 0,-4 6-153 0 0,-3 3-47 0 0,-1 2-89 0 0,-2-1-339 0 0,-1-2-258 0 0,0-3-647 0 0,0-5-1568 0 0,0-6-4654 0 0,9-8 4304 0 0</inkml:trace>
  <inkml:trace contextRef="#ctx0" brushRef="#br5" timeOffset="10192.238">3423 7805 184 0 0,'0'0'0'0'0,"0"0"1028"0"0,0 0-270 0 0,0 0-180 0 0,0 0-288 0 0,0 0-88 0 0,0 0-393 0 0,0 0 137 0 0,0 0 81 0 0,0 0 225 0 0,2-4-161 0 0,1-3-25 0 0,1 0 25 0 0,2-2 7 0 0,1 0-108 0 0,0 1 942 0 0,0-1-1193 0 0,-1 1 304 0 0,-1 0-387 0 0,-2 1 12 0 0,0-1 37 0 0,0 0-58 0 0,0 1 17 0 0,0 1 29 0 0,0 0 186 0 0,0 1 117 0 0,0 2 50 0 0,1 1 121 0 0,-2 1 168 0 0,2 0 8 0 0,-1 0-135 0 0,2 0-35 0 0,-1-1-188 0 0,1 0 28 0 0,1-1-205 0 0,0-1-211 0 0,1-1-166 0 0,1 0 56 0 0,1-1 249 0 0,-1 1 273 0 0,0 0 2 0 0,-2 0 690 0 0,-1 1 288 0 0,-2 0 142 0 0,-1 0-13 0 0,-1 0-287 0 0,-1 0-189 0 0,-1 0-251 0 0,-1 0-38 0 0,0 0-59 0 0,-1-1-66 0 0,1 0-47 0 0,0-1-34 0 0,1 2 105 0 0,0 0 73 0 0,1 1 105 0 0,0 1 88 0 0,0 1-36 0 0,0 0-35 0 0,0 0-48 0 0,0 1-97 0 0,1-1-96 0 0,-1 1-107 0 0,0 0-98 0 0,0 0 16 0 0,0 1-31 0 0,0-1-85 0 0,0 0 66 0 0,0 0-20 0 0,0 0 60 0 0,0 0 74 0 0,3 3-46 0 0,1 2 110 0 0,2 3 91 0 0,0 2-114 0 0,1 5 62 0 0,1 2-80 0 0,1 3-110 0 0,-2 3 38 0 0,0 2 40 0 0,-1 2-22 0 0,-1 3-54 0 0,-2 1 17 0 0,-1 1 61 0 0,0 0-34 0 0,0 0-46 0 0,-1-2-121 0 0,1-3 156 0 0,0-3-256 0 0,0-4 155 0 0,1-4 61 0 0,-1-4-91 0 0,1-5 111 0 0,-1-2-32 0 0,0-3 25 0 0,0-1 85 0 0,1-1 51 0 0,-1-1 38 0 0,1 1-49 0 0,-1-1-130 0 0,0-1 130 0 0,0-1 7 0 0,-2-2-48 0 0,1-3-45 0 0,-1-4-39 0 0,0-4-144 0 0,0-5 110 0 0,0-3-89 0 0,0-5 56 0 0,0-2 64 0 0,0-2-98 0 0,0-1 20 0 0,0-2 96 0 0,-1-1-41 0 0,1-1 17 0 0,1 1-1 0 0,-1 0-107 0 0,0 3 147 0 0,0 3 49 0 0,0 4-20 0 0,-1 5 152 0 0,-1 6 48 0 0,0 5 55 0 0,1 5-37 0 0,0 3-43 0 0,0 3-76 0 0,0 0-161 0 0,-1 3 29 0 0,0 1-23 0 0,1 3 139 0 0,-1 2 7 0 0,2 6 34 0 0,-1 3-215 0 0,1 7 144 0 0,0 5-128 0 0,0 6 126 0 0,0 6-80 0 0,0 6 8 0 0,-1 3-44 0 0,1 4 10 0 0,-3 1-15 0 0,1-1 12 0 0,-1-1 56 0 0,0-4-72 0 0,0-4 30 0 0,1-5 56 0 0,-1-7-84 0 0,2-5 19 0 0,-1-6-67 0 0,2-5 62 0 0,-1-5-96 0 0,1-4-1 0 0,0-3-34 0 0,0-4 51 0 0,0-1 85 0 0,0-1-23 0 0,0-1 11 0 0,0-1 5 0 0,0-2 50 0 0,0-3 37 0 0,0-3-54 0 0,0-6 53 0 0,0-6-104 0 0,-1-6-59 0 0,1-9-44 0 0,-2-6-150 0 0,0-5-34 0 0,-1-4 222 0 0,2-3-22 0 0,-1 1-68 0 0,1 2-42 0 0,1 5 246 0 0,0 6-64 0 0,0 7 114 0 0,1 7 104 0 0,0 8 60 0 0,0 7 102 0 0,0 5-52 0 0,-1 4-36 0 0,0 4-62 0 0,-1 3 73 0 0,-4 3-247 0 0,-2 5-3 0 0,-2 5-127 0 0,0 5 78 0 0,-1 5-27 0 0,1 6-12 0 0,-1 4-37 0 0,2 4 127 0 0,1 2-40 0 0,1 2 17 0 0,-1 0 5 0 0,0-2 96 0 0,0-3 34 0 0,1-4-78 0 0,0-4-55 0 0,1-7 10 0 0,2-5-12 0 0,1-6-102 0 0,1-5-18 0 0,0-5 17 0 0,1-2-58 0 0,0-2 29 0 0,0-2-80 0 0,1-1 167 0 0,0-4 37 0 0,3-5 126 0 0,3-5-6 0 0,2-6-136 0 0,3-8-11 0 0,-1-8-215 0 0,0-5 66 0 0,-3-5-1 0 0,-2-4 76 0 0,-4 1 117 0 0,-5 0 89 0 0,-5 3-28 0 0,-3 6 35 0 0,-1 5 69 0 0,-1 7-76 0 0,1 9 83 0 0,2 7 93 0 0,3 8-217 0 0,2 7 57 0 0,2 8-23 0 0,2 9-44 0 0,5 9-44 0 0,3 10 6 0 0,3 11-22 0 0,3 9 14 0 0,1 8-15 0 0,-1 6-56 0 0,-1 3 1 0 0,-3 2-223 0 0,-1 0-117 0 0,-1-2-177 0 0,-1-4-463 0 0,2-6-733 0 0,-1-8-822 0 0,0-7-2899 0 0,-2-13 2912 0 0</inkml:trace>
  <inkml:trace contextRef="#ctx0" brushRef="#br6" timeOffset="32510.626">3645 7840 4152 0 0,'0'0'0'0'0,"0"0"456"0"0,0 0-32 0 0,0 0 284 0 0,0 0 1933 0 0,0 0-1797 0 0,0 0-10 0 0,0 0-487 0 0,0 0 151 0 0,0 0-26 0 0,-2 0 21 0 0,-1 0-25 0 0,1 1-109 0 0,0-1-16 0 0,0 0 9 0 0,1 0 32 0 0,1 0-66 0 0,0 0-71 0 0,0 0-126 0 0,0 0-122 0 0,0 0-38 0 0,0-1-299 0 0,0 0-26 0 0,0-1-46 0 0,0 0-85 0 0,0-1 51 0 0,-1 0 82 0 0,-2-1 143 0 0,-2 0 70 0 0,0 0 157 0 0,-2 1 90 0 0,0 1 78 0 0,1 1-23 0 0,-1 1 120 0 0,1 2-65 0 0,1 2-166 0 0,0 1-26 0 0,2 3-108 0 0,0 1 61 0 0,2 3-22 0 0,2 1 41 0 0,2 2-4 0 0,4 0 17 0 0,2 1 6 0 0,2 0 65 0 0,1-2-78 0 0,0-1 120 0 0,0-2-26 0 0,-2-3 16 0 0,-1-3 27 0 0,-2-1-147 0 0,-2-2 35 0 0,0-2-167 0 0,-1-1-34 0 0,-2-3 90 0 0,0-1-32 0 0,0-2-8 0 0,0-2-86 0 0,-1-2-33 0 0,-1 0 166 0 0,1-2 81 0 0,-4-1 36 0 0,-3-2 89 0 0,-3 1 86 0 0,-3 0 178 0 0,-2 2 109 0 0,-1 2-20 0 0,-1 3 158 0 0,3 2-166 0 0,2 4-14 0 0,2 3-119 0 0,3 3-218 0 0,3 2-103 0 0,2 4-153 0 0,3 3-18 0 0,6 2-39 0 0,3 4-77 0 0,4 1-346 0 0,2 2-644 0 0,0-1-747 0 0,2 0-3035 0 0,-5-4-883 0 0</inkml:trace>
  <inkml:trace contextRef="#ctx0" brushRef="#br7" timeOffset="36035.626">7185 7744 52 0 0,'0'0'0'0'0,"0"0"784"0"0,0 0 42 0 0,0 0 82 0 0,0 0 132 0 0,0 0-170 0 0,0 0-166 0 0,0 0-184 0 0,0 0-75 0 0,0 0-151 0 0,0 0-33 0 0,-3 2-18 0 0,-1 1-38 0 0,1 0-132 0 0,0-2-68 0 0,1-1-65 0 0,1-1 67 0 0,0 0-135 0 0,1-1 156 0 0,0-1-44 0 0,0 1 151 0 0,0 0-38 0 0,0 0 37 0 0,1 0 38 0 0,-1-1 64 0 0,0 1 79 0 0,0-1-273 0 0,0 1-7 0 0,0 0 145 0 0,0 0-138 0 0,0 0-43 0 0,-1 0-164 0 0,0-1-204 0 0,0 0-129 0 0,1-1-149 0 0,-1-1 349 0 0,1 1-140 0 0,0 0 35 0 0,0 0 62 0 0,0 0 162 0 0,-1 2 130 0 0,0 0 28 0 0,-1 1-131 0 0,0 0-129 0 0,-1 1-282 0 0,-2 0-263 0 0,0 0-358 0 0,-1 1-238 0 0,1 0 940 0 0</inkml:trace>
  <inkml:trace contextRef="#ctx0" brushRef="#br8" timeOffset="36104.343">7185 7744 1172 0 0,'0'0'0'0'0,"0"0"0"0"0</inkml:trace>
  <inkml:trace contextRef="#ctx0" brushRef="#br9" timeOffset="36582.692">7185 7744 1172 0 0,'0'0'0'0'0,"-13"-1"3224"0"0,-4 0-3229 0 0,3-3 815 0 0,5 0-781 0 0,3-3 15 0 0,4 0-34 0 0,3-2 401 0 0,1 0-29 0 0,2-1 85 0 0,0 0 114 0 0,-1 1-86 0 0,1-1 169 0 0,-1 1-612 0 0,-1 2 381 0 0,-1 0-511 0 0,0 0 1559 0 0,-1 2-1118 0 0,0 1 158 0 0,0 2-187 0 0,0 0 69 0 0,0 1 124 0 0,0 3 23 0 0,0 2-251 0 0,0 4-157 0 0,0 3-24 0 0,0 6-55 0 0,1 4-54 0 0,1 4 114 0 0,0 2 56 0 0,1 2 71 0 0,1 1-66 0 0,-1-2-65 0 0,-1 0 9 0 0,0-3-29 0 0,-1-2-109 0 0,-1-2 26 0 0,0-3-25 0 0,0-3-63 0 0,-1-3-11 0 0,0-3-43 0 0,1-3 32 0 0,-1-2-9 0 0,0-2-30 0 0,1-2-5 0 0,0 0-102 0 0,0-1 143 0 0,0-2-15 0 0,0-2-39 0 0,-1-1 120 0 0,-1-3-110 0 0,-1-2 157 0 0,-3-2-46 0 0,0-4-42 0 0,-2-3 86 0 0,1-3-130 0 0,0-3 90 0 0,1-2-34 0 0,1-2 69 0 0,1-1-4 0 0,2 0 52 0 0,1 2 30 0 0,1 2 75 0 0,0 5-8 0 0,0 3 116 0 0,1 5-2 0 0,-1 5 8 0 0,0 3-14 0 0,0 3 23 0 0,0 1-26 0 0,0 2-67 0 0,0 1-66 0 0,0 1-18 0 0,0 2-106 0 0,0 2 71 0 0,-1 2-88 0 0,0 3 28 0 0,0 6-14 0 0,1 4 1 0 0,-1 6 10 0 0,1 5-4 0 0,0 3 68 0 0,-2 4-94 0 0,-2 3 30 0 0,-2 0-10 0 0,-3 1 0 0 0,0-2-9 0 0,-1-2 7 0 0,-1-3-175 0 0,2-4-81 0 0,1-4-212 0 0,0-5-430 0 0,2-3-540 0 0,-1-4-1177 0 0,1-4-3568 0 0,0-3 3098 0 0</inkml:trace>
  <inkml:trace contextRef="#ctx0" brushRef="#br10" timeOffset="39273.337">7177 8526 1084 0 0,'0'0'0'0'0,"0"0"300"0"0,0 0 500 0 0,0 0 636 0 0,0 0-184 0 0,0 0-197 0 0,0 0-114 0 0,0 0-128 0 0,0 0 193 0 0,0 0-301 0 0,0 0-197 0 0,-4-3 21 0 0,0-2-66 0 0,0 1 34 0 0,0 1-41 0 0,2 0-35 0 0,0 0-51 0 0,1 1-49 0 0,1 1-53 0 0,0 0-52 0 0,0 1-24 0 0,0-1-23 0 0,0 1-30 0 0,0 0 19 0 0,-1 0-22 0 0,-1 0 20 0 0,1 0-20 0 0,0 0-40 0 0,-3 0-92 0 0,-1 0 8 0 0,-1 0-126 0 0,-2 0 26 0 0,-4 0 36 0 0,-1 0-95 0 0,-1 0-44 0 0,-1 0-121 0 0,-1-1 40 0 0,-1 0-22 0 0,0-1 58 0 0,1 0 45 0 0,0-1-52 0 0,2 1-30 0 0,1 0-34 0 0,2 1 52 0 0,2 0 83 0 0,0 1-9 0 0,2 0 123 0 0,0 2 54 0 0,1 1 188 0 0,0 1-95 0 0,0 2-103 0 0,-1 1 26 0 0,0 1-14 0 0,-1 3 2 0 0,0 2-1 0 0,1 2 1 0 0,1 3-19 0 0,0 2 25 0 0,0 2 47 0 0,1 1 20 0 0,0 0 105 0 0,0 0 36 0 0,2-2-8 0 0,0-3 16 0 0,1-2-68 0 0,2-3-37 0 0,-1-4-25 0 0,1-4-28 0 0,0-2-70 0 0,1-2-40 0 0,-1-1-106 0 0,0-3-149 0 0,1-2-13 0 0,0-1 17 0 0,3-2 74 0 0,1-1-8 0 0,1 0 42 0 0,1 0 109 0 0,0 1 69 0 0,0 2-6 0 0,1 1 17 0 0,2 2-1 0 0,1 0 150 0 0,5 2 19 0 0,5 0-202 0 0,6 2 137 0 0,5 1-124 0 0,6 1 27 0 0,4 2-154 0 0,3 3-122 0 0,0 1 6 0 0,0 3 104 0 0,-3 2 173 0 0,-3 1-43 0 0,-5 3 165 0 0,-5 3-24 0 0,-5 2 62 0 0,-6 3 63 0 0,-7 4 13 0 0,-4 3 78 0 0,-6 4 29 0 0,-8 3-138 0 0,-8 2 297 0 0,-9 4 12 0 0,-7-1 109 0 0,-6 1-89 0 0,-6-2 105 0 0,-5-3-6 0 0,-6-4-212 0 0,-3-4-159 0 0,-4-5-289 0 0,-2-6 60 0 0,-2-4-439 0 0,-1-6-279 0 0,1-3-70 0 0,1-5-323 0 0,3-2-417 0 0,4-4-726 0 0,7-3-2566 0 0,7-3-437 0 0,11 1 6042 0 0</inkml:trace>
  <inkml:trace contextRef="#ctx0" brushRef="#br11" timeOffset="40343.919">7076 8473 748 0 0,'0'0'0'0'0,"0"0"888"0"0,0 0-200 0 0,0 0 196 0 0,0 0-329 0 0,0 0-27 0 0,0 0-49 0 0,0 0 56 0 0,0 0 103 0 0,0 0 14 0 0,0 0 1 0 0,-1-5-48 0 0,0-1 29 0 0,1 1-45 0 0,-1 1 54 0 0,0 1-106 0 0,1 1-75 0 0,0 2-72 0 0,0 0-68 0 0,0 2-108 0 0,-1-1-98 0 0,0 1-44 0 0,0 0 15 0 0,-1 0 20 0 0,0 1-27 0 0,0-1 16 0 0,1 0-108 0 0,0 0 26 0 0,-1 0-195 0 0,1 0 9 0 0,-1-1-61 0 0,0 1-48 0 0,-1 1-103 0 0,-1 0-46 0 0,-1 0-1 0 0,1 1 53 0 0,-1 1 130 0 0,0-1 121 0 0,0 1 126 0 0,0 0-15 0 0,0 0 150 0 0,1-1-37 0 0,0 0 38 0 0,1 0-57 0 0,2-2-6 0 0,-1 0 8 0 0,2 0-19 0 0,0-2 52 0 0,0 1 26 0 0,0-1 60 0 0,0-1 77 0 0,0 1-22 0 0,0 0 20 0 0,0 0-64 0 0,3 0 47 0 0,2 0 86 0 0,3 0-54 0 0,4 0-66 0 0,2 0-10 0 0,4 0-5 0 0,2 0 38 0 0,2 0 54 0 0,1 0-18 0 0,1 0 71 0 0,1 0-64 0 0,0 0-25 0 0,0 0-96 0 0,2-1-122 0 0,-2 1-34 0 0,-1-1-139 0 0,-1-1 21 0 0,-1 1-96 0 0,-2-1-21 0 0,0-1-307 0 0,-4 0-310 0 0,-1-2-464 0 0,-2-1-917 0 0,-3-1-2512 0 0,-3 0-9 0 0</inkml:trace>
  <inkml:trace contextRef="#ctx0" brushRef="#br12" timeOffset="116887.31">3581 1039 1136 0 0,'0'0'0'0'0,"0"0"1380"0"0,0 0-742 0 0,0 0-394 0 0,0 0-106 0 0,0 0-33 0 0,0 0 63 0 0,0 0-11 0 0,0 0 14 0 0,0 0 10 0 0,-1-4 77 0 0,1-1 114 0 0,0-1 234 0 0,1 1-228 0 0,0 0 623 0 0,0 1-471 0 0,0 1 104 0 0,-1 0-185 0 0,1 1-46 0 0,-1 0-50 0 0,0 1-73 0 0,0 0-60 0 0,0 0-50 0 0,0 0 21 0 0,0 1-102 0 0,0-1-79 0 0,0 0 96 0 0,0 0 5 0 0,0-1-43 0 0,0 1-75 0 0,0-1 20 0 0,1 0 622 0 0,0 0-397 0 0,0 1 74 0 0,-1 1-32 0 0,1-1-52 0 0,-1 1-68 0 0,0 0-27 0 0,0 0-60 0 0,0 0-58 0 0,0 0 2 0 0,0 0-17 0 0,0 0-4 0 0,0-1-13 0 0,0 1-67 0 0,1 0 107 0 0,-1 0 67 0 0,1-1 86 0 0,0 1 111 0 0,-1-1 255 0 0,1 1-206 0 0,-1-1-27 0 0,0 0-139 0 0,1 1-173 0 0,0 0 31 0 0,-1 0-102 0 0,1 0 20 0 0,0 0-5 0 0,0 0-53 0 0,0 0 20 0 0,0 0-9 0 0,0 0 57 0 0,-1 0 40 0 0,0 0-3 0 0,0 0 20 0 0,0 0 58 0 0,1 0 12 0 0,0 1 62 0 0,0 0 14 0 0,1 3-73 0 0,1 0-88 0 0,2 1 18 0 0,0 2-20 0 0,1-1-84 0 0,0 2 43 0 0,1-1 34 0 0,0 1 6 0 0,-1-1 2 0 0,0 1 22 0 0,1-1 64 0 0,-1 0 11 0 0,-1 0-26 0 0,-2 0 40 0 0,0-1 35 0 0</inkml:trace>
  <inkml:trace contextRef="#ctx0" brushRef="#br13" timeOffset="120468.072">3581 970 2164 0 0,'0'0'0'0'0,"0"0"1176"0"0,0 0-476 0 0,0 0-167 0 0,0 0-224 0 0,0 0-129 0 0,0 0-335 0 0,0 0-3 0 0,0 0 48 0 0,0 0 285 0 0,0 0 241 0 0,0-1 183 0 0,0 1 195 0 0,0 0-154 0 0,0 0-205 0 0,0-1-188 0 0,0 1-37 0 0,0 1-96 0 0,0 0-61 0 0,0 1-51 0 0,0 2-7 0 0,0-1-10 0 0,0 1 18 0 0,0-1-5 0 0,1 0 230 0 0,0 0-4 0 0,0-2 44 0 0,-1 1-19 0 0,1-2 1 0 0,-1 1-34 0 0,0 0-24 0 0,0 0 10 0 0,0 2-100 0 0,0 0-108 0 0,0 2 25 0 0,0 1-112 0 0,1 1 45 0 0,0 1-19 0 0,2 0-25 0 0,0-1 101 0 0,0 0-30 0 0,1-1-34 0 0,-1-1 70 0 0,-1-1 56 0 0,0 0 23 0 0,-1-1 38 0 0,0 0 65 0 0,0 0-29 0 0,0-1-28 0 0,1 1-9 0 0,-1 1-140 0 0,0 1 28 0 0,1 1-27 0 0,-1 1 6 0 0,1 0-8 0 0,1 1 12 0 0,-1 1 25 0 0,0-2-35 0 0,-1 0-77 0 0,0-1 101 0 0,-1-1-26 0 0,0-2 18 0 0,0 0 4 0 0,0-1-6 0 0,0 0 3 0 0,0 0 4 0 0,1 1 73 0 0,0 1-100 0 0,0 0 80 0 0,0 1-81 0 0,0 1 23 0 0,1-1-13 0 0,0 1-7 0 0,-1 0 15 0 0,1 0 0 0 0,0 0 56 0 0,0-1-1 0 0,-1 0-57 0 0,1 0 20 0 0,0 1 33 0 0,0-1-68 0 0,-1 1 22 0 0,1 1-8 0 0,-1 1 0 0 0,1 0-75 0 0,-1 1 97 0 0,0 0 28 0 0,0 0-68 0 0,-1-1 27 0 0,0 0-4 0 0,1-2 96 0 0,-1 0-8 0 0,0 0 50 0 0,-1-1-4 0 0,1 1-15 0 0,0-1-77 0 0,0 1-44 0 0,0 1-8 0 0,0 1-66 0 0,0 0 39 0 0,2 1 27 0 0,1 0-98 0 0,1 1 74 0 0,2 0 31 0 0,-1-1-5 0 0,2 0 81 0 0,-1 0-100 0 0,-1-2 33 0 0,-1 0 59 0 0,0-1-90 0 0,-1-1-31 0 0,0 0-53 0 0,0-1 56 0 0,-1 1 52 0 0,0-1-10 0 0,0 1 93 0 0,0 1-112 0 0,1 0 38 0 0,0 0 6 0 0,-2 1 78 0 0,2 1-63 0 0,-1 0-37 0 0,0 1 3 0 0,0 0-72 0 0,-1 1 78 0 0,1-1-88 0 0,-1 0 41 0 0,0 0 29 0 0,-1-2-47 0 0,1 0 72 0 0,-1-1 40 0 0,0 1-52 0 0,1-1 77 0 0,0 1-22 0 0,0 1 45 0 0,-1 1-122 0 0,1-1 37 0 0,-1 1 3 0 0,0 1 50 0 0,0 0-88 0 0,0 0 25 0 0,0-1-4 0 0,0 0-3 0 0,0 0-60 0 0,-1-1 69 0 0,0 0-32 0 0,1-1 14 0 0,-1 0 6 0 0,0-1-1 0 0,1 0 6 0 0,0 0-63 0 0,0 1 80 0 0,0 1-27 0 0,0 2 9 0 0,0 0 5 0 0,0 2-11 0 0,0 1-67 0 0,0 0 94 0 0,0 1-18 0 0,0-2 44 0 0,0 1-59 0 0,0-2-32 0 0,0 0 58 0 0,0-2 54 0 0,0-1 46 0 0,0 0-86 0 0,0-1-25 0 0,0-1-84 0 0,0 1 46 0 0,0-1-63 0 0,0 1-110 0 0,1-1 156 0 0,0 2-101 0 0,3 1 74 0 0,0 1 88 0 0,2 0 37 0 0,0 2-54 0 0,-1 0 23 0 0,1 1-7 0 0,-1-1-9 0 0,0-1 21 0 0,-2-1 124 0 0,-1 0-7 0 0,0 0-162 0 0,0-2 49 0 0,-1 0-23 0 0,2-1-85 0 0,-1 0-13 0 0,1-2 31 0 0,1 1-29 0 0,-1 0 112 0 0,1 0 15 0 0,0 0 29 0 0,1 0-76 0 0,-1 1-30 0 0,0 0 61 0 0,0 1-15 0 0,0 1-3 0 0,-1 1-11 0 0,0 2 17 0 0,1 3 36 0 0,-2 4 191 0 0,0 3 107 0 0,-1 2-40 0 0,0 1-158 0 0,0 0-5 0 0,1-1 162 0 0,0-4-366 0 0,1-1 38 0 0,1-3 53 0 0,-1-2-33 0 0,1 0 11 0 0,1-1-47 0 0,0 1 61 0 0,1 1 483 0 0,0 1-267 0 0,0 0 122 0 0,0 0-409 0 0,0 0-51 0 0,1-1 155 0 0,-1 0-61 0 0,0 0 25 0 0,0 0-14 0 0,0 2 15 0 0,-2 1 111 0 0,0 2 6 0 0,-2 1-9 0 0,-1 0 113 0 0,0-2-284 0 0,-1-2 8 0 0,1-2 66 0 0,1-3-25 0 0,0 0-1 0 0,0-1-52 0 0,2 0 11 0 0,-1 2 48 0 0,1 2-11 0 0,-2 3 202 0 0,0 1-148 0 0,-1-1-20 0 0,-1-1-21 0 0,0-1-2 0 0,0-2-8 0 0,0 1 5 0 0,0 1-16 0 0,0 2-27 0 0,0 1 53 0 0,0 1 104 0 0,0 0-71 0 0,0-1-49 0 0,0-2 16 0 0,0 0 55 0 0,0-2-66 0 0,0 2 8 0 0,0 0 59 0 0,0 0-80 0 0,0 0 100 0 0,0 0-109 0 0,0-2-41 0 0,0-1 75 0 0,0-2-30 0 0,0 0 6 0 0,0 0-102 0 0,0 2 56 0 0,-1 1 67 0 0,-1 1-8 0 0,0 1 187 0 0,-1 0-227 0 0,-2-1 62 0 0,1 0-21 0 0,-1-1 3 0 0,1 1 54 0 0,-2 1-75 0 0,1 1 174 0 0,0-1-201 0 0,1-1 32 0 0,0-1 20 0 0,0-1-9 0 0,0-2 73 0 0,1-1-89 0 0,-1-1 26 0 0,0-1-10 0 0,0-1 14 0 0,0 1 1 0 0,-1 2-9 0 0,0 1 8 0 0,-2 2 175 0 0,-1 1-37 0 0,-1 2-178 0 0,-2 2 58 0 0,0 1-32 0 0,-1 1 75 0 0,0 2 109 0 0,0-1-92 0 0,1 1-103 0 0,0-2 31 0 0,2 0-20 0 0,1-2 19 0 0,3-2 120 0 0,1 0-61 0 0,1-2-81 0 0,1 0 26 0 0,1-1-15 0 0,1 1 66 0 0,0 1-94 0 0,0 0-26 0 0,0 1 44 0 0,1 0-85 0 0,-1 1 108 0 0,0 0-33 0 0,0-1 22 0 0,0 0-4 0 0,0-1 49 0 0,0 0-60 0 0,0-1 71 0 0,0 1 34 0 0,0-1-50 0 0,0 0-54 0 0,0 0 10 0 0,0 0-66 0 0,0 2 7 0 0,0 0 50 0 0,0 0-87 0 0,0 1 94 0 0,0 1-20 0 0,0-1 16 0 0,0 1 50 0 0,0-1-51 0 0,-1 0 14 0 0,0-2 0 0 0,1-1-6 0 0,-1-2-3 0 0,0-2-4 0 0,1-1 0 0 0,0 0-56 0 0,0-1-2 0 0,0 1-32 0 0,1 2 100 0 0,0 2-22 0 0,1 2 15 0 0,0 3 70 0 0,0 3-23 0 0,0 1-41 0 0,-1 1 66 0 0,0 2-18 0 0,-1-1 34 0 0,0 0-95 0 0,-1-3 75 0 0,-1-1-72 0 0,1-3 61 0 0,-1-3-74 0 0,1 0 18 0 0,0-2-162 0 0,2 0 100 0 0,1 1 51 0 0,2 1-13 0 0,3 1 21 0 0,-1 1 11 0 0,0 2 54 0 0,-2 1 33 0 0,0 1-34 0 0,-2 1 15 0 0,-3 2-4 0 0,-3-1 75 0 0,-2 1-68 0 0,0-1-79 0 0,-1 0 9 0 0,1-2-25 0 0,0 0-40 0 0,2-2 51 0 0,2-1-63 0 0,0-1 23 0 0,1 1 34 0 0,1 1-76 0 0,0 2 52 0 0,0 2 25 0 0,0 1 11 0 0,1 3-9 0 0,-1 2 15 0 0,-2 2 47 0 0,0 1 33 0 0,-3-1-48 0 0,-1 0-46 0 0,-2-3-6 0 0,1-3 0 0 0,0-2-4 0 0,2-4-59 0 0,1-3 2 0 0,2-2 10 0 0,1 0 60 0 0,0-1-8 0 0,1 2 16 0 0,1 1 3 0 0,0 2 61 0 0,0 3-87 0 0,0 2 104 0 0,0 2-97 0 0,-1 2 20 0 0,0 0 59 0 0,-2 1-72 0 0,0-1 20 0 0,-1-2-11 0 0,-1-2 0 0 0,1-1-9 0 0,0-2 7 0 0,-1-2-3 0 0,2-1-3 0 0,-1-1 0 0 0,2 0 0 0 0,0 0 10 0 0,1 0-13 0 0,0 0 5 0 0,0 1-12 0 0,0 1-62 0 0,0 1 78 0 0,0 1-22 0 0,2 0 7 0 0,1 2 6 0 0,2-1-6 0 0,1 0 6 0 0,-1 0-58 0 0,1-1 78 0 0,-1 0-26 0 0,-1-1 70 0 0,-1 0-64 0 0,-2 0 110 0 0,0 2-120 0 0,0 1 23 0 0,-1 1-17 0 0,0 3-51 0 0,-1 2 69 0 0,1 2-27 0 0,0 2 4 0 0,0 0 14 0 0,-2 0-4 0 0,0-1 119 0 0,0-1-89 0 0,0-2 69 0 0,-1-2-107 0 0,1-3 40 0 0,0-2 13 0 0,1-2-54 0 0,1-1 18 0 0,-1-2-12 0 0,1 0 6 0 0,0 0-6 0 0,0 1-3 0 0,0 2-51 0 0,0 2 75 0 0,0 1-15 0 0,-2 1 15 0 0,0 1 64 0 0,-1 0-92 0 0,0 0 138 0 0,-1-1 61 0 0,0-1-60 0 0,-1-2 4 0 0,-1-1 10 0 0,1-2-34 0 0,0-1-113 0 0,1-2 27 0 0,0 0-21 0 0,0-1-88 0 0,2 1 25 0 0,0 0-9 0 0,1 3 23 0 0,1 2 40 0 0,0 2 0 0 0,0 3 8 0 0,-1 1 15 0 0,-1 0 84 0 0,-1 0-36 0 0,-1-1-17 0 0,-1-3 138 0 0,0-3 80 0 0,-1-5-82 0 0,1-2-66 0 0,1-4-120 0 0,1-2-120 0 0,1-1-20 0 0,1 0-23 0 0,1 3 35 0 0,0 2 151 0 0,0 4-41 0 0,-1 4 111 0 0,-1 2-10 0 0,-2 3-11 0 0,-1-1 40 0 0,-1 1 17 0 0,-2-3 126 0 0,2-3 80 0 0,0-3-14 0 0,1-4 2 0 0,1-4-262 0 0,1-2-34 0 0,1-2-123 0 0,2 0-24 0 0,-1 1-75 0 0,1 1 0 0 0,-1 4 54 0 0,-1 4 164 0 0,-2 3 54 0 0,-2 5-26 0 0,-1 3 31 0 0,-4 1 82 0 0,-1 2 89 0 0,-1-1 12 0 0,-1 0-137 0 0,0-2 32 0 0,1-1-171 0 0,1-2 37 0 0,2-2-137 0 0,2-1-51 0 0,3-1 35 0 0,2-1-20 0 0,1 0 8 0 0,2 2-19 0 0,0 1 62 0 0,0 1 9 0 0,1 2-10 0 0,1 0-128 0 0,0-1-130 0 0,1-2-150 0 0,0-4-280 0 0,0-4-536 0 0,1-3-1067 0 0,0-5-2237 0 0,0-10-3458 0 0,0 0 9075 0 0</inkml:trace>
  <inkml:trace contextRef="#ctx0" brushRef="#br14" timeOffset="121497.242">3581 1013 328 0 0,'0'0'0'0'0,"0"0"572"0"0,0 0-350 0 0,0 0 576 0 0,0 0 146 0 0,0 0 322 0 0,0 0-276 0 0,0 0 138 0 0,0 0 203 0 0,0 0-205 0 0,0 0-136 0 0,0-6-58 0 0,0 0-123 0 0,0-2-92 0 0,0 1-87 0 0,0 1-48 0 0,0 0-240 0 0,0 1-192 0 0,0 1-139 0 0,0 0 10 0 0,0 1-95 0 0,0 1 34 0 0,0 0 33 0 0,0 1-2 0 0,0 1 8 0 0,0-1 10 0 0,0 1 49 0 0,0 0 0 0 0,0 1 18 0 0,0-1 45 0 0,0 0-16 0 0,0 0-7 0 0,0 0 9 0 0,0 2-8 0 0,0 2-13 0 0,-2 3 4 0 0,-3 6 17 0 0,-2 4 32 0 0,-4 5-18 0 0,-2 5 125 0 0,-3 4 21 0 0,-2 2-73 0 0,-2 2-102 0 0,-2-1 12 0 0,0 0-102 0 0,2-3 60 0 0,1-4-75 0 0,3-4-96 0 0,4-5-63 0 0,3-4-94 0 0,4-3-338 0 0,2-3-268 0 0,2-2-510 0 0,2-2-651 0 0,6-1-530 0 0,3-1-706 0 0,6-1-1402 0 0,-1 0 5343 0 0</inkml:trace>
  <inkml:trace contextRef="#ctx0" brushRef="#br15" timeOffset="121914.935">3706 1015 704 0 0,'0'0'0'0'0,"0"0"1528"0"0,0 0-401 0 0,0 0 72 0 0,0 0 226 0 0,0 0-9 0 0,0 0-272 0 0,0 0-111 0 0,0 0-101 0 0,0 0-65 0 0,0 0-86 0 0,0 0-227 0 0,-16-5-45 0 0,-2-1-30 0 0,-2-1-152 0 0,3-1-23 0 0,2 2-78 0 0,3-1-62 0 0,3 2-111 0 0,2-1-46 0 0,2 2-188 0 0,2 1-16 0 0,2 1-11 0 0,1 0 6 0 0,0 1-32 0 0,0 1-18 0 0,1-1 14 0 0,-1 1-8 0 0,3 1 287 0 0,4-1 68 0 0,7 3 16 0 0,7 1 68 0 0,7 2 6 0 0,4 3-58 0 0,5 2 169 0 0,3 3-154 0 0,1 2-71 0 0,1 1-26 0 0,0 1-61 0 0,0-1-41 0 0,-1 0-269 0 0,-1-1-582 0 0,0-1-156 0 0,-1-3-1020 0 0,-3-1-1144 0 0,0-1-2114 0 0,-8-3 4356 0 0</inkml:trace>
  <inkml:trace contextRef="#ctx0" brushRef="#br16" timeOffset="126526.93">1940 805 2816 0 0,'0'0'0'0'0,"0"0"120"0"0,0 0 742 0 0,0 0 1730 0 0,0 0-1513 0 0,0 0-12 0 0,0 0-318 0 0,0 0-64 0 0,0 0-208 0 0,0 0-85 0 0,0 0-32 0 0,5 0-141 0 0,3 0 32 0 0,1-1-19 0 0,1 1-61 0 0,2 0-15 0 0,-1 0 34 0 0,-1 0 46 0 0,0 0 29 0 0,1 0 86 0 0,1 0 144 0 0,1 0-198 0 0,1-1-140 0 0,1 1-65 0 0,0-1-76 0 0,-1-1 67 0 0,-1 1-28 0 0,-1-2 9 0 0,-1 0-4 0 0,1-2 38 0 0,-1-3-2 0 0,-1-2-26 0 0,0-3-69 0 0,-2-4 9 0 0,-2-4-9 0 0,-3-4-61 0 0,-2-4-68 0 0,-5-5 72 0 0,-6-3-14 0 0,-7-3-24 0 0,-4-1 94 0 0,-4-2-23 0 0,-1 0-50 0 0,2 1 78 0 0,1 2-21 0 0,4 0 17 0 0,6 3 161 0 0,4 2-4 0 0,8 2-86 0 0,7 3 277 0 0,7 2-65 0 0,8 3-92 0 0,4 2 131 0 0,3 2-82 0 0,0 3 20 0 0,1 2-84 0 0,-2 3-94 0 0,-2 3-81 0 0,-3 3-137 0 0,-3 2-112 0 0,-2 2-195 0 0,-2 2-188 0 0,1 1-586 0 0,0 2-229 0 0,1 1-729 0 0,-1 0-1039 0 0,-1 2-2438 0 0,-4-1 4742 0 0</inkml:trace>
  <inkml:trace contextRef="#ctx0" brushRef="#br17" timeOffset="126767.787">1839 442 1084 0 0,'0'0'0'0'0,"0"0"9573"0"0,0 0-9008 0 0,0 0 1720 0 0,0 0-1724 0 0,0 0 142 0 0,0 0-51 0 0,0 0-66 0 0,0 0-221 0 0,0 0-292 0 0,0 0-345 0 0,44-6-36 0 0,10-1-221 0 0,8-1-151 0 0,0-1 79 0 0,-5 0-206 0 0,-6 0-651 0 0,-7 0-722 0 0,-9 2-3120 0 0,-10 1 1018 0 0</inkml:trace>
  <inkml:trace contextRef="#ctx0" brushRef="#br18" timeOffset="127350.684">2819 282 1880 0 0,'0'0'0'0'0,"0"0"884"0"0,0 0-802 0 0,0 0 4877 0 0,0 0-4439 0 0,0 0 713 0 0,0 0-548 0 0,0 0-94 0 0,0 0-9 0 0,0 0-199 0 0,0 0 111 0 0,0 0-117 0 0,-12 3-26 0 0,-5 3 15 0 0,-3 3-26 0 0,-1 3 184 0 0,-1 4-72 0 0,-1 2-44 0 0,2 4-98 0 0,-1 3-38 0 0,2 3-46 0 0,0 1-94 0 0,2 2-57 0 0,2 0 18 0 0,2 0-5 0 0,1 1-44 0 0,3-2-46 0 0,1-1-4 0 0,3-1-111 0 0,1-2-42 0 0,3-2-9 0 0,2-2-108 0 0,4-2-90 0 0,4-3 32 0 0,2-3-66 0 0,4-1 42 0 0,1-3 14 0 0,1-1-46 0 0,0-2-334 0 0,2-1-653 0 0,0-1-1218 0 0,2-1-3786 0 0,-2-2 4537 0 0</inkml:trace>
  <inkml:trace contextRef="#ctx0" brushRef="#br19" timeOffset="127702.09">3057 304 1788 0 0,'0'0'0'0'0,"0"0"1044"0"0,0 0 4308 0 0,0 0-4106 0 0,0 0 667 0 0,0 0-742 0 0,0 0-227 0 0,0 0 27 0 0,0 0-37 0 0,0 0-168 0 0,0 0-215 0 0,45 16-127 0 0,11 5-61 0 0,6 4-4 0 0,-2 1-58 0 0,-7 2-56 0 0,-7-1-155 0 0,-8 0-84 0 0,-7-2-100 0 0,-6 0-108 0 0,-3-3-176 0 0,-5-3-158 0 0,-2-2-159 0 0,-3-3-264 0 0,-2-3-401 0 0,-3-4-704 0 0,-3-1-492 0 0,-2-2-749 0 0,-4-2-665 0 0,0-1 1872 0 0</inkml:trace>
  <inkml:trace contextRef="#ctx0" brushRef="#br20" timeOffset="127944.334">2871 658 2948 0 0,'0'0'0'0'0,"0"0"2853"0"0,0 0 1828 0 0,0 0-4353 0 0,0 0 1154 0 0,0 0-913 0 0,0 0 31 0 0,0 0-296 0 0,0 0-132 0 0,0 0-22 0 0,0 0 264 0 0,0 0 428 0 0,21 2-346 0 0,12-4-16 0 0,12-5-129 0 0,9-8-25 0 0,7-6-111 0 0,4-6-154 0 0,1-5-47 0 0,-1-3-12 0 0,-2-2-172 0 0,-5 1-57 0 0,-5 2-331 0 0,-7 2-543 0 0,-7 4-462 0 0,-8 4-1200 0 0,-5 4-2892 0 0,-9 5 352 0 0</inkml:trace>
  <inkml:trace contextRef="#ctx0" brushRef="#br21" timeOffset="128405.009">3806 138 2460 0 0,'0'0'0'0'0,"0"0"7437"0"0,0 0-6273 0 0,0 0 1265 0 0,0 0-1170 0 0,0 0-701 0 0,0 0 78 0 0,0 0 8 0 0,0 0-79 0 0,0 0-279 0 0,0 0-180 0 0,0 0 13 0 0,44 8-28 0 0,9 5 25 0 0,4 4 76 0 0,-1 4 12 0 0,-8 3 74 0 0,-10 4 226 0 0,-11 4-175 0 0,-10 4-161 0 0,-11 5-35 0 0,-11 4-140 0 0,-12 4-105 0 0,-12 3-65 0 0,-10 1-327 0 0,-11 1-378 0 0,-7-2-238 0 0,-7-3-1048 0 0,-2-6-2838 0 0,-8-5-4089 0 0,12-9 9747 0 0</inkml:trace>
  <inkml:trace contextRef="#ctx0" brushRef="#br22" timeOffset="137489.11">6951 2489 1904 0 0,'0'0'0'0'0,"0"0"1604"0"0,0 0-336 0 0,0 0-193 0 0,0 0-133 0 0,0 0-419 0 0,0 0-612 0 0,0 0 287 0 0,8-1 180 0 0,1 0-105 0 0,1 0 14 0 0,-1-1-91 0 0,-1 1-123 0 0,-2 0 177 0 0,-1 0-49 0 0,-2 1-104 0 0,-1-1-95 0 0,-1 1 26 0 0,0-1-16 0 0,-1 1 74 0 0,-1 0-110 0 0,1 0 28 0 0,0 0-11 0 0,0 0 8 0 0,0-1 12 0 0,0 1 132 0 0,-1-1-185 0 0,1 1-14 0 0,0 0 71 0 0,0 0-26 0 0,0 0 624 0 0,1 1-217 0 0,-1 1 21 0 0,0 0-208 0 0,0 1-36 0 0,0 0-53 0 0,0 0-64 0 0,0 0-59 0 0,0 0-124 0 0,0 0 89 0 0,0 0 38 0 0,3 1 169 0 0,2 0-167 0 0,2 0 20 0 0,2 0-20 0 0,2-1 3 0 0,1 0-9 0 0,0 0-16 0 0,-1-2-28 0 0,0 0 58 0 0,0 0 130 0 0,-1-1-96 0 0,1-1 58 0 0,0-1 27 0 0,1-1-42 0 0,-1-1 21 0 0,1-2-128 0 0,-2 0-12 0 0,-1 0 44 0 0,-3-2 114 0 0,-2 1-166 0 0,-2-1 57 0 0,-4 1-19 0 0,-4-1-103 0 0,-3 1 133 0 0,-4 1-45 0 0,-1 1 127 0 0,0 1-144 0 0,0 2-69 0 0,2 0-164 0 0,0 3-12 0 0,2 2 30 0 0,-1 2 196 0 0,1 1-630 0 0,1 3 736 0 0,0 1-115 0 0,1 1 272 0 0,2-1-217 0 0,2 0 109 0 0,1-1 178 0 0,3-1 23 0 0,1-2 3 0 0,1-2-90 0 0,1-1-106 0 0,1-1 98 0 0,-1-1 76 0 0,1-1-93 0 0,-1-1-42 0 0,0 1-62 0 0,0-2 0 0 0,1 0-101 0 0,-1-2 25 0 0,0 0-13 0 0,0-2 103 0 0,0-2-123 0 0,-1-2 46 0 0,0-1-15 0 0,-1-2 48 0 0,0 0-60 0 0,0 2 127 0 0,-1 1-98 0 0,0 4 74 0 0,0 2 13 0 0,-1 2-139 0 0,0 5-55 0 0,-3 2-37 0 0,-1 3 134 0 0,-1 4-111 0 0,-1 1 38 0 0,0 3 5 0 0,1-1-64 0 0,0 0 126 0 0,1-3-100 0 0,2-2 18 0 0,1-2 24 0 0,1-3 46 0 0,1-2-7 0 0,0-2 123 0 0,0-1-149 0 0,0 0-25 0 0,2 0-42 0 0,0-1-115 0 0,3-1-93 0 0,2-2 64 0 0,3-2 282 0 0,4-3-232 0 0,2-2-20 0 0,4-4-33 0 0,0-2 282 0 0,-2-1-74 0 0,-2-3 112 0 0,-3 1 41 0 0,-5 2 217 0 0,-2 1 122 0 0,-3 5 146 0 0,-2 3-186 0 0,-1 3-126 0 0,-2 4-125 0 0,-4 5-166 0 0,-5 4-385 0 0,-5 5 106 0 0,-3 2 68 0 0,-3 4 25 0 0,1 0 20 0 0,3 1 31 0 0,3-1 51 0 0,5-2-54 0 0,3-3 81 0 0,4-3 4 0 0,1-3 62 0 0,2-2 89 0 0,1-3-30 0 0,0-1 12 0 0,-1-1 1 0 0,1-1-1 0 0,0 1-89 0 0,1-2 26 0 0,2-2-13 0 0,3-1 19 0 0,3-3 64 0 0,3-3-106 0 0,1-1-146 0 0,1-3 72 0 0,-1-1-78 0 0,-2-2 26 0 0,-5 1 85 0 0,-2 2 64 0 0,-2 1 183 0 0,-3 3-1 0 0,-3 4-12 0 0,-5 3-93 0 0,-3 4-63 0 0,-5 3-3 0 0,-1 3-233 0 0,-3 3 48 0 0,0 2 107 0 0,1 1 44 0 0,2 1-61 0 0,2 0 103 0 0,4 0 77 0 0,3-3-126 0 0,3-1 36 0 0,2-2-4 0 0,2-3 86 0 0,1-1 138 0 0,2-1-117 0 0,1-1 28 0 0,0-1-39 0 0,0 0-96 0 0,1-1 11 0 0,0 0-16 0 0,1-2 5 0 0,4-1 6 0 0,1-3-10 0 0,2-2-216 0 0,1-2-154 0 0,-1-3 87 0 0,-3-1 200 0 0,-3 0 69 0 0,-2 0 188 0 0,-1 3 91 0 0,-3 2 75 0 0,0 3-169 0 0,0 4-180 0 0,-3 6-90 0 0,-3 4-309 0 0,-4 8-545 0 0,-1 4-928 0 0,-1 7-3520 0 0,2-3 1611 0 0</inkml:trace>
  <inkml:trace contextRef="#ctx0" brushRef="#br23" timeOffset="139002.93">3609 2369 220 0 0,'0'0'0'0'0,"0"0"1696"0"0,0 0-364 0 0,0 0 300 0 0,0 0 42 0 0,0 0-202 0 0,0 0-266 0 0,0 0-46 0 0,0 0-113 0 0,0 0-148 0 0,0 0-397 0 0,3-2-307 0 0,1-1-113 0 0,0 0-61 0 0,1 1 93 0 0,-2-1-116 0 0,1 2 9 0 0,-2 0-119 0 0,1 0 10 0 0,-1 0 16 0 0,-1 1-66 0 0,1-1-456 0 0,-1 1-581 0 0,1 0-884 0 0,-1 0-3851 0 0,-4 2 3230 0 0,-1-1 2975 0 0</inkml:trace>
  <inkml:trace contextRef="#ctx0" brushRef="#br24" timeOffset="139204.525">4097 2321 9133 0 0,'0'0'0'0'0,"0"0"1216"0"0,0 0-854 0 0,0 0-316 0 0,0 0 943 0 0,0 0-305 0 0,0 0-259 0 0,0 0-1077 0 0,0 0 174 0 0,0 0 105 0 0,0 0-235 0 0,12 0-562 0 0,3 0-959 0 0,4 0-906 0 0,0 0 370 0 0,-3 0 1110 0 0</inkml:trace>
  <inkml:trace contextRef="#ctx0" brushRef="#br25" timeOffset="139353.322">4419 2376 2988 0 0,'0'0'0'0'0,"0"0"1760"0"0,0 0-704 0 0,0 0-112 0 0,0 0-49 0 0,0 0-80 0 0,0 0-534 0 0,0 0-439 0 0,0 0-489 0 0,0 0-693 0 0,0 0-898 0 0,23-3-201 0 0,2 0 615 0 0</inkml:trace>
  <inkml:trace contextRef="#ctx0" brushRef="#br26" timeOffset="139525.772">4871 2401 1460 0 0,'0'0'0'0'0,"0"0"3144"0"0,0 0-2151 0 0,0 0 255 0 0,0 0-592 0 0,0 0-29 0 0,0 0-254 0 0,0 0-892 0 0,0 0-383 0 0,45-7-583 0 0,12-4-185 0 0,9-2 307 0 0,-2-1-206 0 0,-12 2 661 0 0</inkml:trace>
  <inkml:trace contextRef="#ctx0" brushRef="#br27" timeOffset="139731.797">5988 2329 9941 0 0,'0'0'0'0'0,"0"0"1484"0"0,0 0-1087 0 0,0 0-320 0 0,0 0 403 0 0,0 0 124 0 0,0 0-243 0 0,0 0-661 0 0,0 0-744 0 0,0 0 87 0 0,0 0-314 0 0,21 8-1110 0 0,9 0-2026 0 0,0-1 1577 0 0</inkml:trace>
  <inkml:trace contextRef="#ctx0" brushRef="#br28" timeOffset="139899.412">6391 2400 7777 0 0,'0'0'0'0'0,"0"0"1984"0"0,0 0-1666 0 0,0 0-23 0 0,0 0-17 0 0,0 0 369 0 0,0 0-107 0 0,0 0-367 0 0,0 0-693 0 0,0 0-51 0 0,0 0-464 0 0,44-6-428 0 0,8-1-1330 0 0,5-2-1494 0 0,-8 2 3381 0 0</inkml:trace>
  <inkml:trace contextRef="#ctx0" brushRef="#br29" timeOffset="141227.383">3016 2000 3604 0 0,'0'0'0'0'0,"0"0"2177"0"0,0 0-855 0 0,0 0-321 0 0,0 0 161 0 0,0 0-166 0 0,0 0-272 0 0,0 0-173 0 0,0 0-116 0 0,0 0-31 0 0,0 0-48 0 0,0 0 10 0 0,-5-4-86 0 0,-2 0 159 0 0,-1 0-130 0 0,-2 0 89 0 0,0 0-53 0 0,1 1-92 0 0,1 1-44 0 0,0 1-13 0 0,1 1-34 0 0,0-1-54 0 0,-1 1-76 0 0,-2 0-26 0 0,-1 1-233 0 0,-1-1 88 0 0,-2 1 48 0 0,0 1-22 0 0,0 0 111 0 0,1 0-65 0 0,2 0 6 0 0,2 0-15 0 0,2 0 21 0 0,2 1 2 0 0,2 0-43 0 0,0 1-32 0 0,2 3 58 0 0,1 4 76 0 0,0 3-6 0 0,4 5 10 0 0,2 3-12 0 0,2 5-42 0 0,2 2 57 0 0,2 1-15 0 0,0 1 5 0 0,0 0-3 0 0,-2-2-4 0 0,-2-2 0 0 0,-2-2-9 0 0,-2-3-44 0 0,-1-1 67 0 0,-1-4-22 0 0,-1-2-1 0 0,-1-1-105 0 0,0-3 81 0 0,0 0-49 0 0,-2-2-90 0 0,-4 1-95 0 0,-2 0-40 0 0,-5 0 107 0 0,-4 1-40 0 0,-4-1 175 0 0,-2 0 62 0 0,-2-1 52 0 0,1-2 59 0 0,1-1-125 0 0,1-3 79 0 0,2-1-70 0 0,4-1 18 0 0,4-1 69 0 0,3-1-87 0 0,4 0 20 0 0,2 1-11 0 0,2-1 4 0 0,1 0 8 0 0,2-1 63 0 0,3-1 15 0 0,4 0 126 0 0,4-3-40 0 0,6-3-68 0 0,7-3 51 0 0,5-3-80 0 0,7-4-22 0 0,4-3 60 0 0,5-4-8 0 0,0-1-117 0 0,-1-1 27 0 0,-4-2-29 0 0,-6 1 13 0 0,-9 1-76 0 0,-7 0-34 0 0,-7 1 48 0 0,-6 2-48 0 0,-4 0-32 0 0,-2 2 8 0 0,-5 0 97 0 0,-1 2-20 0 0,-2 2 63 0 0,-2 4 150 0 0,-2 3 35 0 0,0 4-236 0 0,-2 5-215 0 0,-5 4-57 0 0,-6 5-637 0 0,-6 6 303 0 0,-6 6-442 0 0,-4 5-361 0 0,-1 4-938 0 0,0 3-688 0 0,9-5-870 0 0</inkml:trace>
  <inkml:trace contextRef="#ctx0" brushRef="#br30" timeOffset="142355.99">7064 2753 8265 0 0,'0'0'0'0'0,"0"0"1604"0"0,0 0-1344 0 0,0 0-134 0 0,0 0 68 0 0,0 0 137 0 0,0 0-829 0 0,0 0-705 0 0,0 0-489 0 0,0 0-338 0 0,0 0 573 0 0,-1 2 47 0 0,2 1-117 0 0,0-1 646 0 0</inkml:trace>
  <inkml:trace contextRef="#ctx0" brushRef="#br31" timeOffset="142561.637">7007 3160 4244 0 0,'0'0'0'0'0,"0"0"6061"0"0,0 0-5900 0 0,0 0 785 0 0,0 0-842 0 0,0 0 141 0 0,0 0 313 0 0,0 0-928 0 0,0 0-1298 0 0,0 0-378 0 0,-9 16-1009 0 0,0 0 291 0 0,1 0 435 0 0</inkml:trace>
  <inkml:trace contextRef="#ctx0" brushRef="#br32" timeOffset="142754.879">6963 3572 5893 0 0,'0'0'0'0'0,"0"0"1860"0"0,0 0-1064 0 0,0 0-65 0 0,0 0 276 0 0,0 0 28 0 0,0 0-485 0 0,0 0-425 0 0,0 0-288 0 0,0 0-487 0 0,0 0-450 0 0,-4 17-437 0 0,-1 3-1404 0 0,0 2-927 0 0,1-4 2459 0 0</inkml:trace>
  <inkml:trace contextRef="#ctx0" brushRef="#br33" timeOffset="142944.909">7003 3970 3788 0 0,'0'0'0'0'0,"0"0"2421"0"0,0 0-1065 0 0,0 0-242 0 0,0 0 27 0 0,0 0 93 0 0,0 0-425 0 0,0 0-586 0 0,0 17-165 0 0,0 2-419 0 0,0 2-363 0 0,0-2-237 0 0,0-3-434 0 0,0-3-947 0 0,1-3-125 0 0,1-2 84 0 0,0-3 1032 0 0</inkml:trace>
  <inkml:trace contextRef="#ctx0" brushRef="#br34" timeOffset="143143.639">7036 4600 4804 0 0,'0'0'0'0'0,"0"0"4565"0"0,0 0-3846 0 0,0 0 127 0 0,0 0-612 0 0,0 0 104 0 0,0 0-553 0 0,0 0-463 0 0,0 0-450 0 0,0 0-404 0 0,10 15-1373 0 0,3 1-65 0 0,-1 0 1055 0 0</inkml:trace>
  <inkml:trace contextRef="#ctx0" brushRef="#br35" timeOffset="143331.246">7072 5061 1240 0 0,'0'0'0'0'0,"0"0"2880"0"0,0 0-774 0 0,0 0-423 0 0,0 0-450 0 0,0 0-138 0 0,0 20-159 0 0,0 2-198 0 0,0 3-310 0 0,0-1-303 0 0,0-3-93 0 0,0-3-356 0 0,0-2-385 0 0,0-3-220 0 0,0 0-321 0 0,0-2-762 0 0,-2 0-674 0 0,-2 0 58 0 0,0-2 799 0 0</inkml:trace>
  <inkml:trace contextRef="#ctx0" brushRef="#br36" timeOffset="143548.952">6979 5810 3952 0 0,'0'0'0'0'0,"0"0"4553"0"0,0 0-3832 0 0,0 0 417 0 0,0 0-540 0 0,0 0 181 0 0,0 0-287 0 0,0 0-453 0 0,-1 17-649 0 0,-1 1-144 0 0,0 0-62 0 0,1-3-213 0 0,0-2-551 0 0,0-4-522 0 0,1-1-249 0 0,0-1-792 0 0,0-1 3769 0 0</inkml:trace>
  <inkml:trace contextRef="#ctx0" brushRef="#br37" timeOffset="143718.987">6939 6220 744 0 0,'0'0'0'0'0,"0"0"2596"0"0,0 0-751 0 0,0 0-191 0 0,0 0-319 0 0,0 0-468 0 0,0 0-491 0 0,0 0-968 0 0,0 0-1064 0 0,0 0-1138 0 0,2 17-1588 0 0,1 1 5068 0 0</inkml:trace>
  <inkml:trace contextRef="#ctx0" brushRef="#br38" timeOffset="143874.63">7003 6595 2600 0 0,'0'0'0'0'0,"0"0"3065"0"0,0 0-1182 0 0,0 0-964 0 0,0 0-423 0 0,0 0-253 0 0,3 20-239 0 0,0 4-627 0 0,0 1-688 0 0,1-1-492 0 0,-1-3-50 0 0,-1-5-689 0 0,0-4 1681 0 0</inkml:trace>
  <inkml:trace contextRef="#ctx0" brushRef="#br39" timeOffset="144059.338">7092 7109 2996 0 0,'0'0'0'0'0,"0"0"1132"0"0,0 0-1918 0 0,0 0 782 0 0,0 0-631 0 0,0 0-831 0 0,0 0 229 0 0</inkml:trace>
  <inkml:trace contextRef="#ctx0" brushRef="#br40" timeOffset="163114.468">3484 7936 3288 0 0,'0'0'0'0'0,"0"0"1304"0"0,0 0-550 0 0,0 0-254 0 0,0 0-125 0 0,0 0 185 0 0,0 0 1114 0 0,0 0-797 0 0,0 0-168 0 0,0 0-110 0 0,12-11-79 0 0,1-1-222 0 0,0-1-78 0 0,-2 1-12 0 0,-2 2 48 0 0,-4 4-54 0 0,-2 2 52 0 0,-2 2 27 0 0,-1 1 87 0 0,0 0-12 0 0,-1 1-50 0 0,1 1-52 0 0,-1-1-114 0 0,1 0-146 0 0,-1 0-161 0 0,1 1-91 0 0,0 0-7 0 0,-2 2-13 0 0,-3 1-16 0 0,-2 3 121 0 0,-2 3 53 0 0,-1 1 52 0 0,0 3 70 0 0,0 2 132 0 0,2-1 240 0 0,2-2-10 0 0,2 0-49 0 0,2-4-201 0 0,1-3-104 0 0,1-1-95 0 0,2-2-1 0 0,1-1-87 0 0,4-2-102 0 0,2 1-78 0 0,4-1 20 0 0,1 0 35 0 0,4 0 328 0 0,1 0-254 0 0,0 0 48 0 0,0-1 126 0 0,-1-1 44 0 0,-2-2 77 0 0,-3 1 115 0 0,-2-2 65 0 0,-3 1 109 0 0,-3-1-16 0 0,-3 1-22 0 0,0 0-12 0 0,-4 1-153 0 0,-3-1-164 0 0,-4 1-38 0 0,-3-1-65 0 0,-4 0-176 0 0,-3 0-30 0 0,0 1-122 0 0,-1 2 363 0 0,1 0-221 0 0,1 3 37 0 0,2 2-8 0 0,3 4-480 0 0,1 3 746 0 0,1 2-177 0 0,3 4 64 0 0,2 2-64 0 0,3 2 68 0 0,1 1 31 0 0,2 0 84 0 0,2-1 47 0 0,3-2-52 0 0,4-3 140 0 0,2-3 1 0 0,1-4 98 0 0,1-2 27 0 0,1-3-48 0 0,2-1 63 0 0,-1-3-33 0 0,2 0-18 0 0,-1-2-41 0 0,-1-1-139 0 0,0-1-26 0 0,-1-1 58 0 0,-1-2-41 0 0,-2-2-38 0 0,-2-1 12 0 0,-2-3-2 0 0,-3-2 134 0 0,-2-1-20 0 0,-1-1 38 0 0,-4-1 28 0 0,-6 1 22 0 0,-4 0-152 0 0,-5 1 65 0 0,-4 2 29 0 0,-2 1-73 0 0,0 4-36 0 0,1 1-48 0 0,2 3-80 0 0,3 3-105 0 0,2 3-48 0 0,1 4-1 0 0,1 2-855 0 0,-1 3 1371 0 0,-1 3-443 0 0,2 2 54 0 0,1 0-73 0 0,3 2 122 0 0,3 0 44 0 0,2 0 3 0 0,4-2-10 0 0,3-3-62 0 0,3-1-72 0 0,3-3-3 0 0,3-3 142 0 0,1-2 2 0 0,1-2 156 0 0,3-1-16 0 0,0 0-4 0 0,2-2-24 0 0,0-2-35 0 0,1-3 54 0 0,1-2-6 0 0,0-4-72 0 0,0-3-27 0 0,-1-4-6 0 0,-1-3-5 0 0,-1-3-1 0 0,-3 0 61 0 0,-2-2-4 0 0,-2 2 66 0 0,-4 1 26 0 0,-1 2-63 0 0,-3 5-20 0 0,-2 3-10 0 0,-4 5-62 0 0,-3 3-46 0 0,-4 3 13 0 0,-4 2-75 0 0,-5 3 24 0 0,-3 2-1906 0 0,-4 2 2554 0 0,-3 3-304 0 0,-2 2-408 0 0,-2 3 35 0 0,1 1-49 0 0,2 3 22 0 0,2 1 17 0 0,4 1-51 0 0,4 0 98 0 0,6 0-6 0 0,5-2-23 0 0,4-2 30 0 0,5-3-75 0 0,5-3-35 0 0,4-2 49 0 0,6-3 87 0 0,4-2-43 0 0,5-2 114 0 0,3-2 64 0 0,3-4 15 0 0,3-2-42 0 0,1-4-43 0 0,2-2 86 0 0,-1-4-40 0 0,0-2-6 0 0,-1-3 0 0 0,-3-1 97 0 0,-3-1 55 0 0,-3 0 27 0 0,-5 1-35 0 0,-6 3 94 0 0,-5 3 1 0 0,-6 5 120 0 0,-8 3-161 0 0,-8 5-276 0 0,-8 2-210 0 0,-9 5 320 0 0,-7 3-123 0 0,-5 5-80 0 0,-2 4-143 0 0,-1 5 122 0 0,3 4-65 0 0,6 3-16 0 0,5 3 83 0 0,8 1 38 0 0,6 0-72 0 0,6 0-20 0 0,5-4-126 0 0,4-2-198 0 0,2-3-168 0 0,6-6-410 0 0,3-3-437 0 0,3-4-388 0 0,4-4 561 0 0,-2-2-1686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2:04.9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2823 5434 6293 0 0,'0'0'2021'0'0,"0"0"-629"0"0,0 0-523 0 0,0 0-155 0 0,0 0 71 0 0,0 0-20 0 0,0 0-146 0 0,0 0-152 0 0,0 0-151 0 0,5 0-102 0 0,95 34 768 0 0,-100-33-1011 0 0,1 0 1 0 0,0 0 0 0 0,0-1-1 0 0,-1 1 1 0 0,1 0-1 0 0,0 0 1 0 0,0-1-1 0 0,0 1 1 0 0,0 0 0 0 0,0-1-1 0 0,0 1 1 0 0,0-1-1 0 0,0 1 1 0 0,0-1 0 0 0,0 0-1 0 0,0 1 1 0 0,1-1-1 0 0,-1 0 1 0 0,0 0-1 0 0,0 0 1 0 0,0 0 0 0 0,0 0-1 0 0,0 0 1 0 0,1 0-1 0 0,-1 0 1 0 0,0 0 0 0 0,0-1-1 0 0,0 1 1 0 0,0 0-1 0 0,0-1 1 0 0,0 1-1 0 0,0-1 1 0 0,0 1 0 0 0,0-1-1 0 0,0 0 1 0 0,0 1-1 0 0,0-1 1 0 0,0 0 0 0 0,0 1-1 0 0,0-1 1 0 0,-1 0-1 0 0,1 0 1 0 0,0 0 0 0 0,-1 0-1 0 0,1 0 1 0 0,-1 0-1 0 0,1 0 1 0 0,-1 0-1 0 0,1 0 1 0 0,-1 0 0 0 0,1 0-1 0 0,-1 0 1 0 0,0 0-1 0 0,0-1 1 0 0,0 1 0 0 0,0 0-1 0 0,0 0 1 0 0,0 0-1 0 0,0 0 1 0 0,0 0-1 0 0,0-1 1 0 0,0 1 0 0 0,0 0-1 0 0,-1 0 1 0 0,1 0-1 0 0,-1 0 1 0 0,1 0 0 0 0,-1-1 28 0 0,1-1-1 0 0,-1 0 0 0 0,1 1 0 0 0,-1-1 0 0 0,1 0 0 0 0,-1 1 0 0 0,0-1 0 0 0,0 1 0 0 0,0-1 0 0 0,-1 1 0 0 0,1-1 0 0 0,-1 1 0 0 0,1 0 0 0 0,-1-1 1 0 0,0 1-1 0 0,0 0 0 0 0,0 0 0 0 0,0 0 0 0 0,0 1 0 0 0,0-1 0 0 0,0 0 0 0 0,0 1 0 0 0,-1-1 0 0 0,1 1 0 0 0,-1 0 0 0 0,1 0 0 0 0,-1 0 0 0 0,0 0 1 0 0,1 1-1 0 0,-1-1 0 0 0,0 0 0 0 0,0 1 0 0 0,1 0 0 0 0,-1 0 0 0 0,0 0 0 0 0,0 0 0 0 0,1 0 0 0 0,-1 0 0 0 0,0 1 0 0 0,1 0 0 0 0,-1-1 0 0 0,0 1 1 0 0,-1 1 0 0 0,4-2 7 0 0,-9 1 21 0 0,1 0-1 0 0,-1 1 0 0 0,1 0 1 0 0,-1 0-1 0 0,1 1 0 0 0,0 0 1 0 0,0 0-1 0 0,0 1 0 0 0,1 0 1 0 0,-1 1-1 0 0,1 0 0 0 0,0 0 1 0 0,0 0-1 0 0,1 1 0 0 0,0 0 1 0 0,0 0-1 0 0,0 1 0 0 0,0 0 1 0 0,1 0-1 0 0,1 0 0 0 0,-1 0 1 0 0,1 1-1 0 0,-2 3-27 0 0,6-9 8 0 0,-1 0 0 0 0,0 0-1 0 0,1 0 1 0 0,-1 0 0 0 0,1 0 0 0 0,0 0 0 0 0,0 0 0 0 0,0 1-1 0 0,0-1 1 0 0,0 0 0 0 0,0 0 0 0 0,0 0 0 0 0,1 0 0 0 0,-1 0 0 0 0,1 0-1 0 0,0 0 1 0 0,-1 0 0 0 0,1 0 0 0 0,0-1 0 0 0,0 1 0 0 0,0 0-1 0 0,0 0 1 0 0,1-1 0 0 0,-1 1 0 0 0,0-1 0 0 0,1 1 0 0 0,-1-1-1 0 0,1 1 1 0 0,-1-1 0 0 0,1 0 0 0 0,0 0 0 0 0,-1 0 0 0 0,1 0-1 0 0,0 0 1 0 0,0 0 0 0 0,0 0 0 0 0,0 0 0 0 0,0-1 0 0 0,0 1-1 0 0,0-1 1 0 0,0 0 0 0 0,0 1 0 0 0,0-1 0 0 0,0 0 0 0 0,0 0-1 0 0,0 0 1 0 0,0-1 0 0 0,0 1 0 0 0,2-1-8 0 0,3 1 20 0 0,-1 0-1 0 0,0 0 1 0 0,0 0 0 0 0,1-1 0 0 0,-1 0-1 0 0,0-1 1 0 0,0 0 0 0 0,0 1-1 0 0,0-2 1 0 0,0 1 0 0 0,0-1 0 0 0,-1 0-1 0 0,1 0 1 0 0,-1 0 0 0 0,0-1-1 0 0,3-2-19 0 0,5-61-895 0 0,-66 76 1611 0 0,49-8-716 0 0,0 0 0 0 0,0 1-1 0 0,1 0 1 0 0,-1 0 0 0 0,0 0 0 0 0,1 0 0 0 0,-1 0 0 0 0,1 1-1 0 0,0 0 1 0 0,0-1 0 0 0,0 1 0 0 0,0 0 0 0 0,0 1 0 0 0,0-1-1 0 0,1 0 1 0 0,0 1 0 0 0,0 0 0 0 0,0-1 0 0 0,0 1-1 0 0,0 0 1 0 0,1 0 0 0 0,-1 0 0 0 0,1 0 0 0 0,0 0 0 0 0,1 0-1 0 0,-1 0 1 0 0,1 0 0 0 0,-1 1 0 0 0,1-1 0 0 0,1 0 0 0 0,-1 0-1 0 0,0 0 1 0 0,1 0 0 0 0,1 4 0 0 0,2-6-32 0 0,0 0 0 0 0,0 0 0 0 0,1-1 0 0 0,-1 1-1 0 0,1-1 1 0 0,-1 0 0 0 0,1 0 0 0 0,0-1 0 0 0,-1 1 0 0 0,1-1 0 0 0,0 0 0 0 0,-1 0 0 0 0,1-1 0 0 0,0 1-1 0 0,-1-1 1 0 0,1 0 0 0 0,-1 0 0 0 0,1-1 0 0 0,-1 1 0 0 0,2-2 32 0 0,-3 2 3 0 0,0 0 0 0 0,-1 0 1 0 0,1-1-1 0 0,0 0 0 0 0,-1 1 0 0 0,1-1 1 0 0,-1 0-1 0 0,1 0 0 0 0,-1 0 0 0 0,0 0 1 0 0,0-1-1 0 0,0 1 0 0 0,0-1 0 0 0,0 1 1 0 0,-1-1-1 0 0,1 0 0 0 0,-1 0 0 0 0,0 1 1 0 0,1-1-1 0 0,-1 0 0 0 0,-1 0 0 0 0,1 0 1 0 0,0 0-1 0 0,-1 0 0 0 0,1 0 0 0 0,-1-1 1 0 0,0 1-1 0 0,0 0 0 0 0,0 0 1 0 0,-1 0-1 0 0,1 0 0 0 0,-1 0 0 0 0,0 0 1 0 0,1 0-1 0 0,-1 0 0 0 0,-1 0 0 0 0,1 0 1 0 0,0 0-1 0 0,-1 1 0 0 0,1-1 0 0 0,-1 0 1 0 0,0 1-1 0 0,0-1 0 0 0,0 1 0 0 0,0 0 1 0 0,0 0-1 0 0,-1 0 0 0 0,1 0 0 0 0,-1 0 1 0 0,1 0-1 0 0,-1 1 0 0 0,1-1 0 0 0,-1 1 1 0 0,0-1-1 0 0,0 1 0 0 0,0 0 0 0 0,-3 0-3 0 0,4-1 10 0 0,0 0-1 0 0,-1 0 0 0 0,1 1 1 0 0,-1-1-1 0 0,0 1 0 0 0,1 0 1 0 0,-1 0-1 0 0,0 0 0 0 0,1 0 1 0 0,-1 0-1 0 0,0 1 0 0 0,0-1 1 0 0,0 1-1 0 0,0 0 0 0 0,0 0 1 0 0,0 0-1 0 0,0 0 0 0 0,1 0 1 0 0,-1 1-1 0 0,0-1 0 0 0,0 1 1 0 0,0 0-1 0 0,0 0 0 0 0,1 0 1 0 0,-1 0-1 0 0,0 0 0 0 0,1 1 1 0 0,-1-1-1 0 0,1 1 0 0 0,0-1 1 0 0,-1 1-1 0 0,1 0 0 0 0,0 0 1 0 0,0 0-1 0 0,0 0 0 0 0,0 1 1 0 0,0-1-1 0 0,1 0 0 0 0,-1 1 1 0 0,1-1-1 0 0,0 1 0 0 0,-1 0 1 0 0,1-1-1 0 0,0 1 0 0 0,1 0 1 0 0,-1 0-1 0 0,0 0-9 0 0,5-1-38 0 0,0 0 1 0 0,1 0-1 0 0,-1 0 0 0 0,0-1 0 0 0,1 1 1 0 0,-1-1-1 0 0,1 0 0 0 0,-1 0 0 0 0,1-1 1 0 0,0 1-1 0 0,-1-1 0 0 0,1 0 0 0 0,0 0 1 0 0,-1-1-1 0 0,1 1 0 0 0,0-1 0 0 0,-1 0 1 0 0,5-1 37 0 0,-7 1 6 0 0,1 1 0 0 0,-1-1 0 0 0,0 1 0 0 0,1-1 0 0 0,-1 0 0 0 0,1 0 0 0 0,-1 0 0 0 0,0 0 0 0 0,0-1 0 0 0,0 1 0 0 0,0 0 0 0 0,0-1 0 0 0,0 0 0 0 0,0 1 0 0 0,0-1 1 0 0,0 0-1 0 0,-1 0 0 0 0,1 0 0 0 0,-1 0 0 0 0,1 0 0 0 0,-1 0 0 0 0,0 0 0 0 0,0-1 0 0 0,0 1 0 0 0,0 0 0 0 0,0-1 0 0 0,-1 1 0 0 0,1-1 0 0 0,-1 1 0 0 0,1-1 0 0 0,-1 1 0 0 0,0-1 1 0 0,0 1-1 0 0,0-1 0 0 0,-1 1 0 0 0,1-1 0 0 0,0 1 0 0 0,-1-1 0 0 0,0 1 0 0 0,1-1 0 0 0,-1 1 0 0 0,0 0 0 0 0,0-1 0 0 0,0 1 0 0 0,-1 0 0 0 0,1 0 0 0 0,0 0 0 0 0,-1 0 0 0 0,0 0 0 0 0,1 0 1 0 0,-1 0-1 0 0,0 1 0 0 0,0-1 0 0 0,0 1 0 0 0,0-1 0 0 0,0 1 0 0 0,0 0 0 0 0,-1-1 0 0 0,-1 1-6 0 0,-2-3-38 0 0,-1 1-1 0 0,1 1 1 0 0,-1-1-1 0 0,0 1 1 0 0,0 0-1 0 0,0 1 1 0 0,0 0-1 0 0,0 0 1 0 0,0 0-1 0 0,-1 1 1 0 0,1 0-1 0 0,0 1 1 0 0,0-1 0 0 0,0 1-1 0 0,0 1 1 0 0,0-1-1 0 0,0 1 1 0 0,0 1-1 0 0,0-1 1 0 0,1 1-1 0 0,-1 0 1 0 0,1 0-1 0 0,0 1 1 0 0,0 0 0 0 0,-3 2 38 0 0,1 63-1570 0 0,23-48-3430 0 0,-3-17-93 0 0</inkml:trace>
  <inkml:trace contextRef="#ctx0" brushRef="#br0" timeOffset="15271.855">4290 5305 92 0 0,'0'0'224'0'0,"0"0"-61"0"0,0 0 119 0 0,0 0 164 0 0,0 0 482 0 0,0 0 241 0 0,0 0-7 0 0,0 0-16 0 0,4 4 75 0 0,-2-1-705 0 0,11 11-123 0 0,0-9 2987 0 0,-12-5-2586 0 0,2 5 2749 0 0,-6 6-2772 0 0,-3-1-783 0 0,1 1-1 0 0,1-1 1 0 0,0 1 0 0 0,0 0-1 0 0,1 0 1 0 0,1 0 0 0 0,-1 1-1 0 0,2-1 1 0 0,0 1 0 0 0,0-1-1 0 0,1 1 1 0 0,1 9 12 0 0,11-1-546 0 0,-13-28 598 0 0,1 0 0 0 0,-1 0 0 0 0,-1 0-1 0 0,1 0 1 0 0,-2 0 0 0 0,1 1 0 0 0,-1-1 0 0 0,0 1-1 0 0,0 0 1 0 0,-1 0 0 0 0,0 0 0 0 0,0 0 0 0 0,-1 0-1 0 0,0 1 1 0 0,0 0 0 0 0,0 0 0 0 0,-1 1 0 0 0,0-1 0 0 0,0 1-52 0 0,-9-12 99 0 0,15 18-116 0 0,0-1 1 0 0,0 1 0 0 0,-1 0 0 0 0,1-1 0 0 0,0 1 0 0 0,-1 0 0 0 0,1-1 0 0 0,-1 1 0 0 0,1-1 0 0 0,-1 1 0 0 0,1-1 0 0 0,-1 1 0 0 0,1-1 0 0 0,-1 1 0 0 0,0-1 0 0 0,1 0 0 0 0,-1 1 0 0 0,0-1 0 0 0,1 0 0 0 0,-1 1 0 0 0,0-1 0 0 0,1 0 0 0 0,-1 0 0 0 0,0 0 0 0 0,0 1 0 0 0,1-1 0 0 0,-1 0 0 0 0,0 0 0 0 0,0 0 0 0 0,1 0 0 0 0,-1-1 0 0 0,0 1 0 0 0,1 0-1 0 0,-1 0 1 0 0,0 0 0 0 0,0 0 0 0 0,1-1 0 0 0,-1 1 0 0 0,0 0 0 0 0,1-1 0 0 0,-1 1 0 0 0,1 0 0 0 0,-1-1 0 0 0,0 1 0 0 0,1-1 0 0 0,-1 1 0 0 0,1-1 16 0 0,0 1 3 0 0,-1 1-9 0 0,1 0 1 0 0,-1 0-1 0 0,1 0 0 0 0,0-1 1 0 0,-1 1-1 0 0,1 0 1 0 0,0 0-1 0 0,0 0 0 0 0,-1 0 1 0 0,1-1-1 0 0,0 1 0 0 0,0 0 1 0 0,0 0-1 0 0,0 0 1 0 0,0 0-1 0 0,0 0 0 0 0,1 0 1 0 0,-1-1-1 0 0,0 1 1 0 0,0 0-1 0 0,1 0 0 0 0,-1 0 1 0 0,0-1-1 0 0,1 1 1 0 0,-1 0-1 0 0,1 0 0 0 0,-1-1 1 0 0,1 1-1 0 0,-1 0 0 0 0,1-1 1 0 0,-1 1-1 0 0,1 0 1 0 0,0-1-1 0 0,-1 1 0 0 0,1-1 1 0 0,0 1-1 0 0,0-1 1 0 0,-1 1-1 0 0,1-1 0 0 0,0 0 1 0 0,0 1-1 0 0,0-1 1 0 0,0 0-1 0 0,-1 0 0 0 0,1 0 1 0 0,0 0-1 0 0,0 1 0 0 0,0-1 1 0 0,0 0-1 0 0,0 0 1 0 0,0-1-1 0 0,-1 1 0 0 0,1 0 6 0 0,-3-80-249 0 0,-14 109 115 0 0,33 36 1 0 0,-15-64 127 0 0,0-1 0 0 0,-1 1 0 0 0,1 0-1 0 0,0-1 1 0 0,0 1 0 0 0,0-1-1 0 0,0 0 1 0 0,0 0 0 0 0,-1 1 0 0 0,1-1-1 0 0,0 0 1 0 0,0-1 0 0 0,0 1 0 0 0,0 0-1 0 0,0-1 1 0 0,0 1 0 0 0,0-1 0 0 0,-1 1-1 0 0,1-1 1 0 0,0 0 0 0 0,0 0-1 0 0,-1 0 1 0 0,1 0 0 0 0,0 0 0 0 0,-1 0-1 0 0,1 0 1 0 0,-1 0 0 0 0,0-1 0 0 0,1 1-1 0 0,-1-1 1 0 0,0 1 0 0 0,0-1-1 0 0,0 1 1 0 0,0-1 0 0 0,0 0 0 0 0,0 1-1 0 0,0-1 1 0 0,-1 0 0 0 0,1 0 0 0 0,-1 0-1 0 0,1 1 1 0 0,-1-1 0 0 0,1 0 0 0 0,-1 0-1 0 0,0 0 1 0 0,0 0 0 0 0,0 0 6 0 0,1-99-276 0 0,-1 100 285 0 0,0 0 0 0 0,0 0 1 0 0,0 0-1 0 0,0 0 0 0 0,0 0 1 0 0,0 0-1 0 0,0 0 0 0 0,0 0 1 0 0,0 0-1 0 0,0 0 0 0 0,-1 0 1 0 0,1 1-1 0 0,0-1 0 0 0,-1 0 1 0 0,1 0-1 0 0,0 0 0 0 0,-1 0 0 0 0,1 1 1 0 0,-1-1-1 0 0,0 0 0 0 0,1 0 1 0 0,-1 1-1 0 0,1-1 0 0 0,-1 0 1 0 0,0 1-1 0 0,0-1 0 0 0,1 1 1 0 0,-1-1-1 0 0,0 1 0 0 0,0-1 1 0 0,0 1-1 0 0,1-1 0 0 0,-1 1 1 0 0,0 0-1 0 0,0 0 0 0 0,0-1 1 0 0,0 1-1 0 0,0 0 0 0 0,0 0 1 0 0,0 0-1 0 0,0 0 0 0 0,0 0 1 0 0,0 0-1 0 0,0 0 0 0 0,1 0 1 0 0,-1 1-1 0 0,0-1 0 0 0,0 0 1 0 0,0 0-1 0 0,0 1 0 0 0,0-1 1 0 0,0 1-1 0 0,1-1 0 0 0,-1 1 0 0 0,0-1 1 0 0,0 1-1 0 0,1-1 0 0 0,-1 1 1 0 0,0-1-1 0 0,1 1 0 0 0,-1 0 1 0 0,0 0-1 0 0,1-1 0 0 0,-1 1 1 0 0,1 0-1 0 0,-1 0-9 0 0,-22 101 286 0 0,24-101-290 0 0,-1 0-1 0 0,0 0 0 0 0,1 0 1 0 0,-1 0-1 0 0,0 0 1 0 0,1 0-1 0 0,0 0 1 0 0,-1 0-1 0 0,1 0 1 0 0,0 0-1 0 0,-1 0 1 0 0,1 0-1 0 0,0 0 0 0 0,0 0 1 0 0,0 0-1 0 0,0-1 1 0 0,-1 1-1 0 0,1 0 1 0 0,0-1-1 0 0,1 1 1 0 0,-1 0-1 0 0,0-1 1 0 0,0 0-1 0 0,0 1 1 0 0,0-1-1 0 0,0 0 0 0 0,0 1 1 0 0,1-1-1 0 0,-1 0 1 0 0,0 0-1 0 0,0 0 1 0 0,0 0-1 0 0,0 0 1 0 0,1 0-1 0 0,-1 0 1 0 0,0-1-1 0 0,0 1 0 0 0,0 0 1 0 0,0 0-1 0 0,0-1 1 0 0,1 1-1 0 0,-1-1 1 0 0,0 1-1 0 0,0-1 1 0 0,0 0-1 0 0,0 1 1 0 0,0-1-1 0 0,-1 0 0 0 0,1 0 1 0 0,0 0-1 0 0,0 0 1 0 0,0 1-1 0 0,-1-1 1 0 0,1 0-1 0 0,0 0 1 0 0,-1 0-1 0 0,1-1 1 0 0,-1 1-1 0 0,1 0 5 0 0,0-3-68 0 0,1-2 67 0 0,0 0-1 0 0,0-1 1 0 0,0 1 0 0 0,0-1-1 0 0,-1 1 1 0 0,0-1 0 0 0,-1 1-1 0 0,0-1 1 0 0,0 1 0 0 0,0-1-1 0 0,0 0 1 0 0,-1 1 0 0 0,0-1-1 0 0,-1 1 1 0 0,1 0 0 0 0,-1-1-1 0 0,-1 1 1 0 0,1 0 0 0 0,-1 0-1 0 0,0 0 1 0 0,0 0 0 0 0,-1 1-1 0 0,0-1 1 0 0,0 1 0 0 0,0 0-1 0 0,0 0 2 0 0,-37 56 200 0 0,13 60-76 0 0,19-41-909 0 0,5-65 194 0 0,0 1-3434 0 0,4-4-136 0 0</inkml:trace>
  <inkml:trace contextRef="#ctx0" brushRef="#br0" timeOffset="24192.766">4242 4174 496 0 0,'0'0'664'0'0,"0"0"-272"0"0,0 0 1956 0 0,0 0-3 0 0,0 0-981 0 0,0 0-636 0 0,0 0-340 0 0,12 86-116 0 0,-12-76-76 0 0,4 0-184 0 0,-4-3-12 0 0,0 2-544 0 0,0-1-520 0 0,0 1-560 0 0,0 1-477 0 0,0 2-479 0 0,0-1 1288 0 0</inkml:trace>
  <inkml:trace contextRef="#ctx0" brushRef="#br0" timeOffset="24379.698">4254 4691 1460 0 0,'0'0'5201'0'0,"0"0"-4121"0"0,0 0-460 0 0,0 0-124 0 0,0 97-32 0 0,0-73-216 0 0,0-1-248 0 0,0-1-352 0 0,0 2-256 0 0,0-3-260 0 0,0-3-276 0 0,0 0-133 0 0,0-3-131 0 0,0-1 52 0 0,0-4-768 0 0,0 2 2020 0 0,0-5-224 0 0</inkml:trace>
  <inkml:trace contextRef="#ctx0" brushRef="#br0" timeOffset="5874.008">2924 3525 456 0 0,'0'0'1658'0'0,"0"0"-570"0"0,0 0-368 0 0,0 0-262 0 0,0 0-82 0 0,0 0-161 0 0,0 0-162 0 0,0 0 154 0 0,0 0 74 0 0,0 0 4 0 0,-4-3 4639 0 0,3 3-4898 0 0,0-1 0 0 0,0 1 0 0 0,1 0-1 0 0,-1 0 1 0 0,0-1 0 0 0,0 1 0 0 0,0 0 0 0 0,1 0 0 0 0,-1 0-1 0 0,0 0 1 0 0,0 0 0 0 0,0 0 0 0 0,1 0 0 0 0,-1 1 0 0 0,0-1 0 0 0,0 0-1 0 0,1 0 1 0 0,-1 1 0 0 0,0-1 0 0 0,0 0 0 0 0,1 1 0 0 0,-1-1-1 0 0,0 0 1 0 0,1 1 0 0 0,-1-1 0 0 0,1 1 0 0 0,-1 0 0 0 0,0-1 0 0 0,1 1-1 0 0,-1-1 1 0 0,1 1 0 0 0,-1 0 0 0 0,1-1 0 0 0,0 1 0 0 0,-1 0-1 0 0,1-1 1 0 0,0 1 0 0 0,-1 0 0 0 0,1 0 0 0 0,0 0 0 0 0,0-1 0 0 0,0 1-1 0 0,0 0 1 0 0,0 0 0 0 0,0-1 0 0 0,0 1 0 0 0,0 0 0 0 0,0 0-1 0 0,0 0 1 0 0,0-1 0 0 0,0 1 0 0 0,0 0 0 0 0,1 0 0 0 0,-1-1 0 0 0,0 1-1 0 0,1 0 1 0 0,-1 0 0 0 0,0-1 0 0 0,1 1 0 0 0,-1 0-26 0 0,98 63 322 0 0,-95-64-316 0 0,0-1 0 0 0,-1 0 1 0 0,1-1-1 0 0,0 1 0 0 0,-1 0 1 0 0,1-1-1 0 0,0 1 0 0 0,-1-1 1 0 0,0 0-1 0 0,1 0 0 0 0,-1 0 0 0 0,0 0 1 0 0,0 0-1 0 0,0 0 0 0 0,0-1 1 0 0,-1 1-1 0 0,1 0 0 0 0,0-1 1 0 0,-1 0-1 0 0,0 1 0 0 0,0-1 1 0 0,0 0-1 0 0,0 0 0 0 0,0 0 0 0 0,0 1 1 0 0,-1-1-1 0 0,1 0 0 0 0,-1 0 1 0 0,0 0-1 0 0,0 0 0 0 0,0 0 1 0 0,0 0-1 0 0,-1 0 0 0 0,1 0 1 0 0,-1 0-1 0 0,0 0 0 0 0,0-1-6 0 0,-4 0 24 0 0,0 1-1 0 0,-1-1 1 0 0,1 1 0 0 0,-1 0-1 0 0,0 0 1 0 0,0 0 0 0 0,0 1-1 0 0,0 0 1 0 0,0 0 0 0 0,-1 1-1 0 0,1 0 1 0 0,0 0-1 0 0,-1 0 1 0 0,1 1 0 0 0,-1 0-1 0 0,1 0 1 0 0,-1 1 0 0 0,-5 0-24 0 0,2-1 111 0 0,0 1-116 0 0,0 0 0 0 0,-1 1 1 0 0,1 0-1 0 0,0 0 0 0 0,0 1 1 0 0,1 0-1 0 0,-1 1 0 0 0,1 0 1 0 0,-1 1-1 0 0,1 0 0 0 0,0 0 0 0 0,1 1 1 0 0,-1 0-1 0 0,1 0 0 0 0,1 1 1 0 0,-1 0 4 0 0,7-6 0 0 0,1 1-1 0 0,0-1 1 0 0,-1 1 0 0 0,1-1 0 0 0,0 0 0 0 0,0 1 0 0 0,0-1 0 0 0,0 1 0 0 0,0-1 0 0 0,0 1 0 0 0,0-1 0 0 0,0 0 0 0 0,0 1 0 0 0,1-1 0 0 0,-1 1 0 0 0,1-1 0 0 0,-1 0 0 0 0,1 1 0 0 0,-1-1 0 0 0,1 0 0 0 0,0 0 0 0 0,0 1 0 0 0,0-1 0 0 0,-1 0 0 0 0,1 0 0 0 0,0 0-1 0 0,1 0 1 0 0,-1 0 0 0 0,0 0 0 0 0,0 0 0 0 0,0-1 0 0 0,0 1 0 0 0,1 0 0 0 0,-1-1 0 0 0,0 1 0 0 0,1 0 0 0 0,-1-1 0 0 0,0 0 0 0 0,1 1 0 0 0,-1-1 0 0 0,1 0 0 0 0,-1 0 0 0 0,0 0 0 0 0,1 0 0 0 0,-1 0 0 0 0,1 0 0 0 0,-1 0 0 0 0,1 0 0 0 0,-1 0 0 0 0,0-1 0 0 0,1 1 0 0 0,-1-1-1 0 0,1 1 1 0 0,-1-1 0 0 0,0 1 0 0 0,0-1 0 0 0,1 0 0 0 0,-1 0 0 0 0,0 0 0 0 0,0 0 0 0 0,0 1 0 0 0,0-1 0 0 0,0-1 0 0 0,0 1 0 0 0,0 0 0 0 0,0 0 0 0 0,0 0 0 0 0,0-1 0 0 0,0 1 8 0 0,0 0 0 0 0,0 1-1 0 0,0-1 1 0 0,0 0 0 0 0,0 0 0 0 0,0 0 0 0 0,0 0-1 0 0,0 0 1 0 0,0 0 0 0 0,-1 0 0 0 0,1 0 0 0 0,0 0-1 0 0,-1 0 1 0 0,1 0 0 0 0,0 0 0 0 0,-1-1 0 0 0,0 1-1 0 0,1 0 1 0 0,-1 0 0 0 0,0-1 0 0 0,1 1 0 0 0,-1 0 0 0 0,0-1-1 0 0,0 1 1 0 0,0 0 0 0 0,0 0 0 0 0,0-1 0 0 0,-1 1-1 0 0,1 0 1 0 0,0-1 0 0 0,-1 1 0 0 0,1 0 0 0 0,-1 0-1 0 0,1 0 1 0 0,-1-1 0 0 0,1 1 0 0 0,-1 0 0 0 0,0 0-1 0 0,1 0 1 0 0,-1 0 0 0 0,0 0 0 0 0,0 0 0 0 0,0 0 0 0 0,0 0-1 0 0,0 0 1 0 0,0 1 0 0 0,0-1 0 0 0,0 0 0 0 0,0 1-1 0 0,-1-1 1 0 0,1 1 0 0 0,0-1 0 0 0,0 1 0 0 0,0-1-1 0 0,-1 1 1 0 0,1 0 0 0 0,0 0 0 0 0,-1-1 0 0 0,1 1 0 0 0,0 0-1 0 0,-1 0 1 0 0,1 0 0 0 0,0 1 0 0 0,0-1 0 0 0,-1 0-1 0 0,1 0 1 0 0,0 1 0 0 0,0-1 0 0 0,-1 1 0 0 0,0 0-8 0 0,0-1-16 0 0,1 0 1 0 0,-1 0 0 0 0,0 0 0 0 0,0 1 0 0 0,0-1 0 0 0,1 1-1 0 0,-1-1 1 0 0,0 1 0 0 0,1 0 0 0 0,-1-1 0 0 0,0 1-1 0 0,1 0 1 0 0,-1 0 0 0 0,1 0 0 0 0,-1 0 0 0 0,1 1 0 0 0,0-1-1 0 0,-1 0 1 0 0,1 1 0 0 0,0-1 0 0 0,0 1 0 0 0,0-1 0 0 0,0 1-1 0 0,0-1 1 0 0,0 1 0 0 0,1 0 0 0 0,-1-1 0 0 0,0 1-1 0 0,1 0 1 0 0,-1-1 0 0 0,1 1 0 0 0,0 0 0 0 0,0 0 0 0 0,-1 0-1 0 0,1 0 1 0 0,0-1 0 0 0,1 1 0 0 0,-1 0 0 0 0,0 0-1 0 0,0 0 1 0 0,1-1 0 0 0,-1 1 0 0 0,1 0 0 0 0,0 0 0 0 0,-1-1-1 0 0,1 1 1 0 0,0-1 0 0 0,0 1 0 0 0,0 0 0 0 0,0-1 0 0 0,0 0-1 0 0,0 1 1 0 0,1-1 0 0 0,-1 0 0 0 0,0 1 0 0 0,1-1-1 0 0,-1 0 1 0 0,1 0 0 0 0,-1 0 0 0 0,1 0 0 0 0,0-1 0 0 0,-1 1-1 0 0,1 0 1 0 0,0-1 0 0 0,0 1 0 0 0,-1-1 0 0 0,1 1-1 0 0,1-1 17 0 0,125 17 371 0 0,-125-20-419 0 0,0 0-1 0 0,0 0 1 0 0,0 0-1 0 0,0-1 1 0 0,-1 1-1 0 0,1-1 1 0 0,-1 1-1 0 0,0-1 1 0 0,0 0-1 0 0,0 0 1 0 0,-1 0 0 0 0,1 0-1 0 0,-1 0 1 0 0,0 0-1 0 0,0-1 1 0 0,-1 1-1 0 0,1 0 1 0 0,-1-1-1 0 0,0 1 1 0 0,0 0-1 0 0,0-1 1 0 0,-1 1-1 0 0,1 0 1 0 0,-1-1 47 0 0,1-1-159 0 0,-3 3 188 0 0,1 1-1 0 0,-1 0 1 0 0,0 0-1 0 0,1 0 1 0 0,-1 0 0 0 0,0 1-1 0 0,0-1 1 0 0,0 1-1 0 0,-1-1 1 0 0,1 1-1 0 0,0 0 1 0 0,0 0 0 0 0,-1 1-1 0 0,1-1 1 0 0,0 1-1 0 0,-1-1 1 0 0,1 1-1 0 0,-1 0 1 0 0,1 0 0 0 0,0 1-1 0 0,-1-1 1 0 0,1 1-1 0 0,0 0 1 0 0,-1-1-1 0 0,1 1 1 0 0,0 1-1 0 0,-2 0-28 0 0,1-1-7 0 0,-1 0-1 0 0,1 1 0 0 0,0 0 1 0 0,-1 0-1 0 0,1 0 0 0 0,0 0 0 0 0,0 1 1 0 0,0-1-1 0 0,1 1 0 0 0,-1 0 0 0 0,1 0 1 0 0,-1 1-1 0 0,1-1 0 0 0,0 1 0 0 0,0-1 1 0 0,1 1-1 0 0,-1 0 0 0 0,1 0 0 0 0,0 0 1 0 0,0 1-1 0 0,-2 3 8 0 0,45-3 273 0 0,-29-2-278 0 0,-1 0 1 0 0,1-1-1 0 0,0 0 0 0 0,0-1 1 0 0,1 0-1 0 0,-1-1 0 0 0,0-1 1 0 0,0 0-1 0 0,0 0 0 0 0,0-1 1 0 0,0-1-1 0 0,-1 0 0 0 0,1-1 0 0 0,0 0 1 0 0,-1 0-1 0 0,0-2 0 0 0,0 1 1 0 0,-1-1-1 0 0,0-1 0 0 0,0 0 1 0 0,0 0-1 0 0,3-4 5 0 0,-11 9-9 0 0,-1 1 0 0 0,0-1 1 0 0,0 1-1 0 0,0-1 0 0 0,0 0 1 0 0,0 0-1 0 0,0 0 0 0 0,-1 1 0 0 0,1-1 1 0 0,0 0-1 0 0,-1 0 0 0 0,0 0 1 0 0,1 0-1 0 0,-1 0 0 0 0,0 0 1 0 0,0 0-1 0 0,0 0 0 0 0,0 0 0 0 0,0 0 1 0 0,-1 0-1 0 0,1 0 0 0 0,0 0 1 0 0,-1 0-1 0 0,0 0 0 0 0,1 0 0 0 0,-1 0 1 0 0,0 1-1 0 0,0-1 0 0 0,0 0 1 0 0,0 0-1 0 0,0 1 0 0 0,-1-1 0 0 0,1 1 1 0 0,0-1-1 0 0,-1 1 0 0 0,1 0 1 0 0,-1-1-1 0 0,0 1 0 0 0,1 0 1 0 0,-1 0-1 0 0,0 0 0 0 0,0 0 0 0 0,1 0 1 0 0,-1 1-1 0 0,0-1 0 0 0,0 0 1 0 0,0 1-1 0 0,0 0 0 0 0,0-1 0 0 0,0 1 1 0 0,0 0-1 0 0,-1 0 9 0 0,-110-14 287 0 0,107 13-242 0 0,1 0 0 0 0,0 0 0 0 0,-1 0 0 0 0,1 0 0 0 0,-1 1 0 0 0,1 0 0 0 0,-1 0 0 0 0,1 1 0 0 0,-1-1 0 0 0,1 1 0 0 0,-1 1 0 0 0,1-1 1 0 0,0 1-1 0 0,0 0 0 0 0,0 0 0 0 0,0 0 0 0 0,0 0 0 0 0,0 1 0 0 0,0 0 0 0 0,1 0 0 0 0,-1 1 0 0 0,1-1 0 0 0,0 1 0 0 0,0 0 0 0 0,0 0 0 0 0,1 0 0 0 0,0 0 0 0 0,-1 1 0 0 0,1-1 0 0 0,1 1 0 0 0,-1 0 1 0 0,1 0-1 0 0,0 0-45 0 0,5-1-3 0 0,1 0 0 0 0,0-1 0 0 0,0 0 1 0 0,0 0-1 0 0,0 0 0 0 0,0 0 0 0 0,1-1 0 0 0,-1 0 1 0 0,1 0-1 0 0,0 0 0 0 0,0 0 0 0 0,-1-1 1 0 0,1 1-1 0 0,0-1 0 0 0,0-1 0 0 0,0 1 1 0 0,1-1-1 0 0,-1 0 0 0 0,0 0 0 0 0,0 0 3 0 0,82-10 294 0 0,-85 10-311 0 0,0 0 1 0 0,-1 0 0 0 0,1-1 0 0 0,-1 1 0 0 0,1-1 0 0 0,-1 1 0 0 0,1-1-1 0 0,-1 0 1 0 0,1 1 0 0 0,-1-1 0 0 0,0 0 0 0 0,1 0 0 0 0,-1 0-1 0 0,0 0 1 0 0,0 0 0 0 0,0 0 0 0 0,0 0 0 0 0,0-1 0 0 0,0 1 0 0 0,0 0-1 0 0,0-1 1 0 0,0 1 0 0 0,-1 0 0 0 0,1-1 0 0 0,0 1 0 0 0,-1-1-1 0 0,1 1 1 0 0,-1-1 0 0 0,0 1 0 0 0,1-1 0 0 0,-1 0 0 0 0,0 1 0 0 0,0-1-1 0 0,0 1 1 0 0,0-1 0 0 0,0 0 0 0 0,-1 1 0 0 0,1-1 0 0 0,0 1-1 0 0,-1-1 1 0 0,1 1 0 0 0,-1-1 0 0 0,1 1 0 0 0,-1-1 0 0 0,0 1-1 0 0,0 0 1 0 0,0-1 0 0 0,0 1 0 0 0,0 0 0 0 0,0 0 0 0 0,0-1 0 0 0,-1 1 16 0 0,-2-5-131 0 0,0 1-1 0 0,-1-1 1 0 0,1 1 0 0 0,-1 0 0 0 0,-1 1 0 0 0,1-1 0 0 0,-1 1 0 0 0,0 0 0 0 0,1 1 0 0 0,-2-1 0 0 0,1 1 0 0 0,0 0 0 0 0,-1 1 0 0 0,1 0 0 0 0,-1 0 0 0 0,0 0 0 0 0,-1 0 131 0 0,5 5-43 0 0,1 0-1 0 0,-1 1 1 0 0,0-1 0 0 0,1 0-1 0 0,0 1 1 0 0,0 0 0 0 0,0-1-1 0 0,0 1 1 0 0,1 0 0 0 0,-1 0-1 0 0,1 0 1 0 0,0 0 0 0 0,0 0-1 0 0,0 0 1 0 0,1 0 0 0 0,0 0-1 0 0,-1 1 1 0 0,1-1 0 0 0,1 2 43 0 0,-2 0-74 0 0,-13 72-3008 0 0,13-60-484 0 0</inkml:trace>
  <inkml:trace contextRef="#ctx0" brushRef="#br0" timeOffset="22309.894">3355 1984 560 0 0,'0'0'288'0'0,"0"0"984"0"0,0 0 3239 0 0,0 0-1840 0 0,0 0-955 0 0,0 0-388 0 0,0 0-323 0 0,0 0-213 0 0,0 0-116 0 0,7 1-74 0 0,95 8 1477 0 0,-13-1-2716 0 0,-28-5-6381 0 0,-50-3 1081 0 0</inkml:trace>
  <inkml:trace contextRef="#ctx0" brushRef="#br0" timeOffset="23582.289">4250 2593 8505 0 0,'0'0'1620'0'0,"0"0"-1616"0"0,0 0 60 0 0,0 0-12 0 0,0 0 436 0 0,0 0-60 0 0,0 0-268 0 0,0 0-160 0 0,0 0-100 0 0,0 0-44 0 0,8 90 4 0 0,-4-77-28 0 0,0-2-220 0 0,0-1-308 0 0,0-1-484 0 0,-4-4-1132 0 0,0 3-997 0 0,-24-154 425 0 0</inkml:trace>
  <inkml:trace contextRef="#ctx0" brushRef="#br0" timeOffset="23967.328">4250 2976 940 0 0,'0'0'1185'0'0,"0"0"1228"0"0,0 0-364 0 0,0 0-1131 0 0,0 0-616 0 0,0 0-133 0 0,1 17 184 0 0,10 143 1100 0 0,-10-108-821 0 0,4 25-4450 0 0,0 1 164 0 0,-4-26 4664 0 0,0-6 1393 0 0,-10 109 679 0 0,22-49-3057 0 0,-6-86 237 0 0,-5-15-250 0 0,-1 1 0 0 0,-1-1 0 0 0,1 0 0 0 0,-1 0 0 0 0,0 1 1 0 0,0-1-1 0 0,0 0 0 0 0,-1 1 0 0 0,0-1 0 0 0,0 0 0 0 0,0 0 1 0 0,-1 0-1 0 0,1 0 0 0 0,-1 0 0 0 0,-1 0 0 0 0,1 0 0 0 0,-1-1 1 0 0,0 2-13 0 0,-18 51-4921 0 0,18-43 2307 0 0</inkml:trace>
  <inkml:trace contextRef="#ctx0" brushRef="#br0" timeOffset="18720.018">4234 2007 208 0 0,'0'0'56'0'0,"0"0"31"0"0,0 0 211 0 0,0 0-37 0 0,0 0 178 0 0,0 0 396 0 0,0 0-359 0 0,0 0-204 0 0,0 0 121 0 0,0 1 3264 0 0,-5 12 2095 0 0,4-13-5748 0 0,0 1-1 0 0,1 0 1 0 0,-1 0-1 0 0,0-1 1 0 0,1 1-1 0 0,-1 0 0 0 0,0 0 1 0 0,1 0-1 0 0,-1 0 1 0 0,1 0-1 0 0,-1 0 0 0 0,1 0 1 0 0,-1 0-1 0 0,1 0 1 0 0,0 0-1 0 0,0 0 0 0 0,0 0 1 0 0,-1 0-1 0 0,1 0 1 0 0,0 1-1 0 0,0-1 0 0 0,0 0 1 0 0,0 0-1 0 0,1 0 1 0 0,-1 0-1 0 0,0 0 0 0 0,0 0 1 0 0,1 0-1 0 0,-1 0 1 0 0,1 0-1 0 0,-1 0 0 0 0,1 0 1 0 0,-1 0-1 0 0,1 0 1 0 0,-1 0-1 0 0,1 0 0 0 0,0 0 1 0 0,0-1-1 0 0,-1 1 1 0 0,1 0-1 0 0,0 0 0 0 0,0-1 1 0 0,0 1-1 0 0,0-1 1 0 0,0 1-1 0 0,0-1 0 0 0,0 1 1 0 0,0-1-1 0 0,1 1-3 0 0,10-49 795 0 0,-45 55-1674 0 0,33-5 854 0 0,8 37 200 0 0,-7-39-62 0 0,24-13 660 0 0,-22 11-779 0 0,0 0-1 0 0,0 0 0 0 0,0 0 0 0 0,0-1 0 0 0,0 1 1 0 0,-1-1-1 0 0,1 0 0 0 0,-1 0 0 0 0,0 0 1 0 0,1 0-1 0 0,-1 0 0 0 0,-1 0 0 0 0,1-1 1 0 0,0 1-1 0 0,-1 0 0 0 0,0-1 0 0 0,0 0 1 0 0,0 1-1 0 0,0-1 0 0 0,0 0 0 0 0,-1-1 7 0 0,-32 22-717 0 0,29-15 672 0 0,0 0 0 0 0,0 0 0 0 0,0 1 0 0 0,1-1 0 0 0,-1 1 0 0 0,1-1 0 0 0,-1 1 1 0 0,1 0-1 0 0,0 0 0 0 0,0 0 0 0 0,0 0 0 0 0,0 0 0 0 0,1 0 0 0 0,-1 1 0 0 0,1-1 0 0 0,0 0 0 0 0,0 1 0 0 0,0-1 1 0 0,1 1-1 0 0,-1-1 0 0 0,1 1 0 0 0,-1 0 0 0 0,1-1 0 0 0,1 1 0 0 0,-1-1 45 0 0,27-1-7620 0 0,-18-2 3369 0 0</inkml:trace>
  <inkml:trace contextRef="#ctx0" brushRef="#br0" timeOffset="22531.948">4137 1922 4852 0 0,'0'0'1333'0'0,"0"0"1546"0"0,0 0-2066 0 0,0 0-520 0 0,0 0 350 0 0,0 0 566 0 0,0 0-243 0 0,0 0-533 0 0,0 0-284 0 0,0 0-103 0 0,-8 6 55 0 0,-20 18 173 0 0,35-30-2019 0 0,2-4-6601 0 0,11-4 4446 0 0</inkml:trace>
  <inkml:trace contextRef="#ctx0" brushRef="#br0" timeOffset="22767.944">4137 1922 1356 0 0,'-12'61'536'0'0,"12"-61"-300"0"0,0 0 4157 0 0,0 1-2405 0 0,0-1-888 0 0,0 2-864 0 0,-4 1-236 0 0,-4-1-792 0 0,-4 2-1024 0 0,-4 1-2273 0 0</inkml:trace>
  <inkml:trace contextRef="#ctx0" brushRef="#br0" timeOffset="23384.082">4274 2091 992 0 0,'0'0'704'0'0,"0"0"1026"0"0,0 0 2021 0 0,0 0-1568 0 0,0 0-991 0 0,0 0-371 0 0,0 0-20 0 0,0 0 146 0 0,0 0 38 0 0,0 0-129 0 0,-2 4-239 0 0,-19 98-3221 0 0,-8-40-4153 0 0,21-43 3639 0 0</inkml:trace>
  <inkml:trace contextRef="#ctx0" brushRef="#br0" timeOffset="27155.038">4226 1984 1880 0 0,'0'0'756'0'0,"0"0"636"0"0,0 0 1999 0 0,0 0-1543 0 0,0 0-570 0 0,0 0-211 0 0,0 0-176 0 0,0 0-198 0 0,0 0-288 0 0,1-3-251 0 0,14-76-643 0 0,-16 82 531 0 0,0-1 1 0 0,1 0-1 0 0,-1 0 1 0 0,1 0-1 0 0,-1 0 1 0 0,1 1 0 0 0,0-1-1 0 0,0 0 1 0 0,0 0-1 0 0,0 1 1 0 0,0-1-1 0 0,0 0 1 0 0,1 0-1 0 0,-1 1 1 0 0,1-1-1 0 0,-1 0 1 0 0,1 0-1 0 0,0 0 1 0 0,0 0-1 0 0,0 0 1 0 0,0 0-1 0 0,0 0 1 0 0,1 0-1 0 0,-1 0 1 0 0,1-1-1 0 0,-1 1 1 0 0,1 0-1 0 0,-1-1 1 0 0,1 1 0 0 0,0-1-1 0 0,0 0 1 0 0,0 0-1 0 0,0 1 1 0 0,0-1-1 0 0,0 0 1 0 0,0-1-1 0 0,0 1 1 0 0,0 0-1 0 0,0-1 1 0 0,0 1-1 0 0,1-1 1 0 0,-1 1-1 0 0,0-1 1 0 0,0 0-1 0 0,1 0 1 0 0,-1 0-1 0 0,0 0 1 0 0,0-1-1 0 0,3 0-42 0 0,-4 0 0 0 0,0 0-1 0 0,0-1 1 0 0,0 1-1 0 0,0-1 1 0 0,0 1-1 0 0,0-1 1 0 0,0 1-1 0 0,-1-1 1 0 0,1 0-1 0 0,-1 1 1 0 0,1-1-1 0 0,-1 0 1 0 0,0 1-1 0 0,1-1 1 0 0,-1 0-1 0 0,0 0 0 0 0,0 1 1 0 0,0-1-1 0 0,0 0 1 0 0,-1 0-1 0 0,1 1 1 0 0,0-1-1 0 0,-1 0 1 0 0,1 0-1 0 0,-1 1 1 0 0,0-1-1 0 0,1 1 1 0 0,-1-1-1 0 0,0 0 1 0 0,0 1-1 0 0,0 0 1 0 0,0-1-1 0 0,0 1 1 0 0,0-1-1 0 0,-1 1 0 0 0,1 0 1 0 0,0 0-1 0 0,-1 0 1 0 0,1 0-1 0 0,-1 0 1 0 0,1 0-1 0 0,-1 0 1 0 0,1 0-1 0 0,-1 1 1 0 0,0-1-1 0 0,1 1 1 0 0,-1-1-1 0 0,0 1 1 0 0,1 0-1 0 0,-1-1 1 0 0,0 1-1 0 0,0 0 1 0 0,1 0-1 0 0,-1 0 1 0 0,0 0-1 0 0,0 1 0 0 0,1-1 1 0 0,-1 0-1 0 0,0 1 1 0 0,0-1-1 0 0,1 1 1 0 0,-1-1-1 0 0,1 1 1 0 0,-1 0-1 0 0,1 0 1 0 0,-1 0 0 0 0,-6 54-250 0 0,40-65 204 0 0,-34 7 44 0 0,0 0-1 0 0,0 1 1 0 0,0-1-1 0 0,0 1 1 0 0,0 0-1 0 0,-1-1 1 0 0,1 1-1 0 0,-1 0 1 0 0,0 1-1 0 0,1-1 1 0 0,-1 0-1 0 0,0 1 0 0 0,0-1 1 0 0,0 1-1 0 0,0 0 1 0 0,0 0-1 0 0,0 0 1 0 0,-1 1-1 0 0,1-1 1 0 0,0 1-1 0 0,0-1 1 0 0,-1 1-1 0 0,1 0 1 0 0,0 1-1 0 0,0-1 1 0 0,-1 0-1 0 0,1 1 0 0 0,0 0 1 0 0,0 0-1 0 0,0 0 1 0 0,0 0-1 0 0,0 0 1 0 0,0 0-1 0 0,0 1 1 0 0,-2 1 2 0 0,3 4-15 0 0,0 0 0 0 0,1 0 0 0 0,0 1 0 0 0,0-1 0 0 0,0 1 0 0 0,1-1 0 0 0,0 0 0 0 0,0 1 0 0 0,1-1 0 0 0,0 1 0 0 0,1-1 0 0 0,-1 0 0 0 0,1 1 0 0 0,1-1 0 0 0,-1 0 0 0 0,1-1 0 0 0,2 5 15 0 0,33 5-2697 0 0,-33-15 710 0 0,-3 0-2609 0 0</inkml:trace>
  <inkml:trace contextRef="#ctx0" brushRef="#br0" timeOffset="33692.62">2899 3453 1160 0 0,'0'0'1063'0'0,"0"0"-268"0"0,0 0-172 0 0,0 0-179 0 0,0 0-273 0 0,0 0-33 0 0,0 0 53 0 0,0 0-43 0 0,0 0-109 0 0,21 10 3080 0 0,19-73-1448 0 0,-4 10-1315 0 0,61-48 362 0 0,-21-4-1712 0 0,-40 41 1304 0 0,21-25 13 0 0,89-46-1 0 0,-58 47-605 0 0,5 5 338 0 0,8 11-67 0 0,-36 1 114 0 0,79-49-172 0 0,-113 75 4 0 0,83-54 117 0 0,-29 9 284 0 0,-4-52-208 0 0,36-6-397 0 0,-102 134 301 0 0,0 0-1 0 0,0-1 0 0 0,-1-1 0 0 0,-1 0 1 0 0,-1 0-1 0 0,0-1 0 0 0,-1-1 0 0 0,3-7-30 0 0,147-190 143 0 0,-94 111 1290 0 0,64-43-1859 0 0,-50 78 131 0 0,155-106 803 0 0,-98 71-769 0 0,-20 20-489 0 0,74-51 1251 0 0,-50 67 807 0 0,26-34-1018 0 0,-56 17-200 0 0,-42 29-598 0 0,50-28 740 0 0,-29 7-340 0 0,-7-5 507 0 0,-52 58 770 0 0,-32 24-1164 0 0,0 0 2 0 0,0 0-17 0 0,0 0-106 0 0,0 0-192 0 0,0 0-204 0 0,0 0-96 0 0,0 0 4 0 0,0 0 48 0 0,0 0 23 0 0,0 0-27 0 0,-52-4-8901 0 0,104 8 8184 0 0</inkml:trace>
  <inkml:trace contextRef="#ctx0" brushRef="#br0" timeOffset="37493.02">6330 36 836 0 0,'0'0'947'0'0,"0"0"-252"0"0,0 0-143 0 0,0 0 6 0 0,0 0-130 0 0,0 0-44 0 0,0 0-40 0 0,0 0-28 0 0,0 0-8 0 0,0 0-23 0 0,2-5-33 0 0,6-17-13 0 0,-6 17-28 0 0,-2 5 31 0 0,-35 3 3871 0 0,34-3-4295 0 0,1 0-6 0 0,-29-7 2527 0 0,24 7-2313 0 0,0 1 1 0 0,1 0-1 0 0,-1-1 1 0 0,0 2-1 0 0,0-1 0 0 0,1 0 1 0 0,-1 1-1 0 0,1 0 0 0 0,-1 0 1 0 0,1 0-1 0 0,0 1 0 0 0,0 0 1 0 0,0-1-1 0 0,0 1 0 0 0,0 1 1 0 0,1-1-1 0 0,-1 0 0 0 0,1 1 1 0 0,0 0-1 0 0,0 0 0 0 0,-2 4-26 0 0,-14 11 515 0 0,-66 66 753 0 0,-11 46-1244 0 0,14-35 754 0 0,37-5-855 0 0,6-3 325 0 0,-1-3-157 0 0,29-71-102 0 0,0-1 0 0 0,0-1 0 0 0,-1 0 0 0 0,-1 0 0 0 0,0-2 0 0 0,-1 1 0 0 0,0-2 0 0 0,0 1 0 0 0,-1-2 0 0 0,0 0-1 0 0,-8 2 12 0 0,-102 90 132 0 0,-16 20 56 0 0,-39 0 84 0 0,-3-29-363 0 0,34 15 1070 0 0,79-45-994 0 0,-25 28 294 0 0,-27 33-330 0 0,-51 19-455 0 0,33 18 456 0 0,106-90 189 0 0,-70 71-94 0 0,-45 79-17 0 0,138-200-51 0 0,-1-1 0 0 0,-1 0 1 0 0,0-1-1 0 0,-1 0 1 0 0,-1-1-1 0 0,-1-1 0 0 0,0 0 1 0 0,-15 9 22 0 0,-94 110-81 0 0,-44 15-282 0 0,101-84 204 0 0,-27 44 478 0 0,31-41-376 0 0,32-45 44 0 0,27-21 40 0 0,0 0 0 0 0,0 1 0 0 0,0-1 0 0 0,1 1 0 0 0,0 1-1 0 0,-1-1 1 0 0,1 1 0 0 0,0-1 0 0 0,0 1 0 0 0,1 0 0 0 0,-1 1 0 0 0,1-1-1 0 0,0 0 1 0 0,0 1 0 0 0,1 0 0 0 0,-1 0 0 0 0,1 0 0 0 0,0 0 0 0 0,0 2-27 0 0,-63 99 348 0 0,20-55-348 0 0,22-18-60 0 0,-6 0 103 0 0,-3 8 119 0 0,-24-2 293 0 0,56-39-437 0 0,11 4 1769 0 0,-10-4-1673 0 0,19 6-1197 0 0,-50 47-4978 0 0,-17-20-643 0 0</inkml:trace>
  <inkml:trace contextRef="#ctx0" brushRef="#br0" timeOffset="88152.044">2791 3606 416 0 0,'0'0'1698'0'0,"0"0"-390"0"0,0 0-426 0 0,0 0-336 0 0,0 0-260 0 0,0 0-12 0 0,0 0-27 0 0,0 0-111 0 0,0 0-4 0 0,-1-1-613 0 0,-2-3 8810 0 0,3 4-8269 0 0,0 0-28 0 0,0 0 13 0 0,0 0-12 0 0,0 0 29 0 0,0 0-9 0 0,0 0-10 0 0,-47 21-701 0 0,-70 50 548 0 0,21-2 125 0 0,17-14 87 0 0,-6 22 12 0 0,22-17 212 0 0,55-50 836 0 0,8 0-15435 0 0,-1-18 13494 0 0</inkml:trace>
  <inkml:trace contextRef="#ctx0" brushRef="#br0" timeOffset="91135.194">2428 3877 640 0 0,'0'0'1015'0'0,"0"0"-384"0"0,0 0-115 0 0,0 0 102 0 0,0 0 152 0 0,0 0 65 0 0,0 0-147 0 0,0 0-119 0 0,0 0 56 0 0,-5 1 112 0 0,-55 15-3229 0 0,-16-2 7244 0 0,80-64-11215 0 0,9 39 5186 0 0,-1 4 4196 0 0,-18 32 2908 0 0,-69 21-3942 0 0,143-43-5522 0 0,-109 19 4536 0 0,-71 43 136 0 0,36-16 636 0 0,-170 104-847 0 0,7-7-1232 0 0,-78 77-897 0 0,151-82 1576 0 0,152-134-203 0 0,-1 0-1 0 0,2 1 0 0 0,-1 1 1 0 0,1 0-1 0 0,0 1 1 0 0,1 0-1 0 0,0 1 0 0 0,1 0 1 0 0,0 1-1 0 0,1 1 1 0 0,-7 10-68 0 0,-103 103 193 0 0,22-39-807 0 0,-79 27 642 0 0,-56 45-173 0 0,109-75 643 0 0,103-71-1185 0 0,39-29 282 0 0,-25 20 69 0 0,-25 25-515 0 0,-48 33 1598 0 0,12-46-6886 0 0,60-16 1023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1.9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0 2704 0 0,'0'0'4035'0'0,"0"0"-1138"0"0,0 0-1347 0 0,-6 17-759 0 0,-20 130 1418 0 0,27-143-2198 0 0,1-1 0 0 0,-1 1 0 0 0,1-1 0 0 0,0 1 0 0 0,0-1 0 0 0,0 0 0 0 0,0 0 0 0 0,1 0 0 0 0,-1 0 0 0 0,1-1 0 0 0,0 1 0 0 0,0-1 0 0 0,0 1 0 0 0,0-1 0 0 0,0 0 0 0 0,0 0 0 0 0,1 0 0 0 0,-1-1 0 0 0,0 1 0 0 0,1-1 0 0 0,0 0 0 0 0,-1 0 0 0 0,1 0 0 0 0,0 0 0 0 0,0-1 0 0 0,0 1-11 0 0,38 15-3116 0 0,-37-4-6200 0 0,-5 0 7428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2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0 664 0 0,'0'0'1520'0'0,"0"0"4247"0"0,0 0-3571 0 0,0 18-1691 0 0,4 148-439 0 0,-3-158-34 0 0,1-1 0 0 0,0 1 0 0 0,0 0 0 0 0,1-1 0 0 0,0 1 0 0 0,0-1 0 0 0,0 0 0 0 0,1 0 0 0 0,1 0 1 0 0,-1 0-1 0 0,1-1 0 0 0,0 0 0 0 0,0 0 0 0 0,1 0 0 0 0,0 0 0 0 0,4 3-32 0 0,53 82-1240 0 0,-82-15-5048 0 0,4-54 3638 0 0,-11 10 1597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2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2 520 0 0,'0'0'5851'0'0,"0"0"-3359"0"0,0 0-1317 0 0,0 0-190 0 0,0 0 54 0 0,0 0 80 0 0,0 0-268 0 0,0 0-238 0 0,0 0-82 0 0,0 0-74 0 0,9 0-175 0 0,29-1-247 0 0,-20 41-1910 0 0,-16-34 1319 0 0,3 8-2214 0 0,-14-16-3884 0 0,-54-55 2559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2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234 1 8857 0 0,'0'0'3400'0'0,"-8"17"-2454"0"0,-138 296-872 0 0,144-308-104 0 0,-74 204-684 0 0,75-200 483 0 0,1-1 1 0 0,0 1-1 0 0,0-1 0 0 0,0 1 1 0 0,1-1-1 0 0,1 1 0 0 0,-1-1 1 0 0,1 1-1 0 0,1-1 1 0 0,-1 0-1 0 0,1 0 0 0 0,1 0 1 0 0,0 0-1 0 0,0 0 0 0 0,0-1 1 0 0,2 1 230 0 0,65 80-5897 0 0,-54-66 3087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3.5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0 3828 0 0,'0'0'3921'0'0,"0"0"-1833"0"0,0 0-1108 0 0,0 0-208 0 0,0 0-312 0 0,0 0 244 0 0,0 0-180 0 0,0 0-340 0 0,0 0-184 0 0,0 0-332 0 0,-12 29-216 0 0,28-24-288 0 0,0-1-244 0 0,9-4-524 0 0,-1 0-1432 0 0,-4-4-1861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3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1 208 0 0,'0'0'10561'0'0,"0"0"-10561"0"0,0 0-208 0 0,0 0-1820 0 0,0 0-428 0 0,0 0-349 0 0,0 0-75 0 0,0 0 2528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3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1 4180 0 0,'0'0'8733'0'0,"0"0"-7017"0"0,0 0-784 0 0,0 0-480 0 0,0 0-120 0 0,-36 96-147 0 0,24-75-185 0 0,0-6 0 0 0,0-1-365 0 0,12-6-515 0 0,0-3-488 0 0,8-3-544 0 0,16-2-876 0 0,8-7-1565 0 0,-4-1 457 0 0,13-11 2928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4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 2844 0 0,'0'0'3969'0'0,"0"0"563"0"0,0 0-3316 0 0,0 0-192 0 0,0 0-328 0 0,0 0 0 0 0,28 87-304 0 0,-36-64-216 0 0,-8-4-176 0 0,-5 1-468 0 0,9-3-848 0 0,4-3-868 0 0,4-5-2152 0 0,4-6-1225 0 0,8-3 3881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4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3208 0 0,'0'0'5797'0'0,"0"0"-3109"0"0,0 0-988 0 0,0 0-368 0 0,0 0-640 0 0,0 0-212 0 0,0 0-204 0 0,0 0-276 0 0,0 0-40 0 0,0 0-448 0 0,0 0-408 0 0,57 12-220 0 0,-37-12-68 0 0,8 0-412 0 0,0 0-796 0 0,0-5-2193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4.4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222 1 5777 0 0,'0'0'5892'0'0,"0"0"-5636"0"0,0 0-256 0 0,-222 70-4796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09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31 1004 0 0,'0'0'1153'0'0,"0"0"1703"0"0,0 0-807 0 0,0 0-778 0 0,0 0-245 0 0,0 0 9 0 0,0 0 71 0 0,0 0-95 0 0,0 0-198 0 0,0 0-221 0 0,0 12-142 0 0,0 36-95 0 0,0-36-78 0 0,0-12-94 0 0,25-21-8362 0 0,-17-8 1790 0 0,-41 79 5776 0 0</inkml:trace>
  <inkml:trace contextRef="#ctx0" brushRef="#br0" timeOffset="230.567">21 31 436 0 0,'37'-30'901'0'0,"-33"31"9081"0"0,-2 9-6029 0 0,-1 30-4804 0 0,-1-36 1803 0 0,-36 148-429 0 0,20-105-3838 0 0,11-36-113 0 0,-2-1-2461 0 0</inkml:trace>
  <inkml:trace contextRef="#ctx0" brushRef="#br0" timeOffset="3291.639">142 33 8529 0 0,'0'0'1628'0'0,"0"0"-608"0"0,0 0-428 0 0,0 0-312 0 0,0 0-280 0 0,0 0-24 0 0,0 0-916 0 0,0 0-1072 0 0,0 0-2769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38.20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4580.42188"/>
      <inkml:brushProperty name="anchorY" value="-170946.20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5920.39063"/>
      <inkml:brushProperty name="anchorY" value="-172080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7386.34375"/>
      <inkml:brushProperty name="anchorY" value="-173183.1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8853.40625"/>
      <inkml:brushProperty name="anchorY" value="-174240.5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0396.35938"/>
      <inkml:brushProperty name="anchorY" value="-175325.20313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5802.85938"/>
      <inkml:brushProperty name="anchorY" value="-180435.01563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7130.89063"/>
      <inkml:brushProperty name="anchorY" value="-181830.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8400.89063"/>
      <inkml:brushProperty name="anchorY" value="-183100.3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1776.04688"/>
      <inkml:brushProperty name="anchorY" value="-176471.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3180.82813"/>
      <inkml:brushProperty name="anchorY" value="-177585.281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4527.125"/>
      <inkml:brushProperty name="anchorY" value="-179071.35938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753"/>
      <inkml:brushProperty name="anchorY" value="-157644.406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3303.39063"/>
      <inkml:brushProperty name="anchorY" value="-159012.54688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0198.57813"/>
      <inkml:brushProperty name="anchorY" value="-160050.468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9651.6875"/>
      <inkml:brushProperty name="anchorY" value="-161008.18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7738.6875"/>
      <inkml:brushProperty name="anchorY" value="-160186.70313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9907.35938"/>
      <inkml:brushProperty name="anchorY" value="-162066.45313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7709.875"/>
      <inkml:brushProperty name="anchorY" value="-161689.656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6317.85938"/>
      <inkml:brushProperty name="anchorY" value="-169612.82813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4662.76563"/>
      <inkml:brushProperty name="anchorY" value="-168611.43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5938.95313"/>
      <inkml:brushProperty name="anchorY" value="-170212.35938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7270.4375"/>
      <inkml:brushProperty name="anchorY" value="-171449.64063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5873.375"/>
      <inkml:brushProperty name="anchorY" value="-170072.23438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4203.07813"/>
      <inkml:brushProperty name="anchorY" value="-168974.4687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2586.64063"/>
      <inkml:brushProperty name="anchorY" value="-167918.67188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0934.85938"/>
      <inkml:brushProperty name="anchorY" value="-166794.9062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2322.53125"/>
      <inkml:brushProperty name="anchorY" value="-168144.37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1022.96875"/>
      <inkml:brushProperty name="anchorY" value="-166899.9687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2374.67188"/>
      <inkml:brushProperty name="anchorY" value="-168155.42188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3743.625"/>
      <inkml:brushProperty name="anchorY" value="-169433.64063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5143.4375"/>
      <inkml:brushProperty name="anchorY" value="-170775.2812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6518.15625"/>
      <inkml:brushProperty name="anchorY" value="-171997.4062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9060.25"/>
      <inkml:brushProperty name="anchorY" value="-176941.17188"/>
      <inkml:brushProperty name="scaleFactor" value="0.5"/>
    </inkml:brush>
    <inkml:context xml:id="ctx1">
      <inkml:inkSource xml:id="inkSrc3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1:55:33.081"/>
    </inkml:context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7773.09375"/>
      <inkml:brushProperty name="anchorY" value="-175734.6562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9043.09375"/>
      <inkml:brushProperty name="anchorY" value="-177004.6562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7730.21875"/>
      <inkml:brushProperty name="anchorY" value="-175511.9687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6456.9375"/>
      <inkml:brushProperty name="anchorY" value="-174232.2187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4998.5"/>
      <inkml:brushProperty name="anchorY" value="-172798.07813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6268.5"/>
      <inkml:brushProperty name="anchorY" value="-174068.07813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4996.48438"/>
      <inkml:brushProperty name="anchorY" value="-172561.40625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3559.96875"/>
      <inkml:brushProperty name="anchorY" value="-171190.45313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2090.23438"/>
      <inkml:brushProperty name="anchorY" value="-169668.32813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593.9375"/>
      <inkml:brushProperty name="anchorY" value="-168120.67188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1891.67188"/>
      <inkml:brushProperty name="anchorY" value="-168951.04688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513.32813"/>
      <inkml:brushProperty name="anchorY" value="-167435.65625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216.26563"/>
      <inkml:brushProperty name="anchorY" value="-166165.625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486.26563"/>
      <inkml:brushProperty name="anchorY" value="-167435.62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1875.04688"/>
      <inkml:brushProperty name="anchorY" value="-168533.625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3272.375"/>
      <inkml:brushProperty name="anchorY" value="-169726.01563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7086.8125"/>
      <inkml:brushProperty name="anchorY" value="-182002.42188"/>
      <inkml:brushProperty name="scaleFactor" value="0.5"/>
    </inkml:brush>
    <inkml:brush xml:id="br5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8374.04688"/>
      <inkml:brushProperty name="anchorY" value="-183397.34375"/>
      <inkml:brushProperty name="scaleFactor" value="0.5"/>
    </inkml:brush>
    <inkml:brush xml:id="br5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7079.82813"/>
      <inkml:brushProperty name="anchorY" value="-182288.42188"/>
      <inkml:brushProperty name="scaleFactor" value="0.5"/>
    </inkml:brush>
    <inkml:brush xml:id="br5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5280.51563"/>
      <inkml:brushProperty name="anchorY" value="-181244.29688"/>
      <inkml:brushProperty name="scaleFactor" value="0.5"/>
    </inkml:brush>
    <inkml:brush xml:id="br5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3315"/>
      <inkml:brushProperty name="anchorY" value="-180879.07813"/>
      <inkml:brushProperty name="scaleFactor" value="0.5"/>
    </inkml:brush>
    <inkml:brush xml:id="br5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4740.10938"/>
      <inkml:brushProperty name="anchorY" value="-183326.42188"/>
      <inkml:brushProperty name="scaleFactor" value="0.5"/>
    </inkml:brush>
    <inkml:brush xml:id="br5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6647.4375"/>
      <inkml:brushProperty name="anchorY" value="-185320.25"/>
      <inkml:brushProperty name="scaleFactor" value="0.5"/>
    </inkml:brush>
    <inkml:brush xml:id="br5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5129.64063"/>
      <inkml:brushProperty name="anchorY" value="-184999.9375"/>
      <inkml:brushProperty name="scaleFactor" value="0.5"/>
    </inkml:brush>
  </inkml:definitions>
  <inkml:trace contextRef="#ctx0" brushRef="#br0">14498 2114 248 0 0,'0'0'0'0'0,"0"0"3956"0"0,0 0-2230 0 0,0 0-1776 0 0,0 0-59 0 0,0 0 371 0 0,0 0 148 0 0,0 0-752 0 0,0 0 294 0 0,0-16-294 0 0,5-3-5 0 0,4-4 33 0 0,4 1-715 0 0,2 0-1350 0 0,0 3 1320 0 0,-2 4 639 0 0</inkml:trace>
  <inkml:trace contextRef="#ctx0" brushRef="#br1" timeOffset="193.439">14877 1786 288 0 0,'0'0'0'0'0,"0"0"196"0"0,0 0 1853 0 0,0 0 3951 0 0,0 0-5767 0 0,0 0 990 0 0,0 0-1152 0 0,0 0-66 0 0,0 0 24 0 0,0 0-125 0 0,0 0-124 0 0,4-11 82 0 0,2-2-23 0 0,4-3-72 0 0,2 1-205 0 0,4 0-197 0 0,1 1-87 0 0,2 1-308 0 0,3 0-598 0 0,1-1-991 0 0,1-1 542 0 0,0 0 2352 0 0,-5 2-638 0 0</inkml:trace>
  <inkml:trace contextRef="#ctx0" brushRef="#br2" timeOffset="363.929">15296 1447 600 0 0,'0'0'0'0'0,"0"0"468"0"0,0 0-541 0 0,0 0 639 0 0,0 0 2063 0 0,0 0-1903 0 0,0 0 362 0 0,0 0-194 0 0,9-19-113 0 0,3-2-141 0 0,4-4-316 0 0,0 1-230 0 0,1 2-65 0 0,0 4-80 0 0,-1 2-275 0 0,-2 3-784 0 0,0 3-417 0 0,-3 1-327 0 0,1 1-213 0 0,-1 1 488 0 0,0-1 1670 0 0,1 1-430 0 0,-3 1 348 0 0</inkml:trace>
  <inkml:trace contextRef="#ctx0" brushRef="#br3" timeOffset="564.418">15768 1005 652 0 0,'0'0'0'0'0,"0"0"288"0"0,0 0 1260 0 0,0 0-173 0 0,0 0-868 0 0,0 0-431 0 0,0 0 19 0 0,21-20-87 0 0,6-3-13 0 0,6-3-55 0 0,0 1-63 0 0,-2 3 5 0 0,-2 4 19 0 0,-4 3-88 0 0,-3 4-562 0 0,-2 1-529 0 0,-5 4-14 0 0,-5 1 899 0 0,-3 1 221 0 0</inkml:trace>
  <inkml:trace contextRef="#ctx0" brushRef="#br4" timeOffset="764.063">16300 743 7349 0 0,'0'0'0'0'0,"0"0"1196"0"0,0 0-1825 0 0,0 0 284 0 0,0 0-11 0 0,0 0 250 0 0,0 0-75 0 0,0 0-342 0 0,0 0-468 0 0,17-18-329 0 0,4-4-9 0 0,1-2 367 0 0,-2 2-50 0 0,-3 1 476 0 0,-5 4 347 0 0</inkml:trace>
  <inkml:trace contextRef="#ctx0" brushRef="#br5" timeOffset="2963.497">16655 842 8621 0 0,'0'0'0'0'0,"0"0"1528"0"0,0 0-1694 0 0,0 0 83 0 0,0 0 105 0 0,0 0-282 0 0,0 0-682 0 0,-1 19-393 0 0,2 2-497 0 0,4 2-261 0 0,3-3 78 0 0,2-4 1073 0 0,2-4 672 0 0,1-3 63 0 0,-3-3 196 0 0</inkml:trace>
  <inkml:trace contextRef="#ctx0" brushRef="#br6" timeOffset="3131.65">16711 1383 3740 0 0,'0'0'0'0'0,"0"0"2449"0"0,0 0 2244 0 0,0 0-5649 0 0,0 0 239 0 0,0 0 351 0 0,0 0 10 0 0,0 0-829 0 0,0 0-1631 0 0,0 0-1619 0 0,0 0 5063 0 0</inkml:trace>
  <inkml:trace contextRef="#ctx0" brushRef="#br7" timeOffset="3296.225">16735 1876 468 0 0,'0'0'0'0'0,"0"0"6829"0"0,0 0-5531 0 0,0 0-310 0 0,-10 18-1613 0 0,-1 6 73 0 0,-1 2-419 0 0,3 0-812 0 0,1-3-1003 0 0,5-3 266 0 0,2-5 2675 0 0,6-3-630 0 0,0-4 464 0 0</inkml:trace>
  <inkml:trace contextRef="#ctx0" brushRef="#br8" timeOffset="969.582">16598 429 484 0 0,'0'0'0'0'0,"0"0"756"0"0,0 0 5559 0 0,0 0-6587 0 0,0 0 1638 0 0,0 0-616 0 0,0 0-41 0 0,0 0 91 0 0,0 0-60 0 0,0 0-250 0 0,0 0-258 0 0,19-19-225 0 0,4-3-177 0 0,0-2-157 0 0,-3 3-148 0 0,-3 4-248 0 0,-5 3-473 0 0,-4 4-580 0 0,-4 2-718 0 0,-1 1-105 0 0,-1 2 281 0 0,0-1 2657 0 0,0 2-1014 0 0</inkml:trace>
  <inkml:trace contextRef="#ctx0" brushRef="#br9" timeOffset="2186.993">16699 86 328 0 0,'0'0'0'0'0,"0"0"492"0"0,0 0-327 0 0,0 0 3160 0 0,0 0-1380 0 0,0 0-738 0 0,0 0-500 0 0,0 0-198 0 0,0 0 407 0 0,0 0 73 0 0,0 0-246 0 0,0 0-213 0 0,-1 11-80 0 0,1 0-100 0 0,0 1-67 0 0,1-3-109 0 0,0-2-122 0 0,0-2-41 0 0,1-3-16 0 0,-1-1-79 0 0,2 0 46 0 0,0-2 43 0 0,3 0-14 0 0,1-1-5 0 0,2-3-252 0 0,2-1-33 0 0,0-2-6 0 0,1-2 32 0 0,-1-1-33 0 0,-2-2 55 0 0,-2 1 139 0 0,-2 1-38 0 0,-4 0 97 0 0,-3 3 53 0 0,-4 1 78 0 0,-4 2 18 0 0,-3 2 31 0 0,-2 2-138 0 0,-3 3 107 0 0,-1 4 75 0 0,-1 5 145 0 0,0 3-32 0 0,3 4-51 0 0,3 1-39 0 0,4 2-67 0 0,3-2-35 0 0,6-1 35 0 0,5-2 31 0 0,6-1 1 0 0,3-3 3 0 0,3-2-96 0 0,0-1 52 0 0,3-3-36 0 0,-2-1-80 0 0,0-1 8 0 0,-3-2 11 0 0,-1-1 62 0 0,-1-1-3 0 0,-1 0-8 0 0,-1-2 20 0 0,0-1-108 0 0,-3-1-68 0 0,0-2-65 0 0,-2-1-99 0 0,-2-1 52 0 0,-2-2 22 0 0,-1 0 136 0 0,-5-2 26 0 0,-3 1 3 0 0,-3-1 19 0 0,-1 0-4 0 0,-1 3 100 0 0,2 1-4 0 0,1 3-17 0 0,2 1 20 0 0,1 3 26 0 0,2 2-143 0 0,-1 2 104 0 0,1 4-111 0 0,0 3 309 0 0,2 2-71 0 0,1 1-31 0 0,0 0-123 0 0,2-1-53 0 0,3-2 60 0 0,3 0 28 0 0,1-3 11 0 0,3-1 12 0 0,2-2-10 0 0,1-1-56 0 0,1-1-3 0 0,1-2 15 0 0,1 0 34 0 0,1-3-23 0 0,2-1-4 0 0,0-4-86 0 0,0-2 22 0 0,-3-2-156 0 0,-1-2-95 0 0,-5-2-28 0 0,-3-2 12 0 0,-3 0 133 0 0,-5 0 97 0 0,-6 0 9 0 0,-6 0 176 0 0,-5 2 40 0 0,-5 1-84 0 0,-1 1 50 0 0,-2 4-104 0 0,0 2 54 0 0,-1 3 97 0 0,2 3-16 0 0,-1 5-234 0 0,-1 5-44 0 0,1 5 114 0 0,2 5 76 0 0,2 3 14 0 0,6 3-150 0 0,4 0 40 0 0,7-1-127 0 0,7-2 132 0 0,7-4-31 0 0,7-2 95 0 0,5-3-17 0 0,5-2-64 0 0,1-3 17 0 0,2-2 28 0 0,-1-1-58 0 0,-1-2 9 0 0,-4-1 6 0 0,-2-1 0 0 0,-4-2-4 0 0,-3-2-87 0 0,-2-3-78 0 0,-3-3 2 0 0,-3-4-159 0 0,-2-3 26 0 0,-5-3 235 0 0,-5-2 43 0 0,-6 0 86 0 0,-6 1 245 0 0,-3 1 62 0 0,-1 5-149 0 0,2 3 46 0 0,1 5 58 0 0,3 5-159 0 0,1 6-109 0 0,2 5 21 0 0,0 7 287 0 0,3 3-145 0 0,2 5-48 0 0,2 0-74 0 0,2 1-96 0 0,3-2 8 0 0,4-2-17 0 0,5-1-196 0 0,3-3-197 0 0,3-2-260 0 0,2-1-649 0 0,0-1-1322 0 0,0 1-4261 0 0,-4-3 1504 0 0</inkml:trace>
  <inkml:trace contextRef="#ctx0" brushRef="#br10" timeOffset="2793.41">16642 486 1044 0 0,'0'0'0'0'0,"0"0"184"0"0,0 0 5069 0 0,0 0-3713 0 0,0 0 588 0 0,0 0-744 0 0,0 0-203 0 0,0 0-18 0 0,0 0-169 0 0,0 0-365 0 0,0 0-333 0 0,1 8-327 0 0,0 3-98 0 0,0 4-70 0 0,-1 1-303 0 0,-1 1-204 0 0,1 0-172 0 0,-1-1-423 0 0,1-2-735 0 0,0-1-2201 0 0,3-2-1087 0 0,0-2 6160 0 0,-3-34-2152 0 0,-1-4 1414 0 0</inkml:trace>
  <inkml:trace contextRef="#ctx0" brushRef="#br11" timeOffset="-103893.648">3552 12218 964 0 0,'0'0'0'0'0,"0"0"3172"0"0,0 0-1483 0 0,0 0-413 0 0,0 0-504 0 0,0 0 419 0 0,0 0-275 0 0,0 0-176 0 0,0 0-261 0 0,0 0-136 0 0,0 0 3 0 0,5-2 36 0 0,1 0 9 0 0,0-1 1 0 0,1 1 4 0 0,-1 1 14 0 0,-2 0 20 0 0,0 1-15 0 0,-2 1-73 0 0,0-1-7 0 0,-1 1-119 0 0,0-1-65 0 0,-1 1-46 0 0,1-1-11 0 0,-1 0 10 0 0,0 0-20 0 0,0 0-3 0 0,-1 1 24 0 0,1-1 24 0 0,0 1 4 0 0,0 1-40 0 0,0-1-34 0 0,0 0-53 0 0,0-1 1 0 0,0 1-19 0 0,1-1-68 0 0,1 0-1 0 0,-1 0-4 0 0,2 0-3 0 0,0 0-1 0 0,1 0 34 0 0,1 0-33 0 0,0-1 44 0 0,1 1-8 0 0,1-1-15 0 0,2 1 71 0 0,2-1-12 0 0,2 1 95 0 0,2-1-56 0 0,1 1 54 0 0,2 1-37 0 0,0-1 30 0 0,1 1-4 0 0,2-1-26 0 0,-1 1-48 0 0,2-1 7 0 0,0 1-123 0 0,1-1 88 0 0,0 0 15 0 0,1 0-48 0 0,0 1 75 0 0,1-1-8 0 0,0 1 4 0 0,1 0 44 0 0,-1 1 96 0 0,-1 0-175 0 0,-1 1 217 0 0,-2 0-76 0 0,-1 1 21 0 0,-3 0 0 0 0,-2 0-99 0 0,-1 0-28 0 0,0 1-3 0 0,1-1-6 0 0,1 0-11 0 0,2 1 13 0 0,6-1-4 0 0,3 0 15 0 0,5 1 10 0 0,5-1-30 0 0,3 0 10 0 0,2 0-4 0 0,1 0 0 0 0,0-1 0 0 0,-2 0-61 0 0,-2 0 22 0 0,-1 0 33 0 0,-3 0-87 0 0,-3 0 102 0 0,-2-1-106 0 0,-1-1 64 0 0,-3 1-66 0 0,0-2 120 0 0,-7 1-21 0 0</inkml:trace>
  <inkml:trace contextRef="#ctx0" brushRef="#br12" timeOffset="-101595.176">4689 12255 612 0 0,'0'0'0'0'0,"0"0"2388"0"0,0 0-1082 0 0,0 0-224 0 0,0 0-337 0 0,0 0-121 0 0,0 0-97 0 0,0 0-130 0 0,0 0-155 0 0,0 0-1 0 0,0 0 44 0 0,0 0 100 0 0,3-4 77 0 0,3 0-144 0 0,0 0 230 0 0,1 0-55 0 0,0 1 21 0 0,-2 0 133 0 0,-2 2-94 0 0,0 0-123 0 0,-1 0-34 0 0,-1 1 12 0 0,0 0 0 0 0,0 0-48 0 0,0 0-107 0 0,1 0-74 0 0,0 0-17 0 0,1 0 8 0 0,1 1 20 0 0,1-1 116 0 0,2 0 52 0 0,1 1-62 0 0,2-1-51 0 0,2 0-83 0 0,3 0-31 0 0,1 0-28 0 0,1 0 15 0 0,2 0-50 0 0,1 0-61 0 0,2-1 6 0 0,2-1-12 0 0,1-1 0 0 0,3-1-6 0 0,0-1-68 0 0,1 0-23 0 0,-1 0-26 0 0,1 1 16 0 0,0-1 113 0 0,-1 2-28 0 0,-1 0-35 0 0,-1 1 11 0 0,-1 0 50 0 0,-1 1-13 0 0,-2 1 68 0 0,0 0-63 0 0,-2 0 78 0 0,-1 0 9 0 0,0 1 14 0 0,-1-1 0 0 0,2 1 44 0 0,0-1-115 0 0,4 0-20 0 0,2 0-4 0 0,2 0-62 0 0,3-1-9 0 0,1-1 9 0 0,2 0 8 0 0,2-1-13 0 0,1 0 1 0 0,1-1 4 0 0,0 1 55 0 0,-1 1-2 0 0,-1 0 8 0 0,0 0 11 0 0,-1 1-2 0 0,-2 0 43 0 0,0 0-64 0 0,-2 0 22 0 0,-1 1-8 0 0,-1 0 9 0 0,0-1-2 0 0,-1 1-9 0 0,1 0 8 0 0,0 0-2 0 0,0-1 46 0 0,0 0 6 0 0,1 0-68 0 0,0 0 73 0 0,-2 0-6 0 0,1 0-16 0 0,0 1 40 0 0,1-1-86 0 0,1 1 21 0 0,3 0 56 0 0,2 0-89 0 0,3 0 33 0 0,3 0-20 0 0,3 0-1 0 0,1-1-70 0 0,3 1 89 0 0,0-1-30 0 0,0-1 5 0 0,-1 1 2 0 0,-2-1 8 0 0,-3 1-2 0 0,-3 0 5 0 0,-3 0 4 0 0,-3 1-10 0 0,-3 0-6 0 0,-3 0-45 0 0,-2 0 68 0 0,-1 0 33 0 0,0 0-64 0 0,2 0 24 0 0,1 0-8 0 0,3 0 0 0 0,1 0 4 0 0,2-1 0 0 0,2 0 70 0 0,2-1-39 0 0,1-1 48 0 0,-1-1-100 0 0,-2 1-26 0 0,-3-1-11 0 0,-1 0 5 0 0,-4 1-14 0 0,0 1-14 0 0,-3 0-52 0 0,0 0 41 0 0,-2 0 12 0 0,1 1 75 0 0,0-1-18 0 0,3 1 15 0 0,1-1 4 0 0,3 0 88 0 0,1 0-38 0 0,2 0 25 0 0,0 0-14 0 0,1 0 19 0 0,1 0-86 0 0,-1 0 16 0 0,-1 1-69 0 0,-1-1 20 0 0,-1 1 47 0 0,-1 0-16 0 0,-1 0 8 0 0,0 0-14 0 0,-2 1-1 0 0,0 0 18 0 0,-2 0-5 0 0,2 0 62 0 0,0 0-63 0 0,2 0 110 0 0,1 1-120 0 0,2-1 168 0 0,2 0-63 0 0,2 0-25 0 0,3 1 72 0 0,1-1-37 0 0,1 0 12 0 0,1 0-72 0 0,0-1 15 0 0,0 1-60 0 0,1-2 15 0 0,0 0-13 0 0,1 0 2 0 0,0-1-1 0 0,2-1 0 0 0,1 1 14 0 0,1-1 84 0 0,2 0-55 0 0,0 0 26 0 0,2 0-24 0 0,-1 1 20 0 0,1-1 53 0 0,0 0-70 0 0,1 1 19 0 0,-2 0-76 0 0,1 1 19 0 0,-2-1-10 0 0,-1 1-10 0 0,-1 0-1 0 0,-2 0-61 0 0,-1 1 77 0 0,-1 0-16 0 0,-2 0 6 0 0,-1 0 1 0 0,-1 0-5 0 0,-1 1 6 0 0,1 0 3 0 0,1 0 4 0 0,2 1 56 0 0,3-1-72 0 0,2 1 19 0 0,-8 0 120 0 0</inkml:trace>
  <inkml:trace contextRef="#ctx0" brushRef="#br13" timeOffset="-98457.017">10208 12167 3252 0 0,'0'0'0'0'0,"0"0"1980"0"0,0 0-928 0 0,0 0-417 0 0,0 0-409 0 0,0 0 1793 0 0,0 0-1377 0 0,0 0-60 0 0,0 0-222 0 0,0 0-283 0 0,0 0-36 0 0,0 0 117 0 0,43 1-35 0 0,6 0 183 0 0,2 0-46 0 0,-5 0 5 0 0,-9 0 67 0 0,-12-1-2 0 0,-7 0 13 0 0,-8 0-47 0 0,-3 0-116 0 0,-3 0-119 0 0,0 0-41 0 0,2 0 49 0 0,2 0-11 0 0,3-1-61 0 0,1 0 11 0 0,4-1-11 0 0,0 0 4 0 0,1 1 134 0 0,1-1 134 0 0,-2 2-114 0 0,1-1-44 0 0,-1 2 19 0 0,0 1-75 0 0,3 2-1 0 0,2 3 90 0 0,5 3 264 0 0,4 0-513 0 0,6 2 178 0 0,4 0-85 0 0,4-1-78 0 0,4-2 27 0 0,3-1 0 0 0,0-1 72 0 0,-1-3 8 0 0,0-1-25 0 0,-4 0 12 0 0,-5-2-8 0 0,-4 1-42 0 0,-3-1 45 0 0,-3-1-62 0 0,-3 1 17 0 0,0 0 55 0 0,1 0 141 0 0,2 0-195 0 0,4-1 67 0 0,4 0-26 0 0,4 0-42 0 0,4-1 45 0 0,3-2-76 0 0,1-1 87 0 0,0 0-18 0 0,-2-2 11 0 0,-3 1 0 0 0,-3-1 118 0 0,-5 0-141 0 0,-5 1 33 0 0,-4 1-15 0 0,-4 1-100 0 0,-1 0 70 0 0,-2 1 26 0 0,1 1-75 0 0,2 0 101 0 0,3 0 44 0 0,6 0-71 0 0,4 0 27 0 0,6-1-12 0 0,4 0 52 0 0,4 0-76 0 0,4 0 155 0 0,0 0-158 0 0,0 1 33 0 0,-1 1-16 0 0,-2-1 3 0 0,-4 1-76 0 0,-2 1 82 0 0,-2 0-102 0 0,-2 0-8 0 0,-1 1 117 0 0,0-1-34 0 0,1 0 20 0 0,0-1-10 0 0,2 1 13 0 0,0-2 135 0 0,3 0-61 0 0,2-3 101 0 0,2 0-11 0 0,3-2 152 0 0,2-1 35 0 0,0-1 298 0 0,-1 0-592 0 0,-1 0-6 0 0,-2 0 103 0 0,-2 0 40 0 0,-1 0-245 0 0,-1 0 82 0 0,-2 0-165 0 0,2-1 168 0 0,-1 1-41 0 0,1 0 0 0 0,0-1-69 0 0,1 1 29 0 0,0 0 43 0 0,0 0 3 0 0,1 1 46 0 0,1 0 83 0 0,2 1 12 0 0,1 0 14 0 0,0 1-171 0 0,1 0 41 0 0,-2 1 30 0 0,1 1-72 0 0,-3 1 18 0 0,0-1-11 0 0,0 1 10 0 0,0-1 104 0 0,1 0-127 0 0,0 0 47 0 0,0-1 60 0 0,0 1-25 0 0,-1 0 77 0 0,0 1 32 0 0,-1 0-89 0 0,-1 1 12 0 0,-1 0-44 0 0,-2 1-43 0 0,-1-1 10 0 0,-2 1-18 0 0,-3 1-57 0 0,-1-1 62 0 0,-1 1-21 0 0,-2 0 20 0 0,-1 0-14 0 0,1 0 10 0 0,-2 0 2 0 0,0-1 4 0 0,1 1 4 0 0,1 1 93 0 0,1-1-73 0 0,2 0-20 0 0,2 0-3 0 0,3 0-3 0 0,2 0-12 0 0,2 0 8 0 0,3-1-2 0 0,3 1 0 0 0,3-1 4 0 0,3 0 0 0 0,1 1 4 0 0,3-2 4 0 0,0 0-5 0 0,0-1 142 0 0,0 0-13 0 0,-1-1-30 0 0,1-1 58 0 0,1 0 154 0 0,-1 0 0 0 0,1-1-147 0 0,-1 1-23 0 0,0 1-67 0 0,-1 0-66 0 0,-4 1-2 0 0,-3 0-96 0 0,-6 2-14 0 0,-4-1-6 0 0,-5 1 14 0 0,-4 1 4 0 0,-5 0-24 0 0,-3 1 74 0 0,-2 1 38 0 0,-3 1 53 0 0,-2 0-13 0 0,-1 1 10 0 0,-1 0 59 0 0,-1 1-133 0 0,1-1 46 0 0,-2 0-22 0 0,0 0 2 0 0,2-2-15 0 0,1 1 13 0 0,3-1 0 0 0,4 0 15 0 0,5 1 38 0 0,3 0-62 0 0,2 0 31 0 0,3 0-15 0 0,0 1-7 0 0,-1-1-44 0 0,-2 0-12 0 0,-3-1 66 0 0,-3-1-18 0 0,-3 0 13 0 0,-3-1 9 0 0,-3 0 40 0 0,-3 0-53 0 0,-4 0 134 0 0,-3 0-15 0 0,-1-1-14 0 0,-2 1 20 0 0,-1 0-30 0 0,-2-1 4 0 0,-1 0 3 0 0,1 0-22 0 0,-1 1-16 0 0,0-1-62 0 0,-1 1 20 0 0,0 0 31 0 0,0 0-16 0 0,1-1-43 0 0,-1 1-1 0 0,1-1 2 0 0,1 0-51 0 0,0 1-4 0 0,0-1-38 0 0,0-1 2 0 0,1 1 1 0 0,-2 0 41 0 0,0 0 48 0 0,-1 0-62 0 0,0 0 70 0 0,-2 0-62 0 0,-1 0 64 0 0,-1 0-79 0 0,-1 0 24 0 0,0 1-56 0 0,-1-1 4 0 0,0 1 104 0 0,0 1-23 0 0,1-1 22 0 0,0 1-1 0 0,2-1 61 0 0,0 0-21 0 0,1 0 24 0 0,2 0 27 0 0,1-1 17 0 0,1 1 16 0 0,1-1 8 0 0,1 0 61 0 0,1 0-45 0 0,0 1 3 0 0,0-1-47 0 0,-1 0-2 0 0,-2 1-26 0 0,0 0-80 0 0,-1 0 16 0 0,-1 1-71 0 0,-1 0 8 0 0,1 1-7 0 0,0-1-29 0 0,1 1-25 0 0,0-1 25 0 0,0 1-16 0 0,0-1 24 0 0,1-1-21 0 0,1 1 30 0 0,1-1-18 0 0,0 0-12 0 0,-2 0-20 0 0,0 0-56 0 0,-3 1-56 0 0,-1-1-50 0 0,-2 0-20 0 0,-1-1-43 0 0,-1 1-25 0 0,1-1-52 0 0,0 0-78 0 0,-1 0-118 0 0,0 0-67 0 0,1 0 110 0 0,-1-1 163 0 0,0 0 217 0 0,0-1 192 0 0,0-1 236 0 0,-1-1 164 0 0,-1-1 81 0 0,0 0 10 0 0,-1-1-72 0 0,-1-1 34 0 0,-1 0 28 0 0,1-2-100 0 0,-2 0 18 0 0,1-2-9 0 0,-1 1-49 0 0,0-1-61 0 0,-1 0-93 0 0,0 0-87 0 0,-2-1-26 0 0,-1-1 14 0 0,-2 0-99 0 0,-2-1 23 0 0,0 0-137 0 0,-2-1-21 0 0,1 2-100 0 0,-1 0-83 0 0,2 2-73 0 0,1 1-176 0 0,3 2-76 0 0,3 1-278 0 0,2 2-295 0 0,3 1-395 0 0,1 1-308 0 0,1 1-291 0 0,1 2-2092 0 0,1 2 1966 0 0,0 0-169 0 0</inkml:trace>
  <inkml:trace contextRef="#ctx0" brushRef="#br14" timeOffset="-98144.301">18408 12124 2672 0 0,'0'0'0'0'0,"0"0"2180"0"0,0 0-769 0 0,0 0 116 0 0,0 0 79 0 0,0 0-173 0 0,0 0-267 0 0,0 0-110 0 0,0 0-40 0 0,0 0 47 0 0,0 0 46 0 0,-9 7-122 0 0,-5 2-113 0 0,-5 4-5 0 0,-7 3-64 0 0,-4 3-36 0 0,-6 3-246 0 0,-5 3-126 0 0,-4 3-122 0 0,-4 2-104 0 0,-2 3-112 0 0,-1 1-51 0 0,0 0-236 0 0,3 1-231 0 0,4-3-64 0 0,5-2-168 0 0,8-4-227 0 0,8-5-710 0 0,9-5-1542 0 0,5-4-3228 0 0,6-5-1953 0 0</inkml:trace>
  <inkml:trace contextRef="#ctx0" brushRef="#br15" timeOffset="-96339.08">19202 12821 3876 0 0,'0'0'0'0'0,"0"0"3309"0"0,0 0-1242 0 0,0 0-411 0 0,0 0-430 0 0,0 0 133 0 0,0 0-463 0 0,0 0-234 0 0,0 0 11 0 0,48 22-273 0 0,14 8-83 0 0,16 6-58 0 0,6 4-146 0 0,1 1 4 0 0,-2 0-130 0 0,-5 1 30 0 0,-7-1-78 0 0,-6-1-24 0 0,-9 0-86 0 0,-8-3-22 0 0,-8-1 45 0 0,-10-3-247 0 0,-7-3-101 0 0,-8-3-156 0 0,-5-5-148 0 0,-4-3-517 0 0,-2-5-883 0 0,0-5-2135 0 0,1-3-1294 0 0,-1-2 6009 0 0</inkml:trace>
  <inkml:trace contextRef="#ctx0" brushRef="#br16" timeOffset="-96094.731">19981 12905 7313 0 0,'0'0'0'0'0,"0"0"4884"0"0,0 0-3439 0 0,0 0 362 0 0,0 0-1099 0 0,0 0 417 0 0,0 0-100 0 0,-48 17-322 0 0,-16 9-139 0 0,-13 10-135 0 0,-8 9 10 0 0,0 9-37 0 0,0 6-155 0 0,5 7-87 0 0,5 6-167 0 0,6 3-130 0 0,7 2-232 0 0,9-1-320 0 0,8-4-374 0 0,9-6-686 0 0,8-8-2628 0 0,6-10-2968 0 0,8-13 2027 0 0</inkml:trace>
  <inkml:trace contextRef="#ctx0" brushRef="#br17" timeOffset="-89902.519">3616 3075 912 0 0,'0'0'0'0'0,"0"0"2112"0"0,0 0-1199 0 0,0 0-423 0 0,0 0-284 0 0,0 0 60 0 0,0 0-279 0 0,0 0-218 0 0,0 0-13 0 0,0 2 271 0 0,0 1-65 0 0,0-1 338 0 0,1 1 98 0 0,1 0 254 0 0,0-1-371 0 0,0 1 157 0 0,0 0-36 0 0,0 0-327 0 0,1 0-49 0 0,0 1-80 0 0,0 0 75 0 0,0 0 925 0 0,-1 2-794 0 0,0-1-137 0 0,-1 1 27 0 0,0 0-37 0 0,-1 0 231 0 0,0 0 92 0 0,0 1 46 0 0,0 0-27 0 0,0 1-24 0 0,-1 0-54 0 0,-2 2 73 0 0,-1 0-46 0 0,-1 2-162 0 0,-3 1-74 0 0,-1 0 46 0 0,-2 2-125 0 0,-1 0-42 0 0,-1 0-34 0 0,0 1-97 0 0,1-1 27 0 0,0 0 185 0 0,1 1-108 0 0,2 0 104 0 0,2 0-16 0 0,0-1-2 0 0,3 1 3 0 0,1 0-1 0 0,0-1 14 0 0,1 1-18 0 0,0-1 6 0 0,1-1-151 0 0,0 1 56 0 0,0-1 50 0 0,1 0-123 0 0,0 0-38 0 0,0 0 7 0 0,0 0 68 0 0,0 0 81 0 0,0 0 23 0 0,0 0-67 0 0,0 0 40 0 0,0 0 51 0 0,0 2-189 0 0,0-1-30 0 0,0 0 117 0 0,-3 1-13 0 0,-1 0-6 0 0,-1 0-67 0 0,-1 0 90 0 0,-2 0-27 0 0,0 1 10 0 0,0-1 121 0 0,1 2-20 0 0,1-1 675 0 0,2 1 89 0 0,1 0-843 0 0,1 0 206 0 0,1 0-559 0 0,1-1 172 0 0,3 0-66 0 0,1 0 395 0 0,1 1 627 0 0,-2 1-238 0 0,0-1-524 0 0,-1 0 39 0 0,2 0-587 0 0,-1-1 58 0 0,3-2 81 0 0,0 0 361 0 0,1-2 99 0 0,-1-2 2 0 0,1 1 816 0 0,1-1-136 0 0,0-1-729 0 0,0 0 185 0 0,0 0-174 0 0,-1 0 87 0 0,-1-1-129 0 0,-1 1 126 0 0,-2 1-122 0 0,-1 0-72 0 0,-1 0-78 0 0,-2 1-12 0 0,-1 1 31 0 0,-3 0-140 0 0,-1 1 451 0 0,-2 0 594 0 0,-1-1-211 0 0,2 1-336 0 0,1-3-87 0 0,1 0-114 0 0,2-2-166 0 0,1-1 307 0 0,1 0 108 0 0,1-1-105 0 0,0 0-72 0 0,0-1-79 0 0,1 1-7 0 0,-1-1-70 0 0,0 0 1 0 0,0 0 37 0 0,0-1 140 0 0,0-1 55 0 0,1 1-9 0 0,1-1 108 0 0,0 1 33 0 0,1-1-64 0 0,-1 2-7 0 0,-1 1 80 0 0,0 2 346 0 0,0 1-468 0 0,-1 1-70 0 0,0 0-141 0 0,0 1-134 0 0,0 0-46 0 0,0-1 213 0 0,0 1 74 0 0,0-2-6 0 0,0 0 10 0 0,0-2-1 0 0,-1-1 4 0 0,1 0-57 0 0,0-1 81 0 0,0 1 109 0 0,0-1-109 0 0,1 1-9 0 0,-1 1 223 0 0,0 1 173 0 0,0 0-338 0 0,0 2-47 0 0,0-1-88 0 0,0 1-161 0 0,0 0 290 0 0,0 1-106 0 0,0 1 109 0 0,0 2 82 0 0,3 0-183 0 0,1 1 33 0 0,2 1 4 0 0,3-1 9 0 0,2 2 39 0 0,1 1 28 0 0,0 1 271 0 0,0 2-241 0 0,-3 1-100 0 0,-2 1 21 0 0,-2 2-20 0 0,-2 2 67 0 0,-2 1-80 0 0,-2 2 89 0 0,-4 0-102 0 0,-1 1-58 0 0,-2 0 104 0 0,-1 1-48 0 0,-1 0 34 0 0,1-1 138 0 0,0 1-58 0 0,0-1-94 0 0,2 1 166 0 0,-1-1-69 0 0,3 0 9 0 0,0 0-3 0 0,0 0 51 0 0,2-1-122 0 0,1 1 126 0 0,0-1-181 0 0,2 0 165 0 0,1-1-173 0 0,2 1 50 0 0,3-2 25 0 0,0 0-54 0 0,2 0 18 0 0,1-1-15 0 0,0 0-3 0 0,0-1-60 0 0,-1-1 78 0 0,-2 0-242 0 0,-2-1 136 0 0,-1 0-21 0 0,-1-1-88 0 0,-2-1 240 0 0,1-1-194 0 0,-2 0-15 0 0,1-2 220 0 0,-1-1-134 0 0,-1 0 110 0 0,-1-2 20 0 0,1 0 56 0 0,-1-1-109 0 0,0-1 284 0 0,0 0-341 0 0,1-1 58 0 0,1 0-121 0 0,0 0-147 0 0,0 0 351 0 0,1 0 245 0 0,0 0-412 0 0,0-1 148 0 0,1 1-320 0 0,-1-1 231 0 0,0 1 34 0 0,1-1 212 0 0,0 1-257 0 0,3-1 78 0 0,0 0-343 0 0,1-1-122 0 0,0 1 542 0 0,1-1 44 0 0,-1 1-213 0 0,0 0-72 0 0,-1 1-404 0 0,1-1 684 0 0,-2 2-102 0 0,-1 1-17 0 0,0 0 111 0 0,-1 1 2 0 0,-1 1 10 0 0,0 0-160 0 0,0 1 33 0 0,0 0-19 0 0,0 1-21 0 0,2 1 25 0 0,0 0 173 0 0,1 1-231 0 0,1 0 83 0 0,1 2-107 0 0,0 1 98 0 0,0 1-42 0 0,-1 0 8 0 0,0 2 15 0 0,-1 1-5 0 0,-1 1 16 0 0,-1 2-9 0 0,-1 0-1 0 0,1 1 85 0 0,-2 0 8 0 0,-1 0-115 0 0,-1 0 34 0 0,1-1-15 0 0,-1-1-1 0 0,2-1 0 0 0,0 0-9 0 0,0 0-49 0 0,1-1-15 0 0,0 0-92 0 0,0-1 69 0 0,0 1-41 0 0,0 0 25 0 0,0-1 73 0 0,0 1 36 0 0,-2-1 130 0 0,-1 0-44 0 0,-2 0-98 0 0,0 0 32 0 0,-1-1-3 0 0,1 1-9 0 0,0-1-1 0 0,0-1 10 0 0,1 0-8 0 0,0 0-6 0 0,1 0-8 0 0,-1-1-92 0 0,-1 2 34 0 0,-1-1 4 0 0,-2 1 0 0 0,-1 0 66 0 0,-1 0-22 0 0,-2 1-40 0 0,-2 0 41 0 0,0 0 18 0 0,-2 1 87 0 0,-1-1-40 0 0,0 1 33 0 0,1 0-77 0 0,0 0 139 0 0,3 0-170 0 0,2-1 44 0 0,2 0 63 0 0,1-1-102 0 0,2 1 33 0 0,2-1-20 0 0,0 1 2 0 0,2 0 4 0 0,0 1 7 0 0,-1 0 60 0 0,0 1-82 0 0,0 0-38 0 0,2 0 65 0 0,0-1-104 0 0,0 0 114 0 0,1-1-35 0 0,0-1 3 0 0,0 0 7 0 0,-1-2 6 0 0,0 0-1 0 0,1-2-50 0 0,-1 0-9 0 0,1 1 69 0 0,-1-1-32 0 0,0 1-95 0 0,0 0 90 0 0,0 1-140 0 0,0 0 25 0 0,1 1-39 0 0,0 0-134 0 0,0 1 115 0 0,0 1-122 0 0,0 1 25 0 0,0 0 244 0 0,0 0 33 0 0,2 1 141 0 0,2 1-112 0 0,2-1-2 0 0,2 0-121 0 0,0 0 150 0 0,2 0-6 0 0,1 1 28 0 0,0-1-70 0 0,-1 0-71 0 0,0 1 22 0 0,-1 0 74 0 0,0 0 60 0 0,-2 0 39 0 0,0 1 16 0 0,0-1 12 0 0,-2 2 18 0 0,0-1-134 0 0,-1 1-12 0 0,0 0-3 0 0,-2-1 66 0 0,0 1-76 0 0,-2-1 128 0 0,1 0-153 0 0,-1 0 48 0 0,0 1 99 0 0,0-1 42 0 0,0 1-112 0 0,0-1 135 0 0,-1 1-28 0 0,0 0-52 0 0,0 1 6 0 0,-1 0-19 0 0,1 0 44 0 0,0 0 5 0 0,0 1-159 0 0,0 0 54 0 0,0 1-39 0 0,0-1-37 0 0,-1 2-102 0 0,1-1-63 0 0,0 1 75 0 0,0 1 146 0 0,0 0 20 0 0,1 1-44 0 0,0-1 149 0 0,0 1-104 0 0,1-1 22 0 0,1 0 23 0 0,2 0-99 0 0,2-2 21 0 0,0 0-2 0 0,1-2-3 0 0,-2-1 1 0 0,1-2 0 0 0,-3-1 0 0 0,0-1 19 0 0,-1 0 125 0 0,-2-2-180 0 0,0 0 61 0 0,-3 0-26 0 0,-1 0 77 0 0,-2-1-84 0 0,0 0 94 0 0,1-1-50 0 0,1 1-27 0 0,1-1 0 0 0,1 1 1 0 0,1 1-12 0 0,2-1-58 0 0,1 2-11 0 0,3-1-94 0 0,1 1 22 0 0,2-1-27 0 0,1 0 93 0 0,0 0 5 0 0,0-1-30 0 0,-1 0 47 0 0,0 0-74 0 0,-1-2 143 0 0,-1 0-39 0 0,-1-1-35 0 0,0 0 76 0 0,0-1-15 0 0,-1 0 118 0 0,-2-1-148 0 0,1 0 106 0 0,-1-1-94 0 0,-1 0-96 0 0,0 0 134 0 0,-1-1-128 0 0,1 0-139 0 0,-1 0 310 0 0,0-1 243 0 0,-1 0-406 0 0,1-1 107 0 0,0 1 4 0 0,0-1 42 0 0,0 0 321 0 0,0 0-478 0 0,0-1 112 0 0,0 1-719 0 0,0-1 910 0 0,0 1-229 0 0,0 0 167 0 0,0 1-173 0 0,0-1-227 0 0,0 1-128 0 0,0 0 484 0 0,0 0 567 0 0,0 0-687 0 0,0-1 470 0 0,0-1-530 0 0,0-2-40 0 0,0-2-625 0 0,0-1 534 0 0,0-1 223 0 0,0-1 536 0 0,0 0-243 0 0,-1 0-226 0 0,-1-1-41 0 0,-1-1-150 0 0,-1 0-585 0 0,0-1 275 0 0,-1 0 257 0 0,-1-1 151 0 0,0 0 88 0 0,0 0-92 0 0,1-1 37 0 0,-1-1-283 0 0,0 0-45 0 0,1 0 39 0 0,-1-1-44 0 0,2 0-401 0 0,-2 0-935 0 0,2 0-990 0 0,1-1 1401 0 0</inkml:trace>
  <inkml:trace contextRef="#ctx0" brushRef="#br18" timeOffset="-88308.232">3612 3128 1120 0 0,'0'0'0'0'0,"0"0"4353"0"0,0 0-3651 0 0,0 0 372 0 0,0 0-130 0 0,0 0-157 0 0,0 0-91 0 0,0 0-242 0 0,0 0-177 0 0,0 0-120 0 0,0-3-11 0 0,-1-1 46 0 0,0 0 86 0 0,0 1 82 0 0,1 0 60 0 0,-1 2 96 0 0,0 0 9 0 0,0 1-21 0 0,-2 0-53 0 0,-3 1-116 0 0,-2 2-141 0 0,-2 2-128 0 0,-3 2 137 0 0,-5 1-247 0 0,-3 3 15 0 0,-3 4 45 0 0,-3 2-24 0 0,-2 3 111 0 0,0 2-58 0 0,0 0-47 0 0,1 1 68 0 0,3-1-35 0 0,2-1-36 0 0,3-3-194 0 0,2-3-55 0 0,4-2-129 0 0,3-3-277 0 0,2-1-396 0 0,3-2-507 0 0,2-1-643 0 0,1 0-978 0 0,2-2-854 0 0,1-1 3072 0 0</inkml:trace>
  <inkml:trace contextRef="#ctx0" brushRef="#br19" timeOffset="-87943.396">3741 3109 888 0 0,'0'0'0'0'0,"0"0"3000"0"0,0 0-1208 0 0,0 0-47 0 0,0 0-388 0 0,0 0-158 0 0,0 0-196 0 0,0 0-269 0 0,0 0-218 0 0,0 0-128 0 0,0 0-39 0 0,0 0 17 0 0,2 0-28 0 0,0 0-6 0 0,0-1-30 0 0,0 1 6 0 0,0 0-4 0 0,-1 0-4 0 0,0 2 122 0 0,0 4 165 0 0,-1 5-296 0 0,0 5-197 0 0,0 5-68 0 0,-1 6-126 0 0,-1 4 31 0 0,1 2-138 0 0,-1 1-175 0 0,1-2-156 0 0,0-1-151 0 0,0-3-444 0 0,2-4-887 0 0,0-3-2550 0 0,0-6-2864 0 0</inkml:trace>
  <inkml:trace contextRef="#ctx0" brushRef="#br20" timeOffset="-86175.727">3544 3087 1044 0 0,'0'0'0'0'0,"0"0"1148"0"0,0 0-303 0 0,0 0 21 0 0,0 0-235 0 0,0 0-149 0 0,0 0-123 0 0,0 0-46 0 0,0 0 117 0 0,0 0-104 0 0,0 0-222 0 0,8 1-80 0 0,1 1 84 0 0,1 1 50 0 0,-1 0 31 0 0,-1 0-46 0 0,-1 0 108 0 0,-2 0 62 0 0,-1 0 93 0 0,-2 0 57 0 0,0-1 37 0 0,-1-1-2 0 0,-1 0 39 0 0,0-1-75 0 0,0 0-80 0 0,0 0-161 0 0,0 0-84 0 0,0 0-39 0 0,-1 0-12 0 0,1 0 18 0 0,0 0 12 0 0,0-1 30 0 0,0 0-12 0 0,0-1-105 0 0,1 0-20 0 0,0-2-198 0 0,0 0-68 0 0,-1-1 244 0 0,1 0-10 0 0,-1 1 138 0 0,0 0-30 0 0,1 1-27 0 0,-1 1 102 0 0,0 1 60 0 0,-1 0 1 0 0,1 1 4 0 0,0 0-24 0 0,0 0 40 0 0,0 0-79 0 0,0 1-47 0 0,0 0 53 0 0,3 2-22 0 0,1 1 53 0 0,2 3 28 0 0,4 4 23 0 0,2 2-282 0 0,1 3 126 0 0,3 4-47 0 0,-1 1 121 0 0,0 2-196 0 0,-1-1 138 0 0,-1 0-73 0 0,0-1 15 0 0,0-2 43 0 0,-3-3-28 0 0,0-1-59 0 0,-1-3 9 0 0,-2-3-8 0 0,-2-3-5 0 0,0-3 10 0 0,-2-1-18 0 0,-1-1-82 0 0,0-2-80 0 0,-1 0 133 0 0,0-2-62 0 0,-1-1 7 0 0,1-1-58 0 0,-2-2 178 0 0,-3-2-112 0 0,-3-1 8 0 0,-4-2-32 0 0,-2-1-52 0 0,-2-1 180 0 0,0 0-60 0 0,0 0-111 0 0,4 1 178 0 0,2 0-166 0 0,4 0 148 0 0,0 0-38 0 0,3 1 12 0 0,0 1 15 0 0,2 0 10 0 0,-1 1 134 0 0,0 1-70 0 0,1 1 33 0 0,-1 1 78 0 0,1 1 10 0 0,0 2 16 0 0,0 0-31 0 0,0 2-32 0 0,0 0-10 0 0,0 1-25 0 0,0 1 28 0 0,0 0 8 0 0,0 0-16 0 0,0 1-25 0 0,0-1-36 0 0,0 0 36 0 0,0 0-116 0 0,0 0 18 0 0,0 0-24 0 0,1 1 16 0 0,1 0 83 0 0,2 2 32 0 0,4 3-147 0 0,2 1-54 0 0,4 3 111 0 0,3 1 138 0 0,1 1-219 0 0,1 0-6 0 0,0-1-48 0 0,-2-1 70 0 0,-3-1 21 0 0,-2-2 1 0 0,-4-2-74 0 0,-3-2 56 0 0,-2-1-39 0 0,-2-1-33 0 0,-1-1 24 0 0,0 0 32 0 0,-1-1 37 0 0,1-2-8 0 0,-1-2 7 0 0,-1-2 14 0 0,-2-2 10 0 0,-5-3 162 0 0,-4-3 10 0 0,-3-1 97 0 0,-4-1-144 0 0,-1-1-147 0 0,-2 1 169 0 0,-1 1-140 0 0,3 2-7 0 0,1 2 124 0 0,3 3-102 0 0,4 3-35 0 0,3 2-78 0 0,4 2-68 0 0,2 2 20 0 0,2 2-43 0 0,2 3 66 0 0,0 2 111 0 0,1 3-25 0 0,0 2 115 0 0,3 3-120 0 0,3 1 171 0 0,1 2-181 0 0,2 1 177 0 0,1 1-7 0 0,1 0 37 0 0,1 0-105 0 0,0-1 48 0 0,1-3 23 0 0,-2-2-99 0 0,-2-2-24 0 0,-2-4-11 0 0,-1-2-23 0 0,-2-2 8 0 0,-2-3-120 0 0,1-2-167 0 0,-2-3 139 0 0,0-2-179 0 0,-1-3 315 0 0,-1-4-4 0 0,-4-3 54 0 0,-3-3 62 0 0,-3-3-96 0 0,-3-2 15 0 0,-2-2 67 0 0,-1 0 19 0 0,-1 0-105 0 0,0 2 82 0 0,2 3 229 0 0,1 4-253 0 0,2 4 29 0 0,3 4-79 0 0,2 3-153 0 0,2 3-261 0 0,2 3-200 0 0,0 3-196 0 0,0 4-309 0 0,-1 4-328 0 0,1 2-1672 0 0,-1 5-3173 0 0,0-2 3823 0 0</inkml:trace>
  <inkml:trace contextRef="#ctx0" brushRef="#br21" timeOffset="-85205.115">3870 3216 5136 0 0,'0'0'0'0'0,"0"0"2177"0"0,0 0-1163 0 0,0 0-242 0 0,0 0-114 0 0,0 0 43 0 0,0 0-89 0 0,0 0-258 0 0,0 0-228 0 0,0 0-95 0 0,0 0 2 0 0,0 0 57 0 0,7-1 2 0 0,0 1 98 0 0,2 1-112 0 0,-1 1-68 0 0,1 1 3 0 0,0 1-132 0 0,-1 1 18 0 0,0 0 20 0 0,-1 1 16 0 0,-1 0-17 0 0,0 0-99 0 0,-1-1-33 0 0,-1 1-39 0 0,-1-1 92 0 0,-2-1 127 0 0,0-2 18 0 0,-1 0 98 0 0,0-1-98 0 0,0-1 133 0 0,-1-1-25 0 0,-1-2 52 0 0,-1-3-24 0 0,-1-1 164 0 0,-2-3-349 0 0,-2-1 360 0 0,-2-1 39 0 0,-2-1 34 0 0,-1 0-97 0 0,1 0-211 0 0,1 0-38 0 0,1 2 1 0 0,0 0-26 0 0,2 1 135 0 0,1 2-155 0 0,1 0 37 0 0,0 2-119 0 0,1 0 47 0 0,1 0 54 0 0,-1 1-14 0 0,1 1 9 0 0,1 1-45 0 0,1 0 68 0 0,0 2 53 0 0,2 0-28 0 0,-1 0-45 0 0,0 1 10 0 0,0 0-260 0 0,-1 0 49 0 0,-2 1-81 0 0,-1 0 11 0 0,-1 1-49 0 0,-1 0-21 0 0,1 0 23 0 0,-1 1 59 0 0,2-2 30 0 0,1 1-214 0 0,2-1-120 0 0,0 0-60 0 0,1-1 95 0 0,1 0-22 0 0,0 0-116 0 0,1 0-98 0 0,-2 0-431 0 0,0 0-217 0 0,-2 0-28 0 0,-4 0 255 0 0,1 0 307 0 0</inkml:trace>
  <inkml:trace contextRef="#ctx0" brushRef="#br22" timeOffset="-84587.008">3536 3149 1592 0 0,'0'0'0'0'0,"0"0"1564"0"0,0 0-653 0 0,0 0 214 0 0,0 0-586 0 0,0 0-128 0 0,0 0-300 0 0,0 0 109 0 0,0 0 5 0 0,0 0-136 0 0,0 0 59 0 0,0 0-32 0 0,8-8 1 0 0,1 0 14 0 0,1 0 135 0 0,-2 1 111 0 0,-1 3 206 0 0,-3 0 92 0 0,-1 3-57 0 0,-2 0 5 0 0,-1 1-27 0 0,-2 0-94 0 0,-2 1-181 0 0,-3 1-82 0 0,-3 0-30 0 0,-2 1 1 0 0,-3 1-7 0 0,-2 1-237 0 0,-2 0 73 0 0,-1 1 72 0 0,-2 2 67 0 0,-1 0-86 0 0,0 1 2 0 0,2 0-30 0 0,1-1 65 0 0,1 0-68 0 0,1-1-67 0 0,0 0 9 0 0,1 0 0 0 0,1-1-5 0 0,1-1-7 0 0,1 0-77 0 0,2 0 3 0 0,4-2-49 0 0,2-1-18 0 0,3 0-133 0 0,2-2-265 0 0,5 0 81 0 0,6-3-383 0 0,4-2 247 0 0,5-3 213 0 0,4 0 10 0 0,3-3 35 0 0,0 0 21 0 0,-1-1-49 0 0,-4 0 440 0 0,-3 1 134 0 0,-6 0 74 0 0,-5 2 69 0 0,-3 0 103 0 0,-2 2 113 0 0,-3 1-56 0 0,-4 2 104 0 0,-2 2-74 0 0,-2 1-124 0 0,-3 2-119 0 0,-3 2-47 0 0,-3 3 143 0 0,-3 3-257 0 0,-2 2-121 0 0,-3 4 27 0 0,-1 3 66 0 0,-1 2-23 0 0,2 1-95 0 0,3 0-90 0 0,5-2-51 0 0,3-2-71 0 0,5-2-186 0 0,3-3-89 0 0,4-3-429 0 0,0-2-962 0 0,1-1-2357 0 0,2-2-1080 0 0,0-2 6405 0 0</inkml:trace>
  <inkml:trace contextRef="#ctx0" brushRef="#br23" timeOffset="-83817.652">3552 3084 2812 0 0,'0'0'0'0'0,"0"0"2008"0"0,0 0-1021 0 0,0 0-316 0 0,0 0-229 0 0,0 0 225 0 0,0 0 109 0 0,0 0-180 0 0,0 0-169 0 0,0 0-148 0 0,0 0 35 0 0,-20 10 29 0 0,-6 4 31 0 0,-6 3 65 0 0,-3 3-148 0 0,-2 0-115 0 0,1 0-15 0 0,2 0-179 0 0,2-2-19 0 0,4-2-412 0 0,5-1-612 0 0,6-2-464 0 0,4-1-1346 0 0,5-1-2002 0 0,2-3 4525 0 0</inkml:trace>
  <inkml:trace contextRef="#ctx0" brushRef="#br24" timeOffset="-79529.339">10422 12033 340 0 0,'0'0'0'0'0,"0"0"392"0"0,0 0-294 0 0,0 0 1872 0 0,0 0 538 0 0,0 0-1124 0 0,0 0-986 0 0,0 0 37 0 0,0 0 160 0 0,0 0-58 0 0,0 0-337 0 0,-23-1-19 0 0,-2 1-187 0 0,1 1-119 0 0,5-1-75 0 0,4 1 38 0 0,6 0-8 0 0,4 0 144 0 0,3-1 13 0 0,2 0 155 0 0,1 1 133 0 0,0-1 66 0 0,0 0 40 0 0,0 0 15 0 0,-1 1-12 0 0,-1 0 6 0 0,-2-1-333 0 0,-4 1 61 0 0,-3 0 131 0 0,-3 0-221 0 0,-2 1 39 0 0,-2 0-70 0 0,-1 1 11 0 0,1-1-3 0 0,0-1 54 0 0,2 1-62 0 0,0-2 69 0 0,3 1-21 0 0,0 0 35 0 0,1-1-22 0 0,2 0-6 0 0,2 0-59 0 0,3 0 11 0 0,2 0-152 0 0,0 0-80 0 0,2 0-1 0 0,0 0-18 0 0,1 0 112 0 0,-1 2 144 0 0,1 1 13 0 0,1 1 104 0 0,-1 2 65 0 0,0 2 78 0 0,1 2 201 0 0,2 1 40 0 0,2 0 103 0 0,1 0-103 0 0,2-1-186 0 0,4-1-125 0 0,3-1-117 0 0,3-1-1 0 0,5-1-80 0 0,3 0 7 0 0,2-1-184 0 0,1-1 63 0 0,-1 0-29 0 0,-2-1 44 0 0,-4 0 7 0 0,-4-1 28 0 0,-6-1 56 0 0,-3 0-135 0 0,-4 0 48 0 0,-2-1 93 0 0,-3 0-12 0 0,-1-1 1 0 0,-3 1-60 0 0,-5 0-174 0 0,-6-2-137 0 0,-6-2 67 0 0,-8-1 205 0 0,-4-2 11 0 0,-6 0-6 0 0,-1 0-25 0 0,0 1-5 0 0,4 1-81 0 0,3 2-50 0 0,6 1-131 0 0,5 2-59 0 0,4 3-451 0 0,5 1-61 0 0,4 2-825 0 0,3 2-1134 0 0,2 0-670 0 0,2-1 4340 0 0</inkml:trace>
  <inkml:trace contextRef="#ctx0" brushRef="#br25" timeOffset="-75092.11">7059 8659 1892 0 0,'0'0'0'0'0,"0"0"2700"0"0,0 0-1679 0 0,0 0 45 0 0,0 0-424 0 0,0 0-628 0 0,0 0 2398 0 0,0 0-1587 0 0,0 0 60 0 0,0 0-369 0 0,0 0-156 0 0,1 4-28 0 0,2 0-66 0 0,1 2 8 0 0,1 1-6 0 0,1-1 206 0 0,0 1 29 0 0,0-2-70 0 0,-1 0-88 0 0,0-2-162 0 0,-2-1-100 0 0,1 0-62 0 0,-2-2-13 0 0,1 0-71 0 0,-1-1-110 0 0,1 0-47 0 0,0-2 21 0 0,-1 1-48 0 0,-1-1 291 0 0,0 0-28 0 0,-1 0 29 0 0,0 0 39 0 0,-1 0-102 0 0,-2-1 31 0 0,-1-1-8 0 0,-2 0-6 0 0,1 1-8 0 0,-1-1-77 0 0,0 2 35 0 0,2 0-85 0 0,1 2 4 0 0,1 0 8 0 0,1 1 130 0 0,1 1-24 0 0,0 2 21 0 0,0 0 145 0 0,1 2 15 0 0,1 0 80 0 0,1 0 28 0 0,2 1 4 0 0,1 1-28 0 0,1-2-126 0 0,1 0-40 0 0,1-1-83 0 0,0-2-102 0 0,-1-1 20 0 0,0 0-30 0 0,-1-2 74 0 0,-1 0 25 0 0,0-3-36 0 0,-2-1 62 0 0,-1-2 104 0 0,-2-1-47 0 0,0-1-80 0 0,-1-2 26 0 0,-3 1-70 0 0,-2 1 72 0 0,-1 1-24 0 0,0 3 4 0 0,1 1-144 0 0,0 2 17 0 0,1 4-4 0 0,0 2 54 0 0,1 4-207 0 0,1 3 208 0 0,0 3-213 0 0,2 1-326 0 0,2 1-596 0 0,4-1-830 0 0,3-3-2443 0 0,6-2-1890 0 0,-2-4 7800 0 0</inkml:trace>
  <inkml:trace contextRef="#ctx0" brushRef="#br26" timeOffset="-73686.424">8583 7357 1280 0 0,'0'0'0'0'0,"0"0"1800"0"0,0 0-443 0 0,0 0-378 0 0,0 0-114 0 0,0 0-45 0 0,0 0-118 0 0,0 0-79 0 0,0 0-152 0 0,0 0-107 0 0,0 0-54 0 0,1 0 9 0 0,1-1 81 0 0,0 0-11 0 0,2-1 9 0 0,1-1-105 0 0,-1 0-87 0 0,-1 0 136 0 0,-1 0-23 0 0,-1 1 14 0 0,0 0-77 0 0,-1 0-98 0 0,0 1-19 0 0,0 0-19 0 0,0 1-6 0 0,0 0-39 0 0,0 0-83 0 0,-3 0-77 0 0,1 0-31 0 0,-2 0 82 0 0,0 0 22 0 0,0 0-102 0 0,0 0-20 0 0,1 0-26 0 0,0 0 9 0 0,2 0-1 0 0,-1 0-48 0 0,1 0 1 0 0,-1 1-36 0 0,0 0 41 0 0,0 1 41 0 0,0 0 171 0 0,-1 0 12 0 0,0 1 89 0 0,-1 0 75 0 0,0 0 181 0 0,1 0 163 0 0,0 2 132 0 0,0 0-214 0 0,1 2-69 0 0,1 0-144 0 0,1 0-145 0 0,1 0-25 0 0,2-2-75 0 0,2 0-3 0 0,2-2-65 0 0,1-1 75 0 0,1-1-222 0 0,0-2 159 0 0,-1-2-28 0 0,-1 0 95 0 0,-3-2-22 0 0,-1 0 219 0 0,-1 0-41 0 0,-4 0-144 0 0,-4-1 159 0 0,-3 0-130 0 0,-4 0 78 0 0,-3 0 86 0 0,0 1-44 0 0,0 2-82 0 0,2 1-34 0 0,3 0-54 0 0,2 2-66 0 0,3 0-2 0 0,2 2-20 0 0,2 0 2 0 0,1 1 12 0 0,1 1 29 0 0,1 1-40 0 0,1-2 27 0 0,2 1 67 0 0,0-1-6 0 0,1-1 49 0 0,1 0-66 0 0,-1-2-52 0 0,1 0 12 0 0,0-1-112 0 0,-1-2 61 0 0,-2 0 121 0 0,0-1 61 0 0,-2 0 12 0 0,0 0-34 0 0,-1 1 15 0 0,-1-1-80 0 0,-1 2 34 0 0,0-1 75 0 0,0 1-38 0 0,0 1-67 0 0,0 1 18 0 0,1 1-12 0 0,-1 2-88 0 0,1 1-125 0 0,0 2-114 0 0,0 1 122 0 0,1 0 39 0 0,0 2-309 0 0,1-1-542 0 0,3 0-560 0 0,4-2-745 0 0,2-1-659 0 0,7-1-1890 0 0,-18-16 4605 0 0,-3-2-136 0 0</inkml:trace>
  <inkml:trace contextRef="#ctx0" brushRef="#br27" timeOffset="-72322.841">9849 5920 4544 0 0,'0'0'0'0'0,"0"0"1537"0"0,0 0-445 0 0,0 0-250 0 0,0 0 86 0 0,0 0 69 0 0,0 0-186 0 0,0 0-226 0 0,0 0-225 0 0,0 0-108 0 0,0 0-74 0 0,0 0-46 0 0,-7 4 3 0 0,0 0-96 0 0,2 0 68 0 0,1-1 8 0 0,2-1 24 0 0,2-2 44 0 0,1-1-42 0 0,0 0-27 0 0,1-2-76 0 0,0 0-33 0 0,0 0-100 0 0,-1-1 7 0 0,-1-1 14 0 0,0 0-5 0 0,1 0 16 0 0,1 0-3 0 0,-1 1 63 0 0,1 0-64 0 0,-1 1 73 0 0,0 1-27 0 0,-1 1 24 0 0,0 1 9 0 0,0 3 106 0 0,0 2-137 0 0,0 2 448 0 0,0 3-233 0 0,0 0-138 0 0,1 1-24 0 0,1 0 82 0 0,2-3-42 0 0,2-1-88 0 0,0-2-135 0 0,0-1 112 0 0,0-2 37 0 0,-2-1 40 0 0,0-1-55 0 0,-1-1-202 0 0,-1-1 179 0 0,1-1-86 0 0,1-1-122 0 0,0-2 80 0 0,1-1-139 0 0,1-2-34 0 0,1-1 0 0 0,1-1 11 0 0,0 0 152 0 0,-2 1 186 0 0,0 1 88 0 0,-2 3 149 0 0,-1 1 110 0 0,-2 3-16 0 0,0 1-130 0 0,-2 2-229 0 0,-1 2-64 0 0,-2 2-514 0 0,-1 2-739 0 0,1 1-3269 0 0,0-1-1679 0 0</inkml:trace>
  <inkml:trace contextRef="#ctx0" brushRef="#br28" timeOffset="-70995.563">10676 5155 1760 0 0,'0'0'0'0'0,"0"0"3220"0"0,0 0-1871 0 0,0 0-170 0 0,0 0-337 0 0,0 0 94 0 0,0 0-180 0 0,0 0-149 0 0,0 0-351 0 0,0 0-233 0 0,0 0 29 0 0,8-2-38 0 0,1 0 146 0 0,1-1-8 0 0,-2 0 39 0 0,-1 1 104 0 0,-1 0 63 0 0,-3 0-16 0 0,-1 1-69 0 0,-1 1-84 0 0,-2-1-89 0 0,-2 2-13 0 0,-1 1-95 0 0,-3 0 11 0 0,-1 1-164 0 0,0 0 57 0 0,-1 1 21 0 0,1 1 2 0 0,1-1 31 0 0,1 0-34 0 0,3 0 31 0 0,0 0 60 0 0,2-2 100 0 0,1 1-5 0 0,0-2 11 0 0,1 0-29 0 0,1 0-20 0 0,1-1 37 0 0,1 0 42 0 0,2 0 31 0 0,1-1-69 0 0,2-1-116 0 0,1-2-267 0 0,2-2-10 0 0,1 0-78 0 0,-1-3 15 0 0,0 0 125 0 0,-3 0 10 0 0,-1-1 126 0 0,-2 2 90 0 0,-3 0 104 0 0,-1 2 58 0 0,-1 2 37 0 0,-1 1 298 0 0,-1 1-94 0 0,-2 3-60 0 0,-3 1-46 0 0,-2 3 10 0 0,-1 2-21 0 0,-2 2-123 0 0,0 0 3 0 0,1 1-108 0 0,2 0-55 0 0,2-1-155 0 0,2-2-53 0 0,2-2-176 0 0,5-2-214 0 0,4-1-270 0 0,5-2-851 0 0,3-1-1659 0 0,3-3-4208 0 0,-1-1 8894 0 0</inkml:trace>
  <inkml:trace contextRef="#ctx0" brushRef="#br29" timeOffset="-69807.679">11982 3732 2216 0 0,'0'0'0'0'0,"0"0"2048"0"0,0 0-550 0 0,0 0-207 0 0,0 0 109 0 0,0 0-95 0 0,0 0-257 0 0,0 0-140 0 0,0 0-159 0 0,0 0-128 0 0,0 0-63 0 0,0 0-3 0 0,8 4-53 0 0,2 0-20 0 0,2 1-222 0 0,2 0-98 0 0,1-1-156 0 0,-1-1 101 0 0,0-1-130 0 0,-1-1 26 0 0,-2 0-61 0 0,-2-1-1 0 0,0 0-31 0 0,-3-1-82 0 0,1 1 142 0 0,-1-1 22 0 0,0-1 68 0 0,0-2-19 0 0,1-2-48 0 0,-1-1-162 0 0,1-2-60 0 0,-2 1-155 0 0,0-1 184 0 0,-3 2 88 0 0,-2 2 109 0 0,-2 1 64 0 0,-3 2 65 0 0,-2 3 2 0 0,-2 1 188 0 0,-2 4-68 0 0,-1 3 2 0 0,-1 3-36 0 0,2 2-66 0 0,3 0-18 0 0,2-1-132 0 0,3-1 18 0 0,2-3-233 0 0,4-2 266 0 0,2-2-86 0 0,4-2 28 0 0,0-2 11 0 0,-1 0 10 0 0,-1-2 40 0 0,-3 1 112 0 0,-1-1 87 0 0,-1-1-62 0 0,-2-2-218 0 0,-2-2-160 0 0,-1-1-115 0 0,-2-1 27 0 0,1 0 63 0 0,-1 1 15 0 0,1 0 123 0 0,1 2 59 0 0,1 2-138 0 0,1 1 73 0 0,0 2-7 0 0,1 1-118 0 0,0 2-310 0 0,1 2 292 0 0,1 0 246 0 0,0 2-72 0 0,-1 2-406 0 0,1 1-1881 0 0,-3 1-3393 0 0,0-2 446 0 0</inkml:trace>
  <inkml:trace contextRef="#ctx0" brushRef="#br30" timeOffset="-67739.926">5898 9891 1656 0 0,'0'0'0'0'0,"0"0"2192"0"0,0 0-158 0 0,0 0-562 0 0,0 0-218 0 0,0 0 28 0 0,0 0-265 0 0,0 0-233 0 0,0 0-156 0 0,0 0-75 0 0,0 0-120 0 0,0 0 1 0 0,4 0-44 0 0,0 0 67 0 0,1 1-54 0 0,0-1-71 0 0,-2 1-138 0 0,-1-1-61 0 0,0 1-5 0 0,-1-1 13 0 0,0 1 10 0 0,0-1-34 0 0,-1 0-54 0 0,1 0-65 0 0,0 0-94 0 0,-1 0-51 0 0,1-1 24 0 0,0 0-76 0 0,-1-2-27 0 0,1 1 93 0 0,-1-2-32 0 0,0 2 60 0 0,0-2 103 0 0,-1 2-17 0 0,-1 0 18 0 0,0-1 0 0 0,-1 1 1 0 0,-1-1-9 0 0,0 0 2 0 0,1 1 4 0 0,-1-1-2 0 0,1 1 1 0 0,0 0 5 0 0,0 1 8 0 0,-1 0 105 0 0,1 1-2 0 0,-1 2-62 0 0,2 1 99 0 0,0 1-36 0 0,1 1 86 0 0,1 2-50 0 0,3 0-97 0 0,3 0-32 0 0,4-1-4 0 0,3-1-8 0 0,2-1 0 0 0,2-2 108 0 0,0 0-88 0 0,0-2-28 0 0,-2-2 8 0 0,-1-1-8 0 0,-3-1 5 0 0,-3-1-6 0 0,-1-1-3 0 0,-2-1-4 0 0,-3 0-46 0 0,0-1 54 0 0,-3 0-4 0 0,-3-1 2 0 0,-2 1-2 0 0,-1 0 0 0 0,-3 1 5 0 0,2 3 3 0 0,-1 1 9 0 0,2 2-12 0 0,1 1 0 0 0,2 3-1 0 0,2 0 0 0 0,0 1-116 0 0,1 2 4 0 0,1 0-129 0 0,1 0-114 0 0,1-1-23 0 0,3 0-171 0 0,2-1-702 0 0,0-2-884 0 0,1-1-3506 0 0,-9-9 226 0 0,-3-1 6486 0 0</inkml:trace>
  <inkml:trace contextRef="#ctx0" brushRef="#br31" timeOffset="-56809.495">12050 3717 208 0 0,'0'0'0'0'0,"0"0"52"0"0,0 0 93 0 0,0 0-119 0 0,0 0 53 0 0,0 0 2 0 0,0 0 24 0 0,0 0-38 0 0,0 0 19 0 0,0 0 674 0 0,0 0-99 0 0,12-1-187 0 0,-1-1 142 0 0,1 1-19 0 0,-3 0 26 0 0,-2 0 2 0 0,-2 0-2 0 0,-3 1-12 0 0,-1 0-137 0 0,-1 0-79 0 0,0 0-173 0 0,-1 0-127 0 0,1 0-87 0 0,-1 0-202 0 0,1 0-8 0 0,0 0 4 0 0,0 0 6 0 0,0 0 68 0 0,0 1 89 0 0,0 1 26 0 0,-2 0 124 0 0,-1 2-42 0 0,-2 0 21 0 0,-1 0 40 0 0,-3 0-54 0 0,-1 1-43 0 0,-3-1-35 0 0,1 0-9 0 0,-1 1 1 0 0,-1-2 7 0 0,2 1 7 0 0,1-1-1 0 0,0 1 66 0 0,0-1-93 0 0,0 1 31 0 0,-1 0-21 0 0,1 1-62 0 0,0 0 92 0 0,-2 1-30 0 0,0 0-84 0 0,0 0 42 0 0,-1 1 61 0 0,0 0-6 0 0,0 0 2 0 0,0 2-6 0 0,-1-1-58 0 0,0 1-45 0 0,0 0 55 0 0,1 1 44 0 0,-1-1-3 0 0,1 1 7 0 0,-1 0-275 0 0,0 1 346 0 0,0 1-107 0 0,-1 0 134 0 0,-3 1-125 0 0,0 0 42 0 0,-2 1-14 0 0,-1-1 0 0 0,-1 0 74 0 0,0 0-90 0 0,0-1 86 0 0,1 0 34 0 0,0 0-120 0 0,1-1 30 0 0,1 0-17 0 0,1 0-84 0 0,2-1 97 0 0,2-1-107 0 0,2 1 120 0 0,0-2-31 0 0,2 1 12 0 0,0-1 4 0 0,1 0 4 0 0,-2 1 46 0 0,0 1-73 0 0,-2 0 24 0 0,0 2-84 0 0,-1 1 82 0 0,-2 1-74 0 0,0 1 78 0 0,-2 1-93 0 0,2-1 102 0 0,1 0-105 0 0,2-2 102 0 0,1 0-83 0 0,3-2 72 0 0,2-1-146 0 0,2-1 84 0 0,2 0 54 0 0,2-1-14 0 0,0 2 16 0 0,2-1 56 0 0,0 2-72 0 0,-1 0 28 0 0,0 2 57 0 0,-1 0-84 0 0,-1 1 43 0 0,-1 0-33 0 0,1 0-25 0 0,-1-1-7 0 0,2 1 31 0 0,-1-1-178 0 0,1-1 98 0 0,-1 1-144 0 0,2 0 173 0 0,0-1-115 0 0,0 1 37 0 0,1 0-126 0 0,0 0-200 0 0,0-1 568 0 0,0 1-101 0 0,0-1 50 0 0,0 1-6 0 0,-1 0 46 0 0,-1 0 187 0 0,-2-1-140 0 0,0 1 68 0 0,-2-2 118 0 0,-1 1-111 0 0,-1-1 69 0 0,0 1-201 0 0,-1 0 42 0 0,-2 2 99 0 0,-2 2-218 0 0,0 1 283 0 0,-2 2-231 0 0,-1 1-59 0 0,2-1-119 0 0,1 0 156 0 0,1-2-58 0 0,1 0 28 0 0,3-2-7 0 0,1-2 133 0 0,1 0 56 0 0,0-2 52 0 0,2-1 85 0 0,0-1-394 0 0,2 0 73 0 0,0-1-129 0 0,2 2 93 0 0,-1 3-141 0 0,-3 3 205 0 0,-3 3-58 0 0,-5 5 97 0 0,-4 2-16 0 0,-4 3 33 0 0,-4 2-109 0 0,-3-1 93 0 0,-1-1-31 0 0,-2-1 54 0 0,-1-2-59 0 0,0-1 169 0 0,1-2-138 0 0,1-2-75 0 0,2-1-29 0 0,2-1 49 0 0,0 0-22 0 0,0 0-129 0 0,0 0 161 0 0,0 0-45 0 0,-1 1 19 0 0,-1 0 1 0 0,0 0 130 0 0,0-1-32 0 0,-1 0 78 0 0,0 0 44 0 0,-1-1-83 0 0,2-1 77 0 0,0-2-151 0 0,1 0-60 0 0,2-1 12 0 0,2-3-29 0 0,4 0-145 0 0,2-1 124 0 0,2 0-68 0 0,1-1 111 0 0,1 0-141 0 0,0 0 166 0 0,0 1 10 0 0,-1 0-60 0 0,-2 1 26 0 0,0 1-19 0 0,-2 1 4 0 0,-1 1-54 0 0,0 0 62 0 0,0 2-20 0 0,1 0-41 0 0,0 0 65 0 0,1-1-17 0 0,2-1-49 0 0,2-1 67 0 0,1-1-74 0 0,1-1 83 0 0,1-1-24 0 0,0-1 17 0 0,-1 0-2 0 0,-1-1 66 0 0,-1 0-93 0 0,-2 1 26 0 0,-1 1-19 0 0,-1 1-133 0 0,0 0 94 0 0,-1 2-18 0 0,1 0-76 0 0,-1 2 175 0 0,-1 1-171 0 0,0 1 27 0 0,0 0 140 0 0,0 0-37 0 0,-1 1 145 0 0,0-1-152 0 0,0 1 136 0 0,0-1-144 0 0,0-1 37 0 0,0 0-13 0 0,0 1-1 0 0,0 0-164 0 0,0 1 206 0 0,1 1-50 0 0,0 1-1 0 0,0 2-95 0 0,0 0 139 0 0,-1 1-33 0 0,-1 1 7 0 0,-1 0 4 0 0,0-1 78 0 0,0 0-111 0 0,0-2 116 0 0,0-1-115 0 0,2-1 35 0 0,-2-2-73 0 0,0 1 18 0 0,1-1-28 0 0,1 1 20 0 0,1-1 58 0 0,1 1 2 0 0,0-1-5 0 0,0 0 146 0 0,0 0-98 0 0,-1-1 17 0 0,0-1-72 0 0,0 1 26 0 0,-1 0-26 0 0,0 1-89 0 0,-1 1 12 0 0,0 0 8 0 0,1 1-132 0 0,0 1-65 0 0,1 0-184 0 0,1 0 339 0 0,-1-1-38 0 0,1 1 162 0 0,0 0 58 0 0,0 0 42 0 0,0 1 65 0 0,0-1-92 0 0,0 1-9 0 0,-1 0-70 0 0,0 0 42 0 0,1 1-51 0 0,-1 0 4 0 0,1-1-53 0 0,2 1 56 0 0,1-2-6 0 0,2-1 2 0 0,1-2-8 0 0,2-2-122 0 0,1 0 108 0 0,1-2-113 0 0,1 0 106 0 0,-1 1-78 0 0,0 1-112 0 0,-1 2 93 0 0,0 1-158 0 0,0 4 151 0 0,-1 1-95 0 0,0 2 43 0 0,-2 3 7 0 0,0 0 2 0 0,-3 1 207 0 0,-2 0-49 0 0,-1-1 246 0 0,-2 0 46 0 0,-2-3 29 0 0,-1-1 67 0 0,-1-3-148 0 0,-1-1 183 0 0,0-2-152 0 0,1-1-56 0 0,1-1-92 0 0,0 0-16 0 0,0 0-95 0 0,2 0 16 0 0,0 0-114 0 0,1 0 122 0 0,1 1-149 0 0,1 0 152 0 0,1 1-42 0 0,1-1 24 0 0,1 0-7 0 0,-1 1 7 0 0,1-1-81 0 0,-1 1 14 0 0,2 0 71 0 0,-2 0-211 0 0,0 0-122 0 0,-1 2 125 0 0,-1 0-135 0 0,-2 0 140 0 0,-2 2-190 0 0,-1 0 426 0 0,-5 1-84 0 0,-1 0 296 0 0,-4 0-6 0 0,-3 0 127 0 0,-4 0-83 0 0,0-1 261 0 0,-2 1-153 0 0,0-1-103 0 0,0-1-321 0 0,0 1 18 0 0,1 1-61 0 0,0 0-127 0 0,0 1 125 0 0,2 0 72 0 0,1 1-15 0 0,2 1 30 0 0,0-1 89 0 0,1 1-38 0 0,1-1-2 0 0,2 0-10 0 0,2-2-55 0 0,2 0 70 0 0,3-2-76 0 0,2-2 14 0 0,3 0-4 0 0,3-2-124 0 0,2-1-53 0 0,1 1-11 0 0,3-1 86 0 0,0 2-211 0 0,0 0 121 0 0,-1 1-84 0 0,-3 2 309 0 0,-1 1-74 0 0,-2 3 205 0 0,-4 1-107 0 0,-2 1 37 0 0,-3 2-31 0 0,-3 0 30 0 0,0 0 8 0 0,-1-2-104 0 0,1-2 74 0 0,3-3 1 0 0,3-3-77 0 0,3-3 12 0 0,2-2-35 0 0,2-3-55 0 0,0 0 98 0 0,1-1-145 0 0,0 0 11 0 0,-1 1-146 0 0,-2 1-7 0 0,-1 3 323 0 0,-2 1-40 0 0,-2 3 73 0 0,-2 0 108 0 0,0 2 48 0 0,1 0 220 0 0,0 0-129 0 0,2-1-203 0 0,1-1 2 0 0,3-2-127 0 0,2-1 144 0 0,2-2-92 0 0,3-2-65 0 0,2-2-58 0 0,3-1-112 0 0,3-3 14 0 0,1 0-33 0 0,1 0-6 0 0,1 0-37 0 0,0 1 14 0 0,0 1 204 0 0,-1 2-14 0 0,-2 1-164 0 0,-3 2 11 0 0,-1 2-73 0 0,-2 1 118 0 0,0 2 63 0 0,-1 0 66 0 0,0 0-64 0 0,2-2 97 0 0,1-1 18 0 0,1-2-49 0 0,2-3-41 0 0,2-1 11 0 0,1-3-103 0 0,0 0-304 0 0,0 0-343 0 0,0-1 27 0 0,-2 2 312 0 0,-2 0 404 0 0,-1 2-16 0 0,-4 2 50 0 0,-2 1-34 0 0,-1 1 64 0 0,-2 2-8 0 0,-1 1-10 0 0,-1 1-101 0 0,1-1-93 0 0,0-1 127 0 0,1 0 73 0 0,2-3 102 0 0,2-1 351 0 0,3-3 393 0 0,2-3 41 0 0,1-1-228 0 0,1-2-575 0 0,0-1-14 0 0,-1 1-310 0 0,0 0 10 0 0,-2 2-26 0 0,-2 3-632 0 0,-2 3-455 0 0,-2 4-338 0 0,-3 4 275 0 0,3-2 1400 0 0</inkml:trace>
  <inkml:trace contextRef="#ctx0" brushRef="#br32" timeOffset="-5333.368">16259 11503 12 0 0,'0'0'0'0'0,"0"0"236"0"0,0 0 14 0 0,0 0-401 0 0,0 0 88 0 0,0 0-175 0 0,0 0 219 0 0,1 6 306 0 0,1 0 12 0 0,0 0-294 0 0,-1 0 184 0 0,0-2-133 0 0,0 0 2073 0 0,-1-2-989 0 0,1-1-375 0 0,-1-1-622 0 0,0 0-55 0 0,-2 0-446 0 0,0 0-79 0 0,-1 0 6 0 0,-1-1 48 0 0,1 1 13 0 0,0 0 76 0 0,1 0 119 0 0,1 0 37 0 0,0 2-98 0 0,1 0 15 0 0,0 1-470 0 0,0 2-202 0 0,0 0 938 0 0,-2 2-228 0 0,-1-2-227 0 0</inkml:trace>
  <inkml:trace contextRef="#ctx1" brushRef="#br33">16118 11848 352,'0'0'0,"0"0"4776,0 0-4722,0 0 46,0 0-703,0 0-128,0 0-227,0 0 2,0 0-5,0 0 300,0 0 324,0 0 318</inkml:trace>
  <inkml:trace contextRef="#ctx0" brushRef="#br34" timeOffset="-4817.593">15872 11082 80 0 0,'0'0'0'0'0,"0"0"1068"0"0,0 0 4784 0 0,0 0-6183 0 0,0 0 1606 0 0,0 0-759 0 0,0 0 128 0 0,0 0-67 0 0,0 0-28 0 0,0 0-79 0 0,-8-19-28 0 0,0-6-55 0 0,0-2 18 0 0,1 0-52 0 0,2 2-393 0 0,3 5 96 0 0,1 3-245 0 0,1 4-326 0 0,1 2-731 0 0,-1 3-966 0 0,1 0-2416 0 0,-2 1 1404 0 0,-1-2 3526 0 0,0 3-864 0 0</inkml:trace>
  <inkml:trace contextRef="#ctx1" brushRef="#br35" timeOffset="493.27">15929 10602 964,'0'0'0,"0"0"4076,0 0-3205,0 0 112,0 0-919,0 0-53,0 0-811,0 0-873,0 0-521,0 0 481,-2-5 1367,1 0 186</inkml:trace>
  <inkml:trace contextRef="#ctx1" brushRef="#br36" timeOffset="733.374">16042 10128 80,'0'0'0,"0"0"1004,0 0 3921,0 0-4967,0 0 1100,0 0-806,0 0-2,0 0-114,0 0-19,0 0-635,-32-17-743,-3-3-350,-2-3-43,6 2 227,8 1 675,7 1 626,7 3-88,4 0 44,4 4 140</inkml:trace>
  <inkml:trace contextRef="#ctx0" brushRef="#br37" timeOffset="-4222.596">16046 9359 600 0 0,'0'0'0'0'0,"0"0"0"0"0,0 0-583 0 0</inkml:trace>
  <inkml:trace contextRef="#ctx0" brushRef="#br38" timeOffset="-2914.574">16417 8637 560 0 0,'0'0'0'0'0,"0"0"288"0"0,0 0-201 0 0,0 0 4632 0 0,0 0-4496 0 0,0 0 1039 0 0,4-19-458 0 0,1-4 91 0 0,0-4 107 0 0,-1 2-164 0 0,-1 3-172 0 0,-1 5 108 0 0,-1 4 66 0 0,0 5 92 0 0,-1 4-87 0 0,0 2-154 0 0,2 2-49 0 0,0 1-117 0 0,0 0-190 0 0,1 1-102 0 0,0 1-105 0 0,0-1-81 0 0,0 0-41 0 0,0 0-115 0 0,-2-1-161 0 0,0-1-215 0 0,-1-1-222 0 0,-3-2-299 0 0,-1-3-525 0 0,-2-3-951 0 0,-3-5-1971 0 0,0-3-655 0 0,-2-5 5324 0 0,3 3-1614 0 0</inkml:trace>
  <inkml:trace contextRef="#ctx0" brushRef="#br39" timeOffset="-2713.352">16505 7667 8773 0 0,'0'0'0'0'0,"0"0"880"0"0,0 0-933 0 0,0 0 429 0 0,0 0 45 0 0,0 0 48 0 0,0 0 99 0 0,0 0-456 0 0,0 0-230 0 0,-36-15-125 0 0,-2-3-710 0 0,0-5-989 0 0,7-1-2306 0 0,8 3 148 0 0</inkml:trace>
  <inkml:trace contextRef="#ctx0" brushRef="#br40" timeOffset="-2508.478">16562 6799 1788 0 0,'0'0'0'0'0,"0"0"5257"0"0,0 0-2834 0 0,0 0-1285 0 0,0 0-199 0 0,0 0-537 0 0,0 0 198 0 0,0 0-322 0 0,0 0-226 0 0,0 0-555 0 0,-36-18-682 0 0,-3-5-387 0 0,-1-5-688 0 0,7-1-88 0 0,9-2 351 0 0,8-1 20 0 0,7-1 1746 0 0,6 1-398 0 0,3 6 492 0 0</inkml:trace>
  <inkml:trace contextRef="#ctx0" brushRef="#br41" timeOffset="-2302.038">16663 5624 4044 0 0,'0'0'0'0'0,"0"0"4249"0"0,0 0-1877 0 0,0 0-1405 0 0,0 0-1091 0 0,0 0-233 0 0,0 0-4 0 0,-44-19-151 0 0,-5-3 16 0 0,-1-5-267 0 0,7-1-618 0 0,10-2-335 0 0,12-1 10 0 0,13-1-533 0 0,10 0 783 0 0,7 0 1310 0 0,1 7-208 0 0</inkml:trace>
  <inkml:trace contextRef="#ctx0" brushRef="#br42" timeOffset="-2101.963">16485 4800 1512 0 0,'0'0'0'0'0,"0"0"120"0"0,0 0 5363 0 0,0 0-5822 0 0,0 0 1474 0 0,0 0-797 0 0,0 0-67 0 0,-14-22 202 0 0,-1-6-63 0 0,0-5-93 0 0,5-1-71 0 0,6 0-62 0 0,6 1-35 0 0,5 3-167 0 0,3 0 42 0 0,3 1-192 0 0,0 1-41 0 0,-1-1-964 0 0,-1 1-1011 0 0,-3-1-1996 0 0,-2 0 2012 0 0,-2 5 2396 0 0</inkml:trace>
  <inkml:trace contextRef="#ctx0" brushRef="#br43" timeOffset="-1890.171">16352 3423 1880 0 0,'0'0'0'0'0,"0"0"9713"0"0,0 0-9866 0 0,0 0 2006 0 0,0 0-1844 0 0,0 0 280 0 0,0 0-257 0 0,-26-19-30 0 0,-3-3-358 0 0,1-3-136 0 0,5 2-212 0 0,6 1-15 0 0,6 3-37 0 0,6 1-197 0 0,5 0-559 0 0,5-1-660 0 0,4 0-837 0 0,0-3 356 0 0,-1 3 2779 0 0</inkml:trace>
  <inkml:trace contextRef="#ctx0" brushRef="#br44" timeOffset="-815.739">12635 3480 40 0 0,'0'0'0'0'0,"0"0"456"0"0,0 0-364 0 0,0 0-50 0 0,0 0-8 0 0,0 0 85 0 0,0 0-30 0 0,0 0-116 0 0,0 0-60 0 0,0 0-47 0 0,0 0-63 0 0,-22 5-83 0 0,-2 1 152 0 0,1 1 136 0 0,4-2-35 0 0,5 0 27 0 0,6-2 210 0 0,3-1 337 0 0,4 0-509 0 0,4-1 58 0 0,1-1-88 0 0,3 0 202 0 0,0 0-268 0 0,1 0-524 0 0,0 0 238 0 0,-2-1 330 0 0,2-1-94 0 0,-2 1 113 0 0,0 0-13 0 0,1-1 8 0 0,-1 0 103 0 0,-1 1 278 0 0,0 0-45 0 0,0 0-295 0 0,-2 1 5 0 0,0 0 1809 0 0,0-1-952 0 0,-1 1-194 0 0,-1 0-217 0 0,0-1-204 0 0,-1 1-182 0 0,0 0-95 0 0,-1 0-129 0 0,-3 0 143 0 0,-1 0-148 0 0,-1 0-273 0 0,1 0-259 0 0,2 0 65 0 0,0 0 116 0 0,2 0-88 0 0,0 0-62 0 0,1 0 41 0 0,0 0 288 0 0,1-2-164 0 0,1-1 351 0 0,1-2-102 0 0,1-1 122 0 0,0 0 94 0 0</inkml:trace>
  <inkml:trace contextRef="#ctx0" brushRef="#br45" timeOffset="-697.013">12635 3480 416 0 0,'0'0'0'0'0,"0"0"0"0"0</inkml:trace>
  <inkml:trace contextRef="#ctx0" brushRef="#br46" timeOffset="-569.309">12635 3480 416 0 0,'0'0'0'0'0,"-5"-2"5069"0"0,-1-2-4155 0 0,0 0 856 0 0,1-1-928 0 0,3 0-3 0 0,2 0 7 0 0,2 1-123 0 0,0 0-217 0 0,2 0-96 0 0,0 1-183 0 0,1-1-89 0 0,0 0-142 0 0,1-1-185 0 0,-1 0-3 0 0,1 0-172 0 0,1 0-275 0 0,0-2-357 0 0,1 0-441 0 0,2-3-781 0 0,1-2-620 0 0,3-2-121 0 0,0-3 3073 0 0,4-3-1119 0 0,-3 3 1121 0 0</inkml:trace>
  <inkml:trace contextRef="#ctx0" brushRef="#br47" timeOffset="-393.812">13195 2952 8213 0 0,'0'0'0'0'0,"0"0"1864"0"0,0 0-1106 0 0,0 0 129 0 0,0 0-398 0 0,0 0-190 0 0,0 0-89 0 0,0 0-360 0 0,0 0-377 0 0,0 0-264 0 0,0 0-155 0 0,0 0-9 0 0,5-3-182 0 0,4-1-292 0 0,5-2-170 0 0,4-4-487 0 0,2-2-525 0 0,2-1 2966 0 0,0-3-1247 0 0,-4 2 1013 0 0</inkml:trace>
  <inkml:trace contextRef="#ctx0" brushRef="#br48" timeOffset="-205.903">13703 2636 328 0 0,'0'0'0'0'0,"0"0"6233"0"0,0 0-3987 0 0,0 0-1044 0 0,0 0-772 0 0,0 0-426 0 0,0 0 43 0 0,0 0-250 0 0,0 0-149 0 0,0 0-181 0 0,3-8-118 0 0,1-3-67 0 0,2-1-451 0 0,5 0-433 0 0,1-2-925 0 0,2 1-254 0 0,-18 21 3300 0 0,-4 4-989 0 0</inkml:trace>
  <inkml:trace contextRef="#ctx0" brushRef="#br49" timeOffset="3484.548">16719 2341 508 0 0,'0'0'0'0'0,"0"0"628"0"0,0 0 6520 0 0,0 0-7057 0 0,0 0 1715 0 0,0 0-1041 0 0,0 0-154 0 0,0 0-290 0 0,-6 17-337 0 0,-1 2-307 0 0,0 1-591 0 0,2-2-85 0 0,3-3-287 0 0,2-4-433 0 0,5-2-700 0 0,1-4-54 0 0,3 0 1423 0 0,1-3 616 0 0,-2 0 330 0 0,-2 0-47 0 0</inkml:trace>
  <inkml:trace contextRef="#ctx0" brushRef="#br50" timeOffset="3654.406">16800 2692 116 0 0,'0'0'0'0'0,"0"0"300"0"0,0 0 5405 0 0,0 0-3673 0 0,0 0-193 0 0,0 0-689 0 0,0 0-710 0 0,-4 18-165 0 0,-1 3-274 0 0,-2 2-283 0 0,1-2-766 0 0,1-3-591 0 0,0-3-533 0 0,2-3-563 0 0,2-1 318 0 0,0-4 1725 0 0,3-1 106 0 0,3 0 412 0 0,0-3 72 0 0</inkml:trace>
  <inkml:trace contextRef="#ctx0" brushRef="#br51" timeOffset="7325.827">851 2941 220 0 0,'0'0'0'0'0,"0"0"300"0"0,0 0-289 0 0,0 0 115 0 0,0 0-37 0 0,0 0 2451 0 0,0 0-1402 0 0,0 0 145 0 0,0 0-251 0 0,0 0-10 0 0,0 0 152 0 0,-1 2-168 0 0,0-1-217 0 0,0 0-134 0 0,1 1-212 0 0,-1-2-51 0 0,1 1-110 0 0,0-1-48 0 0,1 0 8 0 0,0 0-15 0 0,0 0-27 0 0,-1 0-80 0 0,1-1-54 0 0,-1-1-52 0 0,0 0 81 0 0,1-1 59 0 0,0 1 46 0 0,-1-1-5 0 0,1 2-23 0 0,-1-1-20 0 0,1 1 18 0 0,-1 0-8 0 0,-1-1-189 0 0,-1 1-2 0 0,-2-1-132 0 0,-3-1 40 0 0,-1 1 12 0 0,-2-2 16 0 0,-3 1 95 0 0,-2 0-14 0 0,-4-1 10 0 0,-3 1-2 0 0,-4 0 5 0 0,-2-1 50 0 0,-2 1-52 0 0,-4 1 79 0 0,-2 0-83 0 0,-3 1-3 0 0,-2 3-18 0 0,-4 3-126 0 0,-3 4-283 0 0,-1 5 548 0 0,-3 4-106 0 0,1 4 107 0 0,1 4 3 0 0,4 2 113 0 0,2 3 12 0 0,5 1 51 0 0,6 1 48 0 0,5 1 52 0 0,9 1-192 0 0,7 2-97 0 0,8 2-98 0 0,13 2 1 0 0,13 1-9 0 0,16 2 2 0 0,16-1-1 0 0,12 0 1 0 0,10-3-14 0 0,6-5-215 0 0,0-6 200 0 0,-3-6 23 0 0,-5-6-3 0 0,-6-7 22 0 0,-7-5 100 0 0,-6-6 122 0 0,-6-7 74 0 0,-5-6-101 0 0,-5-6-131 0 0,-6-7-20 0 0,-8-7-56 0 0,-6-5 6 0 0,-7-5-7 0 0,-5-3 4 0 0,-7-2 172 0 0,-7-1 36 0 0,-6 1-61 0 0,-7 0-26 0 0,-6 2-49 0 0,-6 3 36 0 0,-6 2-63 0 0,-4 2-52 0 0,-3 3-71 0 0,-2 3-19 0 0,-1 4-105 0 0,0 6-73 0 0,2 5-76 0 0,2 6-143 0 0,4 5 154 0 0,3 6-193 0 0,3 6-60 0 0,4 8-374 0 0,5 8-704 0 0,5 10-51 0 0,5 8-428 0 0,5 10-1147 0 0,5 4-1268 0 0,3 7 5065 0 0,3-9-1350 0 0</inkml:trace>
  <inkml:trace contextRef="#ctx0" brushRef="#br52" timeOffset="7706.058">835 3243 732 0 0,'0'0'0'0'0,"0"0"64"0"0,0 0 33 0 0,0 0 2758 0 0,0 0-726 0 0,0 0-331 0 0,0 0-362 0 0,0 0-111 0 0,0 0-88 0 0,22 20-69 0 0,5 6-239 0 0,5 7-269 0 0,-3 4-253 0 0,-2 5-136 0 0,-5 4-124 0 0,-6 2 39 0 0,-3 4-72 0 0,-4 1 63 0 0,-4 2 8 0 0,-3 0-1 0 0,-1-2 98 0 0,-5-1-37 0 0,-4-1-7 0 0,-7-3-74 0 0,-7-3-106 0 0,-9-2-46 0 0,-8-2-3 0 0,-10-4-372 0 0,-11-5-224 0 0,-9-3-57 0 0,-9-7-321 0 0,-7-6-404 0 0,-3-5-1120 0 0,0-7-296 0 0,5-7-2072 0 0,8-6 2560 0 0,13-8 1948 0 0,17 0 22 0 0</inkml:trace>
  <inkml:trace contextRef="#ctx0" brushRef="#br53" timeOffset="8289.974">1375 2713 352 0 0,'0'0'0'0'0,"0"0"612"0"0,0 0 6011 0 0,0 0-6197 0 0,0 0 1569 0 0,0 0-711 0 0,0 0-258 0 0,0 0-42 0 0,0 0-363 0 0,0 0-116 0 0,0 0-202 0 0,0 0-43 0 0,-23 21 88 0 0,-7 7 14 0 0,-5 5-81 0 0,-2 5 49 0 0,0 2-21 0 0,1 2 18 0 0,1 3-61 0 0,0 2-1 0 0,1 4-105 0 0,2 2-160 0 0,4 3 25 0 0,4 3-238 0 0,7 0-1 0 0,5 2-102 0 0,9 0-128 0 0,9-1 19 0 0,9-2 48 0 0,9-3-81 0 0,6-4 54 0 0,7-6-193 0 0,3-6 22 0 0,3-5 231 0 0,0-5-267 0 0,1-4-111 0 0,0-5-207 0 0,0-3-404 0 0,0-2-520 0 0,-1-2-1591 0 0,0-3-698 0 0,-2-3 4943 0 0,-9-2-1917 0 0</inkml:trace>
  <inkml:trace contextRef="#ctx0" brushRef="#br54" timeOffset="8657.581">1568 2811 468 0 0,'0'0'0'0'0,"0"0"796"0"0,0 0 5372 0 0,0 0-5455 0 0,0 0 1845 0 0,0 0-1117 0 0,0 0 44 0 0,0 0-333 0 0,0 0-290 0 0,14 19-210 0 0,6 7-179 0 0,7 5-129 0 0,6 5-103 0 0,8 2-128 0 0,5 3-113 0 0,4 2-125 0 0,3 1-53 0 0,1 1-9 0 0,-2-1-175 0 0,-2-2 8 0 0,-4-2-83 0 0,-5-4 123 0 0,-6-4-186 0 0,-5-4-98 0 0,-5-2-167 0 0,-6-3-393 0 0,-6 0-418 0 0,-5-2-550 0 0,-4 0-2174 0 0,-4-2 665 0 0,-5-2 4273 0 0,-4-1-1792 0 0,0-3 822 0 0</inkml:trace>
  <inkml:trace contextRef="#ctx0" brushRef="#br55" timeOffset="9027.055">2000 2708 4276 0 0,'0'0'0'0'0,"0"0"4721"0"0,0 0-3800 0 0,0 0 787 0 0,-8 21-760 0 0,-4 9 57 0 0,-4 12-322 0 0,-3 7-148 0 0,-3 6-133 0 0,-1 5-104 0 0,0 3-97 0 0,-1 3-46 0 0,1 1-22 0 0,1-1-67 0 0,3-2-69 0 0,3-3-73 0 0,3-6-76 0 0,4-5-132 0 0,3-6-224 0 0,2-6-391 0 0,2-6-573 0 0,2-6-634 0 0,0-4-1002 0 0,1-6-2196 0 0,0-4 4401 0 0,5-5-148 0 0,-1-3 979 0 0</inkml:trace>
  <inkml:trace contextRef="#ctx0" brushRef="#br56" timeOffset="9446.935">2222 2450 3268 0 0,'0'0'0'0'0,"0"0"2921"0"0,0 0 2272 0 0,0 0-4906 0 0,0 0 1089 0 0,0 0-918 0 0,31 20 140 0 0,9 8-268 0 0,10 9-211 0 0,3 6-102 0 0,1 5-125 0 0,-2 4-32 0 0,-3 3 22 0 0,-4 3-70 0 0,-4 4 34 0 0,-7 1-58 0 0,-7 4-135 0 0,-6 2 172 0 0,-8 1 70 0 0,-6 2 43 0 0,-7 1-41 0 0,-9 0-250 0 0,-9-1-497 0 0,-9-2-614 0 0,-10-4-1579 0 0,-5-7-2773 0 0,-9-3 6226 0 0,6-14-2166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11.178"/>
    </inkml:context>
    <inkml:brush xml:id="br0">
      <inkml:brushProperty name="width" value="0.1" units="cm"/>
      <inkml:brushProperty name="height" value="0.1" units="cm"/>
      <inkml:brushProperty name="color" value="#FF0066"/>
    </inkml:brush>
    <inkml:brush xml:id="br1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6209 704 10053 0 0,'0'0'2093'0'0,"0"0"-597"0"0,0 0-601 0 0,0 0-305 0 0,0 0-60 0 0,0 0-24 0 0,0 0-167 0 0,0 0-382 0 0,0 0-309 0 0,8 3-118 0 0,-5-2 225 0 0,43 22-313 0 0,-23 9-4744 0 0,-36-33 698 0 0,-54-57-324 0 0</inkml:trace>
  <inkml:trace contextRef="#ctx0" brushRef="#br0" timeOffset="229.138">6306 2068 508 0 0,'0'0'8345'0'0,"0"0"-8321"0"0,-121 100-24 0 0,85-67-1284 0 0,-5 4-656 0 0,5-2 715 0 0,12-5 417 0 0,0 0 68 0 0,16-6-684 0 0,4-7 784 0 0,4 5 16 0 0</inkml:trace>
  <inkml:trace contextRef="#ctx0" brushRef="#br0" timeOffset="484.585">6375 5456 12 0 0,'0'0'456'0'0,"0"0"2376"0"0,0 0-1892 0 0,0 0-940 0 0,32 93-1216 0 0,-28-76-1428 0 0,-4 5 2644 0 0,0 4-264 0 0</inkml:trace>
  <inkml:trace contextRef="#ctx0" brushRef="#br0" timeOffset="636.339">6318 5976 272 0 0,'0'0'0'0'0</inkml:trace>
  <inkml:trace contextRef="#ctx0" brushRef="#br1" timeOffset="54202.39">2726 1643 1500 0 0,'0'0'461'0'0,"0"0"452"0"0,0 0 1441 0 0,0 0-841 0 0,0 0-655 0 0,0 0-306 0 0,0 0-158 0 0,0 0 49 0 0,0 0 127 0 0,0 0 56 0 0,-16-7 29 0 0,-49-20-22 0 0,38-7 2479 0 0,45 107-2589 0 0,-12-63-475 0 0,28 45-88 0 0,3-2 1 0 0,1-1-1 0 0,3-3 0 0 0,2-1 0 0 0,27 22 40 0 0,24 29-31 0 0,-82-85 34 0 0,-1 1 0 0 0,-1 0 0 0 0,0 0 0 0 0,-2 1 0 0 0,1 1 0 0 0,-2 0 0 0 0,0 0 0 0 0,-1 0 0 0 0,-1 0 0 0 0,-1 2-3 0 0,8 18 154 0 0,-3 1 843 0 0,-35-46-848 0 0,-146-38-734 0 0,109 32 102 0 0,0-3 0 0 0,2-3 0 0 0,0-2 0 0 0,-27-16 483 0 0,82 22-4566 0 0,43 11-576 0 0,10 4 1952 0 0</inkml:trace>
  <inkml:trace contextRef="#ctx0" brushRef="#br1" timeOffset="54753.48">3194 2279 1280 0 0,'0'0'672'0'0,"0"0"-315"0"0,0 0-239 0 0,0 0-84 0 0,0 0 19 0 0,0 0 1 0 0,0 0-8 0 0,0 0-18 0 0,0 0 22 0 0,0 0 27 0 0,-10 9 386 0 0,8-8 2614 0 0,6-58 4883 0 0,34-63-6642 0 0,-37 116-1127 0 0,0 2-195 0 0,74-231 1086 0 0,-70 72-4892 0 0,-9 153 991 0 0,-4 7-1571 0 0</inkml:trace>
  <inkml:trace contextRef="#ctx0" brushRef="#br1" timeOffset="58293.055">1 6333 1408 0 0,'0'0'747'0'0,"0"0"-377"0"0,0 0-150 0 0,0 0 57 0 0,0 0 14 0 0,0 0-143 0 0,0 0-19 0 0,0 0 21 0 0,0 0 60 0 0,8-11 250 0 0,88-99 4801 0 0,-59 63-5824 0 0,-37 47 797 0 0,23-29 117 0 0,191-186 10 0 0,-12 6-622 0 0,105-99-786 0 0,-69 97 1617 0 0,-83 60 62 0 0,-24 46-1400 0 0,74-98 1250 0 0,54-2-234 0 0,99-143 684 0 0,-212 132-802 0 0,-137 200-33 0 0,1 0 0 0 0,0 1 0 0 0,1 0 0 0 0,1 0 0 0 0,0 1 0 0 0,1 1 0 0 0,1 0 0 0 0,0 1 0 0 0,0 1 0 0 0,7-4-97 0 0,309-269 910 0 0,-74-19-205 0 0,90 52-203 0 0,-138 92-836 0 0,-188 144 313 0 0,-1-1 0 0 0,-1-1 0 0 0,0-1 1 0 0,-1 0-1 0 0,-1-1 0 0 0,-1-1 0 0 0,11-18 21 0 0,57-69-696 0 0,242-198 734 0 0,-292 272 51 0 0,12-10-105 0 0,-2-2 0 0 0,-2-1 1 0 0,-2-2-1 0 0,-3-2 0 0 0,23-40 16 0 0,97-183 234 0 0,-69 69-481 0 0,-68 146-120 0 0,106-165 898 0 0,-105 195-526 0 0,165-149 94 0 0,242-174 436 0 0,-286 204-1735 0 0,50 12 555 0 0,-39 30 1053 0 0,-55 24-1455 0 0,-66 66 1108 0 0,-30 15-46 0 0,47-24-1142 0 0,-40 20 939 0 0,65-55 2812 0 0,-73 58-2609 0 0,0 1-128 0 0,0 0-114 0 0,-8 24-4965 0 0,4-17 1519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6:15.6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222 21 756 0 0,'0'0'2581'0'0,"0"0"-1156"0"0,0 0-720 0 0,0 0-195 0 0,0 0 546 0 0,0 0 611 0 0,0 0-544 0 0,0 0-507 0 0,-16 6-329 0 0,-117 66-1848 0 0,61-3 2330 0 0,85-64 2326 0 0,44-6-3049 0 0,-51 1-29 0 0,0 0 0 0 0,-1 0-1 0 0,1-1 1 0 0,-1 0 0 0 0,1 0 0 0 0,-1-1-1 0 0,0 1 1 0 0,0-1 0 0 0,1 0-1 0 0,-1-1 1 0 0,0 1 0 0 0,-1-1 0 0 0,1 0-1 0 0,0 0 1 0 0,-1-1 0 0 0,0 1 0 0 0,1-1-1 0 0,-2 0 1 0 0,1 0 0 0 0,0 0-1 0 0,-1-1 1 0 0,0 1 0 0 0,0-1 0 0 0,0 0-1 0 0,0 0 1 0 0,-1 0 0 0 0,0 0 0 0 0,0 0-1 0 0,0-1 1 0 0,-1 1 0 0 0,0 0-1 0 0,0-1 1 0 0,0 1 0 0 0,0-2-17 0 0,-1 5-25 0 0,0 0 0 0 0,1 1 0 0 0,-1-1 0 0 0,0 0 1 0 0,0 0-1 0 0,0 0 0 0 0,0 1 0 0 0,0-1 0 0 0,-1 0 0 0 0,1 0 0 0 0,0 1 0 0 0,-1-1 1 0 0,0 0-1 0 0,1 1 0 0 0,-1-1 0 0 0,0 0 0 0 0,0 1 0 0 0,0-1 0 0 0,0 1 0 0 0,0-1 1 0 0,0 1-1 0 0,0 0 0 0 0,0-1 0 0 0,-1 1 0 0 0,1 0 0 0 0,0 0 0 0 0,-1 0 0 0 0,1 0 1 0 0,-1 0-1 0 0,0 0 0 0 0,1 0 0 0 0,-1 0 0 0 0,0 1 0 0 0,1-1 0 0 0,-1 1 0 0 0,0-1 1 0 0,1 1-1 0 0,-1 0 0 0 0,0 0 0 0 0,0-1 0 0 0,0 1 0 0 0,1 1 0 0 0,-1-1 0 0 0,0 0 1 0 0,0 0-1 0 0,0 1 0 0 0,1-1 0 0 0,-1 1 0 0 0,0-1 0 0 0,1 1 0 0 0,-1 0 0 0 0,0-1 1 0 0,1 1-1 0 0,-1 0 0 0 0,0 1 25 0 0,-10 6 6 0 0,0 0 1 0 0,1 0 0 0 0,1 2-1 0 0,0-1 1 0 0,0 1-1 0 0,0 0 1 0 0,2 1 0 0 0,-1 0-1 0 0,1 1 1 0 0,1 0 0 0 0,0 0-1 0 0,1 0 1 0 0,-5 14-7 0 0,10-25 39 0 0,1 0 0 0 0,0 0 0 0 0,0 0 0 0 0,0 0-1 0 0,0 1 1 0 0,1-1 0 0 0,-1 0 0 0 0,0 0 0 0 0,0 0 0 0 0,1 0 0 0 0,-1 0 0 0 0,0 0 0 0 0,1 0 0 0 0,-1 0 0 0 0,1 0 0 0 0,-1 0 0 0 0,1-1 0 0 0,0 1 0 0 0,-1 0 0 0 0,1 0 0 0 0,0 0-1 0 0,0-1 1 0 0,-1 1 0 0 0,1 0 0 0 0,0-1 0 0 0,0 1 0 0 0,0 0 0 0 0,0-1 0 0 0,0 1 0 0 0,0-1 0 0 0,0 0 0 0 0,0 1 0 0 0,0-1 0 0 0,0 0 0 0 0,0 0 0 0 0,0 0 0 0 0,0 1-1 0 0,0-1 1 0 0,0 0 0 0 0,0 0 0 0 0,1-1 0 0 0,-1 1 0 0 0,0 0 0 0 0,0 0 0 0 0,0 0 0 0 0,0-1 0 0 0,0 1 0 0 0,0 0 0 0 0,0-1 0 0 0,0 1 0 0 0,0-1-39 0 0,5 1 219 0 0,16-59-405 0 0,-16-75-212 0 0,-23 146 450 0 0,-7 158 209 0 0,25-168-175 0 0,0-1 1 0 0,-1 1-1 0 0,1 0 0 0 0,0-1 0 0 0,0 1 1 0 0,0-1-1 0 0,0 1 0 0 0,0-1 1 0 0,0 0-1 0 0,0 1 0 0 0,0-1 0 0 0,1 0 1 0 0,-1 0-1 0 0,0 0 0 0 0,1 0 1 0 0,-1 0-1 0 0,1 0 0 0 0,-1 0 0 0 0,1 0 1 0 0,0-1-1 0 0,-1 1 0 0 0,1-1 1 0 0,0 1-1 0 0,-1-1 0 0 0,1 0 0 0 0,0 1 1 0 0,0-1-1 0 0,-1 0 0 0 0,1 0 1 0 0,0 0-1 0 0,0 0 0 0 0,-1-1 0 0 0,1 1 1 0 0,0 0-1 0 0,-1-1 0 0 0,1 1 1 0 0,0-1-1 0 0,-1 0 0 0 0,1 1 0 0 0,-1-1 1 0 0,1 0-87 0 0,-2-89-1500 0 0,1 163 539 0 0,-1-70 1018 0 0,0 0 0 0 0,0 0 0 0 0,0 0 0 0 0,0 0 0 0 0,1 0 0 0 0,-1 0 0 0 0,1 0 0 0 0,0 0 0 0 0,0 0 0 0 0,0-1 0 0 0,0 1 0 0 0,0 0 0 0 0,1 0 0 0 0,-1-1 0 0 0,1 1 0 0 0,0-1 0 0 0,0 1 0 0 0,0-1 0 0 0,0 0 0 0 0,0 0 0 0 0,0 0 0 0 0,0 0 0 0 0,1 0 0 0 0,-1 0 0 0 0,1-1 0 0 0,0 1 0 0 0,-1-1 0 0 0,1 0 0 0 0,0 0 0 0 0,0 0 0 0 0,0 0 0 0 0,0 0 0 0 0,0 0 0 0 0,0-1 0 0 0,0 1 0 0 0,0-1 0 0 0,0 0 0 0 0,0 0 0 0 0,0 0 0 0 0,0-1 0 0 0,0 1 0 0 0,0-1 0 0 0,1 0-57 0 0,61-58-280 0 0,15-81-189 0 0,-115 148-249 0 0,-69 94 248 0 0,103-101 474 0 0,1 0 0 0 0,0 0 0 0 0,-1 0 0 0 0,1 0 0 0 0,0 1 0 0 0,0-1 0 0 0,-1 0 0 0 0,1 0 0 0 0,0 1 0 0 0,0-1 0 0 0,0 0-1 0 0,1 0 1 0 0,-1 0 0 0 0,0 1 0 0 0,0-1 0 0 0,1 0 0 0 0,-1 0 0 0 0,1 0 0 0 0,-1 1 0 0 0,1-1 0 0 0,-1 0 0 0 0,1 0 0 0 0,0 0 0 0 0,-1 0-1 0 0,1 0 1 0 0,0 0 0 0 0,0 0 0 0 0,0-1 0 0 0,0 1 0 0 0,0 0 0 0 0,0 0 0 0 0,0-1 0 0 0,0 1 0 0 0,0 0 0 0 0,0-1 0 0 0,0 1-1 0 0,0-1 1 0 0,0 1 0 0 0,0-1 0 0 0,1 0 0 0 0,-1 0 0 0 0,0 1 0 0 0,0-1 0 0 0,1 0 0 0 0,-1 0 0 0 0,0 0 0 0 0,0 0 0 0 0,1 0-1 0 0,-1-1 1 0 0,0 1 0 0 0,0 0 0 0 0,0 0 0 0 0,1-1 0 0 0,-1 1 0 0 0,0-1 0 0 0,0 1 0 0 0,0-1 0 0 0,0 0 0 0 0,0 1 0 0 0,0-1 0 0 0,0 0-5 0 0,5 1 401 0 0,-5 0-240 0 0,-1 0-139 0 0,0 0-186 0 0,0 0-76 0 0,0 0-57 0 0,0 0-110 0 0,0 0-270 0 0,-16-10-4267 0 0,0 5 879 0 0,44 20-1840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5:08.626"/>
    </inkml:context>
    <inkml:brush xml:id="br0">
      <inkml:brushProperty name="width" value="0.1" units="cm"/>
      <inkml:brushProperty name="height" value="0.1" units="cm"/>
      <inkml:brushProperty name="color" value="#FF0066"/>
    </inkml:brush>
    <inkml:brush xml:id="br1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121 192 680 0 0,'0'0'1227'0'0,"0"0"2216"0"0,0 0-1086 0 0,0 0-978 0 0,0 0-364 0 0,0 0-47 0 0,0 0 17 0 0,0 0-148 0 0,0 0-227 0 0,4 3-225 0 0,-1-1-340 0 0,0 0-1 0 0,0 0 1 0 0,0 0 0 0 0,0-1 0 0 0,1 1-1 0 0,-1-1 1 0 0,0 0 0 0 0,1 0 0 0 0,-1 0-1 0 0,1 0 1 0 0,-1 0 0 0 0,1-1 0 0 0,-1 0-1 0 0,1 0 1 0 0,-1 0 0 0 0,1 0 0 0 0,0 0-1 0 0,-1-1 1 0 0,1 1 0 0 0,-1-1 0 0 0,0 0-1 0 0,1 0 1 0 0,-1-1 0 0 0,0 1 0 0 0,1 0-1 0 0,-1-1 1 0 0,0 0 0 0 0,0 0 0 0 0,0 0-1 0 0,0 0 1 0 0,-1-1 0 0 0,1 1 0 0 0,-1-1-1 0 0,1 1 1 0 0,-1-1 0 0 0,0 0 0 0 0,0 0-1 0 0,0 0 1 0 0,0 0 0 0 0,0 0 0 0 0,-1 0-1 0 0,0-1 1 0 0,0 1 0 0 0,1 0 0 0 0,-2-1-1 0 0,1 1 1 0 0,0-1 0 0 0,-1 1 0 0 0,0-1-1 0 0,1-1-44 0 0,0 1 40 0 0,-1 0 0 0 0,1 0 0 0 0,0 0-1 0 0,-1 0 1 0 0,0-1 0 0 0,0 1-1 0 0,0 0 1 0 0,-1 0 0 0 0,1 0 0 0 0,-1-1-1 0 0,0 1 1 0 0,0 0 0 0 0,-1 0-1 0 0,1 0 1 0 0,-1 0 0 0 0,0 1 0 0 0,0-1-1 0 0,0 0 1 0 0,0 1 0 0 0,-1-1-1 0 0,1 1 1 0 0,-1 0 0 0 0,0 0-1 0 0,0 0 1 0 0,0 0 0 0 0,0 1 0 0 0,-1-1-1 0 0,1 1 1 0 0,-1-1 0 0 0,0 1-1 0 0,1 0 1 0 0,-1 1 0 0 0,0-1 0 0 0,0 1-1 0 0,0 0 1 0 0,-1-1-40 0 0,7 58-193 0 0,2-46 251 0 0,0 1-1 0 0,1-1 0 0 0,0 0 1 0 0,1-1-1 0 0,0 0 0 0 0,0 1 1 0 0,1-2-1 0 0,0 1 0 0 0,1-1 1 0 0,0 0-1 0 0,0-1 0 0 0,1 0 1 0 0,0 0-1 0 0,0-1 0 0 0,0 0 1 0 0,5 2-58 0 0,-13-8 7 0 0,0 0 1 0 0,0-1 0 0 0,0 1-1 0 0,0 0 1 0 0,0 0 0 0 0,0-1-1 0 0,0 1 1 0 0,0-1 0 0 0,0 1-1 0 0,0-1 1 0 0,0 1 0 0 0,-1-1-1 0 0,1 1 1 0 0,0-1 0 0 0,0 0-1 0 0,-1 0 1 0 0,1 1 0 0 0,0-1-1 0 0,-1 0 1 0 0,1 0 0 0 0,-1 0-1 0 0,1 0 1 0 0,-1 1 0 0 0,1-1-1 0 0,-1 0 1 0 0,0 0 0 0 0,1 0-1 0 0,-1 0 1 0 0,0 0 0 0 0,0 0-1 0 0,0 0 1 0 0,0 0 0 0 0,0 0-1 0 0,0 0 1 0 0,0 0 0 0 0,0 0-1 0 0,0 0 1 0 0,0 0 0 0 0,0 0-1 0 0,-1 0 1 0 0,1 0 0 0 0,0 0-1 0 0,-1 0 1 0 0,1 0 0 0 0,-1 0-1 0 0,1 0 1 0 0,-1 0 0 0 0,1 1-1 0 0,-1-1 1 0 0,0 0 0 0 0,1 0-1 0 0,-1 1 1 0 0,0-1 0 0 0,0 0-1 0 0,0 1 1 0 0,1-1 0 0 0,-1 1-1 0 0,0-1 1 0 0,0 1 0 0 0,0-1-1 0 0,0 1 1 0 0,0 0 0 0 0,0-1-1 0 0,0 1 1 0 0,0 0 0 0 0,0 0-1 0 0,0 0 1 0 0,0 0-8 0 0,-10-12-92 0 0,0 0 0 0 0,0 1 0 0 0,-1 0 0 0 0,0 1-1 0 0,-1 0 1 0 0,0 1 0 0 0,-1 1 0 0 0,0 0 0 0 0,0 1 0 0 0,-1 1 0 0 0,0 0 0 0 0,-13-4 92 0 0,19 56 127 0 0,12-31-119 0 0,1 0 1 0 0,1 0-1 0 0,1-1 1 0 0,0 1-1 0 0,0-2 1 0 0,1 1-1 0 0,1-1 1 0 0,1 0-1 0 0,0 0 1 0 0,0-1-1 0 0,1 0 1 0 0,1-1-1 0 0,3 3-8 0 0,-11-11-49 0 0,-1 0-1 0 0,1-1 1 0 0,0 1 0 0 0,0-1 0 0 0,-1 0 0 0 0,2 0-1 0 0,-1 0 1 0 0,0 0 0 0 0,0 0 0 0 0,1-1-1 0 0,-1 0 1 0 0,0 1 0 0 0,1-1 0 0 0,0 0-1 0 0,-1-1 1 0 0,1 1 0 0 0,-1-1 0 0 0,1 1-1 0 0,0-1 1 0 0,-1 0 0 0 0,2-1 49 0 0,-3-53-1719 0 0,-88-40-5155 0 0,56 69 2457 0 0,3 0 1134 0 0</inkml:trace>
  <inkml:trace contextRef="#ctx0" brushRef="#br0" timeOffset="12785.606">129 163 416 0 0,'0'0'605'0'0,"0"0"890"0"0,0 0-167 0 0,0 0-528 0 0,0 0-239 0 0,0 0-30 0 0,0 0 121 0 0,-6 1 69 0 0,4-1-763 0 0,2 0 163 0 0,1-1 1 0 0,-1 1-1 0 0,0 0 0 0 0,0-1 0 0 0,1 1 1 0 0,-1-1-1 0 0,0 0 0 0 0,0 1 0 0 0,1-1 1 0 0,-1 1-1 0 0,0-1 0 0 0,0 1 0 0 0,0-1 1 0 0,0 1-1 0 0,0-1 0 0 0,0 0 1 0 0,0 1-1 0 0,0-1 0 0 0,0 1 0 0 0,0-1 1 0 0,0 0-1 0 0,0 1 0 0 0,-1-1 0 0 0,1 1 1 0 0,0-1-1 0 0,0 1 0 0 0,0-1 0 0 0,-1 1 1 0 0,1-1-1 0 0,0 1 0 0 0,-1-1 0 0 0,1 1 1 0 0,-1-1-1 0 0,1 1 0 0 0,0 0 1 0 0,-1-1-1 0 0,1 1 0 0 0,-1-1-121 0 0,69-36 3284 0 0,-37 33-3146 0 0,-6 21-1561 0 0,-24-16 1427 0 0,0-1 0 0 0,1 0 0 0 0,-1 1 1 0 0,0-1-1 0 0,0 0 0 0 0,0 0 0 0 0,1 0 0 0 0,-1 0 0 0 0,0 0 1 0 0,0 0-1 0 0,1 0 0 0 0,-1 0 0 0 0,0 0 0 0 0,0 0 0 0 0,0-1 1 0 0,1 1-1 0 0,-1-1 0 0 0,0 1 0 0 0,0-1 0 0 0,0 1 0 0 0,0-1 1 0 0,0 0-1 0 0,0 1 0 0 0,0-1 0 0 0,0 0 0 0 0,0 0 0 0 0,0 0 0 0 0,0 0 1 0 0,-1 0-1 0 0,1 0 0 0 0,0 0 0 0 0,0 0 0 0 0,-1 0 0 0 0,1 0 1 0 0,-1 0-1 0 0,1 0 0 0 0,-1 0 0 0 0,0 0 0 0 0,1-1 0 0 0,-1 1 1 0 0,0 0-1 0 0,0 0 0 0 0,0-1 0 0 0,0 1 0 0 0,0 0 0 0 0,0 0 1 0 0,0 0-1 0 0,0-1 0 0 0,0 1 0 0 0,-1-1-4 0 0,-32-59 478 0 0,21 44-488 0 0,23 12-463 0 0,-60 2 269 0 0,41 3 148 0 0,-1 1 1 0 0,1-1 0 0 0,-1 2 0 0 0,1-1 0 0 0,0 1-1 0 0,-1 0 1 0 0,1 1 0 0 0,0 0 0 0 0,1 0 0 0 0,-1 1-1 0 0,0 0 1 0 0,1 0 0 0 0,0 0 0 0 0,0 1 0 0 0,0 0-1 0 0,1 1 1 0 0,0 0 0 0 0,0 0 0 0 0,0 0 0 0 0,0 1-1 0 0,1-1 1 0 0,0 1 0 0 0,1 0 0 0 0,0 1 0 0 0,0-1-1 0 0,0 1 1 0 0,1 0 0 0 0,0 0 0 0 0,1 0 0 0 0,0 0-1 0 0,0 1 1 0 0,0-1 0 0 0,1 1 55 0 0,1 30-5339 0 0,0-25 159 0 0</inkml:trace>
  <inkml:trace contextRef="#ctx0" brushRef="#br1" timeOffset="72085.555">28 137 496 0 0,'0'0'53'0'0,"0"0"624"0"0,0 0 1490 0 0,0 0-730 0 0,0 0-738 0 0,0 0-380 0 0,0 0-152 0 0,11-3-230 0 0,-4 1 169 0 0,1 1-73 0 0,1-1 1 0 0,-1-1-1 0 0,0 0 1 0 0,0 0-1 0 0,0 0 1 0 0,0-1 0 0 0,0 0-1 0 0,-1-1 1 0 0,1 0-1 0 0,-1 0 1 0 0,-1 0-1 0 0,1-1 1 0 0,4-5-34 0 0,-25 7 3631 0 0,-24 7-3767 0 0,36-3 109 0 0,0 0 0 0 0,0 1 0 0 0,0 0 0 0 0,0 0 1 0 0,0-1-1 0 0,0 1 0 0 0,0 0 0 0 0,1 0 0 0 0,-1 1 0 0 0,0-1 0 0 0,0 0 0 0 0,1 1 1 0 0,-1-1-1 0 0,1 1 0 0 0,0-1 0 0 0,-1 1 0 0 0,1 0 0 0 0,0-1 0 0 0,0 1 1 0 0,0 0-1 0 0,0 0 0 0 0,0 0 0 0 0,0 0 0 0 0,1 0 0 0 0,-1 0 0 0 0,0 0 0 0 0,1 0 1 0 0,0 0-1 0 0,0 0 0 0 0,-1 2 27 0 0,86 2 1850 0 0,-6-23-2699 0 0,-126-2 3858 0 0,43 18-2749 0 0,4 2-279 0 0,0-1-1 0 0,0 1 0 0 0,1 0 0 0 0,-1 0 0 0 0,0 0 1 0 0,0 0-1 0 0,0-1 0 0 0,0 1 0 0 0,0 0 0 0 0,0 0 1 0 0,-1 0-1 0 0,1-1 0 0 0,0 1 0 0 0,0 0 0 0 0,-1 0 1 0 0,1-1-1 0 0,0 1 0 0 0,-1 0 0 0 0,1 0 0 0 0,0-1 1 0 0,-1 1-1 0 0,1 0 0 0 0,-1-1 0 0 0,1 1 0 0 0,-1-1 1 0 0,0 1-1 0 0,1 0 0 0 0,-1-1 0 0 0,0 1 0 0 0,1-1 1 0 0,-1 0-1 0 0,0 1 0 0 0,0-1 0 0 0,1 0 0 0 0,-1 1 1 0 0,0-1-1 0 0,0 0 0 0 0,1 0 0 0 0,-1 0 0 0 0,0 1 1 0 0,0-1-1 0 0,0 0 0 0 0,0 0 0 0 0,1 0 0 0 0,-1 0 1 0 0,0-1-1 0 0,0 1 0 0 0,0 0 0 0 0,1 0 0 0 0,-1 0 1 0 0,0-1-1 0 0,0 1 0 0 0,1 0 0 0 0,-1-1 0 0 0,0 1 1 0 0,0-1-1 0 0,1 1 0 0 0,-1-1 0 0 0,0 1 20 0 0,11 10 33 0 0,-1 0 1 0 0,1 0-1 0 0,1-1 0 0 0,0 0 1 0 0,0-1-1 0 0,1 0 0 0 0,0-1 1 0 0,0-1-1 0 0,0 1 0 0 0,1-2 1 0 0,0 0-1 0 0,0 0 1 0 0,1-2-1 0 0,-1 1 0 0 0,1-2 1 0 0,0 0-1 0 0,0 0 0 0 0,0-1 1 0 0,0-1-1 0 0,0 0-33 0 0,-27-26 221 0 0,4 20-358 0 0,-1 0 1 0 0,0 1 0 0 0,0 1-1 0 0,0 0 1 0 0,0 0 0 0 0,0 1-1 0 0,-1 0 1 0 0,0 1 0 0 0,0 0 0 0 0,1 0-1 0 0,-1 1 1 0 0,0 1 0 0 0,0 0-1 0 0,-3 1 137 0 0,-6 40-4079 0 0,55-17-1437 0 0,126-27 3847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6:46.54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6688.20313"/>
      <inkml:brushProperty name="anchorY" value="-187524.4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1685.42188"/>
      <inkml:brushProperty name="anchorY" value="-188718.6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59729.42188"/>
      <inkml:brushProperty name="anchorY" value="-187821.2343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2256"/>
      <inkml:brushProperty name="anchorY" value="-182366.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3984.1875"/>
      <inkml:brushProperty name="anchorY" value="-184393.96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6071.84375"/>
      <inkml:brushProperty name="anchorY" value="-185520.3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7375.8125"/>
      <inkml:brushProperty name="anchorY" value="-186792.34375"/>
      <inkml:brushProperty name="scaleFactor" value="0.5"/>
    </inkml:brush>
    <inkml:context xml:id="ctx1">
      <inkml:inkSource xml:id="inkSrc7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1:56:54.004"/>
    </inkml:context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6103.6875"/>
      <inkml:brushProperty name="anchorY" value="-185518.76563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7431.5"/>
      <inkml:brushProperty name="anchorY" value="-186783.9218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8739.03125"/>
      <inkml:brushProperty name="anchorY" value="-188050.85938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0068.5625"/>
      <inkml:brushProperty name="anchorY" value="-189304.31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1349.21875"/>
      <inkml:brushProperty name="anchorY" value="-190556.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2719.90625"/>
      <inkml:brushProperty name="anchorY" value="-191803.90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4040.40625"/>
      <inkml:brushProperty name="anchorY" value="-193044.85938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5362.96875"/>
      <inkml:brushProperty name="anchorY" value="-194281.98438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6632.96875"/>
      <inkml:brushProperty name="anchorY" value="-195551.98438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7935.65625"/>
      <inkml:brushProperty name="anchorY" value="-196799.7187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9205.65625"/>
      <inkml:brushProperty name="anchorY" value="-198069.7187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6643.21875"/>
      <inkml:brushProperty name="anchorY" value="-196282.2812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4809.125"/>
      <inkml:brushProperty name="anchorY" value="-195347.18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1926.4375"/>
      <inkml:brushProperty name="anchorY" value="-195003.281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0415.09375"/>
      <inkml:brushProperty name="anchorY" value="-194629.54688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9133.3125"/>
      <inkml:brushProperty name="anchorY" value="-193346.9687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7697.21875"/>
      <inkml:brushProperty name="anchorY" value="-192239.60938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8971.5"/>
      <inkml:brushProperty name="anchorY" value="-193520.2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0241.5"/>
      <inkml:brushProperty name="anchorY" value="-194790.2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1574.40625"/>
      <inkml:brushProperty name="anchorY" value="-196041.5937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2844.4375"/>
      <inkml:brushProperty name="anchorY" value="-197311.5937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4323.125"/>
      <inkml:brushProperty name="anchorY" value="-198465.85938"/>
      <inkml:brushProperty name="scaleFactor" value="0.5"/>
    </inkml:brush>
  </inkml:definitions>
  <inkml:trace contextRef="#ctx0" brushRef="#br0">132 6955 860 0 0,'0'0'0'0'0,"0"0"1148"0"0,0 0-518 0 0,0 0-323 0 0,0 0 182 0 0,0 0-457 0 0,0 0-73 0 0,0 0-164 0 0,0 0 3 0 0,0 0-90 0 0,2-8 168 0 0,1-2 128 0 0,-1-1 110 0 0,0 0 182 0 0,0 2 67 0 0,-2 2-90 0 0,1 1-301 0 0,0 2 1610 0 0,0 1-847 0 0,0 2-375 0 0,-1-1-328 0 0,1 1-240 0 0,-1 1 245 0 0,0-2-64 0 0,0 1 203 0 0,0 0 28 0 0,0 0 52 0 0,0 1 180 0 0,0-1 61 0 0,0 1 173 0 0,0 0-3 0 0,0 0-16 0 0,0 0 56 0 0,0 0 2 0 0,0 0-112 0 0,0 0-161 0 0,0 0-198 0 0,0 0-95 0 0,0 0-57 0 0,0 0-20 0 0,0 0-176 0 0,0 0 89 0 0,0 0 24 0 0,0 0 44 0 0,0 0 26 0 0,0 0-30 0 0,0 0-230 0 0,0 0-452 0 0,-3-1-148 0 0,-3 0-756 0 0,-4-1 85 0 0,-3 1 139 0 0,-2-1 194 0 0,-1 1 253 0 0,0 1 565 0 0,1 0 278 0 0,2 1 138 0 0,2 1 469 0 0,1 0 313 0 0,2 0 38 0 0,3 0 1 0 0,2 0-19 0 0,1-1 208 0 0,1 0-545 0 0,1-1 32 0 0,0 0-96 0 0,0-1-118 0 0,2 0-442 0 0,1-1 70 0 0,0 0-11 0 0,0 1-14 0 0,1 0-103 0 0,2 1 138 0 0,2 0-12 0 0,4 0 299 0 0,5 3-135 0 0,4 2 208 0 0,5 3 32 0 0,4 3-207 0 0,2 3 10 0 0,5 1-148 0 0,0 2-72 0 0,2 1-126 0 0,0-2 90 0 0,-1 0 17 0 0,1-3 8 0 0,-2-1 126 0 0,1-2-52 0 0,-1-3 69 0 0,2-1 73 0 0,1-2 9 0 0,2-1-69 0 0,1-2-36 0 0,3 0 25 0 0,2-1-46 0 0,3-2-96 0 0,4 0 31 0 0,3-1 35 0 0,1-1-80 0 0,2-1 26 0 0,-2 1-13 0 0,-1-1-4 0 0,-2 1 5 0 0,-3 0 3 0 0,-3 1 97 0 0,-3 1-36 0 0,-2 0-58 0 0,-2 0 10 0 0,0 0-12 0 0,0 1 13 0 0,0-1-13 0 0,0 0 0 0 0,0 0-5 0 0,1 0-51 0 0,-1-1 70 0 0,3 0 80 0 0,0 0-50 0 0,3-1 79 0 0,2 1-150 0 0,2 1 44 0 0,3-1-18 0 0,3 2 0 0 0,2-1-60 0 0,2 2 68 0 0,1-1-28 0 0,3 1-52 0 0,1 0-12 0 0,1 0 52 0 0,1 1 27 0 0,0-1-6 0 0,-1 1 12 0 0,2-1 54 0 0,0 0 4 0 0,0-1-58 0 0,1-1 94 0 0,1-1-58 0 0,0-1-41 0 0,1-2 12 0 0,1-1-8 0 0,1 1-60 0 0,1-1 2 0 0,-1 1 15 0 0,-1 0 30 0 0,-2 1-107 0 0,-4 2 137 0 0,-3 0-30 0 0,-5 1-45 0 0,-3 1 74 0 0,-3 0 32 0 0,-1 0-59 0 0,-2 0 78 0 0,0 0-83 0 0,0 0-50 0 0,-1-1 12 0 0,1 1-66 0 0,0-1 72 0 0,-1 1 37 0 0,2 0 0 0 0,1 0 10 0 0,1 0-65 0 0,2-1 85 0 0,3 1-15 0 0,2 0-8 0 0,4 0-8 0 0,2-1-44 0 0,2 1 71 0 0,3 0-38 0 0,1 0-61 0 0,2 1 107 0 0,1-1-26 0 0,1 1 61 0 0,-1-1-65 0 0,0 0 4 0 0,-1 0 7 0 0,0 0-10 0 0,-2 0 7 0 0,-3 0-16 0 0,-1 1 19 0 0,-3-1 8 0 0,-1 1 148 0 0,-2 1-74 0 0,-2 0 2 0 0,0 1-80 0 0,1 1 16 0 0,-1 0-16 0 0,1 0-9 0 0,2 0 2 0 0,1 0-1 0 0,4-1 14 0 0,3 0-4 0 0,2-1 105 0 0,4-1-132 0 0,0 1 29 0 0,3-1-14 0 0,-1 1-100 0 0,0 1 28 0 0,0 1 84 0 0,0 1-140 0 0,-1 0 88 0 0,0 2 38 0 0,-1 0-18 0 0,-1 0 24 0 0,-1 1 10 0 0,-1-2 45 0 0,0 0-72 0 0,1-2 19 0 0,2-1-8 0 0,3-1-51 0 0,2-1 70 0 0,2-1-32 0 0,2 0-120 0 0,0 0 166 0 0,1-1-46 0 0,-2 1 11 0 0,1 0 7 0 0,-2 0 3 0 0,1 1 116 0 0,-1 0-145 0 0,1 1 115 0 0,0 1-96 0 0,1 0 22 0 0,0 0-26 0 0,0 0-52 0 0,-1-1 70 0 0,-2-1-70 0 0,0 1 72 0 0,-1-1-22 0 0,-2 0 13 0 0,0 0 82 0 0,-1 1-107 0 0,0 0 36 0 0,-1 2-2 0 0,-1 2-4 0 0,-1 1 82 0 0,-2 2-52 0 0,0 0-40 0 0,-2 0 8 0 0,1 1-17 0 0,0-2 7 0 0,2-1 2 0 0,0 0-80 0 0,3-2 42 0 0,1-2 49 0 0,1 0 49 0 0,0-1-75 0 0,0-1-32 0 0,-1 1 68 0 0,-2-1-26 0 0,-1 0 19 0 0,-2 1 1 0 0,-1 1 61 0 0,-2 0-31 0 0,-3 0-43 0 0,-2 1 5 0 0,-4 1-6 0 0,-2 0-99 0 0,-2 0 117 0 0,-2 1-30 0 0,0-1 5 0 0,0 1-40 0 0,-1 1 64 0 0,1-1-22 0 0,0 0-1 0 0,0 0-2 0 0,0 0 4 0 0,-1 1-67 0 0,-1-2 94 0 0,-1 1-45 0 0,-3 0 29 0 0,-3-1 78 0 0,-1-1-106 0 0,-5 0 27 0 0,-1 0-5 0 0,-3-1-73 0 0,-2-1 96 0 0,0-1 43 0 0,-1 1-85 0 0,-1-1 31 0 0,-1-1-70 0 0,-2 1 77 0 0,0-2-21 0 0,-1 1 3 0 0,1-1 1 0 0,2 0 10 0 0,4 0-13 0 0,4 1 107 0 0,4-1 25 0 0,5 0-159 0 0,3 1 52 0 0,3-1-12 0 0,0 1-8 0 0,1-1-2 0 0,-1 0 0 0 0,-2 0 28 0 0,-1 0-36 0 0,-2 0 12 0 0,-3 1-8 0 0,-5-1-70 0 0,-4 1 86 0 0,-6 1-95 0 0,-6-1 89 0 0,-5 1-73 0 0,-5 0 73 0 0,-4 0-68 0 0,-4 0 76 0 0,-3 0 34 0 0,-1 0 58 0 0,-1 1-16 0 0,0-1-32 0 0,1 0 8 0 0,1 0-62 0 0,2 0 124 0 0,3 0-105 0 0,2 1-12 0 0,3 1-6 0 0,1-1-60 0 0,0 0 62 0 0,0 1-17 0 0,-1-2-4 0 0,-2 1-39 0 0,-2-1 67 0 0,-3 0-22 0 0,-2 0 18 0 0,-3 0 48 0 0,-1 0-65 0 0,-2 0 27 0 0,-2 0-9 0 0,1 0-8 0 0,-2 0 7 0 0,1 0 49 0 0,0 0-61 0 0,-1 0 11 0 0,1 0-8 0 0,1 0-15 0 0,-1 0 9 0 0,2 0-55 0 0,0 0 76 0 0,2 0 27 0 0,1 0-58 0 0,1 0 22 0 0,0 0-95 0 0,-1 0 10 0 0,0 0 86 0 0,0 0-25 0 0,-1 0 17 0 0,-1 0 4 0 0,0 0 4 0 0,0 0 46 0 0,0 0-8 0 0,-1 0 1 0 0,-1 0 20 0 0,-1 0-6 0 0,1 0 17 0 0,-1 0 10 0 0,0 0-16 0 0,0 0 20 0 0,0 1 22 0 0,-1 0 22 0 0,1 1 1 0 0,0-1-16 0 0,0 0 57 0 0,0-1 123 0 0,-1 1 37 0 0,-1-1-42 0 0,-2 0-53 0 0,-4 0-87 0 0,-5-3 37 0 0,-4-2 107 0 0,-6-2-366 0 0,-6-4 72 0 0,-6-2-8 0 0,-5-4-56 0 0,-4-2 2 0 0,0-3-91 0 0,3 1-51 0 0,5 0 27 0 0,6 3-34 0 0,7 2-20 0 0,5 3-84 0 0,4 3-49 0 0,0 1-206 0 0,0 1-463 0 0,-3 0-1018 0 0,-3 0-794 0 0,-4-1-2688 0 0,3 1 1274 0 0</inkml:trace>
  <inkml:trace contextRef="#ctx0" brushRef="#br1" timeOffset="450.66">14351 7110 7537 0 0,'0'0'0'0'0,"0"0"2448"0"0,0 0-644 0 0,0 0-268 0 0,0 0-360 0 0,0 0-446 0 0,0 0-270 0 0,0 0-100 0 0,0 0-205 0 0,0 0-94 0 0,0 0 5 0 0,-40 19-13 0 0,-10 5 111 0 0,-7 4-205 0 0,-2 1 66 0 0,2 0-95 0 0,5-1-88 0 0,3 0-81 0 0,0 1-295 0 0,-1 1-425 0 0,-3 2-340 0 0,-1 0-1188 0 0,-9 3-2975 0 0,10-6 34 0 0</inkml:trace>
  <inkml:trace contextRef="#ctx0" brushRef="#br2" timeOffset="3582.527">116 6725 1812 0 0,'0'0'0'0'0,"0"0"1384"0"0,0 0-886 0 0,0 0 178 0 0,0 0-418 0 0,0 0-253 0 0,0 0 246 0 0,0 0-187 0 0,6-19 113 0 0,2-3-90 0 0,3-4-7 0 0,1 1-79 0 0,-1 0 1601 0 0,-1 3-1099 0 0,-1 2 300 0 0,-1 0-106 0 0,0 1-35 0 0,-1-2-286 0 0,1-1-26 0 0,-1-2-151 0 0,1-3-134 0 0,0-3 21 0 0,1-2-35 0 0,1-4-2 0 0,2-3 126 0 0,3-4-23 0 0,1-3 117 0 0,2-4 303 0 0,3-2-32 0 0,2-2 24 0 0,1-3-19 0 0,0-1-217 0 0,0-1-42 0 0,0 0-200 0 0,-3 0-14 0 0,-2-1-63 0 0,-3 0 58 0 0,-2 0 5 0 0,-2-2-88 0 0,-1-2 24 0 0,-1-2-16 0 0,-2-1-79 0 0,-2-2-24 0 0,0-3 48 0 0,-1-1-48 0 0,0-1 43 0 0,-1-2-44 0 0,2-1 17 0 0,2-1 32 0 0,2 0 69 0 0,3 0 57 0 0,2 1-10 0 0,4 1 11 0 0,1 1-74 0 0,0 1 2 0 0,2 2 4 0 0,-3 0-188 0 0,0 0-34 0 0,-4 1-20 0 0,1-1-82 0 0,-3 1 65 0 0,0-2-29 0 0,0-1-210 0 0,-2 0 192 0 0,1-2-144 0 0,0-1-202 0 0,0-1 418 0 0,0 0-58 0 0,1 0 24 0 0,1 0 120 0 0,0 0 165 0 0,0 2 15 0 0,0 2 105 0 0,-1 3 75 0 0,-1 2-46 0 0,-3 2 23 0 0,-3 4-33 0 0,-1 1-11 0 0,-2 2 170 0 0,-2 2-126 0 0,-1 0 32 0 0,0 0-114 0 0,0-1-107 0 0,0-2-98 0 0,0 0 127 0 0,2-2-189 0 0,3-2 51 0 0,3-1-74 0 0,2 0 136 0 0,3-1-61 0 0,2 0 130 0 0,2 2 88 0 0,0 2-33 0 0,1 3 184 0 0,0 3-20 0 0,-2 4-27 0 0,-1 2-77 0 0,0 3 20 0 0,-2 0 34 0 0,0-1 19 0 0,-1 0-64 0 0,-1-3-150 0 0,0-1 106 0 0,0-2-118 0 0,-1 0 31 0 0,0-2-160 0 0,-2 2 14 0 0,0 2-4 0 0,-2 3 162 0 0,-2 3 14 0 0,-2 3 169 0 0,0 3-79 0 0,-2 2 119 0 0,0 2 17 0 0,0 2-58 0 0,0-1 5 0 0,-1 0-242 0 0,0-2-8 0 0,-1-3-238 0 0,0-2 157 0 0,0-2-477 0 0,1-1 642 0 0,1 1-284 0 0,0 1-3 0 0,0 2 26 0 0,3 4-259 0 0,1 3 407 0 0,1 6 46 0 0,2 5 45 0 0,1 4 44 0 0,-1 5 53 0 0,0 4-146 0 0,0 3-1 0 0,-2 1-336 0 0,0 2-226 0 0,0-1-503 0 0,1 0-986 0 0,-2-1-787 0 0,0-1-1389 0 0,-2 1 5006 0 0</inkml:trace>
  <inkml:trace contextRef="#ctx0" brushRef="#br3" timeOffset="5213.272">14827 7535 1304 0 0,'0'0'0'0'0,"0"0"2532"0"0,0 0-1862 0 0,0 0 3067 0 0,0 0-2228 0 0,0 0 357 0 0,0 0-476 0 0,0 0-333 0 0,0 0-141 0 0,0 0-289 0 0,0 0-76 0 0,-3 19 10 0 0,1 6-145 0 0,-1 5-93 0 0,0 3-69 0 0,0 3 21 0 0,2 1-120 0 0,0 3-24 0 0,0 1-41 0 0,1 3-15 0 0,1 1-84 0 0,1 0 11 0 0,0 2-55 0 0,1 0 58 0 0,1-1-24 0 0,0 1-53 0 0,1-1 35 0 0,0 0-32 0 0,1-2-44 0 0,0-1-34 0 0,0-3-97 0 0,0-4-94 0 0,0-4 93 0 0,2-6-98 0 0,0-6-19 0 0,2-6 130 0 0,3-6-443 0 0,3-7 389 0 0,3-5-126 0 0,6-6 119 0 0,3-4-65 0 0,4-3-144 0 0,3-3-196 0 0,1-1-469 0 0,2 0-630 0 0,2 0-799 0 0,-3 2-287 0 0,4 1-411 0 0,-8 3 2432 0 0</inkml:trace>
  <inkml:trace contextRef="#ctx0" brushRef="#br4" timeOffset="5481.566">14464 8060 9761 0 0,'0'0'0'0'0,"0"0"2436"0"0,0 0-788 0 0,0 0-191 0 0,0 0-222 0 0,0 0-130 0 0,0 0-301 0 0,53 2-105 0 0,21-3-204 0 0,17-4-231 0 0,8-5-272 0 0,1-4-203 0 0,-7-4-434 0 0,-8-1-451 0 0,-11-3-1003 0 0,-13 2-2948 0 0,-10-1-3839 0 0,-15 6 7993 0 0</inkml:trace>
  <inkml:trace contextRef="#ctx0" brushRef="#br5" timeOffset="6981.231">1889 5943 3788 0 0,'0'0'0'0'0,"0"0"192"0"0,0 0 5251 0 0,0 0-5192 0 0,0 0 1090 0 0,0 0-524 0 0,0 0-119 0 0,0 0 21 0 0,0 0-126 0 0,0 0-222 0 0,0 0-181 0 0,4 1-52 0 0,1 0-42 0 0,0-1-102 0 0,0 1 20 0 0,0-1-205 0 0,-1 0-67 0 0,0 0-137 0 0,-1 0-187 0 0,0 0-277 0 0,-1 0-514 0 0,2 0-689 0 0,0 0-1092 0 0,1 0 155 0 0,-14-1 290 0 0,-1 1 3110 0 0</inkml:trace>
  <inkml:trace contextRef="#ctx0" brushRef="#br6" timeOffset="7217.228">2418 5630 1436 0 0,'0'0'0'0'0,"0"0"5793"0"0,0 0-3538 0 0,0 0-838 0 0,0 0-509 0 0,0 0-443 0 0,0 0 46 0 0,0 0-218 0 0,0 0-486 0 0,0 0-114 0 0,0 0-319 0 0,-4 3-169 0 0,1-1-74 0 0,0 0-43 0 0,2-2-577 0 0,1-2-425 0 0,2-1 67 0 0,0-1-415 0 0,1 3 449 0 0,-2 1 2081 0 0</inkml:trace>
  <inkml:trace contextRef="#ctx1" brushRef="#br7">2913 5366 4364,'0'0'0,"0"0"676,0 0 5256,0 0-6086,0 0 1604,0 0-739,0 0 131,0 0-312,0 0-322,0 0-501,0 2-246,0 1-235,2-1 17,1 0-193,5 0-72,3-2-484,4-2-225,3-1-616,2-5-523,-27 6 1267,-5 1 1747</inkml:trace>
  <inkml:trace contextRef="#ctx0" brushRef="#br8" timeOffset="7673.657">3639 5105 5112 0 0,'0'0'0'0'0,"0"0"4381"0"0,0 0-3646 0 0,0 0 580 0 0,0 0-436 0 0,0 0 200 0 0,0 0-326 0 0,0 0-290 0 0,0 0-431 0 0,0 0-378 0 0,6 0-285 0 0,0 1-224 0 0,0-1-173 0 0,1 0-330 0 0,1 0-334 0 0,1-2-662 0 0,2 0-383 0 0,-18 2-1187 0 0,-1 0 4737 0 0</inkml:trace>
  <inkml:trace contextRef="#ctx0" brushRef="#br9" timeOffset="7878.565">4397 4719 6281 0 0,'0'0'0'0'0,"0"0"5104"0"0,0 0-4965 0 0,0 0 965 0 0,0 0-817 0 0,0 0 241 0 0,0 0-265 0 0,0 0-92 0 0,0 0-399 0 0,0 0-408 0 0,0 0-425 0 0,5 3-57 0 0,2-2-250 0 0,3-2-461 0 0,2-3-639 0 0,2-4-2008 0 0,-2 0 4329 0 0</inkml:trace>
  <inkml:trace contextRef="#ctx0" brushRef="#br10" timeOffset="8062.45">4776 4534 8777 0 0,'0'0'0'0'0,"0"0"2468"0"0,0 0-1993 0 0,0 0-167 0 0,0 0-61 0 0,0 0 162 0 0,0 0-379 0 0,0 0-468 0 0,0 0-246 0 0,0 0-450 0 0,0 0-577 0 0,2-4-1139 0 0,3-3-1406 0 0,-1 0 3001 0 0</inkml:trace>
  <inkml:trace contextRef="#ctx0" brushRef="#br11" timeOffset="8247.532">5155 4223 4680 0 0,'0'0'0'0'0,"0"0"5817"0"0,0 0-5433 0 0,0 0 871 0 0,0 0-1147 0 0,0 0 406 0 0,0 0-90 0 0,0 0-159 0 0,0 0-644 0 0,0 0-263 0 0,0 0-180 0 0,10 0 107 0 0,5-1-94 0 0,4-2-427 0 0,1-2-1551 0 0,0-2-2251 0 0,-3 0 4602 0 0</inkml:trace>
  <inkml:trace contextRef="#ctx0" brushRef="#br12" timeOffset="8438.78">5873 3967 9733 0 0,'0'0'0'0'0,"0"0"1764"0"0,0 0-1727 0 0,0 0 298 0 0,0 0-252 0 0,0 0 228 0 0,0 0-105 0 0,0 0-513 0 0,0 0-714 0 0,0 0 29 0 0,0 0 5 0 0,11-5-415 0 0,2-2-735 0 0,1-2-2433 0 0,-2 1 3998 0 0</inkml:trace>
  <inkml:trace contextRef="#ctx0" brushRef="#br13" timeOffset="8620.25">6614 3568 8917 0 0,'0'0'0'0'0,"0"0"1900"0"0,0 0-1540 0 0,0 0-223 0 0,0 0 362 0 0,0 0-179 0 0,0 0-45 0 0,0 0-217 0 0,0 0-340 0 0,0 0-215 0 0,0 0-472 0 0,9-6-446 0 0,4-1-1390 0 0,3-4-1822 0 0,-1 2 3147 0 0</inkml:trace>
  <inkml:trace contextRef="#ctx0" brushRef="#br14" timeOffset="8800.141">7304 3163 1488 0 0,'0'0'0'0'0,"0"0"6913"0"0,0 0-7323 0 0,0 0 1336 0 0,0 0-952 0 0,0 0-91 0 0,0 0-722 0 0,0 0-649 0 0,0 0-787 0 0,0 0-2236 0 0</inkml:trace>
  <inkml:trace contextRef="#ctx0" brushRef="#br15" timeOffset="8970.403">7642 2979 9665 0 0,'0'0'0'0'0,"0"0"1512"0"0,0 0-863 0 0,0 0-11 0 0,0 0-175 0 0,0 0-379 0 0,0 0-199 0 0,0 0-46 0 0,0 0-660 0 0,0 0-514 0 0,0 0-787 0 0,16-11-2237 0 0,1 0 213 0 0</inkml:trace>
  <inkml:trace contextRef="#ctx0" brushRef="#br16" timeOffset="9147.197">8372 2507 9853 0 0,'0'0'0'0'0,"0"0"1624"0"0,0 0-1461 0 0,0 0 241 0 0,0 0 32 0 0,0 0-139 0 0,0 0-209 0 0,0 0-865 0 0,0 0-685 0 0,0 0-2783 0 0,0 0-2608 0 0</inkml:trace>
  <inkml:trace contextRef="#ctx0" brushRef="#br17" timeOffset="10665.706">1599 6064 184 0 0,'0'0'0'0'0,"0"0"1172"0"0,0 0-513 0 0,0 0-54 0 0,0 0-185 0 0,0 0-8 0 0,0 0-16 0 0,0 0 10 0 0,0 0 300 0 0,0 0-99 0 0,0 0-303 0 0,11-6-299 0 0,-1 0 50 0 0,1 0-63 0 0,-2 0 11 0 0,-3 3 38 0 0,-2 0 222 0 0,-1 2 75 0 0,-2 0 37 0 0,-1 1 39 0 0,0 0-63 0 0,1 1 96 0 0,-1-1-90 0 0,0 0-108 0 0,0 0-58 0 0,1 1 1 0 0,0-1-53 0 0,1 0-22 0 0,0-1 65 0 0,1 0-84 0 0,1-2-94 0 0,0 0 11 0 0,3-2-18 0 0,0-1 0 0 0,1-2 4 0 0,1 0 105 0 0,2-2 102 0 0,0 1 28 0 0,0-1 122 0 0,1 0 76 0 0,0 1-41 0 0,1 0-248 0 0,-1 0-136 0 0,1 1 16 0 0,1 1-98 0 0,2-2-144 0 0,3 0-118 0 0,2-1 54 0 0,3-1 85 0 0,3-2 125 0 0,2-1 57 0 0,4-2-11 0 0,2-2 23 0 0,2 0 2 0 0,2-3 13 0 0,0 0-12 0 0,3-1-1 0 0,-1-1-18 0 0,1 0 14 0 0,-1-2-5 0 0,0 1-50 0 0,0-1 65 0 0,0 1-26 0 0,0 0 14 0 0,2-1-64 0 0,1 1 89 0 0,1 1-15 0 0,1-1 81 0 0,-1 1-15 0 0,1 0-28 0 0,0 1-26 0 0,-2-1 108 0 0,0 1-7 0 0,-2 1-54 0 0,-3 0-67 0 0,-1 0 3 0 0,-3 1 0 0 0,0 0-9 0 0,-3 0-6 0 0,0 0-55 0 0,0 1 76 0 0,-1 0-17 0 0,1 1 12 0 0,-1 0 83 0 0,1 0 14 0 0,0 1-105 0 0,0 0 21 0 0,2 0-11 0 0,2 0-7 0 0,0-1 2 0 0,1 0-10 0 0,3-1 2 0 0,1-1-62 0 0,0 0-15 0 0,3-2-41 0 0,1 0 96 0 0,2-1 19 0 0,1 0-52 0 0,1-1 72 0 0,0 0-16 0 0,0 0 0 0 0,0 1-2 0 0,-1 0-88 0 0,0 0 67 0 0,-1 0-39 0 0,-1 1-51 0 0,-1 1-17 0 0,-1-1-74 0 0,-1 1 50 0 0,-1 1 7 0 0,-1-1 16 0 0,0 1-35 0 0,-2-1-53 0 0,0 1-251 0 0,0 0 94 0 0,-1 0 61 0 0,-1 0 123 0 0,0 0 75 0 0,-2 0 123 0 0,1 1-209 0 0,1 0-8 0 0,0 0 99 0 0,-1 2 132 0 0,0 0-30 0 0,1 2 24 0 0,0-1 56 0 0,0 1-77 0 0,0 0 26 0 0,3-1-345 0 0,1-1 40 0 0,2-2-130 0 0,1-1-51 0 0,3-1 189 0 0,2-2 316 0 0,2-1-86 0 0,0 0-76 0 0,3-1 50 0 0,-1-1 100 0 0,2 2 120 0 0,-1-1 63 0 0,-3 2-64 0 0,1 1 90 0 0,-3 1-72 0 0,-1 0-160 0 0,0 1 35 0 0,-1-1-27 0 0,1 1 4 0 0,0-2-1 0 0,1 0 4 0 0,0 0-10 0 0,2-2-1 0 0,1 0-70 0 0,0 0 0 0 0,-1 0 28 0 0,0 0-12 0 0,-1 1 66 0 0,-3 1 48 0 0,-2 1-62 0 0,-2 2 197 0 0,-2 1-94 0 0,-2 1-39 0 0,-1 2-40 0 0,0 2 75 0 0,-1-1-108 0 0,1 2 24 0 0,0-1-8 0 0,0 0-2 0 0,1-1 60 0 0,0-1-77 0 0,0-2 16 0 0,1 0-103 0 0,1-2-63 0 0,1-2-21 0 0,-1-1-92 0 0,3 0-45 0 0,0-2-64 0 0,0 0-129 0 0,2 0 287 0 0,-1-1 149 0 0,-1 1 61 0 0,0 1-95 0 0,0 0-177 0 0,-2 1-115 0 0,0 0-17 0 0,0 0-258 0 0,1 0 234 0 0,0 0-83 0 0,-1 1-236 0 0,-8 4 926 0 0</inkml:trace>
  <inkml:trace contextRef="#ctx0" brushRef="#br18" timeOffset="11570.642">7695 3024 196 0 0,'0'0'0'0'0,"0"0"1696"0"0,0 0-961 0 0,0 0-192 0 0,0 0-345 0 0,-44 21-12 0 0,-12 6-194 0 0,-8 6 29 0 0,-1 1-24 0 0,3 1-145 0 0,5 0-300 0 0,5-2-115 0 0,5-1-45 0 0,5-2 20 0 0,0 0-655 0 0,9-6 1459 0 0</inkml:trace>
  <inkml:trace contextRef="#ctx0" brushRef="#br19" timeOffset="12804.107">8602 2443 732 0 0,'0'0'0'0'0,"0"0"1640"0"0,0 0-527 0 0,0 0-200 0 0,0 0-147 0 0,0 0-272 0 0,0 0-176 0 0,0 0-183 0 0,0 0-20 0 0,0 0-49 0 0,0 0 203 0 0,0 0 102 0 0,-2 6 117 0 0,-1 1-43 0 0,-2 1 87 0 0,-2 1-174 0 0,-1-1-37 0 0,-2 2-117 0 0,0-1 138 0 0,-2 1-18 0 0,-1 1-128 0 0,-1 0-92 0 0,1 1-102 0 0,-2-1 10 0 0,0 1-10 0 0,0 0 2 0 0,0-1 8 0 0,0 1 78 0 0,0 0-114 0 0,1-1 37 0 0,2 0-32 0 0,0-1 15 0 0,0 0-10 0 0,2-1 3 0 0,0 0-48 0 0,0-1-33 0 0,0-1-82 0 0,0 0 38 0 0,1 0 65 0 0,-1 0 58 0 0,-2 0-5 0 0,0 1 18 0 0,-1-1 13 0 0,-2 0 104 0 0,-1 1-75 0 0,-1 0-41 0 0,-1 0 18 0 0,-2 1-17 0 0,-2 1-2 0 0,-2 1-4 0 0,-2 0 6 0 0,-1 1 2 0 0,-1 1-6 0 0,-1 0 3 0 0,-2 1-1 0 0,1 0 275 0 0,-1 0-101 0 0,1 0-11 0 0,0-1-15 0 0,1 0-33 0 0,2-1 6 0 0,1-1-38 0 0,3 0 15 0 0,1-1-54 0 0,1 0-36 0 0,2 0-2 0 0,1-1 9 0 0,1 1 116 0 0,2-1-46 0 0,2 0-100 0 0,1 0 23 0 0,0 0-66 0 0,1-1 69 0 0,1-1-32 0 0,1-1 24 0 0,-1 1-5 0 0,0-1 91 0 0,-1-1-40 0 0,0 0-44 0 0,-2 0 11 0 0,-2 0-16 0 0,-2 0-60 0 0,-1 1 3 0 0,-1 1 60 0 0,-1 1-25 0 0,0-1-36 0 0,-1 2-15 0 0,1 0 29 0 0,-1 1 49 0 0,-1-1 47 0 0,1 1-56 0 0,0-1 14 0 0,1-1 65 0 0,2-1-21 0 0,1 1-55 0 0,2-2 9 0 0,2 0-21 0 0,1 0-58 0 0,-1 0-12 0 0,-1 0-113 0 0,0 0-84 0 0,-2 1 11 0 0,-1 2 0 0 0,0 0 238 0 0,-1 0 7 0 0,2 1 22 0 0,1 0 9 0 0,1 0 6 0 0,1-1 119 0 0,2-1 210 0 0,1-1-114 0 0,2-2-176 0 0,2-1-32 0 0,2-1-68 0 0,2-1-23 0 0,2 0-20 0 0,-1 0-101 0 0,2-1-230 0 0,-1 1-212 0 0,1 1-477 0 0,-1 1-1077 0 0,0 0-1153 0 0,0 1 548 0 0</inkml:trace>
  <inkml:trace contextRef="#ctx0" brushRef="#br20" timeOffset="20865.722">12335 6588 2856 0 0,'0'0'0'0'0,"0"0"1252"0"0,0 0-1157 0 0,0 0 41 0 0,0 0-17 0 0,0 0 28 0 0,0 0 1469 0 0,0 0-926 0 0,0 0 70 0 0,0 0-322 0 0,0 0-26 0 0,-1 17 4 0 0,1 3-81 0 0,-1 3 209 0 0,0-1-161 0 0,1 0-1 0 0,-1-2-105 0 0,1 0-57 0 0,0-1 44 0 0,0 2-194 0 0,0 1-62 0 0,0 1 9 0 0,-2 4-227 0 0,-1 3-61 0 0,-2 3 37 0 0,-3 2-167 0 0,-1 3 138 0 0,-2 2-32 0 0,-2 1 98 0 0,-1 1 41 0 0,-1-1 154 0 0,-1 0-121 0 0,0-1-32 0 0,1-1 10 0 0,-1-1-207 0 0,0-1-262 0 0,0-3-482 0 0,-1-1-273 0 0,0-3-263 0 0,1-2 2 0 0,4-8-766 0 0</inkml:trace>
  <inkml:trace contextRef="#ctx0" brushRef="#br21" timeOffset="24773.938">13271 643 3008 0 0,'0'0'0'0'0,"0"0"980"0"0,0 0-1138 0 0,0 0 329 0 0,0 0 130 0 0,0 0-325 0 0,0 0 143 0 0,0 0 376 0 0,0 0-749 0 0,0 0 180 0 0,4-3 290 0 0,2-1 238 0 0,0-1 242 0 0,-1 1 116 0 0,-2 1 31 0 0,0 1-67 0 0,-2 1-308 0 0,-2 0-504 0 0,-3 1-403 0 0,-2 2-476 0 0,-1-1-353 0 0,-1 2-538 0 0,0-1-189 0 0,2 1-437 0 0</inkml:trace>
  <inkml:trace contextRef="#ctx0" brushRef="#br22" timeOffset="25494.149">13271 643 1540 0 0,'0'0'0'0'0,"-15"7"2188"0"0,-5 2-284 0 0,3 0-456 0 0,2-2-153 0 0,4-2-225 0 0,3-2-207 0 0,4-1-325 0 0,2-1-202 0 0,1-1-127 0 0,2 0-219 0 0,-1 0 42 0 0,2 1-181 0 0,-1-1-5 0 0,2 1 7 0 0,0-1 50 0 0,0 1 17 0 0,1-1-1 0 0,-2 0 80 0 0,1 1-8 0 0,1-1 105 0 0,-2 0-3 0 0,1 0-39 0 0,-1 0-58 0 0,0 0-78 0 0,-1 0-209 0 0,1 0-173 0 0,-1 0-89 0 0,0 0 11 0 0,-1 0 74 0 0,0 0 7 0 0,0 0 33 0 0,0 0 70 0 0,0-1 119 0 0,0 0 261 0 0,0-2 11 0 0,0 0 161 0 0,0-1 58 0 0,0 1 238 0 0,0 0 79 0 0,-1 0 24 0 0,-1 2-17 0 0,-2 0-53 0 0,-1 3-47 0 0,-1 1-94 0 0,-1 1-310 0 0,1 1 480 0 0,0 1-427 0 0,0 0-49 0 0,2 1-51 0 0,1 1 146 0 0,1-1 68 0 0,2 1 77 0 0,1-1-191 0 0,3-2 117 0 0,1 0 10 0 0,1-2 11 0 0,-1-1-161 0 0,0 0 3 0 0,-1-2-43 0 0,-1 0-68 0 0,-1 0-175 0 0,0-2-49 0 0,1-1-253 0 0,0-3 358 0 0,2-2-136 0 0,1-2 47 0 0,1-2-109 0 0,-1-2 147 0 0,0-1 194 0 0,-1 1-20 0 0,-1 1 305 0 0,-2 2-14 0 0,-1 3 232 0 0,0 2-144 0 0,-2 4-107 0 0,-2 2-41 0 0,-2 2-180 0 0,-2 1 54 0 0,-1 1-117 0 0,1 0-151 0 0,0 1 24 0 0,1 1 171 0 0,3 0 17 0 0,0 1 48 0 0,2-1-57 0 0,1 0-29 0 0,1-1 44 0 0,2-2-65 0 0,0 0 18 0 0,1-2 64 0 0,-1 0 32 0 0,-1-1 50 0 0,1 0 6 0 0,0 0-173 0 0,-2-1 38 0 0,1-1-245 0 0,1-3-68 0 0,-1-2-131 0 0,-1-3 244 0 0,0-2 11 0 0,0-3 177 0 0,-2 0 100 0 0,-2 1 205 0 0,-3 1-118 0 0,-1 4 337 0 0,-2 3-260 0 0,-1 3-55 0 0,-2 4 105 0 0,0 5-265 0 0,-2 3-46 0 0,-2 5 3 0 0,1 5-101 0 0,-1 3 104 0 0,4 3-31 0 0,1 0-78 0 0,4 0-77 0 0,2-2-26 0 0,3-3-109 0 0,4-4-50 0 0,2-5-321 0 0,2-2-291 0 0,0-5-1391 0 0,0-1-3490 0 0,-2-2 1678 0 0</inkml:trace>
  <inkml:trace contextRef="#ctx0" brushRef="#br23" timeOffset="27895.366">8828 2540 2520 0 0,'0'0'0'0'0,"0"0"52"0"0,0 0 94 0 0,0 0-172 0 0,0 0 40 0 0,0 0-20 0 0,0 0-2 0 0,0 0-84 0 0,-2 1 29 0 0,2 1 66 0 0,0 1-27 0 0,2-2-230 0 0,0 1-1458 0 0,0-1 1289 0 0</inkml:trace>
  <inkml:trace contextRef="#ctx0" brushRef="#br24" timeOffset="28088.702">9235 2262 288 0 0,'0'0'0'0'0,"0"0"1432"0"0,0 0 187 0 0,0 0 3353 0 0,0 0-5450 0 0,0 0 952 0 0,0 0-1090 0 0,0 0-1383 0 0,0 0-838 0 0,0 0-40 0 0</inkml:trace>
  <inkml:trace contextRef="#ctx0" brushRef="#br25" timeOffset="28293.275">10049 1977 1540 0 0,'0'0'0'0'0,"0"0"6489"0"0,0 0-5573 0 0,0 0 635 0 0,0 0-601 0 0,0 0-297 0 0,0 0-337 0 0,0 0-464 0 0,0 0-80 0 0,0 0-269 0 0,0 0-110 0 0,8-3-215 0 0,3 0-355 0 0,2-1-936 0 0,4-1-806 0 0,-3 1-1173 0 0</inkml:trace>
  <inkml:trace contextRef="#ctx0" brushRef="#br26" timeOffset="28465.716">10831 1676 4940 0 0,'0'0'0'0'0,"0"0"2889"0"0,0 0-3170 0 0,0 0 747 0 0,0 0-370 0 0,0 0-752 0 0,0 0-802 0 0,0 0-518 0 0,0 0-523 0 0,0 0 1130 0 0</inkml:trace>
  <inkml:trace contextRef="#ctx0" brushRef="#br27" timeOffset="28652.876">11489 1352 4304 0 0,'0'0'0'0'0,"0"0"2721"0"0,0 0-2643 0 0,0 0 541 0 0,0 0 155 0 0,0 0-2 0 0,0 0-432 0 0,0 0-921 0 0,0 0-411 0 0,32-18-526 0 0,8-5-243 0 0,8-4 261 0 0,0 1-205 0 0,-8 4 169 0 0</inkml:trace>
  <inkml:trace contextRef="#ctx0" brushRef="#br28" timeOffset="28847.915">12355 935 6797 0 0,'0'0'0'0'0,"0"0"2556"0"0,0 0-1610 0 0,0 0-464 0 0,0 0-171 0 0,0 0 1 0 0,0 0 66 0 0,0 0 52 0 0,0 0-374 0 0,0 0-191 0 0,0 0 86 0 0,15-16-77 0 0,2-2-136 0 0,3-1-246 0 0,-1 2-709 0 0,-3 3-1235 0 0,-2 4-2609 0 0,-3 4 2932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1:57:49.63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5704.40625"/>
      <inkml:brushProperty name="anchorY" value="-199635.70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3428.28125"/>
      <inkml:brushProperty name="anchorY" value="-200627.5468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0380.90625"/>
      <inkml:brushProperty name="anchorY" value="-200361.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8398"/>
      <inkml:brushProperty name="anchorY" value="-191557.51563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0962.25"/>
      <inkml:brushProperty name="anchorY" value="-194035.45313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2232.25"/>
      <inkml:brushProperty name="anchorY" value="-195305.45313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3536.28125"/>
      <inkml:brushProperty name="anchorY" value="-196565.95313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4833.28125"/>
      <inkml:brushProperty name="anchorY" value="-197812.1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6103.28125"/>
      <inkml:brushProperty name="anchorY" value="-199082.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4818.53125"/>
      <inkml:brushProperty name="anchorY" value="-197808.64063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6088.53125"/>
      <inkml:brushProperty name="anchorY" value="-199078.64063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7358.53125"/>
      <inkml:brushProperty name="anchorY" value="-200348.64063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8639.96875"/>
      <inkml:brushProperty name="anchorY" value="-201596.45313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9909.96875"/>
      <inkml:brushProperty name="anchorY" value="-202866.45313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1179.96875"/>
      <inkml:brushProperty name="anchorY" value="-204136.45313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2449.96875"/>
      <inkml:brushProperty name="anchorY" value="-205406.45313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3719.96875"/>
      <inkml:brushProperty name="anchorY" value="-206676.45313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4989.96875"/>
      <inkml:brushProperty name="anchorY" value="-207946.45313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6259.96875"/>
      <inkml:brushProperty name="anchorY" value="-209216.45313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7561.09375"/>
      <inkml:brushProperty name="anchorY" value="-210414.2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6269.84375"/>
      <inkml:brushProperty name="anchorY" value="-209116.42188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7564.375"/>
      <inkml:brushProperty name="anchorY" value="-210366.2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8870"/>
      <inkml:brushProperty name="anchorY" value="-211614.812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184.125"/>
      <inkml:brushProperty name="anchorY" value="-212844.45313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8884.625"/>
      <inkml:brushProperty name="anchorY" value="-211558.4062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173.90625"/>
      <inkml:brushProperty name="anchorY" value="-212767.7812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8781.1875"/>
      <inkml:brushProperty name="anchorY" value="-211545.4062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181.0625"/>
      <inkml:brushProperty name="anchorY" value="-216426.92188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051.1875"/>
      <inkml:brushProperty name="anchorY" value="-212815.4062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2109.3125"/>
      <inkml:brushProperty name="anchorY" value="-214165.937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087.09375"/>
      <inkml:brushProperty name="anchorY" value="-213113.26563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8236.15625"/>
      <inkml:brushProperty name="anchorY" value="-212740.4062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9725.6875"/>
      <inkml:brushProperty name="anchorY" value="-214879.51563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1758.15625"/>
      <inkml:brushProperty name="anchorY" value="-216890.92188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8882.09375"/>
      <inkml:brushProperty name="anchorY" value="-216171.437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284.34375"/>
      <inkml:brushProperty name="anchorY" value="-217438.312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1554.34375"/>
      <inkml:brushProperty name="anchorY" value="-218708.312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4672.84375"/>
      <inkml:brushProperty name="anchorY" value="-216100.71875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6063.90625"/>
      <inkml:brushProperty name="anchorY" value="-217393.5625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4614.53125"/>
      <inkml:brushProperty name="anchorY" value="-216676.375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6160.40625"/>
      <inkml:brushProperty name="anchorY" value="-218284.96875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8027.25"/>
      <inkml:brushProperty name="anchorY" value="-219172.98438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6730.96875"/>
      <inkml:brushProperty name="anchorY" value="-217898.64063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5416.84375"/>
      <inkml:brushProperty name="anchorY" value="-216614.73438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4046.09375"/>
      <inkml:brushProperty name="anchorY" value="-215302.95313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2641.375"/>
      <inkml:brushProperty name="anchorY" value="-213961.42188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1059.59375"/>
      <inkml:brushProperty name="anchorY" value="-213108.562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8965.0625"/>
      <inkml:brushProperty name="anchorY" value="-212466.25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7386.34375"/>
      <inkml:brushProperty name="anchorY" value="-211834.07813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8868.4375"/>
      <inkml:brushProperty name="anchorY" value="-213448.98438"/>
      <inkml:brushProperty name="scaleFactor" value="0.5"/>
    </inkml:brush>
    <inkml:brush xml:id="br5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0565.15625"/>
      <inkml:brushProperty name="anchorY" value="-214360.23438"/>
      <inkml:brushProperty name="scaleFactor" value="0.5"/>
    </inkml:brush>
    <inkml:brush xml:id="br5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9271.34375"/>
      <inkml:brushProperty name="anchorY" value="-213809.60938"/>
      <inkml:brushProperty name="scaleFactor" value="0.5"/>
    </inkml:brush>
  </inkml:definitions>
  <inkml:trace contextRef="#ctx0" brushRef="#br0">3680 9407 3252 0 0,'0'0'0'0'0,"0"0"508"0"0,0 0-499 0 0,0 0 124 0 0,0 0 2290 0 0,0 0-1954 0 0,0 0 142 0 0,0 0-345 0 0,0 0 198 0 0,0 0 4 0 0,0 0-49 0 0,4 0-65 0 0,0 0-4 0 0,1 1-12 0 0,-1-1 74 0 0,-1-1 66 0 0,1 1 74 0 0,-1 0 1 0 0,-1-1-122 0 0,0 1-160 0 0,-1-1-98 0 0,0 1-60 0 0,0 0-59 0 0,0 0-40 0 0,0 0-5 0 0,-1 0-8 0 0,0 0-5 0 0,0 0-98 0 0,0 0-37 0 0,1 0-47 0 0,1 0-32 0 0,1 0 82 0 0,1 0 76 0 0,1 0-411 0 0,0 1 10 0 0,1 0 188 0 0,-1-1 86 0 0,-1 1 87 0 0,-1-1 12 0 0,0 1-56 0 0,-2 0-170 0 0,1 1-333 0 0,0-1-633 0 0,0 1 243 0 0,0 0 212 0 0,1 0 131 0 0,1 2 183 0 0,0 0 125 0 0,-1 1 204 0 0,0 0 182 0 0,-2 0 80 0 0,1 0 192 0 0,-1 0 82 0 0,0-1 175 0 0,-1-1 86 0 0,1-1 66 0 0,-1-1-167 0 0,1-1-176 0 0,-1 0-26 0 0,1 0 28 0 0,0 0 67 0 0,0 0-1 0 0,0 0-133 0 0,0 0-13 0 0,0 0 5 0 0,-1-1 23 0 0,1 1-23 0 0,-1 0 4 0 0,0 0 65 0 0,0 0-24 0 0,0 0 11 0 0,0 0 32 0 0,0 0-28 0 0,0 0-65 0 0,0 0-98 0 0,0 0-174 0 0,0 0 40 0 0,3 0-177 0 0,1 0 192 0 0,4 0-65 0 0,4 1 214 0 0,4 0-51 0 0,4 1-39 0 0,3 0-51 0 0,3 0 53 0 0,1 1-64 0 0,0 0 149 0 0,2-1-114 0 0,0 0-26 0 0,2 0 162 0 0,0-1 17 0 0,3 0-44 0 0,2 0-90 0 0,4-2 110 0 0,1 0-128 0 0,1-2-66 0 0,1-1 12 0 0,0 0-23 0 0,-1-1-7 0 0,-1-1 6 0 0,0 1-3 0 0,-1 0-45 0 0,1 1-11 0 0,0-1 0 0 0,-1 1-17 0 0,2 0 93 0 0,0 0-42 0 0,-1 0-11 0 0,1 1-64 0 0,1 0 128 0 0,2 0-37 0 0,2 1 10 0 0,2-1 1 0 0,0 0-65 0 0,2 0 79 0 0,-1 0-92 0 0,0-1 88 0 0,-2 1-17 0 0,-1 0 19 0 0,-1 0-16 0 0,-1 0 6 0 0,-1 0-2 0 0,0 1 14 0 0,0-1 43 0 0,2 0-63 0 0,0 1 68 0 0,1 0-77 0 0,1 0 98 0 0,0 0-44 0 0,2 0-36 0 0,0 0 180 0 0,3-1-101 0 0,-1 1-80 0 0,2-1 31 0 0,0-1 34 0 0,-1 1-24 0 0,1-1-41 0 0,0 0 13 0 0,0 0 40 0 0,0 0-65 0 0,0 0 68 0 0,1-1 3 0 0,-1 0-75 0 0,1 0 24 0 0,-1 0 51 0 0,0 0 52 0 0,-1 0-39 0 0,0 1 32 0 0,0 0-36 0 0,0 0 24 0 0,-1 0-54 0 0,2 1 33 0 0,-1-1-77 0 0,1 0 73 0 0,0 1-81 0 0,2-1 34 0 0,0-1-12 0 0,2 0-7 0 0,1-1 2 0 0,1-1 4 0 0,-1-1-6 0 0,0 0 48 0 0,0 0-65 0 0,-1-1-53 0 0,0 1 83 0 0,-1 1-39 0 0,-2 0-62 0 0,-1 1 33 0 0,-3 1 52 0 0,0 1-22 0 0,-2 0 10 0 0,0 1-70 0 0,1 0 100 0 0,2-1-38 0 0,1 1 8 0 0,4-1 10 0 0,2 1-8 0 0,3-1-54 0 0,2 1 72 0 0,2-1-80 0 0,-2 1 34 0 0,0 0 30 0 0,0 1-5 0 0,-1 0 9 0 0,0 1-131 0 0,0 0 103 0 0,0 0 14 0 0,1 0-43 0 0,2-1 60 0 0,3-1-17 0 0,3-1-40 0 0,2 0 73 0 0,3-1-28 0 0,3 1-56 0 0,2 0 74 0 0,1 1-15 0 0,1 0-52 0 0,0 1 9 0 0,0 1 55 0 0,1 1-28 0 0,0 2 16 0 0,-1 1-3 0 0,0 0-129 0 0,-1 2 162 0 0,-1 1-138 0 0,0-1 89 0 0,-1 0 16 0 0,-1-1 9 0 0,-1 0 2 0 0,-1-2-2 0 0,-2 0-56 0 0,0-1 72 0 0,-4-1-19 0 0,-2 1 6 0 0,-3-1 15 0 0,-1 1 57 0 0,-3 0 12 0 0,-2 1-97 0 0,-1 0 32 0 0,-2 1-4 0 0,-1 1-18 0 0,0 0 2 0 0,2 0-6 0 0,0 0 0 0 0,0 1 0 0 0,0-1 0 0 0,1 0-4 0 0,0 1 14 0 0,-1-1 206 0 0,0 0-123 0 0,-2 0-12 0 0,-2-1-72 0 0,-1 0 19 0 0,-3-1 67 0 0,-3 0-97 0 0,-2-1 32 0 0,-1 0 79 0 0,-3-1-54 0 0,-1 1-53 0 0,0 0 16 0 0,0 0-5 0 0,1 1 54 0 0,3 1-61 0 0,3 2 137 0 0,2 1-40 0 0,5 2 64 0 0,2 1-177 0 0,4 2 114 0 0,2 2-115 0 0,3 0 29 0 0,2 0-10 0 0,1 1 0 0 0,0-2 154 0 0,-1-1 26 0 0,-2-1-147 0 0,-2-1-13 0 0,-1-2-2 0 0,-1-1-15 0 0,-1-1 72 0 0,-1-1-82 0 0,-1 1 28 0 0,-1-1-23 0 0,1 1 4 0 0,2 1-2 0 0,1 1 14 0 0,3 1 271 0 0,3 3-202 0 0,2 1-5 0 0,0 2 24 0 0,4 0-44 0 0,1 2-51 0 0,1-1 144 0 0,1 0-59 0 0,2 0-104 0 0,0-2 29 0 0,2-1 287 0 0,1-1-115 0 0,1-2-122 0 0,2-2-43 0 0,1-3 257 0 0,1 0-239 0 0,3-2 19 0 0,1 0 0 0 0,2-1 14 0 0,4 1-2 0 0,1 0-72 0 0,2 0 110 0 0,3 1-133 0 0,2 0 40 0 0,2 1-19 0 0,2-1 2 0 0,4 0-1 0 0,4 0 4 0 0,5-2 107 0 0,2 0-40 0 0,5-1 28 0 0,2-2-14 0 0,2-1-28 0 0,2-2 40 0 0,0-1-4 0 0,-2 0 6 0 0,-2 1-46 0 0,-4 0 18 0 0,-3 1-12 0 0,-4 1 2 0 0,-5 1-57 0 0,-4-1 58 0 0,-5 1-72 0 0,-4-1 22 0 0,-5 0 1 0 0,-4 0-16 0 0,-5-1 9 0 0,-2 0-2 0 0,-4 1 46 0 0,-3-1-64 0 0,-2 1 8 0 0,-1-1-4 0 0,0 1-49 0 0,-1-1 4 0 0,1 0-17 0 0,-1-1-3 0 0,2-1 79 0 0,2-2-28 0 0,0 0 13 0 0,1-1-39 0 0,0 0 63 0 0,0-1-16 0 0,0 1 2 0 0,-3-1-12 0 0,-2 1 12 0 0,-3 1-102 0 0,-4 1 19 0 0,-4 0-15 0 0,-5 2 32 0 0,-6 0-70 0 0,-4 2-6 0 0,-6 0-1 0 0,-6 1-32 0 0,-5 1 78 0 0,-5 0-24 0 0,-4 0 126 0 0,-2 1-18 0 0,-1 0 16 0 0,-1 0 100 0 0,2 0-126 0 0,0 0 93 0 0,2 0-70 0 0,1 0 19 0 0,2 0-6 0 0,0 0-5 0 0,1 0 2 0 0,-2-1-1 0 0,0 0 42 0 0,-2-1-64 0 0,-3 0 8 0 0,-2 0-46 0 0,-4 0 66 0 0,-1 0-32 0 0,-2 0 7 0 0,-3 0-103 0 0,-3 1 131 0 0,-1 1-39 0 0,-3-1 23 0 0,0 1 2 0 0,-1 0 1 0 0,0 1 0 0 0,-1-1 0 0 0,1 0 51 0 0,-1 0-56 0 0,1 0 19 0 0,0 0 54 0 0,0 0-82 0 0,0 1 74 0 0,0 0-64 0 0,0-1 106 0 0,0 1-63 0 0,0-1 68 0 0,0 1-17 0 0,0 0 43 0 0,0 0 8 0 0,0 0 15 0 0,0 1-30 0 0,-2-1-135 0 0,-2 0 33 0 0,-2 0-24 0 0,0 0 1 0 0,-2 0 8 0 0,0-1-7 0 0,-3-2 49 0 0,-4-1-69 0 0,-8-2-72 0 0,-9-3 43 0 0,-10-4 36 0 0,-15-2-88 0 0,-12-5 48 0 0,-12-3-76 0 0,-11-3-78 0 0,-8-3 19 0 0,-2 0-145 0 0,3 0 178 0 0,8 1-69 0 0,14 4 19 0 0,17 4-98 0 0,17 6-104 0 0,17 4-126 0 0,11 4-69 0 0,9 2-275 0 0,9 3-437 0 0,6 2-302 0 0,6 1-7 0 0,6 3-576 0 0,4 0-518 0 0,7 5-1464 0 0,-4-1 3077 0 0</inkml:trace>
  <inkml:trace contextRef="#ctx0" brushRef="#br1" timeOffset="381.77">20838 9419 1828 0 0,'0'0'0'0'0,"0"0"1864"0"0,0 0-760 0 0,0 0-119 0 0,0 0-559 0 0,0 0 425 0 0,0 0 163 0 0,0 0-63 0 0,0 0-346 0 0,0 0-145 0 0,0 0-62 0 0,-6-10-118 0 0,1-1-102 0 0,-1 1-70 0 0,0 1 23 0 0,2 2 221 0 0,1 3 130 0 0,-1 2 141 0 0,-1 4 113 0 0,-2 3-15 0 0,-5 5 234 0 0,-7 5-24 0 0,-7 8 57 0 0,-9 7-169 0 0,-13 9 25 0 0,-11 9-385 0 0,-15 9-449 0 0,-15 7 63 0 0,-16 8-329 0 0,-18 6-182 0 0,-17 7-307 0 0,-17 4-83 0 0,-13 5-64 0 0,-9 0-713 0 0,3-3-926 0 0,-1-1-3468 0 0,35-19-11 0 0</inkml:trace>
  <inkml:trace contextRef="#ctx0" brushRef="#br2" timeOffset="2896.084">3664 9504 1068 0 0,'0'0'0'0'0,"0"0"1424"0"0,0 0-812 0 0,0 0-66 0 0,0 0-414 0 0,0 0 1 0 0,0 0 30 0 0,0 0 107 0 0,0 0 50 0 0,0 0 2195 0 0,0 0-1896 0 0,0 0 92 0 0,2-4-365 0 0,0-3-110 0 0,1-2-219 0 0,-1-2 7 0 0,-1-2-113 0 0,0 0 102 0 0,0-2-27 0 0,-1 0 13 0 0,0-1 62 0 0,0-1 89 0 0,0-2 96 0 0,0 0 107 0 0,0-3-98 0 0,0-2 189 0 0,0-3-142 0 0,0-2-121 0 0,-1-4-54 0 0,-2-2-119 0 0,0-4 68 0 0,-2-4-87 0 0,-3-3 28 0 0,-1-4 41 0 0,-3-3-74 0 0,0-3 11 0 0,-1-2-173 0 0,-1-1 107 0 0,0-1 79 0 0,0-1-25 0 0,-1-2 171 0 0,-1 0-49 0 0,-2-3 52 0 0,0-2-4 0 0,-1-4-17 0 0,-2-2-7 0 0,-1-3-130 0 0,-1-2 17 0 0,-1-4-13 0 0,-2-2 48 0 0,0-2 177 0 0,-1-2 126 0 0,1 0-18 0 0,2 0 79 0 0,3 0-43 0 0,3 3 26 0 0,4 2-64 0 0,3 3-75 0 0,3 3-38 0 0,1 3 31 0 0,0 4-104 0 0,-1 1 159 0 0,-1 2-78 0 0,-2 1 9 0 0,-1 1-172 0 0,-1-1-56 0 0,-1-1-70 0 0,0-1-17 0 0,-1-1 80 0 0,3-3-22 0 0,0-1-97 0 0,3-3 134 0 0,2-3-87 0 0,2 0 125 0 0,3-2-76 0 0,1-1 26 0 0,4 0 69 0 0,3 1 20 0 0,6 1-47 0 0,1 3-47 0 0,3 2 8 0 0,1 5-79 0 0,0 3 90 0 0,-1 3-44 0 0,-3 4-46 0 0,-2 2 14 0 0,-2 1-50 0 0,-3 2-58 0 0,-2-1 52 0 0,-1 0 25 0 0,-1 0-22 0 0,0-2 133 0 0,-1 0-42 0 0,0-1 18 0 0,1-2-60 0 0,1 0 77 0 0,2-2-26 0 0,1 0-47 0 0,2 0-77 0 0,2 1 163 0 0,2 1-59 0 0,0 2 21 0 0,0 2-65 0 0,0 3 4 0 0,-1 3-61 0 0,-2 3-4 0 0,-1 3-46 0 0,-3 2-50 0 0,-1 3 169 0 0,-2 2 54 0 0,-2 2-4 0 0,0 1 10 0 0,0 1-3 0 0,0-1-140 0 0,0 0-114 0 0,-1-2-78 0 0,3-2-306 0 0,3-3-33 0 0,4-1 238 0 0,4-1 34 0 0,2 0 25 0 0,5-1 347 0 0,3-1-32 0 0,2 1 58 0 0,3-1 90 0 0,-2 1-101 0 0,-1 0 222 0 0,-3 2-200 0 0,-2 0 200 0 0,-3 0-248 0 0,-2 1 68 0 0,-3 0-100 0 0,-2-2 2 0 0,1 0-182 0 0,0-1 19 0 0,0-2-78 0 0,0-1-369 0 0,2-1 512 0 0,0 1 23 0 0,2-1 138 0 0,0 1 275 0 0,0 1 138 0 0,0 2 221 0 0,0 3 3 0 0,1 2-188 0 0,-1 4-23 0 0,-2 2-382 0 0,0 3 202 0 0,1 2-280 0 0,-2 0 24 0 0,2 1-131 0 0,0 0-80 0 0,1-1 134 0 0,2 0-184 0 0,2-3 265 0 0,1-1-98 0 0,2-2 129 0 0,2-2 32 0 0,-1-1 312 0 0,1-1-146 0 0,-1-1-72 0 0,-3 1 20 0 0,-2 1-22 0 0,-4 1-162 0 0,-3 2 45 0 0,-3 1-98 0 0,-3 1-160 0 0,-3 1 167 0 0,-1 0 8 0 0,-1 1 49 0 0,-1 0-9 0 0,0 0 14 0 0,-1 0-3 0 0,0-1-106 0 0,1-1 39 0 0,-1-1 2 0 0,1 0-5 0 0,1-2 87 0 0,2 0-38 0 0,3 1 35 0 0,2-1-8 0 0,1 2 3 0 0,2 0 93 0 0,1 1-119 0 0,0 2 20 0 0,0 3-30 0 0,-2 2 45 0 0,-1 3 46 0 0,-2 3-73 0 0,0 3 13 0 0,0 2 9 0 0,-3 2 69 0 0,0 3 41 0 0,-1 3-7 0 0,-1 2-19 0 0,-1 2 3 0 0,0 2 3 0 0,0 1-106 0 0,-1 1 40 0 0,0 1-31 0 0,-1 0-144 0 0,-2 1-156 0 0,0 0 170 0 0,1-1-80 0 0,-1 1-24 0 0,1 0 101 0 0,-2 1 135 0 0,0 0-30 0 0,-2 0 31 0 0,0 2 8 0 0,-2 1 78 0 0,0 1 105 0 0,0 1 59 0 0,1-1-109 0 0,-1 1-5 0 0,0-1-34 0 0,0 1-53 0 0,-2 0 39 0 0,-1 2-91 0 0,-3 2 143 0 0,-3 4-162 0 0,-4 2 275 0 0,-2 4-184 0 0,-5 5 314 0 0,-3 5-250 0 0,-6 6 138 0 0,-6 6-81 0 0,-8 10-40 0 0,-9 9-106 0 0,-9 12-36 0 0,-11 11-88 0 0,-9 8 72 0 0,-6 5 5 0 0,-1 0 134 0 0,4-6-170 0 0,10-10-432 0 0,15-15-537 0 0,17-17-685 0 0,15-16-1129 0 0,15-14-1994 0 0,11-12 2131 0 0</inkml:trace>
  <inkml:trace contextRef="#ctx0" brushRef="#br3" timeOffset="3319.41">3982 838 2284 0 0,'0'0'0'0'0,"0"0"1160"0"0,0 0-672 0 0,0 0 136 0 0,0 0 266 0 0,0 0 383 0 0,0 0-68 0 0,0 0-254 0 0,0 0-227 0 0,0 0-75 0 0,0 0 16 0 0,0 0 96 0 0,28-3-170 0 0,9 2-106 0 0,10 4 110 0 0,5 5-327 0 0,4 8-164 0 0,3 7 37 0 0,4 11-89 0 0,7 12-36 0 0,8 16-30 0 0,10 20 22 0 0,11 26-113 0 0,12 28-118 0 0,11 27-1013 0 0,4 13-3597 0 0,15 18-3297 0 0,-24-33 10083 0 0</inkml:trace>
  <inkml:trace contextRef="#ctx0" brushRef="#br4" timeOffset="4775.104">8022 5284 4092 0 0,'0'0'0'0'0,"0"0"9117"0"0,0 0-8564 0 0,0 0 524 0 0,0 0-1697 0 0,0 0-234 0 0,0 0-247 0 0,0 0-639 0 0,0 0-969 0 0,0 0-2822 0 0,0 0 3670 0 0</inkml:trace>
  <inkml:trace contextRef="#ctx0" brushRef="#br5" timeOffset="4969.095">8526 5063 10709 0 0,'0'0'0'0'0,"0"0"1848"0"0,0 0-1470 0 0,0 0-144 0 0,0 0 53 0 0,0 0-7 0 0,0 0-61 0 0,0 0 102 0 0,0 0-102 0 0,0 0-454 0 0,0 0-245 0 0,1 1-336 0 0,2-1-143 0 0,2-1-604 0 0,1 0-1212 0 0,4-3-2528 0 0,-1 0 3326 0 0</inkml:trace>
  <inkml:trace contextRef="#ctx0" brushRef="#br6" timeOffset="5138.061">9102 4989 11569 0 0,'0'0'0'0'0,"0"0"2208"0"0,0 0-1432 0 0,0 0-1062 0 0,0 0 188 0 0,0 0 18 0 0,0 0-77 0 0,0 0-194 0 0,0 0-516 0 0,0 0-440 0 0,3-1-498 0 0,1-3-929 0 0,1-1-139 0 0,3-2-312 0 0,-1 1 2766 0 0</inkml:trace>
  <inkml:trace contextRef="#ctx0" brushRef="#br7" timeOffset="5326.804">10037 4852 12045 0 0,'0'0'0'0'0,"0"0"1536"0"0,0 0-3584 0 0,0 0 427 0 0,0 0 101 0 0,0 0 1128 0 0,0 0-305 0 0,0 0-1876 0 0,0 0-2614 0 0</inkml:trace>
  <inkml:trace contextRef="#ctx0" brushRef="#br8" timeOffset="5519.318">11340 4536 10425 0 0,'0'0'0'0'0,"0"0"232"0"0,0 0-2278 0 0,0 0 1450 0 0,0 0 1154 0 0,0 0 93 0 0,0 0-39 0 0,0 0-544 0 0,0 0-871 0 0,-5 0-815 0 0,0-2-1355 0 0,0 1-1839 0 0</inkml:trace>
  <inkml:trace contextRef="#ctx0" brushRef="#br9" timeOffset="5690.476">11763 4385 12117 0 0,'0'0'0'0'0,"0"0"1064"0"0,0 0-3141 0 0,0 0-171 0 0,0 0 1103 0 0,0 0-458 0 0,0 0 1242 0 0,0 0 95 0 0,0 0-1741 0 0,0 0-1805 0 0</inkml:trace>
  <inkml:trace contextRef="#ctx0" brushRef="#br10" timeOffset="5881.842">12251 4301 3024 0 0,'0'0'0'0'0,"0"0"2296"0"0,0 0-1404 0 0,0 0-1223 0 0,0 0-1254 0 0,0 0-732 0 0,0 0 386 0 0</inkml:trace>
  <inkml:trace contextRef="#ctx0" brushRef="#br11" timeOffset="6690.536">8497 5394 10797 0 0,'0'0'0'0'0,"0"0"1992"0"0,0 0-910 0 0,0 0-622 0 0,0 0-396 0 0,0 0-127 0 0,0 0 99 0 0,0 0-129 0 0,0 0-404 0 0,0 0-360 0 0,0-2-725 0 0,2-3-956 0 0,3-3-2893 0 0,0 1 2284 0 0</inkml:trace>
  <inkml:trace contextRef="#ctx0" brushRef="#br12" timeOffset="6836.622">10066 5027 3068 0 0,'0'0'0'0'0,"0"0"8677"0"0,0 0-9460 0 0,0 0-980 0 0,0 0-1970 0 0,0 0 44 0 0,0 0 2275 0 0</inkml:trace>
  <inkml:trace contextRef="#ctx0" brushRef="#br13" timeOffset="7011.324">10848 4639 12437 0 0,'0'0'0'0'0,"0"0"1856"0"0,0 0-3813 0 0,0 0-935 0 0,0 0-3216 0 0,0 0 3127 0 0</inkml:trace>
  <inkml:trace contextRef="#ctx0" brushRef="#br14" timeOffset="7184.854">11674 4339 11041 0 0,'0'0'0'0'0,"0"0"1488"0"0,0 0-3416 0 0,0 0 822 0 0,0 0-561 0 0,0 0-12 0 0,0 0-192 0 0,0 0-562 0 0,0 0 661 0 0</inkml:trace>
  <inkml:trace contextRef="#ctx0" brushRef="#br15" timeOffset="7350.29">12448 4124 10333 0 0,'0'0'0'0'0,"0"0"2776"0"0,0 0-4223 0 0,0 0-2411 0 0,0 0 286 0 0,0 0-690 0 0</inkml:trace>
  <inkml:trace contextRef="#ctx0" brushRef="#br16" timeOffset="7513.95">13230 3783 11909 0 0,'0'0'0'0'0,"0"0"1256"0"0,0 0-3845 0 0,0 0-1670 0 0,0 0 583 0 0,0 0 1290 0 0</inkml:trace>
  <inkml:trace contextRef="#ctx0" brushRef="#br17" timeOffset="7701.645">14279 3441 11925 0 0,'0'0'0'0'0,"0"0"1612"0"0,0 0-3911 0 0,0 0 516 0 0,0 0-98 0 0,0 0 760 0 0,0 0 435 0 0,0 0-318 0 0,0 0-731 0 0,0 0-1544 0 0</inkml:trace>
  <inkml:trace contextRef="#ctx0" brushRef="#br18" timeOffset="7882.441">15472 2903 11297 0 0,'0'0'0'0'0,"0"0"2252"0"0,0 0-2123 0 0,0 0-1102 0 0,0 0 316 0 0,0 0 236 0 0,0 0 39 0 0,0 0-11 0 0,0 0-414 0 0,0 0-741 0 0,6-20-745 0 0,7-6-479 0 0,-1-1-776 0 0</inkml:trace>
  <inkml:trace contextRef="#ctx0" brushRef="#br19" timeOffset="8054.094">16323 2314 12685 0 0,'0'0'0'0'0,"0"0"1860"0"0,0 0-3817 0 0,0 0 1529 0 0,0 0-284 0 0,0 0 396 0 0,0 0 232 0 0,0 0-280 0 0,0 0-709 0 0,0 0-1173 0 0,0 0-385 0 0,-11-14-1486 0 0,0 0 4029 0 0</inkml:trace>
  <inkml:trace contextRef="#ctx0" brushRef="#br20" timeOffset="8234.033">17230 1907 6341 0 0,'0'0'0'0'0,"0"0"6500"0"0,0 0-6300 0 0,0 0-809 0 0,0 0-504 0 0,0 0 894 0 0,0 0 64 0 0,0 0-577 0 0,0 0-913 0 0,0 0-1214 0 0,12-10-1028 0 0,0 0 2383 0 0</inkml:trace>
  <inkml:trace contextRef="#ctx0" brushRef="#br21" timeOffset="8592.23">18145 2055 11597 0 0,'0'0'0'0'0,"0"0"1640"0"0,0 0-2781 0 0,0 0 150 0 0,0 0 968 0 0,0 0 475 0 0,0 0-276 0 0,0 0-1119 0 0,0 0-5 0 0,7-3-315 0 0,3-1-992 0 0,0-4-2056 0 0,-1 1 2622 0 0</inkml:trace>
  <inkml:trace contextRef="#ctx0" brushRef="#br22" timeOffset="8847.308">17778 2250 4224 0 0,'0'0'0'0'0,"0"0"3205"0"0,0 0-1789 0 0,0 0-1304 0 0,0 0-1141 0 0,0 0-787 0 0,22-19-822 0 0,0-2-994 0 0</inkml:trace>
  <inkml:trace contextRef="#ctx0" brushRef="#br23" timeOffset="9034.957">18871 1815 8837 0 0,'0'0'0'0'0,"0"0"2636"0"0,0 0-1624 0 0,0 0-735 0 0,0 0-319 0 0,0 0 115 0 0,0 0-170 0 0,0 0-33 0 0,0 0-421 0 0,0 0-368 0 0,0 0-395 0 0,-10-5-1275 0 0,0-1-668 0 0,0 0-806 0 0</inkml:trace>
  <inkml:trace contextRef="#ctx0" brushRef="#br24" timeOffset="9222.805">19741 1401 3676 0 0,'0'0'0'0'0,"0"0"7633"0"0,0 0-7216 0 0,0 0 508 0 0,0 0-1152 0 0,0 0 295 0 0,0 0-183 0 0,0 0-192 0 0,0 0-555 0 0,0 0-193 0 0,-4-5-376 0 0,3-3 15 0 0,2-2-1115 0 0,4-2 1196 0 0,4-2-1506 0 0,1 2 2542 0 0</inkml:trace>
  <inkml:trace contextRef="#ctx0" brushRef="#br25" timeOffset="9355.434">20298 1186 6369 0 0,'0'0'0'0'0,"0"0"6084"0"0,0 0-5534 0 0,0 0 638 0 0,0 0-937 0 0,0 0 442 0 0,0 0 547 0 0,0 0-598 0 0,0 0-470 0 0,0 0-979 0 0,-25 11-524 0 0,-5 1-1487 0 0,-6 2-3409 0 0,4-3 117 0 0</inkml:trace>
  <inkml:trace contextRef="#ctx0" brushRef="#br26" timeOffset="10852.607">3635 3730 248 0 0,'0'0'0'0'0,"0"0"0"0"0</inkml:trace>
  <inkml:trace contextRef="#ctx0" brushRef="#br27" timeOffset="13936.251">2789 1 4060 0 0,'0'0'0'0'0,"0"0"4373"0"0,0 0-3879 0 0,0 0 413 0 0,0 0-323 0 0,0 0 530 0 0,0 0 0 0 0,0 0 37 0 0,0 0-222 0 0,20 19-261 0 0,7 9-48 0 0,7 10-114 0 0,1 6-63 0 0,-2 7-118 0 0,-3 4-129 0 0,-6 4-124 0 0,-5 2-58 0 0,-7 1-8 0 0,-4 0-134 0 0,-4-2 76 0 0,-6-3-100 0 0,-5-2 40 0 0,-6-2-89 0 0,-7-3-177 0 0,-7 0-136 0 0,-6-2-330 0 0,-7-1-607 0 0,-3-4-1037 0 0,-6-2-2704 0 0,8-10-1128 0 0</inkml:trace>
  <inkml:trace contextRef="#ctx0" brushRef="#br28" timeOffset="11255.15">386 454 4060 0 0,'0'0'0'0'0,"0"0"1380"0"0,0 0-1185 0 0,0 0 385 0 0,44-13-654 0 0,18-3-190 0 0,15-1-449 0 0,8 2-956 0 0,2 3 958 0 0,-4 6 357 0 0,-6 6-39 0 0,-7 6-56 0 0,-10 5 282 0 0,-10 4 171 0 0,-11 4-13 0 0,-12 2 155 0 0,-10 1-186 0 0,-8 1 62 0 0,-7 0-1226 0 0,-3-4 951 0 0</inkml:trace>
  <inkml:trace contextRef="#ctx0" brushRef="#br29" timeOffset="11973.493">753 426 1656 0 0,'0'0'0'0'0,"0"0"2140"0"0,0 0-994 0 0,0 0 742 0 0,0 0-628 0 0,0 0-108 0 0,0 0-94 0 0,0 0-192 0 0,0 0-173 0 0,0 0-168 0 0,0 0-135 0 0,0 0-104 0 0,-12-1-45 0 0,-2-1-122 0 0,-1 1-20 0 0,1 0 42 0 0,1 0 22 0 0,1 0-5 0 0,0 2 67 0 0,-1-1 57 0 0,-3 3-339 0 0,-3 1 117 0 0,-7 2-78 0 0,-3 2 24 0 0,-6 4-124 0 0,-3 2 2 0 0,-1 5 6 0 0,0 4-17 0 0,1 4-136 0 0,4 4 319 0 0,5 4-95 0 0,7 2 48 0 0,6 2-7 0 0,6 0 12 0 0,5-1 24 0 0,6-2-48 0 0,8-3-72 0 0,5-4 107 0 0,6-4-33 0 0,6-4 7 0 0,5-3 6 0 0,5-2 8 0 0,3-3-3 0 0,3-1-12 0 0,1-3-112 0 0,2-2 58 0 0,-1-2 65 0 0,-1-2 67 0 0,-2-3-13 0 0,0-4 163 0 0,-1-5-76 0 0,-1-4-12 0 0,-1-6-155 0 0,-1-5 26 0 0,-4-5-224 0 0,-3-3 24 0 0,-6-4-67 0 0,-5-3 172 0 0,-7-2-49 0 0,-5-2 46 0 0,-6-1 40 0 0,-6-2 51 0 0,-8 0 45 0 0,-8-1-2 0 0,-8 1 6 0 0,-8 3-45 0 0,-6 3 3 0 0,-5 5 94 0 0,-4 5 79 0 0,-3 7-139 0 0,-1 6-38 0 0,-1 7-231 0 0,-2 6-93 0 0,-2 7-34 0 0,-1 7-88 0 0,-1 7 30 0 0,0 7 32 0 0,0 8 44 0 0,5 6-186 0 0,6 7-684 0 0,9 6-709 0 0,10 2-392 0 0,11 6-234 0 0,10-9-277 0 0</inkml:trace>
  <inkml:trace contextRef="#ctx0" brushRef="#br30" timeOffset="12331.142">817 617 5745 0 0,'0'0'0'0'0,"0"0"392"0"0,0 0-322 0 0,0 0 535 0 0,0 0 402 0 0,0 0 211 0 0,0 0-370 0 0,0 0-244 0 0,0 0-197 0 0,0 0-103 0 0,-2 0-110 0 0,-1 2 41 0 0,1 5 42 0 0,2 4-61 0 0,5 6 37 0 0,7 8-58 0 0,6 7-73 0 0,7 8 19 0 0,3 7 43 0 0,3 5-132 0 0,0 6 120 0 0,-2 3 44 0 0,-3 0 254 0 0,-6 1-50 0 0,-6-3-82 0 0,-5-2-26 0 0,-7-5-107 0 0,-7-5 55 0 0,-8-4-25 0 0,-9-5-41 0 0,-9-3-118 0 0,-9-4-63 0 0,-8-3 158 0 0,-8-3-215 0 0,-9-3-158 0 0,-6-5-144 0 0,-4-5-432 0 0,-4-4-262 0 0,2-6-417 0 0,4-7-580 0 0,7-6-708 0 0,7-8-1359 0 0,15 0 772 0 0</inkml:trace>
  <inkml:trace contextRef="#ctx0" brushRef="#br31" timeOffset="12792.072">1474 93 6717 0 0,'0'0'0'0'0,"0"0"1288"0"0,0 0-537 0 0,0 0-145 0 0,-30 23 424 0 0,-11 9 49 0 0,-11 9 8 0 0,-3 6-261 0 0,-1 2 23 0 0,3 1-267 0 0,5 0-266 0 0,7-2-91 0 0,9-1-74 0 0,8-1-61 0 0,8-2-96 0 0,9 0-40 0 0,10-1-170 0 0,12-1 22 0 0,13 0-90 0 0,12-1-206 0 0,11-2-333 0 0,9-3-165 0 0,6-4-321 0 0,5-6-130 0 0,3-5-284 0 0,1-7-149 0 0,-5-5-309 0 0,-1-6 17 0 0,-16-3 358 0 0</inkml:trace>
  <inkml:trace contextRef="#ctx0" brushRef="#br32" timeOffset="13112.464">1684 198 6005 0 0,'0'0'0'0'0,"0"0"2160"0"0,0 0-1344 0 0,0 0-3 0 0,0 0 49 0 0,0 0 383 0 0,0 0-243 0 0,0 0-260 0 0,0 0-138 0 0,0 0 115 0 0,0 0-52 0 0,0 0-213 0 0,27 22-190 0 0,11 9-155 0 0,10 9-98 0 0,5 5-69 0 0,3 3-5 0 0,0 1-148 0 0,-2 0-73 0 0,-3-1 8 0 0,-2 0-188 0 0,-5-3 193 0 0,-3-2-52 0 0,-3-3-25 0 0,-3-2-18 0 0,-4-5 2 0 0,-2-2-158 0 0,-3-3-26 0 0,-1-5-203 0 0,-5-1-302 0 0,-4-4-457 0 0,-3-2-589 0 0,-5-2-1073 0 0,-3-4-760 0 0</inkml:trace>
  <inkml:trace contextRef="#ctx0" brushRef="#br33" timeOffset="13458.213">1978 205 6717 0 0,'0'0'0'0'0,"0"0"1444"0"0,0 0-733 0 0,0 0-154 0 0,0 0 60 0 0,0 0 168 0 0,0 0 319 0 0,0 0-130 0 0,-14 22-172 0 0,-4 6-5 0 0,-4 9-104 0 0,0 3-64 0 0,-1 4-73 0 0,1 2 16 0 0,-2 4-241 0 0,0 2-186 0 0,-1 3-134 0 0,-1 2-290 0 0,2 1-157 0 0,1 0-237 0 0,3-2-337 0 0,5-3-469 0 0,5-5-801 0 0,5-5-1868 0 0,9-9-958 0 0,2-9 3565 0 0</inkml:trace>
  <inkml:trace contextRef="#ctx0" brushRef="#br34" timeOffset="34439.941">8255 5360 272 0 0,'0'0'0'0'0,"0"0"132"0"0,0 0 107 0 0,0 0-128 0 0,0 0-27 0 0,0 0 1448 0 0,0 0-1178 0 0,0 0 236 0 0,0 0-130 0 0,0 0-52 0 0,0 0-77 0 0,11-5 110 0 0,0-1-34 0 0,-1 0 22 0 0,-1 2-2 0 0,-2 0 52 0 0,-3 2 56 0 0,-2 1-167 0 0,-1 2-413 0 0,-1 0-112 0 0,1 0-419 0 0,-1 1-108 0 0,1 0-154 0 0,1 1-50 0 0,1 0 77 0 0,2-1 205 0 0,2 0 374 0 0,0 0-290 0 0,2 0 109 0 0,0 0 179 0 0,-1-1 67 0 0,0-1-128 0 0,-2 1-102 0 0,0-1-262 0 0,-3 0 671 0 0,0 0-80 0 0</inkml:trace>
  <inkml:trace contextRef="#ctx0" brushRef="#br35" timeOffset="34582.338">8255 5360 116 0 0,'0'0'0'0'0,"0"0"0"0"0</inkml:trace>
  <inkml:trace contextRef="#ctx0" brushRef="#br36" timeOffset="36233.036">8255 5360 116 0 0,'0'0'0'0'0,"20"8"368"0"0,10 2-294 0 0,-1-2 84 0 0,-2-4 737 0 0,-4-3-679 0 0,-5-3-151 0 0,-2-2-18 0 0,-3-2-42 0 0,-2-2-18 0 0,-1 1 12 0 0,1-1 0 0 0,-1 0 103 0 0,1 0 265 0 0,-1 1-41 0 0,1-1 20 0 0,0 1-127 0 0,0-1-43 0 0,0 1 8 0 0,-1 0 15 0 0,0 1-179 0 0,0 0-4 0 0,-1 0-8 0 0,2 1 6 0 0,-1-1 118 0 0,0 1 92 0 0,-1 0-50 0 0,1-1-100 0 0,0 1 112 0 0,0 0-42 0 0,-1-1-90 0 0,1 0-42 0 0,0 0 58 0 0,2-1 2 0 0,0-1-74 0 0,2-1 15 0 0,2 0-12 0 0,2 0-1 0 0,2-1-9 0 0,3-1 2 0 0,1 0-103 0 0,2 1 126 0 0,2 0-88 0 0,0 0 87 0 0,2 1 23 0 0,-2 1 56 0 0,1 1 92 0 0,-4 0 199 0 0,-1 0-114 0 0,-3 1 97 0 0,-2 0-69 0 0,-2 0-88 0 0,-2 0-50 0 0,1-1-69 0 0,0 0-92 0 0,2 0 14 0 0,2-1-102 0 0,2-1 113 0 0,3-1 145 0 0,2 0-22 0 0,1-1-90 0 0,2 0 6 0 0,0 0 220 0 0,3 1 109 0 0,1 0-210 0 0,0 1-45 0 0,-1 0 12 0 0,0 0-158 0 0,-2 0 208 0 0,0 0-68 0 0,-1 1-158 0 0,-2-1-51 0 0,-1 0-29 0 0,-2 1 9 0 0,-1 0 51 0 0,0-1 46 0 0,-2 1-13 0 0,1 0 14 0 0,-2 0-95 0 0,1 0 116 0 0,-1 0-122 0 0,0 0 120 0 0,-1 0-32 0 0,1 0 86 0 0,1 1-95 0 0,0-1-136 0 0,2 0 205 0 0,2 0-16 0 0,2 0-48 0 0,4-1 24 0 0,1 0 85 0 0,4 0-120 0 0,2-2-6 0 0,2 0 32 0 0,1-1-1 0 0,2-1 74 0 0,1-1-93 0 0,1-2-76 0 0,1 1 119 0 0,1-1-264 0 0,1-1 68 0 0,2 0-187 0 0,2 0 30 0 0,2-1-61 0 0,2-1-9 0 0,2 0 93 0 0,-1-1 59 0 0,-1 0-86 0 0,0 1 215 0 0,-3 0-15 0 0,-2 1 138 0 0,-2 1-108 0 0,-2 1 36 0 0,-2 0-53 0 0,-2 1-6 0 0,0 1-179 0 0,0 0 118 0 0,1 0-269 0 0,0 1-122 0 0,0 0 94 0 0,-1-1-43 0 0,1 0 326 0 0,-2 0 59 0 0,0 1 142 0 0,-2-1 43 0 0,0 1 21 0 0,-2 0 92 0 0,-2 1-88 0 0,-2-1-71 0 0,-1 1 15 0 0,0 1-18 0 0,1-1-51 0 0,0 0-107 0 0,1 0-323 0 0,1-1 22 0 0,1-1-93 0 0,0 0 662 0 0,2-2-32 0 0,0 1-102 0 0,1-2 354 0 0,-1 1 112 0 0,-1 0 129 0 0,-1-1-391 0 0,-1 1 116 0 0,0 0-22 0 0,0-1-220 0 0,0 1-15 0 0,0-1 128 0 0,2 1-139 0 0,0 0-16 0 0,0 1 0 0 0,1 0-78 0 0,1 0 20 0 0,-1 2-28 0 0,1-1 98 0 0,0 2-25 0 0,-1-1 129 0 0,1 1-61 0 0,1-1-54 0 0,0 1 205 0 0,-1 0 85 0 0,1-1 44 0 0,-1 0-285 0 0,0 1-30 0 0,-2-1-63 0 0,0 1 51 0 0,-1-1-19 0 0,0 1-8 0 0,-1 0 5 0 0,1-1-62 0 0,0 1 91 0 0,2-1-25 0 0,-1-1 9 0 0,2-1 132 0 0,1 0-154 0 0,0-1 182 0 0,1-1-21 0 0,0 0 131 0 0,-2-1 156 0 0,-1 1-115 0 0,-2 1-91 0 0,-3 1-73 0 0,-3 2-52 0 0,-2 0-30 0 0,-2 1-69 0 0,-1 1 10 0 0,-1 1-18 0 0,0-1 12 0 0,0 0-56 0 0,1 0 68 0 0,3-1-13 0 0,2-1 42 0 0,2-1-47 0 0,3-2 7 0 0,0 1 2 0 0,1-2-7 0 0,0 0 62 0 0,-1 1-69 0 0,-2 1 33 0 0,0 0 46 0 0,-3 2 3 0 0,0 1-29 0 0,0 0 40 0 0,2 2 5 0 0,2 0-19 0 0,2-1-76 0 0,3 1 16 0 0,3 0-15 0 0,2-1 5 0 0,3-1-1 0 0,4-2 140 0 0,3 0-171 0 0,3-3 137 0 0,0-1 71 0 0,0-1-101 0 0,0-1-21 0 0,0-1-55 0 0,-1 0-99 0 0,-2 0 125 0 0,-2 0-175 0 0,-1 1 187 0 0,-1 1-179 0 0,-2 1 111 0 0,-3 1-44 0 0,-1 1 26 0 0,-1 1 54 0 0,-2 1-14 0 0,0 0 22 0 0,0 0-18 0 0,-1 1 85 0 0,1-1-29 0 0,0 0-48 0 0,2-2 96 0 0,3 1-111 0 0,2-2 30 0 0,2 0-20 0 0,2 0 3 0 0,1 0-2 0 0,-1 1 46 0 0,0 1-59 0 0,-2 2 20 0 0,-2 1 7 0 0,-1 1-4 0 0,-2 1-12 0 0,0 1 18 0 0,0 0 82 0 0,-1 1-32 0 0,-1 1 11 0 0,-1-1 32 0 0,0 2-126 0 0,0-2 33 0 0,1 1-29 0 0,2 0-72 0 0,2-1 29 0 0,3-1-158 0 0,2 0 113 0 0,1-2-205 0 0,3 0 132 0 0,0-1 124 0 0,1-2 36 0 0,-1-1 4 0 0,2 0 131 0 0,-3-3-53 0 0,0-1 13 0 0,-2 0 15 0 0,-2-1-109 0 0,-1 0 27 0 0,-3 0-23 0 0,-1 0 12 0 0,-2 1-126 0 0,-2-1 93 0 0,0 1-90 0 0,1 1 56 0 0,-2-1-21 0 0,0 0 24 0 0,0 0-38 0 0,-1 1 110 0 0,-1 0-24 0 0,-2 2 133 0 0,-1 0 27 0 0,-2 1-13 0 0,-1 0 12 0 0,-1 2-110 0 0,2 1 83 0 0,-1 0-142 0 0,3 0-176 0 0,3 0 32 0 0,2 0-23 0 0,2 0 68 0 0,2 1-2 0 0,1 0 62 0 0,-1 1 65 0 0,-1 0 60 0 0,-1 2 19 0 0,-2 0 39 0 0,-2 1 124 0 0,-3 1-13 0 0,-4 1-168 0 0,-1 0-54 0 0,-4 1 1 0 0,0-1-14 0 0,-3-1 3 0 0,0 0 14 0 0,1-1 89 0 0,0-2-122 0 0,2 0 120 0 0,2-2 57 0 0,1-1 78 0 0,4-2-284 0 0,1 0 86 0 0,2-1-37 0 0,2-1-62 0 0,-1 1 64 0 0,0-1-68 0 0,-1 2 6 0 0,-2 0 57 0 0,-3 1-9 0 0,-2 1-4 0 0,-3 1 9 0 0,-3 2-2 0 0,-2 0-52 0 0,0 2-124 0 0,0 0-52 0 0,1 0-15 0 0,1 0-86 0 0,3 1-82 0 0,2-1-286 0 0,0 0-586 0 0,-2-1-1255 0 0,-3 1 2079 0 0,-7 0 367 0 0</inkml:trace>
  <inkml:trace contextRef="#ctx0" brushRef="#br37" timeOffset="58584.564">6381 6263 1240 0 0,'0'0'0'0'0,"0"0"1668"0"0,0 0-1521 0 0,0 0 150 0 0,0 0 3294 0 0,0 0-2683 0 0,0 0 163 0 0,0 0-526 0 0,0 0-130 0 0,0 0 0 0 0,-5-3 72 0 0,-1-1-26 0 0,0 0-74 0 0,1 0-7 0 0,-1 0-50 0 0,2 2-94 0 0,-1 0 23 0 0,1 1 13 0 0,0 0-129 0 0,1 1-153 0 0,-1 0-5 0 0,0 2-136 0 0,0 2-32 0 0,2 2-122 0 0,0 2 119 0 0,4 2 74 0 0,2 3-49 0 0,4-1 81 0 0,4 1-76 0 0,3-2-69 0 0,2-2 37 0 0,1-3 130 0 0,1-2 50 0 0,-1-3 84 0 0,0-2-13 0 0,-1-3 46 0 0,-1-2 18 0 0,-1-4-92 0 0,-3-2-21 0 0,-2-3-8 0 0,-3 0-61 0 0,-3-2-4 0 0,-2 0 73 0 0,-5 1 138 0 0,-6 0-138 0 0,-3 2 53 0 0,-3 1 106 0 0,0 3 171 0 0,1 3-55 0 0,1 2-209 0 0,2 4-64 0 0,1 4-194 0 0,2 3 38 0 0,3 3 154 0 0,2 4-337 0 0,2 2 402 0 0,2 3-237 0 0,4-1-113 0 0,5-1 285 0 0,2-2-195 0 0,4-3 128 0 0,0-3-79 0 0,-1-3-66 0 0,-3-1-14 0 0,-2-3 16 0 0,-4 0-16 0 0,-2-1 131 0 0,-3-1-28 0 0,0-2-208 0 0,-2-2-341 0 0,1-1 65 0 0,-1-2 232 0 0,1 1-65 0 0,-2 0-268 0 0,-2 1 239 0 0,-1 4-894 0 0,0 5-4 0 0,-1 8-1200 0 0,8-2 849 0 0,1 0 1950 0 0</inkml:trace>
  <inkml:trace contextRef="#ctx0" brushRef="#br38" timeOffset="61018.77">6070 9050 1892 0 0,'0'0'0'0'0,"0"0"1732"0"0,0 0-1745 0 0,0 0 284 0 0,0 0 194 0 0,0 0 2119 0 0,0 0-1668 0 0,0 0 593 0 0,0 0-508 0 0,0 0-312 0 0,0 0-401 0 0,-8-7 0 0 0,-2 1-92 0 0,1 1 92 0 0,2 5-89 0 0,1 3-50 0 0,3 4 61 0 0,1 3-25 0 0,1 3-25 0 0,1 1 13 0 0,0 1-10 0 0,1 2 34 0 0,-2 0-56 0 0,0 3-160 0 0,-2 1 35 0 0,-1 3-27 0 0,-3 2-122 0 0,-2 4 67 0 0,-1 2-190 0 0,-1 3-70 0 0,-2 3-110 0 0,0 2-207 0 0,-1-1-88 0 0,0 0-330 0 0,2-2-535 0 0,2-3-1193 0 0,3-1-1209 0 0,2-7 2718 0 0</inkml:trace>
  <inkml:trace contextRef="#ctx0" brushRef="#br39" timeOffset="61725.672">5962 10297 3676 0 0,'0'0'0'0'0,"0"0"2361"0"0,0 0-1191 0 0,0 0-360 0 0,0 0-138 0 0,0 0 191 0 0,0 0-10 0 0,0 0-213 0 0,0 0-120 0 0,25 21-191 0 0,7 6-129 0 0,5 7-134 0 0,2 2-56 0 0,-5 0-74 0 0,-4-2-64 0 0,-6-1-152 0 0,-5-4-236 0 0,-6-4-248 0 0,-3-4-289 0 0,-4-3-815 0 0,-2-4-1565 0 0,-2-3-799 0 0</inkml:trace>
  <inkml:trace contextRef="#ctx0" brushRef="#br40" timeOffset="61914.588">5841 10575 7129 0 0,'0'0'0'0'0,"0"0"1560"0"0,0 0-1246 0 0,0 0 505 0 0,0 0 289 0 0,0 0 370 0 0,28-22-512 0 0,14-8-64 0 0,14-8-231 0 0,10-5-496 0 0,3-1-136 0 0,3 0-446 0 0,-4 4-572 0 0,-5 2-631 0 0,-8 5-1610 0 0,-10 4-3845 0 0,-13 8 5889 0 0</inkml:trace>
  <inkml:trace contextRef="#ctx0" brushRef="#br41" timeOffset="63751.978">5724 6321 2568 0 0,'0'0'0'0'0,"0"0"1384"0"0,0 0-1465 0 0,0 0 3919 0 0,0 0-3044 0 0,0 0 777 0 0,0 0-449 0 0,0 0-241 0 0,0 0-344 0 0,0 0-172 0 0,0 0-150 0 0,0 0-193 0 0,-5-2 3 0 0,0 0-184 0 0,0 0-32 0 0,1 0-96 0 0,1 1-217 0 0,1 0-194 0 0,-1 1-322 0 0,0 0-736 0 0,-5 1-3088 0 0,13 2 1103 0 0,1-1 4408 0 0</inkml:trace>
  <inkml:trace contextRef="#ctx0" brushRef="#br42" timeOffset="63935.926">5115 6330 7233 0 0,'0'0'0'0'0,"0"0"1180"0"0,0 0-831 0 0,0 0 373 0 0,0 0-264 0 0,0 0 44 0 0,0 0-55 0 0,0 0-428 0 0,0 0-809 0 0,0 0-829 0 0,0 0-1452 0 0,-22-7-1101 0 0,0 0 3371 0 0</inkml:trace>
  <inkml:trace contextRef="#ctx0" brushRef="#br43" timeOffset="64148.02">4022 6386 5244 0 0,'0'0'0'0'0,"0"0"2109"0"0,0 0-1443 0 0,0 0 543 0 0,0 0-379 0 0,0 0-218 0 0,0 0-319 0 0,0 0-286 0 0,0 0-92 0 0,0 0-11 0 0,-18-7-81 0 0,-2 0-341 0 0,-1-2-467 0 0,4 2-834 0 0,3 0-2326 0 0,4 2 1069 0 0</inkml:trace>
  <inkml:trace contextRef="#ctx0" brushRef="#br44" timeOffset="64336.106">3635 6385 4072 0 0,'0'0'0'0'0,"0"0"3193"0"0,0 0-2881 0 0,0 0 497 0 0,0 0-827 0 0,0 0 318 0 0,0 0 252 0 0,0 0 196 0 0,0 0-326 0 0,0 0-258 0 0,0 0-423 0 0,-24-15-83 0 0,-3-1-624 0 0,-2-1-935 0 0,-1 3-2353 0 0,6 4 1562 0 0</inkml:trace>
  <inkml:trace contextRef="#ctx0" brushRef="#br45" timeOffset="65365.49">837 6283 3412 0 0,'0'0'0'0'0,"0"0"1708"0"0,0 0-1278 0 0,0 0 621 0 0,0 0-437 0 0,0 0 377 0 0,0 0-687 0 0,-44 9 71 0 0,-12 3-34 0 0,-7 4-59 0 0,2 1-222 0 0,3 2 201 0 0,6 2 76 0 0,7 1 25 0 0,6 2-268 0 0,5 1 253 0 0,6 2-87 0 0,5 2-69 0 0,7-1-212 0 0,6 1 55 0 0,9-1-34 0 0,9 0-61 0 0,10-1-24 0 0,8-3-118 0 0,8-1 70 0 0,5-2 153 0 0,3-4-46 0 0,3-3 26 0 0,1-3-89 0 0,1-3-7 0 0,0-3 118 0 0,0-2-39 0 0,2-3 17 0 0,2-5-47 0 0,3-4-177 0 0,1-4-107 0 0,3-4-76 0 0,-1-3-24 0 0,-1-3-5 0 0,-1 0 70 0 0,-5-2 194 0 0,-3 1-251 0 0,-4 1 316 0 0,-5 0 0 0 0,-6 1 108 0 0,-5 1 59 0 0,-6 0 26 0 0,-7 2 90 0 0,-5-2-48 0 0,-7 1-148 0 0,-9-1-171 0 0,-10-2-793 0 0,-13 1 253 0 0,-11 0-108 0 0,-10 1 900 0 0,-9 3-436 0 0,-7 3 438 0 0,-4 4-86 0 0,-2 4 930 0 0,-2 6-311 0 0,1 5-426 0 0,0 8 599 0 0,3 6-134 0 0,3 6 57 0 0,7 5-265 0 0,7 5-74 0 0,9 1-326 0 0,10 3 11 0 0,11-1-318 0 0,10 0-240 0 0,12-1-637 0 0,16-2-274 0 0,14-2-999 0 0,10-3 382 0 0,-2-8 235 0 0</inkml:trace>
  <inkml:trace contextRef="#ctx0" brushRef="#br46" timeOffset="65708.622">1289 6673 1540 0 0,'0'0'0'0'0,"0"0"1432"0"0,0 0-480 0 0,0 0 645 0 0,0 0-498 0 0,0 0-108 0 0,0 0-315 0 0,0 0-195 0 0,0 0-144 0 0,-24 19 160 0 0,-3 4-383 0 0,-1 6 326 0 0,3 1 266 0 0,4 2-682 0 0,3 1 278 0 0,3 0 30 0 0,1 0-269 0 0,-3 2 297 0 0,-2 0-127 0 0,-4 1-44 0 0,-5 2 14 0 0,-5-1-220 0 0,-3 2 152 0 0,-5-1-163 0 0,-2 0 34 0 0,-2-3-64 0 0,0-2 13 0 0,1-3 44 0 0,3-6-135 0 0,2-5-188 0 0,3-6-72 0 0,2-5-162 0 0,2-6-713 0 0,2-9-175 0 0,4-5-1454 0 0,2-11 9 0 0,7 1 313 0 0</inkml:trace>
  <inkml:trace contextRef="#ctx0" brushRef="#br47" timeOffset="66371.645">1930 6232 1240 0 0,'0'0'0'0'0,"0"0"1604"0"0,0 0 89 0 0,0 0 35 0 0,0 0-658 0 0,0 0-308 0 0,0 0-146 0 0,0 0-128 0 0,0 0 144 0 0,0 0-285 0 0,0 0-3 0 0,0 0 184 0 0,-29-8 12 0 0,-7 0-331 0 0,-7 1-42 0 0,-2 2 339 0 0,0 5-91 0 0,0 3-313 0 0,2 4 160 0 0,0 4 23 0 0,1 6-78 0 0,-1 4-176 0 0,2 5 120 0 0,1 6-179 0 0,2 4 37 0 0,4 4-123 0 0,5 4 137 0 0,7 2-173 0 0,6 0-106 0 0,6-1-11 0 0,7-3 170 0 0,7-4-145 0 0,4-5 139 0 0,6-5 9 0 0,3-5-136 0 0,2-5-30 0 0,3-2-212 0 0,3-2 56 0 0,2-2-430 0 0,2 0-366 0 0,3 0-185 0 0,3 0-1151 0 0,0-1 60 0 0,4 1-275 0 0,-7-3 3249 0 0</inkml:trace>
  <inkml:trace contextRef="#ctx0" brushRef="#br48" timeOffset="66759.103">2067 6369 4364 0 0,'0'0'0'0'0,"0"0"2057"0"0,0 0-1261 0 0,0 0 327 0 0,0 0-231 0 0,0 0-38 0 0,0 0-144 0 0,0 0-254 0 0,0 0-359 0 0,0 0-42 0 0,0 0 7 0 0,0 0-13 0 0,6 20 15 0 0,6 7-151 0 0,4 5 49 0 0,4 2 47 0 0,2-1 23 0 0,1-2-44 0 0,1-3-131 0 0,-3-3-39 0 0,-1-3-92 0 0,-4-2-162 0 0,-3-3-299 0 0,-4-1-564 0 0,-4-1-977 0 0,-1-1-329 0 0,-3-3-1082 0 0</inkml:trace>
  <inkml:trace contextRef="#ctx0" brushRef="#br49" timeOffset="66990.989">1906 6829 5216 0 0,'0'0'0'0'0,"0"0"977"0"0,0 0-991 0 0,0 0 288 0 0,0 0 21 0 0,0 0 910 0 0,0 0 96 0 0,0 0-237 0 0,0 0-363 0 0,0 0-2 0 0,0 0-73 0 0,21-15-140 0 0,4-6-46 0 0,6-4-216 0 0,2-3-149 0 0,-2 0-59 0 0,-2 1-139 0 0,-2 0-207 0 0,-3 1-270 0 0,-1 2-214 0 0,0 1-336 0 0,-1 1-372 0 0,3 1-147 0 0,3 1-779 0 0,0 2 145 0 0,3-1-359 0 0,-6 4 3137 0 0</inkml:trace>
  <inkml:trace contextRef="#ctx0" brushRef="#br50" timeOffset="67369.923">2716 6225 1760 0 0,'0'0'0'0'0,"0"0"2036"0"0,0 0-1054 0 0,0 0-3 0 0,0 0-880 0 0,0 0 171 0 0,0 0 192 0 0,0 0 60 0 0,0 0-163 0 0,0 0-113 0 0,0 0 102 0 0,0 0 117 0 0,-14 16-32 0 0,3 4 396 0 0,4 4-335 0 0,8 1 119 0 0,7 1-290 0 0,5 1-239 0 0,4-1-54 0 0,1 1-136 0 0,-1 1 131 0 0,-2-1-54 0 0,-3 1 32 0 0,-3-1-24 0 0,-4 0 87 0 0,-2-1-44 0 0,-1 0-20 0 0,-3-1 82 0 0,-2 0-102 0 0,-2 1 33 0 0,-1 1-6 0 0,-2 1-11 0 0,-2 0-221 0 0,-1 1-161 0 0,-2 0-439 0 0,1 0-80 0 0,0-2-491 0 0,1-2-1071 0 0,0-2-393 0 0,2-5 608 0 0</inkml:trace>
  <inkml:trace contextRef="#ctx0" brushRef="#br51" timeOffset="81812.686">6349 6319 1212 0 0,'0'0'0'0'0,"0"0"1084"0"0,0 0-490 0 0,0 0-298 0 0,0 0-272 0 0,0 0 30 0 0,0 0-41 0 0,0 0 138 0 0,0 0-25 0 0,3 0 138 0 0,1 0-202 0 0,1 0 1298 0 0,0 0 1081 0 0,0 0-964 0 0,-1 0-118 0 0,0 0-287 0 0,-1 0-316 0 0,-1 0-255 0 0,0 0-167 0 0,0 0-120 0 0,0 0-19 0 0,-1 0-43 0 0,1 0-56 0 0,0 0-72 0 0,2 0-16 0 0,0 0-270 0 0,0 1-35 0 0,1-1-8 0 0,1 1 149 0 0,1 0 74 0 0,0 0 77 0 0,-1 0 100 0 0,0-1 65 0 0,-1 1 86 0 0,0-1 54 0 0,-2 0 41 0 0,1 0-18 0 0,-2 0-7 0 0,0-1 2 0 0,-1 0-62 0 0,-1 0-189 0 0,-1-1-52 0 0,-4-2-89 0 0,-2 0-18 0 0,-4-1 99 0 0,-3 0-258 0 0,-1 0 215 0 0,-1 1-44 0 0,2 0 87 0 0,1 1-22 0 0,1 1-54 0 0,4 1-33 0 0,1 1-37 0 0,3 0 10 0 0,1 0-134 0 0,2 0 28 0 0,1 0 54 0 0,0 1 203 0 0,0 1 82 0 0,1 0 2 0 0,-1 2 54 0 0,1-1-75 0 0,1 0-4 0 0,0 0-1 0 0,2-1-18 0 0,-2 0-66 0 0,1-1 88 0 0,-1-1-2 0 0,0 0 30 0 0,-1 0 29 0 0,0 0-169 0 0,0 0-65 0 0,-1 0-37 0 0,0 0-148 0 0,-2-1-236 0 0,-3-1-453 0 0,-5-1-676 0 0,-2-1-1175 0 0,-4 1-2864 0 0,18 4 3584 0 0,3 1 2180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0:13.72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2358.53125"/>
      <inkml:brushProperty name="anchorY" value="-242051.484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4021.34375"/>
      <inkml:brushProperty name="anchorY" value="-24327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9847.15625"/>
      <inkml:brushProperty name="anchorY" value="-248041.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8475.8125"/>
      <inkml:brushProperty name="anchorY" value="-246767.3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7971.9375"/>
      <inkml:brushProperty name="anchorY" value="-212516.20313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5038.3125"/>
      <inkml:brushProperty name="anchorY" value="-213283.89063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2641.40625"/>
      <inkml:brushProperty name="anchorY" value="-212778.92188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0581.28125"/>
      <inkml:brushProperty name="anchorY" value="-220412.42188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8796.34375"/>
      <inkml:brushProperty name="anchorY" value="-219618.8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0652.59375"/>
      <inkml:brushProperty name="anchorY" value="-221434.343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2179.78125"/>
      <inkml:brushProperty name="anchorY" value="-222900.64063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4327.21875"/>
      <inkml:brushProperty name="anchorY" value="-224814.656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2545.65625"/>
      <inkml:brushProperty name="anchorY" value="-224221.82813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4524.875"/>
      <inkml:brushProperty name="anchorY" value="-225299.562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3136.65625"/>
      <inkml:brushProperty name="anchorY" value="-224200.14063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4548.5625"/>
      <inkml:brushProperty name="anchorY" value="-225417.67188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3256.6875"/>
      <inkml:brushProperty name="anchorY" value="-224182.23438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4636.0625"/>
      <inkml:brushProperty name="anchorY" value="-225444.04688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5933.28125"/>
      <inkml:brushProperty name="anchorY" value="-226695.1562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7363.90625"/>
      <inkml:brushProperty name="anchorY" value="-227888.0312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8633.90625"/>
      <inkml:brushProperty name="anchorY" value="-229158.031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0021.5"/>
      <inkml:brushProperty name="anchorY" value="-230375.04688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8561.40625"/>
      <inkml:brushProperty name="anchorY" value="-228806.062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9846.28125"/>
      <inkml:brushProperty name="anchorY" value="-230079.7812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1160.21875"/>
      <inkml:brushProperty name="anchorY" value="-231320.92188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2430.21875"/>
      <inkml:brushProperty name="anchorY" value="-232590.92188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0818.8125"/>
      <inkml:brushProperty name="anchorY" value="-231227.312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2101.0625"/>
      <inkml:brushProperty name="anchorY" value="-232433.85938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0793.25"/>
      <inkml:brushProperty name="anchorY" value="-231305.3437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2063.25"/>
      <inkml:brushProperty name="anchorY" value="-232575.3437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3333.25"/>
      <inkml:brushProperty name="anchorY" value="-233845.3437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1715.8125"/>
      <inkml:brushProperty name="anchorY" value="-232500.87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2985.8125"/>
      <inkml:brushProperty name="anchorY" value="-233770.875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4255.8125"/>
      <inkml:brushProperty name="anchorY" value="-235040.87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2937.46875"/>
      <inkml:brushProperty name="anchorY" value="-233728.687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4271.46875"/>
      <inkml:brushProperty name="anchorY" value="-234993.3437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5541.46875"/>
      <inkml:brushProperty name="anchorY" value="-236263.3437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7079.53125"/>
      <inkml:brushProperty name="anchorY" value="-237304.46875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5801.65625"/>
      <inkml:brushProperty name="anchorY" value="-235818.14063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4379.1875"/>
      <inkml:brushProperty name="anchorY" value="-234475.92188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5649.1875"/>
      <inkml:brushProperty name="anchorY" value="-235745.92188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6919.1875"/>
      <inkml:brushProperty name="anchorY" value="-237015.92188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8242.28125"/>
      <inkml:brushProperty name="anchorY" value="-238473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6847.0625"/>
      <inkml:brushProperty name="anchorY" value="-237302.75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8302.34375"/>
      <inkml:brushProperty name="anchorY" value="-238396.46875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59657.34375"/>
      <inkml:brushProperty name="anchorY" value="-239666.46875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0927.34375"/>
      <inkml:brushProperty name="anchorY" value="-240936.4687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5358.78125"/>
      <inkml:brushProperty name="anchorY" value="-244662.79688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6814.8125"/>
      <inkml:brushProperty name="anchorY" value="-245859.20313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8310.75"/>
      <inkml:brushProperty name="anchorY" value="-246668.46875"/>
      <inkml:brushProperty name="scaleFactor" value="0.5"/>
    </inkml:brush>
    <inkml:brush xml:id="br5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9891.28125"/>
      <inkml:brushProperty name="anchorY" value="-248077.73438"/>
      <inkml:brushProperty name="scaleFactor" value="0.5"/>
    </inkml:brush>
    <inkml:brush xml:id="br5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8577.15625"/>
      <inkml:brushProperty name="anchorY" value="-246771.5625"/>
      <inkml:brushProperty name="scaleFactor" value="0.5"/>
    </inkml:brush>
    <inkml:brush xml:id="br5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9745.8125"/>
      <inkml:brushProperty name="anchorY" value="-248037.375"/>
      <inkml:brushProperty name="scaleFactor" value="0.5"/>
    </inkml:brush>
    <inkml:brush xml:id="br5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6494.40625"/>
      <inkml:brushProperty name="anchorY" value="-243961.42188"/>
      <inkml:brushProperty name="scaleFactor" value="0.5"/>
    </inkml:brush>
    <inkml:brush xml:id="br5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5147.03125"/>
      <inkml:brushProperty name="anchorY" value="-242717.40625"/>
      <inkml:brushProperty name="scaleFactor" value="0.5"/>
    </inkml:brush>
    <inkml:brush xml:id="br5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6425.65625"/>
      <inkml:brushProperty name="anchorY" value="-244041.4375"/>
      <inkml:brushProperty name="scaleFactor" value="0.5"/>
    </inkml:brush>
    <inkml:brush xml:id="br5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7707.875"/>
      <inkml:brushProperty name="anchorY" value="-245318.57813"/>
      <inkml:brushProperty name="scaleFactor" value="0.5"/>
    </inkml:brush>
    <inkml:brush xml:id="br5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6388.6875"/>
      <inkml:brushProperty name="anchorY" value="-244122.14063"/>
      <inkml:brushProperty name="scaleFactor" value="0.5"/>
    </inkml:brush>
    <inkml:brush xml:id="br5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7658.6875"/>
      <inkml:brushProperty name="anchorY" value="-245392.14063"/>
      <inkml:brushProperty name="scaleFactor" value="0.5"/>
    </inkml:brush>
  </inkml:definitions>
  <inkml:trace contextRef="#ctx0" brushRef="#br0">18043 44 9157 0 0,'0'0'0'0'0,"0"0"8537"0"0,0 0-8966 0 0,0 0-24 0 0,48-2-789 0 0,23-5-1535 0 0,16-1-2791 0 0,14-6-2051 0 0,-15 2 9291 0 0</inkml:trace>
  <inkml:trace contextRef="#ctx0" brushRef="#br1" timeOffset="156.112">20317 89 14661 0 0,'0'0'0'0'0,"0"0"4025"0"0,0 0-4052 0 0,0 0-247 0 0,0 0 79 0 0,16 20-927 0 0,2 4-1065 0 0,0 3-2548 0 0,-8-2-2916 0 0,-5-6 5914 0 0</inkml:trace>
  <inkml:trace contextRef="#ctx0" brushRef="#br2" timeOffset="1283.602">18757 1391 16602 0 0,'0'0'0'0'0,"0"0"2440"0"0,0 0-1844 0 0,0 0-1106 0 0,0 0-678 0 0,0 0-192 0 0,0 0-505 0 0,0 0-638 0 0,0 0-3707 0 0,-50-2 310 0 0,-2 0 6963 0 0</inkml:trace>
  <inkml:trace contextRef="#ctx0" brushRef="#br3" timeOffset="1447.61">18563 1493 9169 0 0,'0'0'0'0'0,"0"0"7649"0"0,0 0-7375 0 0,0 0 806 0 0,0 0-1625 0 0,0 0 172 0 0,0 0-267 0 0,0 0-666 0 0,0 0-872 0 0,0 0-1134 0 0,0 0-4362 0 0,0 0 6265 0 0</inkml:trace>
  <inkml:trace contextRef="#ctx0" brushRef="#br4" timeOffset="-40465.86">413 9239 652 0 0,'0'0'0'0'0,"0"0"3984"0"0,0 0-3490 0 0,0 0 931 0 0,0 0-797 0 0,0 0 142 0 0,0 0-734 0 0,0 0 568 0 0,0 0-583 0 0,0 0 465 0 0,-1-1-580 0 0,-1-1 155 0 0,1 1 76 0 0,2-1 245 0 0,2 0-30 0 0,1 1 64 0 0,2 0 112 0 0,-1 0 88 0 0,-1 0-17 0 0,-1 1 78 0 0,-1 0-83 0 0,-1 0-122 0 0,0 0-102 0 0,1 0-132 0 0,1 0-65 0 0,1 0-11 0 0,4 2-96 0 0,2 0-52 0 0,3 1-1 0 0,0 1-12 0 0,2-1-10 0 0,0 1 12 0 0,1 0-5 0 0,0-1 77 0 0,1 0-82 0 0,-1-1 102 0 0,-1 0 26 0 0,0 0 14 0 0,0-1 2 0 0,-1 0-1 0 0,2 1 19 0 0,1-1-52 0 0,1-1-41 0 0,2 1 141 0 0,1-1-242 0 0,3 0 80 0 0,1 0 87 0 0,3-2-14 0 0,3 0 68 0 0,6-1-14 0 0,4-1-25 0 0,5-1 14 0 0,5 0-52 0 0,5 0-117 0 0,2 1 26 0 0,4 0-17 0 0,1 0 3 0 0,3 0 88 0 0,1 0-113 0 0,2 0 28 0 0,1-1-56 0 0,1 0-96 0 0,-1-1 179 0 0,-1-1-51 0 0,0 0 20 0 0,-2 0 75 0 0,0 0-95 0 0,-3 1 32 0 0,0-1 68 0 0,-1 2-102 0 0,-1 0 35 0 0,-1 1-31 0 0,1-1 24 0 0,-1 2-7 0 0,1-1-54 0 0,-2 0 72 0 0,0 0 50 0 0,0 0-31 0 0,1 0 16 0 0,1-1-27 0 0,1 0-20 0 0,2 1 8 0 0,1-1-4 0 0,3 2-10 0 0,2 0-66 0 0,1 2 88 0 0,3 0 114 0 0,2 3-170 0 0,0 1 55 0 0,2 2-9 0 0,0 0-13 0 0,-1 1 23 0 0,1 1 31 0 0,-2-1-50 0 0,0-1 77 0 0,-2 0 1 0 0,0-1-87 0 0,-2-1 94 0 0,1-2-106 0 0,0 1 26 0 0,1-2-19 0 0,2 1-58 0 0,0 0 81 0 0,2 0-27 0 0,1 1-99 0 0,0 0 139 0 0,2 2-46 0 0,-1 0 24 0 0,-1 1 110 0 0,-1 0-27 0 0,0 0-87 0 0,0-1 16 0 0,-2-1 175 0 0,0-2-152 0 0,0 1 124 0 0,0-2-95 0 0,0 0-70 0 0,1-1 5 0 0,-2 1-104 0 0,-1-1 128 0 0,-2 1-122 0 0,-2 0 66 0 0,-2 1 22 0 0,-1 2-116 0 0,-1 0 159 0 0,0 1-50 0 0,0 1 17 0 0,1 0 14 0 0,1-1-4 0 0,3 0 2 0 0,2-1 88 0 0,2-2-118 0 0,3 0 35 0 0,3-1 30 0 0,2-2-51 0 0,2-1 8 0 0,2 0-2 0 0,-1-2-44 0 0,0 1-180 0 0,-4 1 124 0 0,-3 1-90 0 0,-3 0 162 0 0,-5 2 5 0 0,-1 1-55 0 0,-3 1 90 0 0,-1 1-32 0 0,-3 1-41 0 0,0 1 75 0 0,-2-1-15 0 0,1 1-4 0 0,-1-2 5 0 0,2-1-119 0 0,2-1 136 0 0,2 0-87 0 0,3 0 77 0 0,2-1-16 0 0,2-1 16 0 0,-1 0-12 0 0,1 0-19 0 0,1 1 24 0 0,-2-1-4 0 0,-2 1-152 0 0,-1-1 193 0 0,-3 1-60 0 0,-2 1 21 0 0,-3 0 0 0 0,-2-1 60 0 0,-2 1-63 0 0,0-1 12 0 0,0 1 53 0 0,0-2-23 0 0,3-1-42 0 0,3-1 10 0 0,4-1-2 0 0,4-2 22 0 0,2-1 54 0 0,4 0-60 0 0,2 1 82 0 0,2 0-121 0 0,0 1 36 0 0,1 2-19 0 0,-3 1-3 0 0,-2 2-97 0 0,-3 1 73 0 0,-2 1-31 0 0,-2 2 54 0 0,-2 0-55 0 0,-2 1 74 0 0,-4-1-22 0 0,-2 1 8 0 0,-3-2 9 0 0,-4 0-12 0 0,-2 0 19 0 0,-1-1-20 0 0,1 1-4 0 0,1-1 11 0 0,2 1-4 0 0,5 0-4 0 0,7 1 6 0 0,7 0-1 0 0,8 0 74 0 0,8 1-81 0 0,6-1 28 0 0,3 0-9 0 0,3 0 56 0 0,-2-2-86 0 0,-2 0 116 0 0,-4-1-25 0 0,-7-1-88 0 0,-5-1 29 0 0,-6-2-14 0 0,-5 0 84 0 0,-4 0-94 0 0,-2-2 32 0 0,0 1-24 0 0,2 0 4 0 0,3 0 82 0 0,2 0-108 0 0,3 1 45 0 0,0 1 37 0 0,1 0 85 0 0,1 1-96 0 0,0 0-34 0 0,0 1 13 0 0,-1 0 55 0 0,-2 0-23 0 0,0 0-69 0 0,-2 0-33 0 0,-2 0 60 0 0,0 0 64 0 0,0-1-91 0 0,-1 0 76 0 0,1 0-75 0 0,2-1 78 0 0,1 0-76 0 0,2 1 70 0 0,1 0-72 0 0,1 0 17 0 0,0 1-2 0 0,1 0 50 0 0,-2 1-10 0 0,1 1-49 0 0,-3 1 109 0 0,-2 0-44 0 0,-1 1-72 0 0,-1 0 24 0 0,0 1-18 0 0,0 0 6 0 0,0 0-57 0 0,0 1-31 0 0,0-1 104 0 0,-1-1-40 0 0,-1 0 16 0 0,-1-1-53 0 0,-1 0 30 0 0,-2 0 34 0 0,-3-1 106 0 0,-4 0-73 0 0,-3 0-26 0 0,-3 0 69 0 0,-3 0 18 0 0,-2-1-65 0 0,-3 0-28 0 0,-3-1 2 0 0,-2 0-2 0 0,-2 1-6 0 0,-1-1-12 0 0,-2-1-100 0 0,0 1 74 0 0,-1 0-32 0 0,1-1 26 0 0,0 0 41 0 0,0 0-15 0 0,0 0 17 0 0,1-1-13 0 0,0 1-56 0 0,0 0 90 0 0,0 0-29 0 0,0 0 10 0 0,-1 1 0 0 0,0 0 0 0 0,-1 0 0 0 0,-2 0-14 0 0,-2-1 4 0 0,-2 1-91 0 0,-2 0 114 0 0,-3-1-121 0 0,-3 1 59 0 0,-2-1 0 0 0,-3 1 55 0 0,-5 0-10 0 0,-1-1 59 0 0,-3 1 18 0 0,-2 0 8 0 0,0 0-22 0 0,-2 0 4 0 0,0 0-12 0 0,0 0-49 0 0,-1 1 14 0 0,1-1 52 0 0,0 0-12 0 0,-1 0 3 0 0,1 0 6 0 0,0 0-71 0 0,0 0 15 0 0,0 0-4 0 0,0 0-1 0 0,-1 0 9 0 0,1-1-12 0 0,-1 0 0 0 0,-3-1 9 0 0,-2 0 57 0 0,-5-2 3 0 0,-5-2 302 0 0,-5-1 30 0 0,-8-2-158 0 0,-7-4-100 0 0,-8-3-14 0 0,-6-5-143 0 0,-6-4-62 0 0,-3-5 27 0 0,-1-4-98 0 0,-1-3-35 0 0,3-3 76 0 0,4 1 13 0 0,7 1-170 0 0,8 3 12 0 0,8 4-148 0 0,7 2-92 0 0,6 4-381 0 0,6 4-661 0 0,3 1-997 0 0,4 4-1710 0 0,2 3-1121 0 0,2 3 2283 0 0</inkml:trace>
  <inkml:trace contextRef="#ctx0" brushRef="#br5" timeOffset="-40201.189">16608 9061 6749 0 0,'0'0'0'0'0,"0"0"7708"0"0,0 0-6981 0 0,0 0 1313 0 0,-20 22-1712 0 0,-11 12-142 0 0,-15 11-159 0 0,-14 11-155 0 0,-11 7-232 0 0,-11 6-157 0 0,-11 3-276 0 0,-11 2-430 0 0,-10-1-492 0 0,-11-1-1306 0 0,-2-4-1615 0 0,-12-3-628 0 0,24-13 6015 0 0</inkml:trace>
  <inkml:trace contextRef="#ctx0" brushRef="#br6" timeOffset="-37267.111">861 297 4468 0 0,'0'0'0'0'0,"0"0"1629"0"0,0 0-930 0 0,0 0-5 0 0,0 0-377 0 0,0 0 263 0 0,0 0 141 0 0,0 0-124 0 0,0 0-146 0 0,0 0-141 0 0,0 0-64 0 0,0 0-1 0 0,-4 3 211 0 0,-1 2 11 0 0,-2 3 43 0 0,0 1-200 0 0,-2 2-100 0 0,-2 2 50 0 0,0 2-51 0 0,-1 2-182 0 0,-1 2 1 0 0,-1 2-17 0 0,1 3-7 0 0,-1 4 52 0 0,2 4-11 0 0,1 4 34 0 0,1 5 12 0 0,3 3-6 0 0,1 4 17 0 0,2 2 43 0 0,1 1-26 0 0,1 1-21 0 0,0-2-110 0 0,1 0 28 0 0,1-2-11 0 0,-1-1-6 0 0,0-1-190 0 0,0 0 129 0 0,1-1-95 0 0,-1 2-9 0 0,1 2 68 0 0,0 3 4 0 0,0 4 105 0 0,-2 5 208 0 0,-2 3-90 0 0,-4 5 189 0 0,-4 1-378 0 0,-5 0 414 0 0,-3-1-422 0 0,-4-2 107 0 0,-4-3 19 0 0,-4-1-60 0 0,-3-1 6 0 0,-1-1-62 0 0,0-1-32 0 0,0 0-19 0 0,3-2 28 0 0,5 0 78 0 0,4-1-22 0 0,5 0-61 0 0,4 1 90 0 0,3-1-11 0 0,2 1 14 0 0,1-1-10 0 0,-1 0-5 0 0,-1 0 11 0 0,-1-1-5 0 0,0-1 2 0 0,-2-1-74 0 0,0 0-8 0 0,2-1-76 0 0,0-1 77 0 0,2-1-163 0 0,0 0 43 0 0,1-2 61 0 0,0 0-112 0 0,1-1 200 0 0,-1 1 43 0 0,0 0-1 0 0,-1 2 130 0 0,0 3-5 0 0,0 2-65 0 0,1 4 52 0 0,0 4-120 0 0,1 3 37 0 0,1 4-20 0 0,2 1-27 0 0,1 3-160 0 0,1 0 77 0 0,2 0-34 0 0,0 0 168 0 0,1-3-46 0 0,1-1 261 0 0,0-1-296 0 0,3-2 224 0 0,-1-1-114 0 0,1-1 77 0 0,-1 1-52 0 0,0-1-73 0 0,-2 1 20 0 0,1 0 77 0 0,0 1-86 0 0,1-1-13 0 0,1-1-5 0 0,4 0 1 0 0,3-1-129 0 0,4-1 47 0 0,4-1 11 0 0,3-1 6 0 0,3-2 76 0 0,2-1-6 0 0,1-1 7 0 0,0-2-12 0 0,0-1 4 0 0,-4-1-314 0 0,-3-1 392 0 0,-2-1-225 0 0,-2 0 173 0 0,-4-1 88 0 0,0-1 24 0 0,0-1-172 0 0,-1-2-78 0 0,0-1-76 0 0,0-3-21 0 0,2-1 23 0 0,0-3 16 0 0,1-1-181 0 0,2-1-25 0 0,0-2 30 0 0,1 1-7 0 0,1 0 34 0 0,1 0 211 0 0,0 1-202 0 0,0 0 143 0 0,0 2-50 0 0,1 0 171 0 0,-2 0-313 0 0,-1 2-9 0 0,-1 1-417 0 0,0 0 74 0 0,-2 2 79 0 0,0 1 188 0 0,-2 1-242 0 0,-2 1-524 0 0,-1 0 241 0 0,-2-1 875 0 0,0 0-13 0 0,-2 0 446 0 0,-1 0 23 0 0,-1 0 302 0 0,-1-1-313 0 0,-2-1 951 0 0,0 1-1116 0 0,-2 0 285 0 0,0 0-402 0 0,-3 0 231 0 0,-1 0 136 0 0,-2 1 186 0 0,-2 0-354 0 0,0-1 189 0 0,-2 0-55 0 0,0-1 175 0 0,-1-1-453 0 0,1-2 817 0 0,1 0-737 0 0,-1-3 207 0 0,1 0-229 0 0,0-3-63 0 0,-1-1-120 0 0,2-2 26 0 0,0-2-29 0 0,1-2-193 0 0,2-1 46 0 0,0-1-138 0 0,2-1 50 0 0,-1-1-115 0 0,1 0 122 0 0,-2-2 45 0 0,1-1-6 0 0,0-1-23 0 0,0-3 2 0 0,0-1-68 0 0,1-2-16 0 0,-1-1-541 0 0,1-1-171 0 0,0 0-500 0 0,-2 0-375 0 0,1 1 1645 0 0,-1 1 101 0 0,0 1 48 0 0,0 2 183 0 0,0 2 122 0 0,-2 2-165 0 0,-2 2-47 0 0,-3 2-586 0 0,-2 1 603 0 0,-6 2-63 0 0,-3 1 277 0 0,-4 1-66 0 0,-3 0 209 0 0,-1 1 258 0 0,-3 0-250 0 0,1-1 218 0 0,1 1-351 0 0,2-1 203 0 0,4 0-66 0 0,2 0-122 0 0,3-2 7 0 0,4-1-132 0 0,4-1-137 0 0,2-3 123 0 0,4-2 24 0 0,2-3 142 0 0,2-3-74 0 0,2-3-257 0 0,1-2 17 0 0,1-4-99 0 0,0 0-53 0 0,0-3-94 0 0,1 0-279 0 0,-1-1-317 0 0,0 0-291 0 0,0 0-37 0 0,0 0-97 0 0,1 1-958 0 0,-1 0 2128 0 0</inkml:trace>
  <inkml:trace contextRef="#ctx0" brushRef="#br7" timeOffset="-36395.754">844 382 4864 0 0,'0'0'0'0'0,"0"0"1849"0"0,0 0-337 0 0,0 0-319 0 0,0 0 84 0 0,0 0 49 0 0,0 0-146 0 0,0 0-176 0 0,0 0-288 0 0,0 0-155 0 0,0 0-126 0 0,-16 19-42 0 0,-8 5-38 0 0,-8 5-31 0 0,-6 4-126 0 0,-6 1-42 0 0,-3 1-95 0 0,-2 2-58 0 0,-1 1-193 0 0,1 0 0 0 0,2 0-57 0 0,4-1-98 0 0,6-3-177 0 0,7-3-172 0 0,8-7-159 0 0,8-6-284 0 0,6-6-588 0 0,8-6-642 0 0,6-5-597 0 0,9-6-1193 0 0,0-1 2454 0 0</inkml:trace>
  <inkml:trace contextRef="#ctx0" brushRef="#br8" timeOffset="-36135.304">820 396 3332 0 0,'0'0'0'0'0,"0"0"2749"0"0,0 0-1070 0 0,0 0-137 0 0,0 0-321 0 0,0 0 394 0 0,0 0-414 0 0,0 0-459 0 0,41-5-434 0 0,9 4 76 0 0,7 7-215 0 0,1 9 24 0 0,-1 11-145 0 0,-4 11 39 0 0,-2 10-99 0 0,-5 9-112 0 0,-4 6-159 0 0,-4 3-695 0 0,-5 1-611 0 0,-6-2-2548 0 0,-7-4-4198 0 0,-6-12 9776 0 0</inkml:trace>
  <inkml:trace contextRef="#ctx0" brushRef="#br9" timeOffset="-35152.652">17031 9974 8233 0 0,'0'0'0'0'0,"0"0"2472"0"0,0 0-504 0 0,0 0-598 0 0,0 0-378 0 0,0 0-37 0 0,0 0-415 0 0,32 20 26 0 0,7 7-252 0 0,8 8-124 0 0,2 4-78 0 0,1 2-101 0 0,-10-7 11 0 0</inkml:trace>
  <inkml:trace contextRef="#ctx0" brushRef="#br10" timeOffset="-33953.682">17144 10111 2060 0 0,'0'0'0'0'0,"0"0"940"0"0,0 0-410 0 0,0 0 112 0 0,0 0-314 0 0,0 0-273 0 0,0 0 58 0 0,0 0 45 0 0,0 0 276 0 0,0 0 62 0 0,0 0 51 0 0,-15-12-101 0 0,1-2 145 0 0,1 1 150 0 0,4 2 169 0 0,4 3 131 0 0,3 2 68 0 0,2 4-48 0 0,1 0-11 0 0,0 2-90 0 0,1 0-77 0 0,2 2-139 0 0,1 1-329 0 0,5 3-45 0 0,4 4-128 0 0,9 6-33 0 0,10 5-49 0 0,10 7-7 0 0,10 6-87 0 0,9 5-62 0 0,6 6 21 0 0,3 3-28 0 0,1 3-37 0 0,-1 1-65 0 0,-4 0-40 0 0,-6-2-28 0 0,-6-3-26 0 0,-8-4-142 0 0,-6-4-233 0 0,-6-5-261 0 0,-5-5-475 0 0,-6-6-264 0 0,-5-4-1112 0 0,-5-6-2117 0 0,-4-5 40 0 0</inkml:trace>
  <inkml:trace contextRef="#ctx0" brushRef="#br11" timeOffset="-33704.504">17676 10111 6565 0 0,'0'0'0'0'0,"0"0"2300"0"0,0 0-1055 0 0,0 0-123 0 0,-21 22-183 0 0,-9 9 245 0 0,-9 11-46 0 0,-6 6-323 0 0,-4 5-295 0 0,0 3-317 0 0,1 1-182 0 0,4-1-109 0 0,4-1-157 0 0,6-3-234 0 0,5-3-349 0 0,4-2-464 0 0,3-6-1322 0 0,2-2-3125 0 0,4-10 1003 0 0</inkml:trace>
  <inkml:trace contextRef="#ctx0" brushRef="#br12" timeOffset="-9121.17">16580 10688 168 0 0,'0'0'0'0'0,"0"0"68"0"0,0 0 9 0 0,0 0 3 0 0,0 0-80 0 0,0 0 252 0 0,0 0-77 0 0,0 0-84 0 0,0 0-3 0 0,0 0 1440 0 0,3 1-825 0 0,0 1-3 0 0,1 0-143 0 0,1-1-224 0 0,2 0-194 0 0,3-2-129 0 0,1-2-257 0 0,4 0-194 0 0,4-2 4 0 0,4 0-288 0 0,5-2 10 0 0,4 0 147 0 0,4-1 159 0 0,4-1 219 0 0,3-1-71 0 0,4-2 134 0 0,3-1-231 0 0,2-3 216 0 0,4-1 27 0 0,2-3 105 0 0,-2 0-51 0 0,5-4-122 0 0,-11 4 231 0 0</inkml:trace>
  <inkml:trace contextRef="#ctx0" brushRef="#br13" timeOffset="-8951.537">18079 10235 392 0 0,'0'0'0'0'0,"0"0"352"0"0,0 0-107 0 0,0 0-12 0 0,0 0-82 0 0,-8 19-320 0 0,-5 6-428 0 0,-4 3 625 0 0,-4 2-372 0 0,0-4 43 0 0,0-2 363 0 0,4-6-114 0 0</inkml:trace>
  <inkml:trace contextRef="#ctx0" brushRef="#br14" timeOffset="-7039.741">6098 4863 716 0 0,'0'0'0'0'0,"0"0"512"0"0,0 0-159 0 0,0 0 1236 0 0,0 0 1019 0 0,0 0-1051 0 0,0 0-11 0 0,0 0-279 0 0,0 0 130 0 0,0 0-82 0 0,0 0-154 0 0,12-4-242 0 0,0-1-194 0 0,1 1-160 0 0,-3 0-93 0 0,-3 2-169 0 0,-2 2-13 0 0,-3 2-81 0 0,-1 1-151 0 0,0 2-46 0 0,-2 0-89 0 0,1-1-112 0 0,-1 0 4 0 0,1-1-54 0 0,-1-2-66 0 0,1 0-59 0 0,2 0-270 0 0,2-2-373 0 0,2-2 287 0 0,3-2-228 0 0,0-2-142 0 0,-1-2 622 0 0,-1-3 239 0 0,-3-1 202 0 0,-3-1 81 0 0,-3 0 88 0 0,-3 0-74 0 0,-1 2 34 0 0,-1 2 166 0 0,0 3 236 0 0,0 3 60 0 0,1 1-156 0 0,1 3-30 0 0,1 2 106 0 0,2 1-117 0 0,0 0-21 0 0,1 1 62 0 0,0 1 46 0 0,1-1 105 0 0,1 2-93 0 0,2 0-58 0 0,0-1-146 0 0,2 1-55 0 0,1-1 67 0 0,1-1-8 0 0,1-1-100 0 0,0-1-182 0 0,-1 0-9 0 0,0-1-62 0 0,0-1-8 0 0,-2 1-59 0 0,2-1-42 0 0,-2 0-58 0 0,-2 0-26 0 0,0 1-162 0 0,-2-1-430 0 0,0 0-911 0 0,-1 1-1170 0 0,0 0-2983 0 0,0 0 791 0 0</inkml:trace>
  <inkml:trace contextRef="#ctx0" brushRef="#br15" timeOffset="-6600.017">7327 5369 3696 0 0,'0'0'0'0'0,"0"0"4873"0"0,0 0-981 0 0,0 0-2580 0 0,0 0 158 0 0,0 0-750 0 0,0 0-31 0 0,0 0-174 0 0,0 0-233 0 0,0 0-337 0 0,0 0-14 0 0,-11 5-147 0 0,2 0-110 0 0,1 0-21 0 0,5 1-78 0 0,3-1-92 0 0,3-2-3 0 0,2 1-125 0 0,1-2-283 0 0,0 1-549 0 0,-2-2-389 0 0,0 0-831 0 0,-2 0-501 0 0,0 0-45 0 0,-2-1 2730 0 0,-11-3 259 0 0,-1-1 102 0 0</inkml:trace>
  <inkml:trace contextRef="#ctx0" brushRef="#br16" timeOffset="-6395.741">7327 5369 12 0 0,'0'0'0'0'0,"12"2"1044"0"0,4-1 2054 0 0,-2 0 3025 0 0,-2 0-5322 0 0,-4-1 1570 0 0,-3 1-1189 0 0,-2-1 239 0 0,-2 0-120 0 0,0 0-194 0 0,-2 0-287 0 0,1 1-257 0 0,-1 1-180 0 0,0 0-184 0 0,1 0-81 0 0,0-1-120 0 0,0 0-107 0 0,0 0 5 0 0,0 0-61 0 0,0-1-58 0 0,0 1-174 0 0,0-1-129 0 0,0 0-52 0 0,0 0 53 0 0,0 0 75 0 0,0 0 59 0 0,0 0 24 0 0,0 0-16 0 0,0 0 51 0 0,1 0-88 0 0,0-2-366 0 0,5-1-369 0 0,4-3-417 0 0,2-2-998 0 0,8-4-4614 0 0,-23 13 5488 0 0,-3 3 1587 0 0</inkml:trace>
  <inkml:trace contextRef="#ctx0" brushRef="#br17" timeOffset="-6056.715">9125 5321 432 0 0,'0'0'0'0'0,"0"0"10361"0"0,0 0-9838 0 0,0 0 1854 0 0,0 0-1772 0 0,0 0-150 0 0,0 0-7 0 0,0 0 6 0 0,0 0-246 0 0,0 0-714 0 0,0 0-164 0 0,4 1-44 0 0,1-1-149 0 0,0-1-534 0 0,1-2-1022 0 0,1-2-2001 0 0,-1-1 487 0 0,0-3 3773 0 0,-11 10-530 0 0,-1 2 632 0 0</inkml:trace>
  <inkml:trace contextRef="#ctx0" brushRef="#br18" timeOffset="-5891.537">9125 5321 768 0 0,'0'0'0'0'0,"23"-12"1004"0"0,8-5 6791 0 0,-3 2-7672 0 0,-6 3 2449 0 0,-6 3-1132 0 0,-5 4 51 0 0,-6 2-290 0 0,-2 1-251 0 0,-3 3-299 0 0,-1-1-131 0 0,0 2-189 0 0,0-1-228 0 0,0 1-85 0 0,0-1-186 0 0,1 0-171 0 0,-1-1-163 0 0,2 1-198 0 0,1-1-343 0 0,3 0-660 0 0,3-2-698 0 0,0 0-1770 0 0,4-4-2531 0 0,-15 5 6279 0 0,-2 1-115 0 0</inkml:trace>
  <inkml:trace contextRef="#ctx0" brushRef="#br19" timeOffset="-5727.416">9823 4716 220 0 0,'0'0'0'0'0,"0"0"1216"0"0,0 0-1391 0 0,0 0-587 0 0,0 0 293 0 0</inkml:trace>
  <inkml:trace contextRef="#ctx0" brushRef="#br20" timeOffset="-5321.959">10194 4709 4256 0 0,'0'0'0'0'0,"0"0"9265"0"0,0 0-9166 0 0,0 0 1634 0 0,0 0-1598 0 0,0 0 139 0 0,0 0 77 0 0,0 0-239 0 0,0 0-410 0 0,0 0-102 0 0,0 0-56 0 0,-7 7 220 0 0,3-1-106 0 0,6 0-238 0 0,5-5-283 0 0,8-3-232 0 0,3-5-191 0 0,4-4-338 0 0,0-2-162 0 0,-3-3 678 0 0,-3 0 478 0 0,-4 2 636 0 0,-3 0 84 0 0,-4 3 675 0 0,-2 3 363 0 0,-2 3 260 0 0,-1 2 6 0 0,-1 2-17 0 0,1 2-237 0 0,-1 1-6 0 0,0 1-114 0 0,-1 0 0 0 0,0-1-191 0 0,-1 1-147 0 0,1 0-101 0 0,1-1-126 0 0,-1 1-124 0 0,1-1-123 0 0,-2 1-157 0 0,1 0-35 0 0,-2 1-123 0 0,0 0-32 0 0,1 1-85 0 0,0-1-451 0 0,0 1-252 0 0,2-1-426 0 0,1-1-705 0 0,2-1-943 0 0,3 0-3523 0 0,0-9 2644 0 0,-1-1 4409 0 0</inkml:trace>
  <inkml:trace contextRef="#ctx0" brushRef="#br21" timeOffset="-4733.783">11069 3387 8461 0 0,'0'0'0'0'0,"0"0"5388"0"0,0 0-4484 0 0,0 0 683 0 0,0 0-1235 0 0,0 0 218 0 0,0 0-195 0 0,0 0-180 0 0,0 0-519 0 0,0 0 73 0 0,0 0-36 0 0,-25 6 15 0 0,-1 1-79 0 0,0-1 30 0 0,5-1-166 0 0,6-1-43 0 0,5-1 128 0 0,5-3 162 0 0,3-2-88 0 0,1-2-298 0 0,2-5-316 0 0,0-4-1771 0 0,0-6-1591 0 0,0-6 2058 0 0,-1-3 167 0 0,-2-3 1220 0 0,-1-1 724 0 0,-2 1 15 0 0,0 2 744 0 0,-2 4 486 0 0,0 2 148 0 0,0 5 149 0 0,1 4-617 0 0,0 4-851 0 0,0 3 136 0 0,2 2-1375 0 0,1 2-218 0 0,1 2-1025 0 0,1 0 3099 0 0</inkml:trace>
  <inkml:trace contextRef="#ctx0" brushRef="#br22" timeOffset="-4418.785">7972 2864 768 0 0,'0'0'0'0'0,"0"0"916"0"0,0 0 7948 0 0,0 0-9584 0 0,0 0 3155 0 0,0 0-1361 0 0,0 0 166 0 0,0 0-272 0 0,0 0-48 0 0,0 0-168 0 0,0 0-350 0 0,8 2-401 0 0,-1-1 66 0 0,0 1-209 0 0,0 0-209 0 0,-3-1-491 0 0,-1-1-725 0 0,-3 0-1414 0 0,-6-1-3418 0 0,-1-1 1019 0 0,-1 1 6345 0 0</inkml:trace>
  <inkml:trace contextRef="#ctx0" brushRef="#br23" timeOffset="-4224.966">6779 3193 4196 0 0,'0'0'0'0'0,"0"0"10525"0"0,0 0-10636 0 0,0 0 2609 0 0,0 0-2012 0 0,0 0-241 0 0,0 0 163 0 0,0 0-140 0 0,0 0-656 0 0,0 0-332 0 0,0 0-304 0 0,6-4-496 0 0,5-2-1008 0 0,3-4-3305 0 0,-1 2-922 0 0</inkml:trace>
  <inkml:trace contextRef="#ctx0" brushRef="#br24" timeOffset="-4035.228">6767 4069 12585 0 0,'0'0'0'0'0,"0"0"2652"0"0,0 0-2594 0 0,0 0-314 0 0,0 0 542 0 0,0 0-1824 0 0,0 0-996 0 0,0 0-2718 0 0,0 0 446 0 0,0 0 4274 0 0</inkml:trace>
  <inkml:trace contextRef="#ctx0" brushRef="#br25" timeOffset="-3848.933">8053 3815 15429 0 0,'0'0'0'0'0,"0"0"2621"0"0,0 0-2162 0 0,0 0-1459 0 0,-42-11 523 0 0,-11-2-179 0 0,-8-3-163 0 0,0 0-903 0 0,7 2-1153 0 0,12 0-4035 0 0,14 4 3165 0 0</inkml:trace>
  <inkml:trace contextRef="#ctx0" brushRef="#br26" timeOffset="-3667.083">8291 3030 15353 0 0,'0'0'0'0'0,"0"0"2065"0"0,0 0-865 0 0,0 0-555 0 0,0 0-795 0 0,0 0 115 0 0,0 0-177 0 0,0 0-175 0 0,0 0-594 0 0,0 0-847 0 0,-5-16-1373 0 0,3-1-1851 0 0,11 0-2288 0 0,1 4 8397 0 0</inkml:trace>
  <inkml:trace contextRef="#ctx0" brushRef="#br27" timeOffset="-3503.732">8581 3566 13805 0 0,'0'0'0'0'0,"0"0"1756"0"0,0 0-1036 0 0,0 0-786 0 0,0 0 221 0 0,0 0-172 0 0,-15 18-70 0 0,-1 4-421 0 0,0 3-706 0 0,7 0-627 0 0,6-4-2456 0 0,12-3-2139 0 0,3-6 5140 0 0</inkml:trace>
  <inkml:trace contextRef="#ctx0" brushRef="#br28" timeOffset="-3335.71">8908 4374 9701 0 0,'0'0'0'0'0,"0"0"7397"0"0,0 0-7692 0 0,0 0 583 0 0,0 0-1011 0 0,0 0 352 0 0,0 0-25 0 0,0 0-96 0 0,0 0-1040 0 0,0 0-2644 0 0,0 0-1566 0 0,0 0 2393 0 0</inkml:trace>
  <inkml:trace contextRef="#ctx0" brushRef="#br29" timeOffset="-3156.564">9992 3842 9381 0 0,'0'0'0'0'0,"0"0"8077"0"0,0 0-8700 0 0,0 0 904 0 0,0 0-399 0 0,0 0-236 0 0,0 0 13 0 0,0 0-321 0 0,0 0-984 0 0,0 0-2498 0 0,0 0-2297 0 0,0 0 3462 0 0</inkml:trace>
  <inkml:trace contextRef="#ctx0" brushRef="#br30" timeOffset="-2986.635">11314 2586 16730 0 0,'0'0'0'0'0,"0"0"1736"0"0,0 0-1694 0 0,0 0-436 0 0,0 0 106 0 0,0 0-44 0 0,-49-12 54 0 0,-12-1 94 0 0,-7 0-135 0 0,7 2-391 0 0,12 2-820 0 0,15 4-680 0 0,13 1-678 0 0,15 0-2512 0 0,8 0 1557 0 0</inkml:trace>
  <inkml:trace contextRef="#ctx0" brushRef="#br31" timeOffset="-2823.96">11826 2464 13313 0 0,'0'0'0'0'0,"0"0"2692"0"0,0 0-3402 0 0,0 0-549 0 0,0 0 9 0 0,0 0-552 0 0,0 0-256 0 0,0 0-1399 0 0,0 0-2407 0 0</inkml:trace>
  <inkml:trace contextRef="#ctx0" brushRef="#br32" timeOffset="-2667.122">12500 3823 7053 0 0,'0'0'0'0'0,"0"0"9881"0"0,0 0-11920 0 0,0 0-1341 0 0,0 0-1000 0 0,0 0-2772 0 0,0 0 8271 0 0</inkml:trace>
  <inkml:trace contextRef="#ctx0" brushRef="#br33" timeOffset="-2449.817">12395 3458 11237 0 0,'0'0'0'0'0,"0"0"7217"0"0,0 0-7300 0 0,0 0-332 0 0,0 0-165 0 0,0 0-305 0 0,0 0-323 0 0,0 0 120 0 0,0 0-568 0 0,0 0-2552 0 0,-14-12-3050 0 0,-3-3 7349 0 0,0-1-1058 0 0</inkml:trace>
  <inkml:trace contextRef="#ctx0" brushRef="#br34" timeOffset="-2273.092">10847 3911 15381 0 0,'0'0'0'0'0,"0"0"2957"0"0,0 0-2587 0 0,0 0-1150 0 0,0 0 520 0 0,0 0-244 0 0,0 0 317 0 0,0 0-316 0 0,0 0-212 0 0,0 0-447 0 0,0 0-504 0 0,4 0-754 0 0,7 0-2395 0 0,14-3-429 0 0,-1 0 5602 0 0</inkml:trace>
  <inkml:trace contextRef="#ctx0" brushRef="#br35" timeOffset="-2117.679">11822 4408 11881 0 0,'0'0'0'0'0,"0"0"7789"0"0,0 0-9587 0 0,0 0-439 0 0,0 0-4218 0 0,0 0-1864 0 0,0 0 8672 0 0</inkml:trace>
  <inkml:trace contextRef="#ctx0" brushRef="#br36" timeOffset="-1921.661">13205 3772 16201 0 0,'0'0'0'0'0,"0"0"2105"0"0,0 0-1523 0 0,0 0-1114 0 0,0 0 552 0 0,0 0-356 0 0,0 0-101 0 0,0 0-324 0 0,25-20-32 0 0,1-4-93 0 0,1-3-313 0 0,-1 1-36 0 0,-2 1-106 0 0,1 2-396 0 0,2 1-961 0 0,1 2-2415 0 0,5-3 3717 0 0,-6 4 1322 0 0</inkml:trace>
  <inkml:trace contextRef="#ctx0" brushRef="#br37" timeOffset="-1765.136">13971 2658 12821 0 0,'0'0'0'0'0,"0"0"6869"0"0,0 0-6689 0 0,0 0 414 0 0,0 0-1196 0 0,0 0-312 0 0,-1-24-250 0 0,-1-8-647 0 0,0-8-737 0 0,1-4-2048 0 0,0 2-1223 0 0,0 8 3248 0 0</inkml:trace>
  <inkml:trace contextRef="#ctx0" brushRef="#br38" timeOffset="-1589.447">14552 1894 7037 0 0,'0'0'0'0'0,"0"0"10801"0"0,0 0-10935 0 0,0 0 2545 0 0,0 0-2656 0 0,0 0 81 0 0,0 0-460 0 0,0 0-651 0 0,0 0-333 0 0,0 0-1502 0 0,-47-20-2654 0 0,-6-6-1764 0 0,0 0 8977 0 0</inkml:trace>
  <inkml:trace contextRef="#ctx0" brushRef="#br39" timeOffset="-1405.95">13427 1065 18370 0 0,'0'0'0'0'0,"0"0"2060"0"0,0 0-2375 0 0,0 0-1021 0 0,0 0 263 0 0,0 0-924 0 0,0 0-849 0 0,0 0-2154 0 0,0 0-3095 0 0,0 0 9599 0 0</inkml:trace>
  <inkml:trace contextRef="#ctx0" brushRef="#br40" timeOffset="-1226.508">15261 856 18022 0 0,'0'0'0'0'0,"0"0"2212"0"0,0 0-2866 0 0,0 0-585 0 0,0 0-288 0 0,0 0-1694 0 0,0 0-2583 0 0,0 0-1651 0 0,0 0 8270 0 0</inkml:trace>
  <inkml:trace contextRef="#ctx0" brushRef="#br41" timeOffset="-1060.553">15790 1954 13281 0 0,'0'0'0'0'0,"0"0"7245"0"0,0 0-7598 0 0,-2 19 1316 0 0,3 7-2265 0 0,6 6-540 0 0,5 1-809 0 0,1-2-2061 0 0,-1-4-1839 0 0,-2-8 2826 0 0</inkml:trace>
  <inkml:trace contextRef="#ctx0" brushRef="#br42" timeOffset="-875.613">15092 2831 17906 0 0,'0'0'0'0'0,"0"0"1956"0"0,0 0-2380 0 0,0 0-944 0 0,-10 18-282 0 0,-1 3-681 0 0,-3 1-350 0 0,-4-4-258 0 0,-3-5-2120 0 0,-6-7 2454 0 0,3-4 2241 0 0</inkml:trace>
  <inkml:trace contextRef="#ctx0" brushRef="#br43" timeOffset="-689.907">13342 1927 17110 0 0,'0'0'0'0'0,"0"0"1792"0"0,0 0-1904 0 0,0 0-1038 0 0,0 0-194 0 0,0 0-291 0 0,13-20-994 0 0,10-6 589 0 0,10-7-357 0 0,4-1-3063 0 0,6-1 3732 0 0,-6 7 1752 0 0</inkml:trace>
  <inkml:trace contextRef="#ctx0" brushRef="#br44" timeOffset="-532.782">15386 1391 16818 0 0,'0'0'0'0'0,"0"0"1488"0"0,0 0-4369 0 0,0 0-2727 0 0,42 0-2097 0 0,1 0 6496 0 0</inkml:trace>
  <inkml:trace contextRef="#ctx0" brushRef="#br45" timeOffset="-357.267">17979 1558 652 0 0,'0'0'0'0'0,"0"0"10645"0"0,0 0-13969 0 0,0 0-717 0 0,0 0 236 0 0</inkml:trace>
  <inkml:trace contextRef="#ctx0" brushRef="#br46" timeOffset="-170.483">16822 952 16265 0 0,'0'0'0'0'0,"0"0"2125"0"0,0 0-1821 0 0,0 0-1445 0 0,0 0-207 0 0,12-20-528 0 0,13-7-1421 0 0,11-7-870 0 0,10-6-133 0 0,-4 6 2040 0 0</inkml:trace>
  <inkml:trace contextRef="#ctx0" brushRef="#br47" timeOffset="422.53">15080 1896 12297 0 0,'0'0'0'0'0,"0"0"2496"0"0,0 0-1680 0 0,0 0-89 0 0,0 0-521 0 0,0 0-230 0 0,0 0-344 0 0,0 0 115 0 0,0 0-454 0 0,0 0-680 0 0,0 0-886 0 0,50-19-2342 0 0,18-8-1528 0 0,0-1 6226 0 0</inkml:trace>
  <inkml:trace contextRef="#ctx0" brushRef="#br48" timeOffset="599.534">15415 1136 16402 0 0,'0'0'0'0'0,"0"0"1568"0"0,-7-19-2208 0 0,3-10-264 0 0,8-12-93 0 0,10-8-1103 0 0,11-5-559 0 0,9-5 723 0 0,5 0-937 0 0,1 3-432 0 0,4 3 1094 0 0,-7 11 2241 0 0</inkml:trace>
  <inkml:trace contextRef="#ctx0" brushRef="#br49" timeOffset="762.819">16656 976 15909 0 0,'0'0'0'0'0,"0"0"3121"0"0,0 0-2983 0 0,0 0-721 0 0,40 22-695 0 0,19 6-1471 0 0,12 4-2623 0 0,5 0-3038 0 0,-11-7 8801 0 0</inkml:trace>
  <inkml:trace contextRef="#ctx0" brushRef="#br50" timeOffset="950.35">17515 2016 18006 0 0,'0'0'0'0'0,"0"0"1920"0"0,0 0-2128 0 0,0 0-1366 0 0,0 0-772 0 0,0 0-458 0 0,0 0 538 0 0,0 0-6895 0 0,-22-18 9112 0 0,0 0-1216 0 0</inkml:trace>
  <inkml:trace contextRef="#ctx0" brushRef="#br51" timeOffset="1114.312">16822 1398 12645 0 0,'0'0'0'0'0,"0"0"5741"0"0,0 0-5695 0 0,0 0 167 0 0,0 0-1484 0 0,0 0-117 0 0,0 0-1096 0 0,0 0-1686 0 0,0 0-4443 0 0,0 0 9025 0 0</inkml:trace>
  <inkml:trace contextRef="#ctx0" brushRef="#br52" timeOffset="17329.572">5013 5589 52 0 0,'0'0'0'0'0,"0"0"168"0"0,0 0-117 0 0,0 0-36 0 0,0 0 8 0 0,0 0 67 0 0,0 0-26 0 0,0 0 78 0 0,0 0-84 0 0,0 0 456 0 0,0 0 1302 0 0,0-1-1053 0 0,0 0 177 0 0,0 0-63 0 0,-1 0-105 0 0,0 2-209 0 0,1-1-184 0 0,-1 0-287 0 0,1 1-64 0 0,-1-1-150 0 0,1 0 59 0 0,0 0 12 0 0,0 0 35 0 0,0 0-62 0 0,0 0 96 0 0,0 0-24 0 0,0 0 220 0 0,0 0 56 0 0,0 0 16 0 0,0 0-49 0 0,0 0-46 0 0,0 0 1 0 0,0 0-11 0 0,0 0 0 0 0,0 0 3 0 0,0 0-79 0 0,0 0-113 0 0,0 0 22 0 0,0-1-12 0 0,0 0 146 0 0,1-1 99 0 0,1-1 9 0 0,3-1-35 0 0,2 0 32 0 0,3-2-11 0 0,1 0-54 0 0,2-1-35 0 0,1 0 57 0 0,0-1-54 0 0,1 0-104 0 0,1 0 15 0 0,0 0-74 0 0,1-1-77 0 0,1 1 110 0 0,0 0-142 0 0,1-1 38 0 0,0 1 90 0 0,1-1-110 0 0,0 1 121 0 0,1-1-30 0 0,0 0 10 0 0,2-1 118 0 0,-1 0-39 0 0,1 0-37 0 0,-2 0 76 0 0,1-1-12 0 0,-1 1-56 0 0,0 0 34 0 0,-1 0-46 0 0,1 1-44 0 0,0 0-138 0 0,0 0 109 0 0,1 1 22 0 0,0-1-58 0 0,0 1 79 0 0,2 0-18 0 0,0 0 6 0 0,2-1 1 0 0,1 1 0 0 0,1-1 0 0 0,2-1 9 0 0,1 0-21 0 0,1 0 12 0 0,0 0-61 0 0,1 0-11 0 0,-1 0 89 0 0,0 1-35 0 0,0 0 6 0 0,-2 0 15 0 0,0 0-5 0 0,-1 0-54 0 0,-2 0 72 0 0,1-1-19 0 0,-2 1 11 0 0,1 1-6 0 0,-1-1-2 0 0,1 1-74 0 0,-1 0 21 0 0,-1 0 54 0 0,-1 0-9 0 0,0 0 7 0 0,-2 0 1 0 0,1 1-14 0 0,-1 0-99 0 0,0 0 126 0 0,1 1-113 0 0,1-1 109 0 0,0 1-79 0 0,2-1 11 0 0,2 1-3 0 0,2 0-2 0 0,1-1 75 0 0,0 0-17 0 0,0 0 4 0 0,0-1 3 0 0,0 1-76 0 0,0-1 92 0 0,0 0-40 0 0,-1 0 26 0 0,-1 0-290 0 0,-2-1-23 0 0,-1 1-58 0 0,-1 0 106 0 0,0 0 9 0 0,-1 1 31 0 0,0 0 147 0 0,0 1-20 0 0,1-1 87 0 0,0 1-14 0 0,0-1-84 0 0,1 0 46 0 0,0 0 70 0 0,1 0-18 0 0,1-1 7 0 0,1 0-124 0 0,3-1 39 0 0,0 0 103 0 0,1-1 17 0 0,0 0 40 0 0,0-1-83 0 0,-1 1 127 0 0,1-1 34 0 0,-1 1 40 0 0,2-1 7 0 0,1 0-94 0 0,1 1-111 0 0,1 0 26 0 0,0-1-15 0 0,0 0-7 0 0,0 1 3 0 0,0-1 60 0 0,0 0-79 0 0,0-1 130 0 0,0-1 40 0 0,1 1 40 0 0,0-1-22 0 0,0 0-15 0 0,1 0-74 0 0,-2-1-85 0 0,2 2-42 0 0,-1-1 54 0 0,1 0-74 0 0,2 0 72 0 0,0 1-21 0 0,0-1-91 0 0,1 1 47 0 0,0-1 69 0 0,0 0-14 0 0,1 0 11 0 0,0-1 66 0 0,1 0-13 0 0,2-1-63 0 0,0-1 12 0 0,1 0-13 0 0,0 1 6 0 0,2-1 16 0 0,-1 0-24 0 0,0 0-98 0 0,-1 0 134 0 0,1 0 62 0 0,-1 1-108 0 0,-1-1 102 0 0,1 0-87 0 0,-1 1 6 0 0,0 0-2 0 0,0-1-68 0 0,-2 1-85 0 0,-1 1 7 0 0,-1 0-11 0 0,-2 0 91 0 0,-1 0 63 0 0,0 1-8 0 0,0-1 20 0 0,-1 1-15 0 0,2-1 10 0 0,0-1 43 0 0,2 0-64 0 0,1 0 21 0 0,1-1 54 0 0,0 0-74 0 0,1-1 34 0 0,0 0-24 0 0,1-1 5 0 0,0 0 17 0 0,0 0 50 0 0,0 0-74 0 0,-1 0 147 0 0,-1 1-10 0 0,-1-1-100 0 0,-2 1 77 0 0,-1 0-36 0 0,-1 1 3 0 0,0-1-22 0 0,-1 1-60 0 0,1-1 1 0 0,2 0 9 0 0,0 0-11 0 0,3-1 9 0 0,0 0-3 0 0,2-1 99 0 0,0 0-19 0 0,2-1-91 0 0,1-1 87 0 0,1-1 132 0 0,1 1-94 0 0,0 0-129 0 0,0-1-25 0 0,1 1 55 0 0,0 0-18 0 0,0 1-2 0 0,1 0-62 0 0,0-1 73 0 0,1 1-16 0 0,1 0-50 0 0,1-1 64 0 0,1 0-8 0 0,2 0 124 0 0,1 0-65 0 0,4-1 46 0 0,1-1-114 0 0,3-1 38 0 0,4 0 34 0 0,2-2 1 0 0,4 0 138 0 0,2-1-111 0 0,3-1-20 0 0,2-1 128 0 0,1 1-234 0 0,1-1 230 0 0,0 1-236 0 0,2 0 69 0 0,0 1-37 0 0,2-1 18 0 0,0 0-141 0 0,1-1 59 0 0,0 0-30 0 0,0-1-84 0 0,0 0 86 0 0,0-1 25 0 0,0-1-63 0 0,1 0 169 0 0,-1 0-45 0 0,0-1 70 0 0,0-1-60 0 0,0 0 12 0 0,0 0 4 0 0,-3 0 2 0 0,0 1-10 0 0,-3 0-86 0 0,-3 2-115 0 0,-2 0 92 0 0,-3 1-192 0 0,-2 0 25 0 0,-2 1 163 0 0,-1 0 25 0 0,0 0-44 0 0,0 0-8 0 0,3 0 82 0 0,2 0 43 0 0,3-1-107 0 0,4-1 15 0 0,2 0 29 0 0,5-1 90 0 0,2-1 45 0 0,3 0-61 0 0,2 0 157 0 0,1-1-191 0 0,0 2 61 0 0,-1-1 26 0 0,1 1-51 0 0,-1 0 176 0 0,-1 1 66 0 0,0-1-53 0 0,-2 0-125 0 0,0 0-46 0 0,-4-1 58 0 0,-2 1 126 0 0,-4 1-176 0 0,-6 0 62 0 0,-2 0-95 0 0,-5 1 143 0 0,-2 0-78 0 0,-3 1 74 0 0,-1 1-66 0 0,-2 1-58 0 0,1 0 94 0 0,0 2-122 0 0,2 0-24 0 0,2 0 66 0 0,2 1 244 0 0,2 1-204 0 0,3-1 77 0 0,2 0-33 0 0,3 0-15 0 0,3 0-38 0 0,3 0 247 0 0,3-1 108 0 0,4-1-65 0 0,1 1-394 0 0,1-1 56 0 0,1 1-179 0 0,0 0 122 0 0,-1 1-31 0 0,1-1-52 0 0,0 1-59 0 0,-1-1 242 0 0,-1 0-68 0 0,-1 0 31 0 0,-2-1-4 0 0,-5 0-3 0 0,-4 0-181 0 0,-8 1 233 0 0,-6-1-22 0 0,-8 1 57 0 0,-7 0-109 0 0,-7 1-10 0 0,-6 1-136 0 0,-3 2 50 0 0,-4 0-72 0 0,-1 2 120 0 0,0 2-168 0 0,1 0 170 0 0,2 2-20 0 0,1 1-26 0 0,1 1 48 0 0,-1 1-108 0 0,-1 1-72 0 0,-4 3-137 0 0,-4 0-167 0 0,-5 2-433 0 0,-5 1-1294 0 0,-3 1-662 0 0,-6 1-189 0 0</inkml:trace>
  <inkml:trace contextRef="#ctx0" brushRef="#br53" timeOffset="75121.105">9335 5100 1708 0 0,'0'0'0'0'0,"0"0"2100"0"0,0 0-368 0 0,0 0-1169 0 0,0 0 427 0 0,0 0-942 0 0,0 0 3780 0 0,0 0-2982 0 0,0 0 196 0 0,0 0-492 0 0,0 0-62 0 0,-10 5-32 0 0,0 0 89 0 0,0 1 0 0 0,2-2-86 0 0,2-1-40 0 0,3-1-142 0 0,1-1-112 0 0,1 0-172 0 0,1-1-199 0 0,-1 0-609 0 0,-2-1-1071 0 0,-8 1-4150 0 0,-1 0-2251 0 0</inkml:trace>
  <inkml:trace contextRef="#ctx0" brushRef="#br54" timeOffset="75599.647">8412 3444 1828 0 0,'0'0'0'0'0,"0"0"5593"0"0,0 0-5013 0 0,0 0 1129 0 0,0 0-873 0 0,0 0 335 0 0,0 0 265 0 0,0 0-114 0 0,0 0-356 0 0,0 0-357 0 0,0 0-542 0 0,5 9-521 0 0,-1 2-365 0 0,0-1-436 0 0,-2-1-466 0 0,-1-2-1412 0 0,-5-2-3626 0 0,0-2 5426 0 0</inkml:trace>
  <inkml:trace contextRef="#ctx0" brushRef="#br55" timeOffset="76079.825">9670 4498 872 0 0,'0'0'0'0'0,"0"0"5901"0"0,0 0-4701 0 0,0 0 957 0 0,0 0-917 0 0,0 0 131 0 0,0 0 33 0 0,0 0-192 0 0,0 0-351 0 0,0 0-297 0 0,0 0-149 0 0,0 0-176 0 0,3 4-52 0 0,0 1-74 0 0,0 0-38 0 0,0-1-80 0 0,-1-1-100 0 0,0-1-212 0 0,0-1-178 0 0,-1-1-239 0 0,0-1-413 0 0,-1-1-1280 0 0,0-1-2753 0 0,0 0-2625 0 0,-4-1 9493 0 0,0 0-2961 0 0</inkml:trace>
  <inkml:trace contextRef="#ctx0" brushRef="#br56" timeOffset="85256.862">7743 4372 768 0 0,'0'0'0'0'0,"0"0"1568"0"0,0 0-658 0 0,0 0-283 0 0,0 0-282 0 0,0 0-245 0 0,0 0-82 0 0,0 0 167 0 0,-4 2 56 0 0,1 1-57 0 0,0 0 105 0 0,0 0 33 0 0,1-1-142 0 0,1 1-74 0 0,0-2-12 0 0,1 1 125 0 0,0-1 121 0 0,-1 1-419 0 0,0-1 55 0 0,-1 1-135 0 0,0-1 46 0 0,-1 2 126 0 0,1 0-38 0 0,-1 1-124 0 0,0 2-192 0 0,0 1-299 0 0,0 1-257 0 0,-1 2 48 0 0,-1 0 372 0 0,-2 1-240 0 0,1-2-755 0 0,11-19 1018 0 0,2-3 456 0 0</inkml:trace>
  <inkml:trace contextRef="#ctx0" brushRef="#br57" timeOffset="85399.415">7630 4518 208 0 0,'0'0'0'0'0,"0"0"1332"0"0,0 0-368 0 0,0 0-199 0 0,0 0-708 0 0,0 0-414 0 0,0 0-196 0 0,0 0-804 0 0,0 0 316 0 0</inkml:trace>
  <inkml:trace contextRef="#ctx0" brushRef="#br58" timeOffset="87153.33">9424 3911 1684 0 0,'0'0'0'0'0,"0"0"1852"0"0,0 0-914 0 0,0 0 531 0 0,0 0 143 0 0,0 0-338 0 0,0 0-178 0 0,0 0-330 0 0,0 0-48 0 0,0 0-36 0 0,0 0-91 0 0,0 0-143 0 0,-3 2-128 0 0,1 1-65 0 0,-1-1-78 0 0,1 1 29 0 0,1-1-77 0 0,0-1-41 0 0,0 0-20 0 0,1-1-60 0 0,0 0 115 0 0,0 0-52 0 0,0 0-23 0 0,0 0 10 0 0,0 0-52 0 0,1 0-2 0 0,-1-1-62 0 0,0 1-42 0 0,0 0-38 0 0,0 0 4 0 0,1 0 27 0 0,0 0 32 0 0,0 0 68 0 0,0 0-16 0 0,2 0-63 0 0,-1 0 6 0 0,2 0-20 0 0,-1 0 12 0 0,1 0 13 0 0,-1-2-4 0 0,0 1 31 0 0,0-2 53 0 0,-1 1 61 0 0,0-1-13 0 0,0 0 114 0 0,-1 0 31 0 0,-1 1-105 0 0,0-1 19 0 0,0 0-126 0 0,0 1 180 0 0,1 0-209 0 0,0 0-10 0 0,-1 0-19 0 0,2 0 88 0 0,-1-1-25 0 0,0 1 8 0 0,1-1-13 0 0,-1-1 18 0 0,1 1-1 0 0,0-1 70 0 0,0 1-23 0 0,0 0 15 0 0,-1-1-16 0 0,1 1 47 0 0,0 1-28 0 0,-1-1-64 0 0,0 0 4 0 0,1 0-15 0 0,-1-1-65 0 0,-1 0 3 0 0,1-1-47 0 0,-1 0-8 0 0,0-2 45 0 0,0 1-16 0 0,0 0 49 0 0,0-1 40 0 0,1 0 0 0 0,0 1 93 0 0,0-1 37 0 0,1 1-23 0 0,0 1 32 0 0,0 0-40 0 0,-1 1-45 0 0,0 1-48 0 0,0 0-62 0 0,-1 0-34 0 0,1 0 58 0 0,-1 1 30 0 0,-1-1-3 0 0,1 0 2 0 0,0 0-3 0 0,0 1 0 0 0,0 0 0 0 0,0 0 14 0 0,0 1 15 0 0,0 0 34 0 0,0 0-65 0 0,0-1-66 0 0,0 1 49 0 0,0-1 30 0 0,0 0-6 0 0,0 0 11 0 0,0-1-1 0 0,0 0-3 0 0,0-1 10 0 0,0 1 1 0 0,0-1 75 0 0,1 0-21 0 0,0 1 39 0 0,0 1-3 0 0,-1 0-16 0 0,1 1-97 0 0,-1 0 22 0 0,0 1-98 0 0,0 0-8 0 0,0 0 1 0 0,0 0-6 0 0,0 0 15 0 0,0 0-8 0 0,0 0 54 0 0,0 0 31 0 0,0 0 4 0 0,0 0 8 0 0,0 0 0 0 0,0 0-3 0 0,0 0-224 0 0,1-1-113 0 0,0 0-24 0 0,0 0-139 0 0,-1 0-432 0 0,1 0-609 0 0,-1 1-556 0 0,0-1-697 0 0,0 0 113 0 0,0 2 92 0 0,-1 0 2997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1:50.33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8999.78125"/>
      <inkml:brushProperty name="anchorY" value="-246437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0370.5"/>
      <inkml:brushProperty name="anchorY" value="-247643.75"/>
      <inkml:brushProperty name="scaleFactor" value="0.5"/>
    </inkml:brush>
  </inkml:definitions>
  <inkml:trace contextRef="#ctx0" brushRef="#br0">1 79 3908 0 0,'0'0'0'0'0,"0"0"444"0"0,0 0 136 0 0,0 0 3979 0 0,0 0-4158 0 0,0 0 1781 0 0,0 0-815 0 0,0 0-221 0 0,0 0-98 0 0,0 0-299 0 0,0 0-163 0 0,16-15-216 0 0,0-1-179 0 0,1 1-122 0 0,-3 2-57 0 0,-5 4-12 0 0,-2 3-72 0 0,-4 3-80 0 0,-1 2-155 0 0,-2 1-291 0 0,0 2-963 0 0,2 1-1133 0 0,1 0-2418 0 0,3 0-1933 0 0,0 0 8081 0 0</inkml:trace>
  <inkml:trace contextRef="#ctx0" brushRef="#br1" timeOffset="213.399">1 79 7401 0 0,'0'0'0'0'0,"13"15"2840"0"0,6 5-1979 0 0,-2-4 104 0 0,-3-3-832 0 0,-5-5 520 0 0,-2-5 99 0 0,-4-4 146 0 0,-1-2-558 0 0,0-2-294 0 0,0 0 16 0 0,0 0-172 0 0,-1 1-170 0 0,0 2-324 0 0,1 0-316 0 0,0 1-369 0 0,1 1-583 0 0,1 1-1149 0 0,0 1-1718 0 0,-7 3 2996 0 0,-2 0 1770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5:21.32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6195.17188"/>
      <inkml:brushProperty name="anchorY" value="-80425.9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4922.48438"/>
      <inkml:brushProperty name="anchorY" value="-81161.99219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3537.98438"/>
      <inkml:brushProperty name="anchorY" value="-80315.08594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7530.53125"/>
      <inkml:brushProperty name="anchorY" value="-81881.6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6251.65625"/>
      <inkml:brushProperty name="anchorY" value="-80542.27344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4930.59375"/>
      <inkml:brushProperty name="anchorY" value="-82046.6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6200.59375"/>
      <inkml:brushProperty name="anchorY" value="-83290.83594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4916.54688"/>
      <inkml:brushProperty name="anchorY" value="-82291.49219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7589.45313"/>
      <inkml:brushProperty name="anchorY" value="-81866.49219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8874.71875"/>
      <inkml:brushProperty name="anchorY" value="-85387.24219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7469.04688"/>
      <inkml:brushProperty name="anchorY" value="-85908.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6132.76563"/>
      <inkml:brushProperty name="anchorY" value="-86132.55469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4834.875"/>
      <inkml:brushProperty name="anchorY" value="-86932.031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3254.14063"/>
      <inkml:brushProperty name="anchorY" value="-88864.14844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4760.79688"/>
      <inkml:brushProperty name="anchorY" value="-92423.11719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3466.84375"/>
      <inkml:brushProperty name="anchorY" value="-93902.45313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1451.14063"/>
      <inkml:brushProperty name="anchorY" value="-95356.03906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0175.4375"/>
      <inkml:brushProperty name="anchorY" value="-98401.96875"/>
      <inkml:brushProperty name="scaleFactor" value="0.5"/>
    </inkml:brush>
  </inkml:definitions>
  <inkml:trace contextRef="#ctx0" brushRef="#br0">2811 2779 1932 0 0,'0'0'0'0'0,"0"0"1680"0"0,0 0-1031 0 0,0 0-406 0 0,0 0 175 0 0,0 0-154 0 0,0 0-202 0 0,0 0 30 0 0,0 0-5 0 0,0 0 47 0 0,0 0 23 0 0,-3 8-180 0 0,1 0 379 0 0,-1 2 143 0 0,1-2 0 0 0,1-1 61 0 0,0-2 70 0 0,0-1 58 0 0,1-1-15 0 0,0-1-165 0 0,0-1-180 0 0,0 0-94 0 0,0 1-74 0 0,0-1-6 0 0,1 1-60 0 0,-1-1 50 0 0,0 1-22 0 0,0-1-26 0 0,0-1 46 0 0,0 1-20 0 0,0-1 35 0 0,0 0 24 0 0,0 0-20 0 0,0 0-70 0 0,1 0-3 0 0,1-1-10 0 0,-1 0-90 0 0,1-1 16 0 0,0 1-198 0 0,0-1 39 0 0,-1 1 52 0 0,0 0 37 0 0,-1 0 7 0 0,0-1 61 0 0,0 1-19 0 0,0 0-69 0 0,0-1 7 0 0,0 1 2 0 0,0-2-27 0 0,0 1-147 0 0,0-1-66 0 0,0 0-20 0 0,1 0 26 0 0,3-1 131 0 0,0 0 94 0 0,1 0 81 0 0,1 0 66 0 0,-1 0 20 0 0,0 0 96 0 0,-2 1 99 0 0,-1 0-54 0 0,-1 2-15 0 0,0 0-40 0 0,-1 0-71 0 0,1 1-102 0 0,-1 0 23 0 0,1 0-134 0 0,0 0 76 0 0,1 0 32 0 0,0 1-12 0 0,0-1-38 0 0,1 1 75 0 0,-2 1 50 0 0,1 1 169 0 0,0 2 244 0 0,0 2-135 0 0,0 1-399 0 0,-1 4 18 0 0,0 1-353 0 0,-1 4-28 0 0,1 0-337 0 0,-1 2 427 0 0,0-1 195 0 0,-1-2-510 0 0,1-3-202 0 0,0-2-260 0 0,0-2-1307 0 0,3-3-454 0 0,-1-1 735 0 0</inkml:trace>
  <inkml:trace contextRef="#ctx0" brushRef="#br1" timeOffset="2383.445">4564 1866 2844 0 0,'0'0'0'0'0,"0"0"1836"0"0,0 0-531 0 0,0 0-106 0 0,0 0-236 0 0,-5 18-151 0 0,-3 7-271 0 0,0 5-229 0 0,-1 4-188 0 0,0 0 39 0 0,1 0-93 0 0,-1-1 135 0 0,1-1-131 0 0,-1-3-74 0 0,1-1 16 0 0,1-4-20 0 0,0-2-116 0 0,3-3 0 0 0,0-2-469 0 0,0-3-573 0 0,1-2-1019 0 0,1-1-1843 0 0,0-4 1982 0 0</inkml:trace>
  <inkml:trace contextRef="#ctx0" brushRef="#br2" timeOffset="3004.869">4065 2712 784 0 0,'0'0'0'0'0,"0"0"1396"0"0,0 0-476 0 0,0 0 66 0 0,0 0-52 0 0,0 0 65 0 0,0 0-49 0 0,0 0-90 0 0,0 0-84 0 0,0 0-133 0 0,0 0 40 0 0,0 0-100 0 0,-1-6 141 0 0,0 0-96 0 0,-1 0-128 0 0,1 1-26 0 0,-1 1-19 0 0,1 1-56 0 0,1 2-146 0 0,-1 1-275 0 0,1 1 127 0 0,0 2-122 0 0,1 2 263 0 0,2 4-122 0 0,2 1 88 0 0,2 4-27 0 0,-1 1 32 0 0,2 2-18 0 0,-2 2-115 0 0,1 2-23 0 0,-1 2-61 0 0,-1 3-66 0 0,1 3 26 0 0,0 3-130 0 0,-1 1 6 0 0,1 1-82 0 0,0 1-161 0 0,1-2-347 0 0,1 0-186 0 0,0-3-420 0 0,1-3-856 0 0,0-2-2762 0 0,-2-6 1022 0 0</inkml:trace>
  <inkml:trace contextRef="#ctx0" brushRef="#br3" timeOffset="1004.202">3516 1211 184 0 0,'0'0'0'0'0,"0"0"744"0"0,0 0-383 0 0,0 0-39 0 0,0 0-45 0 0,0 0-106 0 0,0 0-20 0 0,0 0-15 0 0,0 0 59 0 0,0 0-38 0 0,0 0 32 0 0,0 0-26 0 0,0-1-63 0 0,0-1-108 0 0,0 0-216 0 0,0-1-24 0 0,0 0-46 0 0,0 0-95 0 0,0-1 41 0 0,0-1 387 0 0,0-1-94 0 0,0 0 131 0 0,0-1-98 0 0,-1 0-121 0 0,0 0-574 0 0,-2-1-141 0 0,-1 2 1050 0 0</inkml:trace>
  <inkml:trace contextRef="#ctx0" brushRef="#br4" timeOffset="1718.37">3432 1055 196 0 0,'0'0'0'0'0,"0"0"1368"0"0,0 0-588 0 0,0 0-144 0 0,0 0 130 0 0,0 0 182 0 0,0 0 73 0 0,0 0-88 0 0,0 0-138 0 0,0 0-134 0 0,0 0-93 0 0,0 0-150 0 0,0 0-148 0 0,0 2-94 0 0,0 1 56 0 0,-1 4-64 0 0,-2 1-58 0 0,0 3-118 0 0,-1 3-62 0 0,1 2 7 0 0,-1 2 76 0 0,0 1 67 0 0,1 2-102 0 0,1 1 34 0 0,1 0 64 0 0,0 1 24 0 0,0 1 44 0 0,-2 1-40 0 0,-1 2 17 0 0,0 1-126 0 0,-2 1 20 0 0,-1 2-13 0 0,-2 2-91 0 0,1 0 115 0 0,-1 0-48 0 0,0 0 34 0 0,1-1-16 0 0,-1 0 5 0 0,0-1-1 0 0,0-1 0 0 0,0 0 149 0 0,-1-1 51 0 0,0 0 4 0 0,0 1-73 0 0,-1 0-8 0 0,0 0 12 0 0,1 1-144 0 0,1 0 101 0 0,2 0-32 0 0,1-2-63 0 0,2 0 7 0 0,2-3-1 0 0,1-1-4 0 0,1-2 94 0 0,0-1-110 0 0,1-1 144 0 0,-1 0-98 0 0,1-1 31 0 0,0 1 6 0 0,0 0 71 0 0,0 1-81 0 0,0 1 1 0 0,0 0 74 0 0,0-1-152 0 0,0 1 159 0 0,2-2-157 0 0,0 0 139 0 0,2-2-78 0 0,0-1-47 0 0,0 0 76 0 0,0-1-28 0 0,-1-1-42 0 0,1-1 14 0 0,-2 1 105 0 0,1 0 10 0 0,-1 0-24 0 0,-1-1-18 0 0,0 0 37 0 0,-1-1-60 0 0,-1-1-11 0 0,0 0-44 0 0,1-1 4 0 0,0-1-15 0 0,1 0-12 0 0,2 1 3 0 0,1-1-44 0 0,1 1 68 0 0,2 1 53 0 0,1 0-14 0 0,1 1-63 0 0,-1 0 20 0 0,0-1-14 0 0,-2 0-4 0 0,0 0 10 0 0,-1 0-8 0 0,-1-2 7 0 0,0-1-11 0 0,-1 0 3 0 0,-1-2-66 0 0,0-1 37 0 0,-1-1 27 0 0,-1 0-69 0 0,1 0 4 0 0,-1-1-41 0 0,0 1-207 0 0,0-1-46 0 0,-1 0-164 0 0,0 0-123 0 0,0-1 184 0 0,0 1 81 0 0,0-1 116 0 0,0 1 170 0 0,0 0 96 0 0,0 1-11 0 0,0 0-28 0 0,0 2-317 0 0,0 1-669 0 0,0 0-214 0 0,-1 2 20 0 0,0 0-372 0 0,-1 0 45 0 0,1-1-1049 0 0,-1-2 2739 0 0</inkml:trace>
  <inkml:trace contextRef="#ctx0" brushRef="#br5" timeOffset="3671.249">6298 1818 716 0 0,'0'0'0'0'0,"0"0"680"0"0,0 0-383 0 0,0 0-805 0 0,0 0-3 0 0,0 0 111 0 0,0 0 319 0 0,0 0 47 0 0,0-2 14 0 0,0-1-100 0 0,0 0 112 0 0,0-1 3 0 0,0-1-1 0 0,0 0 6 0 0,0 1 0 0 0</inkml:trace>
  <inkml:trace contextRef="#ctx0" brushRef="#br6" timeOffset="3878.061">6258 1676 56 0 0,'0'0'0'0'0,"0"0"1240"0"0,0 0-410 0 0,0 0 9 0 0,0 0-14 0 0,0 0 205 0 0,0 0 51 0 0,0 0-95 0 0,0 0-110 0 0,0 0-157 0 0,0 0-10 0 0,0 0 13 0 0,0 2 42 0 0,0 1 123 0 0,0 1-137 0 0,0 2-2 0 0,0 1-15 0 0,3 3-245 0 0,0 2-41 0 0,1 2-120 0 0,0 2-127 0 0,-2 2-200 0 0,0 1 30 0 0,0 1-116 0 0,-3 1-34 0 0,-2 1-192 0 0,-1 0-633 0 0,-1 0-819 0 0,-1-3-2555 0 0,-2 0-3297 0 0,1-5 8617 0 0</inkml:trace>
  <inkml:trace contextRef="#ctx0" brushRef="#br7" timeOffset="9973.923">1 5377 572 0 0,'0'0'0'0'0,"0"0"680"0"0,0 0 654 0 0,0 0 1329 0 0,0 0-1114 0 0,0 0 22 0 0,0 0-434 0 0,0 0 122 0 0,0 0-102 0 0,0 0-284 0 0,0 0-283 0 0,30 0-148 0 0,4 0-38 0 0,2 0-64 0 0,-3 0-8 0 0,-7-1-2 0 0,-5 1-2 0 0,-5 0-14 0 0,-5 0-61 0 0,-2 0 12 0 0,-1 0-88 0 0,-2 0-10 0 0,-1 0-58 0 0,1-1 29 0 0,0 1-64 0 0,0 0 8 0 0,0-1-93 0 0,-1 0 10 0 0,0 1-84 0 0,-2 0 6 0 0,-2-1-3 0 0,0 1 7 0 0,1 0 12 0 0,-1 0-27 0 0,2 0 47 0 0,0 0 46 0 0,2 0-7 0 0,2 0 148 0 0,2 0-54 0 0,4 0-18 0 0,4 0 24 0 0,5 0 4 0 0,4 0-16 0 0,6 0-18 0 0,4 0-74 0 0,5-1-36 0 0,5-1-1 0 0,3 0 40 0 0,4-1-69 0 0,1 0 3 0 0,3-1-58 0 0,2-1 97 0 0,3 1 14 0 0,0-1-56 0 0,0 0 92 0 0,0 0 56 0 0,0 0-89 0 0,-2-1 141 0 0,0 1-55 0 0,1 0 19 0 0,1-1-91 0 0,0-1 100 0 0,2 1-38 0 0,2-2 2 0 0,4-1 31 0 0,4 0 32 0 0,6-2-8 0 0,7 0 76 0 0,7-2-62 0 0,8-1-76 0 0,8 0 45 0 0,7-1 12 0 0,3 0-136 0 0,5 0 0 0 0,1 0-40 0 0,2 0 74 0 0,-1 1-21 0 0,1 0 10 0 0,0 1 0 0 0,-1 0 4 0 0,0 0 9 0 0,-1 0-16 0 0,1 0 9 0 0,2-1-2 0 0,2-1 4 0 0,2 1 9 0 0,2-1-21 0 0,3 1-54 0 0,2 0 61 0 0,2 1-21 0 0,2 0 6 0 0,2 0-47 0 0,2 0 74 0 0,0 0-19 0 0,2 0 3 0 0,-2 0 58 0 0,0-1-73 0 0,-1 1 38 0 0,-2-1 34 0 0,-2 0-62 0 0,-1-1 12 0 0,-2-1 14 0 0,0 0-11 0 0,0-1-1 0 0,0-1 1 0 0,2 1 45 0 0,1-2-54 0 0,2 1 13 0 0,2 0-9 0 0,3 0-4 0 0,5 0-4 0 0,1 1 1 0 0,4 0-6 0 0,1 0 6 0 0,1 1-6 0 0,0 1 11 0 0,-4 0 1 0 0,-4 0 1 0 0,-5 1 4 0 0,-6 0 4 0 0,-7 1 74 0 0,-7 0-39 0 0,-6-1 20 0 0,-6 1-8 0 0,-4 0-59 0 0,0-1 12 0 0,2 1-12 0 0,4 0 1 0 0,7 0-1 0 0,6 0 210 0 0,9 2-256 0 0,7 0 76 0 0,6 1 74 0 0,2 1 12 0 0,2 0-143 0 0,0 1 48 0 0,-2 1 21 0 0,-5-1 44 0 0,-5 1-94 0 0,-6-1 32 0 0,-7 0 86 0 0,-6-1-24 0 0,-6 1-89 0 0,-4-1 20 0 0,-3 1 110 0 0,1 0-46 0 0,2 0-82 0 0,5 0 70 0 0,4 1-27 0 0,6 0-32 0 0,4 0-7 0 0,4 0-61 0 0,3 0 75 0 0,1 1 77 0 0,1 0-118 0 0,-2 0 46 0 0,-2 1 46 0 0,-2 0-2 0 0,-2 0-80 0 0,-1 0 21 0 0,0-1-15 0 0,1 0 10 0 0,2 0-8 0 0,2 0 7 0 0,3-1-1 0 0,3 0-5 0 0,4 0 11 0 0,4-1 43 0 0,4 0 21 0 0,4-1-86 0 0,2 1 28 0 0,3 0-3 0 0,-1 0 245 0 0,1 0-69 0 0,-1 1-49 0 0,-1-1 5 0 0,-1 0-76 0 0,-1 1 8 0 0,-1-2-69 0 0,-1 0 8 0 0,-1 0-12 0 0,2-1 1 0 0,3 0 83 0 0,4 0-57 0 0,4 0-29 0 0,4 1 4 0 0,0-2-84 0 0,1 1 105 0 0,-3-1-30 0 0,-3 0 61 0 0,-5 0-55 0 0,-5 1 89 0 0,-7 0-110 0 0,-9 0 90 0 0,-9 1-70 0 0,-10 0 6 0 0,-7 1 7 0 0,-7 1-13 0 0,-3 0-48 0 0,-2 0 60 0 0,-1 2-16 0 0,-3-1-79 0 0,-8 1 109 0 0,-9 0-36 0 0,-11 0 91 0 0,-11 0-101 0 0,-11 0-121 0 0,-8 0-70 0 0,-8-1-193 0 0,-7 1-27 0 0,-6 0-397 0 0,-9 0-393 0 0,-5 0-545 0 0,-6 0-870 0 0,-5-1-1532 0 0,-7-2-1987 0 0,-1 0 3554 0 0</inkml:trace>
  <inkml:trace contextRef="#ctx0" brushRef="#br8" timeOffset="11869.758">2871 2975 196 0 0,'0'0'0'0'0,"0"0"236"0"0,0 0-266 0 0,0 0 155 0 0,0 0-27 0 0,0 0 80 0 0,0 0 1458 0 0,0 0-840 0 0,0 0 91 0 0,0 0 143 0 0,0 0-13 0 0,11 14 3 0 0,1 2-146 0 0,3 2-78 0 0,-1-1-201 0 0,0 0-166 0 0,-1 0-214 0 0,-3 0-156 0 0,0 1-40 0 0,-1 2-85 0 0,-1 2-6 0 0,0 2-75 0 0,-1 4 73 0 0,-2 3-68 0 0,1 2 76 0 0,-2 2-3 0 0,0 3 63 0 0,-2 1-94 0 0,-1 3 68 0 0,-2 2-72 0 0,-5 2-56 0 0,-4 2-149 0 0,-7 2-164 0 0,-4 2-223 0 0,-7 2 87 0 0,-3 2 123 0 0,-2 1-140 0 0,-1 2 266 0 0,1 1 397 0 0,1-1 96 0 0,4 0 524 0 0,3-3-90 0 0,6-3-164 0 0,5-3 88 0 0,4-4-98 0 0,5-3-363 0 0,3-5 12 0 0,4-2-165 0 0,5-2 87 0 0,2-1-237 0 0,3 0 84 0 0,1 0-5 0 0,0 1 148 0 0,0 1-157 0 0,0 0 247 0 0,-1 0 185 0 0,0-1 169 0 0,-1-1-71 0 0,-1-3 165 0 0,0 0 1 0 0,-2-3 19 0 0,-1 0-73 0 0,-1-2-37 0 0,-2-2-96 0 0,-1 0-44 0 0,0-2-100 0 0,0 1-54 0 0,0-2-58 0 0,1 1-49 0 0,1 0 2 0 0,0 0-11 0 0,2 0-78 0 0,-1 0 21 0 0,1 0-58 0 0,0-1 14 0 0,-2-1-68 0 0,-1-1-145 0 0,-1-1-346 0 0,-1-2-651 0 0,-2-2-1593 0 0,-4-2-1184 0 0,-3-4 3365 0 0,0-1 14 0 0</inkml:trace>
  <inkml:trace contextRef="#ctx0" brushRef="#br9" timeOffset="12677.953">4056 3237 116 0 0,'0'0'0'0'0,"0"0"316"0"0,0 0-359 0 0,0 0 200 0 0,0 0-4 0 0,0 0-83 0 0,0 0 2175 0 0,0 0-1789 0 0,0 0-66 0 0,0 0-8 0 0,0 0 622 0 0,-4 8 85 0 0,0 3-324 0 0,0 4-192 0 0,1 3-103 0 0,0 3-84 0 0,2 2 104 0 0,0 1 72 0 0,1 2 5 0 0,1 2 24 0 0,2 3 78 0 0,3 2-179 0 0,2 4 1 0 0,1 4-53 0 0,4 5-117 0 0,0 5-79 0 0,2 6-164 0 0,0 5-67 0 0,-2 5-67 0 0,-4 2-73 0 0,-2 4-95 0 0,-2-1-51 0 0,-5 1-9 0 0,-3-2 17 0 0,-4-3 11 0 0,-2-4 104 0 0,-3-3 15 0 0,-2-4 73 0 0,-1-2 56 0 0,0-3-225 0 0,-1-1-35 0 0,0-1-510 0 0,-1 1-340 0 0,0 0-247 0 0,0 0-605 0 0,0 0 37 0 0,0-2 308 0 0,2-2 225 0 0,1-4 594 0 0,3-9 810 0 0</inkml:trace>
  <inkml:trace contextRef="#ctx0" brushRef="#br10" timeOffset="13245.278">5951 3438 836 0 0,'0'0'0'0'0,"0"0"416"0"0,0 0 2436 0 0,0 0-835 0 0,0 0-1377 0 0,0 0 208 0 0,-9-18-233 0 0,0-3 384 0 0,0 0-4 0 0,2 1 19 0 0,1 6-345 0 0,4 4-126 0 0,3 5 0 0 0,3 5-33 0 0,4 5 92 0 0,4 5-65 0 0,4 8-64 0 0,1 8-247 0 0,2 10-24 0 0,-1 10-56 0 0,-2 9-18 0 0,-5 10 12 0 0,-2 8-15 0 0,-2 6-28 0 0,-3 3-109 0 0,-1 3 28 0 0,-1 1-132 0 0,-1-1-14 0 0,-1-1-27 0 0,-1-4-37 0 0,-2-2-30 0 0,-3-3-88 0 0,-4-4-81 0 0,-3-4-41 0 0,-4-3-35 0 0,-1-4-147 0 0,-2-5-201 0 0,1-5-438 0 0,0-5-339 0 0,3-6-242 0 0,4-7-967 0 0,3-8-455 0 0,3-7 2036 0 0,3-6 1132 0 0</inkml:trace>
  <inkml:trace contextRef="#ctx0" brushRef="#br11" timeOffset="13828.152">6959 2700 64 0 0,'0'0'0'0'0,"0"0"392"0"0,0 0-341 0 0,0 0-14 0 0,0 0 128 0 0,0 0 250 0 0,0 0 1347 0 0,0 0-1246 0 0,0 0 566 0 0,0 0-8 0 0,0 0 276 0 0,0 0 65 0 0,14-4-86 0 0,0-1-185 0 0,1 3-642 0 0,-2 4-96 0 0,-1 8 353 0 0,-2 9-177 0 0,0 11-45 0 0,-2 12-184 0 0,-3 11 134 0 0,-2 12-42 0 0,-1 9 168 0 0,-1 9-165 0 0,-1 8-111 0 0,0 4-94 0 0,-1 3-101 0 0,1 2 51 0 0,-1 0 6 0 0,1-2-45 0 0,-2-3-36 0 0,-1-2-130 0 0,-2-5-29 0 0,-2-2-58 0 0,-1-5-49 0 0,-2-5-123 0 0,-1-3 86 0 0,0-6-96 0 0,-1-5-124 0 0,1-4-96 0 0,-1-4-115 0 0,2-5 116 0 0,1-5 10 0 0,1-4-207 0 0,1-4-419 0 0,3-4-484 0 0,1-6-422 0 0,2-4-1172 0 0,0-4-1122 0 0,2-6 4368 0 0,0-3-847 0 0</inkml:trace>
  <inkml:trace contextRef="#ctx0" brushRef="#br12" timeOffset="14574.753">7503 1753 692 0 0,'0'0'0'0'0,"0"0"92"0"0,0 0 3710 0 0,0 0-2613 0 0,0 0 483 0 0,0 0-731 0 0,0 0 79 0 0,0 0-116 0 0,0 0-266 0 0,0 0 204 0 0,0 0-170 0 0,20 23-104 0 0,4 13 39 0 0,0 16-53 0 0,-1 14-200 0 0,-5 14-18 0 0,-6 12-70 0 0,-5 10 67 0 0,-8 10-86 0 0,-8 8-49 0 0,-9 5 31 0 0,-7 4 73 0 0,-6 2-74 0 0,-3 1-28 0 0,-2-1-123 0 0,1-2-3 0 0,2-4-5 0 0,5-4 149 0 0,4-6-110 0 0,3-3-122 0 0,1-6 19 0 0,0-3-186 0 0,2-4 87 0 0,1-4-78 0 0,-1-4-132 0 0,3-5 126 0 0,2-5 9 0 0,2-5-241 0 0,3-7 272 0 0,3-4-15 0 0,2-7-12 0 0,2-5-251 0 0,1-5 93 0 0,0-4-300 0 0,0-4-387 0 0,1-4-161 0 0,0-4-636 0 0,0-4-605 0 0,0-5-2467 0 0,0-2 2336 0 0,0-6 2789 0 0</inkml:trace>
  <inkml:trace contextRef="#ctx0" brushRef="#br13" timeOffset="15165.847">8499 2436 156 0 0,'0'0'0'0'0,"0"0"156"0"0,0 0 2376 0 0,0 0 1925 0 0,0 0-3625 0 0,0 0 816 0 0,0 0-674 0 0,15 18-5 0 0,4 11-101 0 0,5 13-108 0 0,5 13-175 0 0,4 14-166 0 0,1 12-138 0 0,1 12-23 0 0,0 10-156 0 0,-1 8-87 0 0,-4 6 0 0 0,-4 4-73 0 0,-5 1 19 0 0,-4-2 32 0 0,-5-3 3 0 0,-4-7 30 0 0,-2-6-20 0 0,-3-8 22 0 0,-4-7-34 0 0,-3-6-92 0 0,-4-6-18 0 0,-3-4-170 0 0,-3-6-252 0 0,0-4-299 0 0,-1-5-164 0 0,0-3-374 0 0,1-6-394 0 0,0-5-237 0 0,2-6-359 0 0,3-6 595 0 0,2-8-425 0 0,3-6 1860 0 0,2-7 149 0 0</inkml:trace>
  <inkml:trace contextRef="#ctx0" brushRef="#br14" timeOffset="15712.951">9257 1657 144 0 0,'0'0'0'0'0,"0"0"2400"0"0,0 0-840 0 0,0 0-866 0 0,0 0 71 0 0,0 0 73 0 0,0 0 355 0 0,0 0-192 0 0,-4 18-46 0 0,0 3-163 0 0,0 3-147 0 0,0-1 25 0 0,2 1 30 0 0,1-1-151 0 0,3 2-89 0 0,2 5 103 0 0,4 7 18 0 0,1 9 153 0 0,3 10-55 0 0,1 12-206 0 0,3 12-85 0 0,0 12-107 0 0,1 10-96 0 0,-1 9-200 0 0,-2 8 46 0 0,-4 5-87 0 0,-3 5-17 0 0,-4 3-40 0 0,-7 2-124 0 0,-5 1-127 0 0,-6 0-16 0 0,-4-4 14 0 0,-2-4-205 0 0,-2-8-282 0 0,1-8-313 0 0,3-10 312 0 0,5-10 121 0 0,5-9-370 0 0,3-10-247 0 0,4-9-552 0 0,2-9-919 0 0,3-8 36 0 0,1-9 1545 0 0,0-10 1180 0 0</inkml:trace>
  <inkml:trace contextRef="#ctx0" brushRef="#br15" timeOffset="16089.185">9999 1938 64 0 0,'0'0'0'0'0,"0"0"704"0"0,0 0 1419 0 0,0 0 911 0 0,0 0-1593 0 0,-2 21 108 0 0,-1 10-371 0 0,-2 14 237 0 0,-1 15-218 0 0,-2 16-63 0 0,-2 17-288 0 0,0 17-93 0 0,-3 17-194 0 0,-4 15-134 0 0,-2 11-140 0 0,-4 7-118 0 0,-4 4-119 0 0,-3-2-36 0 0,-3-5-112 0 0,-4-8-130 0 0,-3-9-103 0 0,-4-9-181 0 0,-5-8-111 0 0,-4-7-336 0 0,-3-6-247 0 0,-2-4-471 0 0,0-6-1440 0 0,3-9-2368 0 0,4-2 3184 0 0,12-21 2439 0 0</inkml:trace>
  <inkml:trace contextRef="#ctx0" brushRef="#br16" timeOffset="19233.44">12849 3 80 0 0,'0'0'0'0'0,"0"0"0"0"0,0 0 265 0 0,0 0-205 0 0,0 0 60 0 0,-1-2 126 0 0,-1 1 20 0 0,-3 1 1490 0 0,-1 0-1364 0 0,-1 1 49 0 0,0 0-230 0 0,1 0-210 0 0,2 1-64 0 0,0-1-111 0 0,2 1 218 0 0,1 0 67 0 0,1-1 120 0 0,0 1-134 0 0,0-1 107 0 0,1-1 169 0 0,1 1 165 0 0,1-1 56 0 0,-1 0 34 0 0,0 0-24 0 0,0 0-338 0 0,-1 0-170 0 0,-1 0-72 0 0,0 2-90 0 0,0 0-60 0 0,-3 1 82 0 0,-1 1-124 0 0,-1 1 112 0 0,-1 1-44 0 0,1 1 56 0 0,1 0-33 0 0,1 0 91 0 0,1 0 96 0 0,1-2 117 0 0,1 1 47 0 0,-1-1-75 0 0,0-1-178 0 0,0 0 2 0 0,0 0-198 0 0,-1 0-380 0 0,0 0-726 0 0,1 0-250 0 0,0 0-183 0 0,0-1 617 0 0,1-1 664 0 0,-1-1-70 0 0,1 0 448 0 0,0-1-148 0 0,0 1 236 0 0,1-1 83 0 0,-1 0 87 0 0,0 1-85 0 0,0 0-75 0 0,0 0-35 0 0,0 1 0 0 0,0 0-3 0 0,0 0 7 0 0,0 1 92 0 0,0 0-72 0 0,0 0-20 0 0,0 1 175 0 0,0 1-69 0 0,0 0 2464 0 0,0 0-1584 0 0,0 0 582 0 0,0 0-574 0 0,-1 0-209 0 0,-2 2-259 0 0,-1 1-268 0 0,-1 1-136 0 0,-3 2-128 0 0,1 1 14 0 0,-1 2-109 0 0,3 2-7 0 0,1 0-50 0 0,1 3 111 0 0,2 0 30 0 0,2 2 56 0 0,2 0 53 0 0,1 1 94 0 0,2 1-1 0 0,-1 0-25 0 0,-1 0-15 0 0,-1 1-123 0 0,-1 1-24 0 0,-2 0-63 0 0,-1 0 10 0 0,-3 0-9 0 0,0 0-28 0 0,-1 1 8 0 0,1 0 24 0 0,1 0 53 0 0,1 1 243 0 0,1 0-121 0 0,1 0-148 0 0,0 0 36 0 0,4 0-118 0 0,1 1 131 0 0,0 0-43 0 0,3 0-60 0 0,-1 0-132 0 0,1 0-42 0 0,-1 1 214 0 0,-1 0-300 0 0,-2 0 82 0 0,-2 0 129 0 0,0 0 126 0 0,-3 1-12 0 0,-1 0 94 0 0,-3 0 61 0 0,-3 1-45 0 0,-2 0-115 0 0,-2 1 25 0 0,-1 0-82 0 0,0 1 88 0 0,0-1-26 0 0,0 1 66 0 0,2 1 273 0 0,1 1-326 0 0,2 0 33 0 0,2 0 34 0 0,1 1 125 0 0,2 1-139 0 0,0 1-56 0 0,1 0-107 0 0,0 1 142 0 0,1 1-127 0 0,-1 1 53 0 0,1 1-15 0 0,0 2-59 0 0,0 2 18 0 0,1 0-37 0 0,-1 2 36 0 0,2 1 95 0 0,2 0-92 0 0,2-1-7 0 0,3 1-12 0 0,4-2-63 0 0,1 1 30 0 0,0-2 159 0 0,-1-1-37 0 0,-1 0 50 0 0,0 0-31 0 0,-2-1 147 0 0,-2 0-122 0 0,-1 1 43 0 0,-2 1 30 0 0,-2 0-59 0 0,-1 0-36 0 0,-1 0 9 0 0,-1 0-8 0 0,-3 0-5 0 0,-1-1 6 0 0,-1 0 3 0 0,1-2 0 0 0,1 0 102 0 0,0 1 154 0 0,2-1-314 0 0,0 0 152 0 0,2 1-24 0 0,-1-1 245 0 0,1 1-253 0 0,2-2-60 0 0,0 0 29 0 0,1-2 36 0 0,1 0 124 0 0,2-3 72 0 0,-1-1-150 0 0,0-1-1 0 0,0-2-116 0 0,-1-1 94 0 0,0 0 48 0 0,0-1 5 0 0,-1-1-41 0 0,0 0 106 0 0,-1 0 60 0 0,-1 0-148 0 0,0-2-42 0 0,-1 0-77 0 0,0 0 6 0 0,0-2-85 0 0,0-2 7 0 0,0 0 26 0 0,0-2 39 0 0,1 0-9 0 0,-1-2 7 0 0,2 0-9 0 0,0 0-119 0 0,2 0 94 0 0,0 0-63 0 0,0 0-137 0 0,0 0 54 0 0,1-1-161 0 0,-1 1-63 0 0,1-2-171 0 0,0-2-542 0 0,1-2-1228 0 0,1-3-126 0 0,0-3 489 0 0,0-3 1243 0 0</inkml:trace>
  <inkml:trace contextRef="#ctx0" brushRef="#br17" timeOffset="20191">14510 277 236 0 0,'0'0'0'0'0,"0"0"128"0"0,0 0-131 0 0,0 0 80 0 0,0 0 104 0 0,0 0 1536 0 0,0 0-93 0 0,0 0-1379 0 0,-9-19-40 0 0,-3-5-141 0 0,-2-4-189 0 0,0-2 75 0 0,1 1 56 0 0,2 1-9 0 0,2 2 75 0 0,2 2 136 0 0,2 4 298 0 0,2 4-8 0 0,2 3-37 0 0,1 5-74 0 0,0 3 183 0 0,0 3 46 0 0,1 1-54 0 0,-1 1-200 0 0,0 1-72 0 0,0 0 28 0 0,1 0-53 0 0,-1-1-96 0 0,0 0-128 0 0,0 1-27 0 0,0-1-6 0 0,0 0-8 0 0,0 0 107 0 0,0 0 26 0 0,0 1 64 0 0,0 0 79 0 0,0 0 72 0 0,0 2-13 0 0,0 1-122 0 0,2 1-83 0 0,0 2 29 0 0,1 3 12 0 0,-1 2-27 0 0,1 5 2 0 0,0 5 41 0 0,3 7 76 0 0,1 7 8 0 0,3 9 52 0 0,2 8 18 0 0,1 10-75 0 0,1 9-8 0 0,0 6-25 0 0,0 7-49 0 0,-1 3-3 0 0,-1 3 91 0 0,-2 0-6 0 0,0-1-22 0 0,-2 0 26 0 0,0-1-96 0 0,-2 0-118 0 0,-1-1 56 0 0,-2 1-130 0 0,-2 1-28 0 0,-3 2-54 0 0,-4 2 36 0 0,-6 3-25 0 0,-4 2-17 0 0,-3 0 33 0 0,-3 1 83 0 0,-1-3 200 0 0,2-3-68 0 0,2-5-52 0 0,4-4-34 0 0,5-6-56 0 0,3-4-122 0 0,3-4-32 0 0,3-3-44 0 0,1-4 46 0 0,1-1 57 0 0,-1-2-137 0 0,1 0 153 0 0,0 3 68 0 0,-2 4-139 0 0,-1 3-5 0 0,-2 5-89 0 0,-2 3 2 0 0,-3 3 137 0 0,-2 2 92 0 0,-2 0-5 0 0,0-1 91 0 0,-1-3-38 0 0,0-4 48 0 0,2-4 49 0 0,2-3-115 0 0,1-4-9 0 0,2-3-62 0 0,2-2 66 0 0,0-3-28 0 0,1-2-85 0 0,-1-4-48 0 0,2-4-86 0 0,-1-3-184 0 0,1-4-218 0 0,0-4-449 0 0,1-2 254 0 0,-1-2-346 0 0,0-3-343 0 0,0-3-1305 0 0,1-2 216 0 0,0-5 857 0 0,1-5 1054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2:35.00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0083.34375"/>
      <inkml:brushProperty name="anchorY" value="-254567.35938"/>
      <inkml:brushProperty name="scaleFactor" value="0.5"/>
    </inkml:brush>
  </inkml:definitions>
  <inkml:trace contextRef="#ctx0" brushRef="#br0">1 57 9001 0 0,'0'0'0'0'0,"0"0"2260"0"0,0 0-854 0 0,0 0-232 0 0,0 0 52 0 0,0 0 210 0 0,0 0-175 0 0,0 0-328 0 0,49 0-222 0 0,19 0-353 0 0,17 0-205 0 0,10 0-81 0 0,2-1-65 0 0,-1-1-111 0 0,-7 0-107 0 0,-6-2-310 0 0,-7-1-311 0 0,-7-2-450 0 0,-8-1-1206 0 0,-7-1-2153 0 0,-8-1-1973 0 0,-14 2 3800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2:35.24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2354.125"/>
      <inkml:brushProperty name="anchorY" value="-255780.51563"/>
      <inkml:brushProperty name="scaleFactor" value="0.5"/>
    </inkml:brush>
  </inkml:definitions>
  <inkml:trace contextRef="#ctx0" brushRef="#br0">0 55 3192 0 0,'0'0'0'0'0,"0"0"8853"0"0,0 0-8686 0 0,0 0 1596 0 0,0 0-1035 0 0,0 0 526 0 0,55 0-17 0 0,17-2-592 0 0,17 0-597 0 0,9-1 55 0 0,4-1-320 0 0,1-1-226 0 0,0-2-387 0 0,-1 0-561 0 0,-7-1-1403 0 0,-3-1-3371 0 0,-20 1-122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2:37.92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2703.1875"/>
      <inkml:brushProperty name="anchorY" value="-262833"/>
      <inkml:brushProperty name="scaleFactor" value="0.5"/>
    </inkml:brush>
  </inkml:definitions>
  <inkml:trace contextRef="#ctx0" brushRef="#br0">0 140 1616 0 0,'0'0'0'0'0,"0"0"6793"0"0,0 0-5853 0 0,0 0 1224 0 0,0 0-1226 0 0,0 0 66 0 0,0 0 159 0 0,0 0-161 0 0,0 0-206 0 0,0 0-344 0 0,0 0-212 0 0,0 0-105 0 0,8 3-135 0 0,3-1 19 0 0,7-3-19 0 0,7-4-10 0 0,8-5-188 0 0,10-4-198 0 0,8-5-153 0 0,11-1-2 0 0,8-1 123 0 0,7 1 11 0 0,6 4 271 0 0,3 4 138 0 0,-1 5 48 0 0,-5 8 48 0 0,-7 6-6 0 0,-11 9 109 0 0,-11 6-30 0 0,-13 6 15 0 0,-14 6 89 0 0,-12 3-86 0 0,-16 2 62 0 0,-13 2-4 0 0,-11 0 44 0 0,-11-1 59 0 0,-3-4 18 0 0,-4-3-50 0 0,0-3-4 0 0,4-5-66 0 0,4-4-138 0 0,6-5-97 0 0,8-5 11 0 0,7-3-241 0 0,7-4-259 0 0,10-3-132 0 0,12-3-98 0 0,14-5 36 0 0,17-4-449 0 0,15-3-295 0 0,15-3-523 0 0,12 1-44 0 0,8 0 413 0 0,0 4 1110 0 0,-2 5 385 0 0,-6 4 1292 0 0,-11 7 33 0 0,-10 6 327 0 0,-13 5 127 0 0,-13 4-27 0 0,-14 6-241 0 0,-14 2-93 0 0,-16 5-243 0 0,-15 4-148 0 0,-15 3-74 0 0,-13 2-126 0 0,-12 3-239 0 0,-11 2-303 0 0,-9 0-80 0 0,-5 0-116 0 0,-5 0-136 0 0,-3-3-169 0 0,-1-3-250 0 0,-3-5-404 0 0,-6-5-549 0 0,3-6-1661 0 0,-9-8-4577 0 0,20-6 535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2:36.55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4606.59375"/>
      <inkml:brushProperty name="anchorY" value="-256995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6455.1875"/>
      <inkml:brushProperty name="anchorY" value="-258937.5625"/>
      <inkml:brushProperty name="scaleFactor" value="0.5"/>
    </inkml:brush>
  </inkml:definitions>
  <inkml:trace contextRef="#ctx0" brushRef="#br0">295 1 964 0 0,'0'0'0'0'0,"0"0"432"0"0,0 0 4551 0 0,0 0-2748 0 0,0 0 51 0 0,0 0-402 0 0,0 0-688 0 0,17 18-225 0 0,9 9-151 0 0,7 8-136 0 0,5 7-111 0 0,3 5-142 0 0,0 2-136 0 0,1-1-129 0 0,-2 0-88 0 0,0-3-74 0 0,0-2-2 0 0,-1-3-55 0 0,-1-4 7 0 0,-2-3-201 0 0,-3-3-183 0 0,-2-4-147 0 0,-4-4-153 0 0,-4-3-15 0 0,-7-2-392 0 0,-5-5-368 0 0,-5-1-531 0 0,-4-3-743 0 0,-6-2-1995 0 0,-5-2 2831 0 0,-6 0 1386 0 0,1-2 187 0 0</inkml:trace>
  <inkml:trace contextRef="#ctx0" brushRef="#br1" timeOffset="209.164">0 655 3404 0 0,'0'0'0'0'0,"0"0"8385"0"0,0 0-7874 0 0,0 0 1634 0 0,0 0-1420 0 0,0 0 149 0 0,0 0 165 0 0,0 0-42 0 0,0 0-196 0 0,0 0 12 0 0,0 0-470 0 0,51-12-223 0 0,15-6-88 0 0,16-6-127 0 0,9-7-4 0 0,4-3-122 0 0,3-5-214 0 0,0-3-180 0 0,-1-2-429 0 0,-2-3-570 0 0,-4-1-752 0 0,-6-1-1786 0 0,-9 2-2353 0 0,-9 1 4951 0 0,-18 9 353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2:42.99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4305"/>
      <inkml:brushProperty name="anchorY" value="-26502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5946.625"/>
      <inkml:brushProperty name="anchorY" value="-267044.375"/>
      <inkml:brushProperty name="scaleFactor" value="0.5"/>
    </inkml:brush>
  </inkml:definitions>
  <inkml:trace contextRef="#ctx0" brushRef="#br0">5 0 2784 0 0,'0'0'0'0'0,"0"0"2056"0"0,0 0 3249 0 0,0 0-5460 0 0,-4 19 1646 0 0,3 9-867 0 0,5 9 5 0 0,6 6-64 0 0,7 4-88 0 0,7 4-26 0 0,5 1-197 0 0,3 2-94 0 0,3-1-76 0 0,1-1-28 0 0,0-2-55 0 0,-2-3 62 0 0,-4-4-79 0 0,-3-3-148 0 0,-5-4-230 0 0,-7-6-722 0 0,-4-5-630 0 0,-5-6-2660 0 0,-2-6-1706 0 0,-1-5 7281 0 0,-2-4-3376 0 0</inkml:trace>
  <inkml:trace contextRef="#ctx0" brushRef="#br1" timeOffset="347.823">775 70 1828 0 0,'0'0'0'0'0,"0"0"1196"0"0,0 0 6520 0 0,0 0-8121 0 0,0 0 2873 0 0,0 0-1456 0 0,-21 27 310 0 0,-9 13-118 0 0,-9 16-3 0 0,-4 14-502 0 0,-2 14-162 0 0,-2 12 66 0 0,1 9-203 0 0,1 8-245 0 0,2 6-143 0 0,3 5-309 0 0,2 5 73 0 0,1 0-320 0 0,1 0-183 0 0,1-3-822 0 0,0-6-1141 0 0,1-12-3014 0 0,-2-6-3050 0 0,7-25 10742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3:48.27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4191.75"/>
      <inkml:brushProperty name="anchorY" value="-279786.8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5878.84375"/>
      <inkml:brushProperty name="anchorY" value="-281107.25"/>
      <inkml:brushProperty name="scaleFactor" value="0.5"/>
    </inkml:brush>
  </inkml:definitions>
  <inkml:trace contextRef="#ctx0" brushRef="#br0">0 213 3180 0 0,'0'0'0'0'0,"0"0"1172"0"0,0 0 6110 0 0,0 0-6871 0 0,0 0 1810 0 0,0 0-1109 0 0,0 0-46 0 0,0 0 2 0 0,0 0-124 0 0,0 0-144 0 0,0 0-266 0 0,26 6-153 0 0,6 2-155 0 0,8 0-23 0 0,1 0-60 0 0,1-2-15 0 0,-2-1-132 0 0,-3-2 21 0 0,-2 0-132 0 0,-5-1-318 0 0,-3-1-165 0 0,-6 0-282 0 0,-4 0-504 0 0,-5-1-1233 0 0,-3 0-2514 0 0,-4-1-2000 0 0,-2 0 5235 0 0</inkml:trace>
  <inkml:trace contextRef="#ctx0" brushRef="#br1" timeOffset="520.715">738 24 5136 0 0,'0'0'0'0'0,"0"0"7489"0"0,0 0-6963 0 0,0 0 1097 0 0,0 0-1020 0 0,0 0 14 0 0,0 0 115 0 0,0 0-264 0 0,0 0-332 0 0,0 0-206 0 0,0 0 14 0 0,24-5-118 0 0,5 0-62 0 0,5 0 40 0 0,-1 1 8 0 0,-1 1 42 0 0,-2 1 10 0 0,-3 2-3 0 0,-4 2 45 0 0,-4 2 105 0 0,-6 1-28 0 0,-5 3 97 0 0,-3 3-103 0 0,-7 2 30 0 0,-7 2-6 0 0,-6 2 148 0 0,-7 2-15 0 0,-7 0-28 0 0,-1-1 12 0 0,-3 0 51 0 0,2-2 1 0 0,1-3-43 0 0,5-1-40 0 0,5-4-5 0 0,3-1-37 0 0,6-2-34 0 0,5-3 2 0 0,2 0-14 0 0,4-2 3 0 0,4 0-133 0 0,5-1 52 0 0,6-2 93 0 0,7 0-26 0 0,8-1 11 0 0,4 0-12 0 0,5-1 17 0 0,4 1 68 0 0,1 0 196 0 0,2 1 38 0 0,-1 1 62 0 0,-2 1-9 0 0,-4 2 126 0 0,-6 1 23 0 0,-5 2 28 0 0,-7 4 0 0 0,-7 3-215 0 0,-5 5-148 0 0,-4 4-46 0 0,-7 3-45 0 0,-6 4-34 0 0,-7 2-51 0 0,-4 0 2 0 0,-6-1-71 0 0,-1-2 8 0 0,-2-3-7 0 0,1-2-1 0 0,2-4-5 0 0,3-3-7 0 0,5-4-13 0 0,3-2-198 0 0,4-4-117 0 0,3-2-96 0 0,2-1-234 0 0,-2-1-447 0 0,-1-2-1072 0 0,-2 0-2908 0 0,-4-4-3085 0 0,2 1 7463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3:47.24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1033.5"/>
      <inkml:brushProperty name="anchorY" value="-276738.9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2779.75"/>
      <inkml:brushProperty name="anchorY" value="-277959.78125"/>
      <inkml:brushProperty name="scaleFactor" value="0.5"/>
    </inkml:brush>
  </inkml:definitions>
  <inkml:trace contextRef="#ctx0" brushRef="#br0">1 369 784 0 0,'0'0'0'0'0,"0"0"7541"0"0,0 0-6927 0 0,0 0 1751 0 0,0 0-1549 0 0,0 0 276 0 0,0 0-206 0 0,0 0-38 0 0,0 0-362 0 0,0 0 21 0 0,0 0-84 0 0,47-1-107 0 0,13-1-65 0 0,9-1-88 0 0,-2 0-177 0 0,-8-1 42 0 0,-10 2-131 0 0,-12-1 30 0 0,-10 2-230 0 0,-9 0-209 0 0,-7 0-215 0 0,-4 1-692 0 0,-2 0-398 0 0,-1-2-740 0 0,0-2-2000 0 0,1-1-140 0 0,-1-4 5196 0 0,-1 1-1294 0 0</inkml:trace>
  <inkml:trace contextRef="#ctx0" brushRef="#br1" timeOffset="490.192">617 0 260 0 0,'0'0'0'0'0,"0"0"5949"0"0,0 0-4365 0 0,0 0 35 0 0,0 0-647 0 0,0 0-67 0 0,0 0 134 0 0,0 0-68 0 0,0 0-202 0 0,0 0-295 0 0,0 0-239 0 0,0 0-65 0 0,32 2-90 0 0,7 0-68 0 0,2 1 71 0 0,-3 1-102 0 0,-6 1-22 0 0,-6 0-136 0 0,-7 1-111 0 0,-6 2 58 0 0,-6 0-55 0 0,-3 2 36 0 0,-6 0-113 0 0,-5 2-42 0 0,-5-1 20 0 0,-4 1 61 0 0,-1-1 41 0 0,-1-1 77 0 0,1-1 111 0 0,0-2 32 0 0,4-1 2 0 0,3-3-6 0 0,4 0-341 0 0,2-2-133 0 0,3-1 138 0 0,3 0 129 0 0,5-1 246 0 0,5 0-7 0 0,3 1 190 0 0,5-1 190 0 0,4 2 106 0 0,4 2-9 0 0,3 3-26 0 0,3 3-75 0 0,1 2-102 0 0,1 3 35 0 0,-1 2 21 0 0,-4 2 9 0 0,-5 2 70 0 0,-6 1 44 0 0,-7 3-8 0 0,-5 0-9 0 0,-9 2-84 0 0,-9 0 36 0 0,-5 1 26 0 0,-7-1-24 0 0,-5 0-129 0 0,-3-1-192 0 0,-2-3-10 0 0,0-1-265 0 0,0-4-427 0 0,2-3-483 0 0,1-3-714 0 0,1-5-2274 0 0,3-2-3000 0 0,6-6 7836 0 0,5-1-2701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4:14.99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5895.1875"/>
      <inkml:brushProperty name="anchorY" value="-297600.3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7935.90625"/>
      <inkml:brushProperty name="anchorY" value="-298717.7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9800.03125"/>
      <inkml:brushProperty name="anchorY" value="-300703.375"/>
      <inkml:brushProperty name="scaleFactor" value="0.5"/>
    </inkml:brush>
  </inkml:definitions>
  <inkml:trace contextRef="#ctx0" brushRef="#br0">0 328 1108 0 0,'0'0'0'0'0,"0"0"7293"0"0,0 0-5596 0 0,0 0 651 0 0,0 0-683 0 0,0 0-501 0 0,41-4-186 0 0,13-3-267 0 0,12-1-265 0 0,4-1-463 0 0,2-2 88 0 0,-3-1-667 0 0,-3 0-64 0 0,-4-1-289 0 0,-4 0-419 0 0,-7 1-158 0 0,-5 0-97 0 0,-8 2 13 0 0,-7 1-698 0 0,-9 1-1054 0 0,-7 2 615 0 0,-8 2 2478 0 0,-4 2-84 0 0</inkml:trace>
  <inkml:trace contextRef="#ctx0" brushRef="#br1" timeOffset="370.357">883 0 3892 0 0,'0'0'0'0'0,"0"0"636"0"0,0 0 5060 0 0,0 0-5950 0 0,0 0 1869 0 0,0 0-743 0 0,0 0 538 0 0,0 0-242 0 0,0 0-106 0 0,0 0-275 0 0,0 0-278 0 0,11 0 33 0 0,3 1-6 0 0,4 2 75 0 0,1 1-52 0 0,4 2-90 0 0,3 4-52 0 0,4 5-31 0 0,5 5-90 0 0,2 7-35 0 0,2 6-128 0 0,-1 6-77 0 0,0 5-50 0 0,-3 5-137 0 0,-3 1-25 0 0,-4 2-107 0 0,-3-2-221 0 0,-2-3-118 0 0,-2-3 43 0 0,-1-6 37 0 0,0-4 40 0 0,-1-5-6 0 0,0-5-72 0 0,-2-3-135 0 0,-2-4-93 0 0,-4-2-840 0 0,-3-2-1029 0 0,-8-2-2438 0 0,-5-2-928 0 0,-6-3 6846 0 0,0-1-2180 0 0</inkml:trace>
  <inkml:trace contextRef="#ctx0" brushRef="#br2" timeOffset="648.319">1827 47 456 0 0,'0'0'0'0'0,"0"0"10725"0"0,0 0-10314 0 0,0 0 1994 0 0,0 0-1691 0 0,0 0 14 0 0,0 0 99 0 0,0 0 284 0 0,0 0-229 0 0,-6 17-313 0 0,-5 10-155 0 0,-5 10-56 0 0,-7 9 54 0 0,-4 8 213 0 0,-5 7-135 0 0,-4 7-186 0 0,-3 7-72 0 0,-1 5-76 0 0,-3 3-128 0 0,-3 2-15 0 0,0 1-161 0 0,-3-1-163 0 0,-1-3-207 0 0,-1-4-118 0 0,-3-5-330 0 0,0-7-341 0 0,0-7-1022 0 0,1-8-2113 0 0,5-10-2379 0 0,11-12 2764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4:14.28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5856.1875"/>
      <inkml:brushProperty name="anchorY" value="-296244.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7670.03125"/>
      <inkml:brushProperty name="anchorY" value="-298154.0625"/>
      <inkml:brushProperty name="scaleFactor" value="0.5"/>
    </inkml:brush>
  </inkml:definitions>
  <inkml:trace contextRef="#ctx0" brushRef="#br0">0 4 1448 0 0,'0'0'0'0'0,"0"0"2724"0"0,0 0 2684 0 0,0 0-5616 0 0,0 0 1974 0 0,0 0-802 0 0,0 0 193 0 0,0 0-181 0 0,0 0 142 0 0,0 0-196 0 0,23 8-158 0 0,6 4-339 0 0,6 5-171 0 0,4 4-85 0 0,1 3 8 0 0,-1 4-29 0 0,-2 1-18 0 0,-1 2-74 0 0,-2 1-55 0 0,-2 0 10 0 0,-2-1-21 0 0,-1 0-76 0 0,-2 0 54 0 0,-2-2-53 0 0,0 0 18 0 0,-2-2-24 0 0,-1 0-78 0 0,-1-2-82 0 0,-3-2-127 0 0,-3-2-76 0 0,-4-2-188 0 0,-3-2-135 0 0,-4-1-290 0 0,-3-1-301 0 0,-3-2-374 0 0,-3 0-45 0 0,-3-1-705 0 0,-1-3-276 0 0,-1-1-351 0 0,1-3 3159 0 0,0-2-880 0 0,2-1 646 0 0</inkml:trace>
  <inkml:trace contextRef="#ctx0" brushRef="#br1" timeOffset="302.495">541 1 7253 0 0,'0'0'0'0'0,"0"0"2440"0"0,0 0-1596 0 0,0 0 437 0 0,0 0-320 0 0,0 0 156 0 0,-15 20-103 0 0,-4 9-270 0 0,-5 7-112 0 0,-1 6-68 0 0,-2 2-74 0 0,0 2-100 0 0,-1 2 22 0 0,-1 0-44 0 0,-2 1-53 0 0,-1-1-33 0 0,1-1-107 0 0,0-3-181 0 0,2-4 34 0 0,3-4-152 0 0,3-4-200 0 0,1-5-207 0 0,2-3-287 0 0,2-4-205 0 0,2-4-499 0 0,3-4-718 0 0,4-5-742 0 0,2-2-3362 0 0,5-6 3294 0 0,1-2 3353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5:01.5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1 664 0 0,'0'0'1049'0'0,"0"0"-46"0"0,0 0 397 0 0,0 0 241 0 0,0 0-165 0 0,0 0-237 0 0,0 0-170 0 0,0 0-43 0 0,0 0-63 0 0,0 0-135 0 0,0 0-162 0 0,11 17 492 0 0,253-1 1640 0 0,-12-1-3150 0 0,-46-15-731 0 0,-158-12 681 0 0,-47 10 409 0 0,-1 1 4 0 0,-29 1-1419 0 0,-21 0-2661 0 0,16 0-86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5:02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312 7 548 0 0,'0'0'1553'0'0,"0"0"-952"0"0,0 0-287 0 0,0 0 409 0 0,0 0 1588 0 0,0 0-498 0 0,0 0-759 0 0,0 0-399 0 0,0 0-126 0 0,0 0-131 0 0,-3 4-169 0 0,-11 9-207 0 0,55-9-363 0 0,538-8 4025 0 0,-577 4-3550 0 0,-2 0 28 0 0,-6 0-88 0 0,-95 0-1239 0 0,-169 0 1159 0 0,-255 33 6 0 0,510-32 2 0 0,238-48-1088 0 0,57 36-1896 0 0,-229 11-731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5:03.6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74 628 0 0,'0'0'1442'0'0,"0"0"-666"0"0,0 0-642 0 0,0 0-110 0 0,0 0 306 0 0,0 0 1006 0 0,0 0 288 0 0,0 0-243 0 0,0 0-261 0 0,0 0-105 0 0,12 1-114 0 0,117-7 1123 0 0,105-21-693 0 0,204-15-28 0 0,-437 42-1205 0 0,-1 49 581 0 0,-3-38-705 0 0,-1-1 0 0 0,0 1 0 0 0,-1-1-1 0 0,0 0 1 0 0,0 0 0 0 0,-1-1 0 0 0,-1 0 0 0 0,1 0 0 0 0,-1 0-1 0 0,-1-1 1 0 0,0 0 0 0 0,0 0 0 0 0,0-1 0 0 0,-1 0-1 0 0,0 0 1 0 0,-1-1 0 0 0,1 0 0 0 0,-1-1 0 0 0,0 0 0 0 0,-1-1-1 0 0,1 0 27 0 0,-10 8 93 0 0,-10 4-158 0 0,0-1 0 0 0,-1-1 0 0 0,0-1 0 0 0,-1-2 0 0 0,-1-2 0 0 0,0 0-1 0 0,0-3 1 0 0,0 0 0 0 0,-24-1 65 0 0,21 1 67 0 0,4-2 121 0 0,44-7-63 0 0,66-14 522 0 0,-18 10-491 0 0,-1 2 0 0 0,1 3 0 0 0,0 2 0 0 0,0 3 0 0 0,0 2 0 0 0,-1 4 0 0 0,42 11-156 0 0,-92-19 13 0 0,0 0 0 0 0,0 1 0 0 0,0 0 0 0 0,-1 1 0 0 0,1 0 0 0 0,-1 0 1 0 0,0 1-1 0 0,0 0 0 0 0,0 1 0 0 0,0-1 0 0 0,-1 2 0 0 0,1-1 0 0 0,-1 1 0 0 0,-1 0 1 0 0,1 0-1 0 0,-1 1 0 0 0,0 0 0 0 0,0 0 0 0 0,-1 0 0 0 0,0 1 0 0 0,-1-1 1 0 0,1 1-1 0 0,-2 1 0 0 0,1-1 0 0 0,-1 0 0 0 0,0 1 0 0 0,-1 0 0 0 0,0-1 0 0 0,0 1 1 0 0,0 2-14 0 0,-67 34 17 0 0,30-23 4 0 0,-1-2 0 0 0,0-1-1 0 0,-2-2 1 0 0,0-2 0 0 0,0-1 0 0 0,-39 8-21 0 0,9-6-15 0 0,28-4 85 0 0,0-2 0 0 0,-1-2 0 0 0,0-2 0 0 0,0-1 0 0 0,-1-2-1 0 0,1-2 1 0 0,-33-4-70 0 0,26-4-738 0 0,-51-5-535 0 0,31 15-3678 0 0,42 2-214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5:48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1283 913 9761 0 0,'0'0'2704'0'0,"0"0"-984"0"0,0 0-408 0 0,0 0-67 0 0,0 0-237 0 0,242-55-168 0 0,-158 36-248 0 0,5-3-224 0 0,0-2-236 0 0,-5 0-124 0 0,-15 3-8 0 0,-5 2-172 0 0,-11 2-296 0 0,-21 2-272 0 0,-8 5-212 0 0,-12 3-541 0 0,-12 0-1275 0 0,-8 7-3820 0 0</inkml:trace>
  <inkml:trace contextRef="#ctx0" brushRef="#br0" timeOffset="230.346">1484 457 28 0 0,'0'0'11281'0'0,"0"0"-9053"0"0,0 0-668 0 0,206-18-620 0 0,-126 12-23 0 0,5-1 51 0 0,-12 2-224 0 0,-9-1-436 0 0,-11 5-308 0 0,-9-4-352 0 0,-4 1-488 0 0,-7 1-288 0 0,-5-1-609 0 0,-12 1-2467 0 0,0 1-3405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5:45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1 783 3024 0 0,'0'0'3901'0'0,"0"0"-1883"0"0,0 0-598 0 0,0 0-37 0 0,36-2 195 0 0,226-20 965 0 0,209-31-2065 0 0,-464 53-1019 0 0,39-7-1460 0 0,-26-8-7942 0 0,-20 4 6439 0 0</inkml:trace>
  <inkml:trace contextRef="#ctx0" brushRef="#br0" timeOffset="217.885">299 320 5348 0 0,'0'0'4201'0'0,"0"0"-1981"0"0,0 0-968 0 0,0 0-564 0 0,0 0-28 0 0,238-35 188 0 0,-166 20-192 0 0,5-6-556 0 0,0 3-100 0 0,-9-3-1072 0 0,-3 4-384 0 0,-9-2-428 0 0,1 2-684 0 0,-9 0-2073 0 0,-16 5 289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6:56.8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0 91 312 0 0</inkml:trace>
  <inkml:trace contextRef="#ctx0" brushRef="#br0" timeOffset="418.275">40 5 2008 0 0,'0'0'974'0'0,"0"0"-696"0"0,0 0-178 0 0,0 0 277 0 0,0 0 984 0 0,0 0-489 0 0,0 0-429 0 0,0 0-172 0 0,0 0-14 0 0,0 0 133 0 0,0-4 770 0 0,0 4-7543 0 0,0 4 4275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7:34.26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329.5"/>
      <inkml:brushProperty name="anchorY" value="-327003.1875"/>
      <inkml:brushProperty name="scaleFactor" value="0.5"/>
    </inkml:brush>
  </inkml:definitions>
  <inkml:trace contextRef="#ctx0" brushRef="#br0">343 0 1488 0 0,'0'0'0'0'0,"0"0"1656"0"0,0 0 4266 0 0,0 0-5933 0 0,0 0 1677 0 0,0 0-925 0 0,0 0 166 0 0,0 0 43 0 0,0 0-164 0 0,0 0-147 0 0,0 0-162 0 0,0 0-71 0 0,0 0-46 0 0,1 0-44 0 0,1 0-12 0 0,0 0-1 0 0,0 0-17 0 0,1 0-43 0 0,-1 0-119 0 0,0 1-128 0 0,-1 0-43 0 0,0 0-64 0 0,-2 1-6 0 0,-1-1-19 0 0,-2 0-12 0 0,-1 0-17 0 0,-1-1 50 0 0,-1 1-1 0 0,0-1 58 0 0,1 0 60 0 0,0 0 6 0 0,1 0 57 0 0,0 0-73 0 0,-1 0 15 0 0,-1 0-15 0 0,-1 0 11 0 0,-1 0-9 0 0,-1 0-39 0 0,2 0 57 0 0,1 1 28 0 0,2-1-44 0 0,2 1 13 0 0,6 0 182 0 0,5-1 3 0 0,7 0 94 0 0,6 2 30 0 0,4 0 28 0 0,6 1 68 0 0,3 1-91 0 0,2-1-52 0 0,2 1-123 0 0,0-1-24 0 0,-2-1-46 0 0,-3 0-15 0 0,-5-1 0 0 0,-6 0 1 0 0,-6 0-75 0 0,-5 0 26 0 0,-5 0 40 0 0,-4-1-14 0 0,-1 1-49 0 0,-2-1-166 0 0,-4 1-87 0 0,-2 0-7 0 0,-3 1 1 0 0,-6-1-49 0 0,-4 0 116 0 0,-7-1-254 0 0,-5 1 264 0 0,-6-1-28 0 0,-6 0 168 0 0,-5 0-92 0 0,-3 0 154 0 0,-2 0-110 0 0,0 0 17 0 0,1-1 70 0 0,3 0 5 0 0,6 0 58 0 0,7 1 76 0 0,11 0-16 0 0,8-1-58 0 0,10 1-46 0 0,9 0 0 0 0,8 0-310 0 0,8 0 286 0 0,6 0 2 0 0,6 0 144 0 0,5 0 90 0 0,4 0 30 0 0,1 0-10 0 0,1-2-32 0 0,-2 0-65 0 0,-4-1-73 0 0,-8 1 19 0 0,-6-1 10 0 0,-5 1 40 0 0,-6 0-9 0 0,-4 1-22 0 0,-2 1-6 0 0,-2 0 23 0 0,-1 0-32 0 0,-1 0-97 0 0,1 0 28 0 0,-2 0-21 0 0,0 0-3 0 0,-1 1 1 0 0,0-1-6 0 0,-1 1-152 0 0,0-1 15 0 0,0 0-28 0 0,0 0 70 0 0,-1 0-4 0 0,-1 0-27 0 0,-1 1 26 0 0,0 0-121 0 0,0 0-116 0 0,1 1-28 0 0,0 1-128 0 0,1 1-486 0 0,1 3-435 0 0,-1 1-1019 0 0,-2 2-2961 0 0,17-13-1391 0 0,3-3 8253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4:16.21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7715.375"/>
      <inkml:brushProperty name="anchorY" value="-300716.5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9932.78125"/>
      <inkml:brushProperty name="anchorY" value="-301937.40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2282.5"/>
      <inkml:brushProperty name="anchorY" value="-303173.6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6029.53125"/>
      <inkml:brushProperty name="anchorY" value="-325792.28125"/>
      <inkml:brushProperty name="scaleFactor" value="0.5"/>
    </inkml:brush>
  </inkml:definitions>
  <inkml:trace contextRef="#ctx0" brushRef="#br0">0 789 272 0 0,'0'0'0'0'0,"0"0"1528"0"0,0 0 5960 0 0,0 0-6762 0 0,0 0 1849 0 0,0 0-959 0 0,0 0-123 0 0,0 0-220 0 0,48 3-98 0 0,16 1-257 0 0,15 1-136 0 0,7-1-309 0 0,6 0-111 0 0,2-1-67 0 0,0-1-61 0 0,-3-2-50 0 0,-5-1-151 0 0,-9-2-18 0 0,-13-1-306 0 0,-12-1-67 0 0,-14-1-122 0 0,-13 0-281 0 0,-10-1-437 0 0,-9 0-1028 0 0,-11-2-1728 0 0,-10 0-1173 0 0,-7 0-2192 0 0,1 1 8782 0 0</inkml:trace>
  <inkml:trace contextRef="#ctx0" brushRef="#br1" timeOffset="196.274">222 528 3068 0 0,'0'0'0'0'0,"0"0"4909"0"0,0 0-108 0 0,0 0-3572 0 0,0 0 617 0 0,0 0-644 0 0,0 0 78 0 0,0 0-287 0 0,55-1-133 0 0,21-1-259 0 0,19 0-237 0 0,8 0-244 0 0,3 0-99 0 0,-4 0-1 0 0,-7 0-347 0 0,-7 0-135 0 0,-9 0-294 0 0,-6 0-247 0 0,-8-1-923 0 0,-8 0-2658 0 0,-8-2-2793 0 0,-12 1 2817 0 0</inkml:trace>
  <inkml:trace contextRef="#ctx0" brushRef="#br2" timeOffset="1207.146">2282 65 3000 0 0,'0'0'0'0'0,"0"0"5589"0"0,0 0-4378 0 0,0 0 760 0 0,0 0-914 0 0,0 0 169 0 0,0 0-48 0 0,0 0-160 0 0,0 0-254 0 0,0 0-170 0 0,0 0-93 0 0,0 0-47 0 0,11-2-78 0 0,3 0-111 0 0,5 0-36 0 0,5-1 46 0 0,4-1-40 0 0,8-1-44 0 0,8-2-132 0 0,7 0-41 0 0,6-1-4 0 0,4 0-9 0 0,1 1-1 0 0,-1 2 5 0 0,-2 1-7 0 0,-5 4 68 0 0,-6 2-19 0 0,-7 4-61 0 0,-7 5-83 0 0,-8 3 25 0 0,-7 3-36 0 0,-8 4-31 0 0,-6 3 74 0 0,-10 3 64 0 0,-8 0-1 0 0,-7 0 120 0 0,-7 0-152 0 0,-5-1 103 0 0,-3-2-79 0 0,-3-1 12 0 0,-1-2-5 0 0,-1-1 8 0 0,-1 0 63 0 0,0-2-22 0 0,2-1-50 0 0,3-2 22 0 0,7-3-11 0 0,8-3-13 0 0,7-2-94 0 0,7-3-21 0 0,9-2-70 0 0,5-2 41 0 0,6-1 42 0 0,6 0 86 0 0,8 0 8 0 0,8 0 178 0 0,8 0-91 0 0,6 2-18 0 0,4 2 69 0 0,3 4 116 0 0,-1 2-4 0 0,-1 4 12 0 0,-4 3-52 0 0,-3 3 2 0 0,-5 2 150 0 0,-4 3 10 0 0,-6 2-106 0 0,-5 1-77 0 0,-6 1-38 0 0,-8 2-80 0 0,-4 2 65 0 0,-10 1 31 0 0,-9 2-4 0 0,-10 0 57 0 0,-10 2 118 0 0,-8-1-134 0 0,-7 1-49 0 0,-7-2-15 0 0,-5-1-43 0 0,-2-1-92 0 0,-3-3 14 0 0,-1-2-189 0 0,-1-3 63 0 0,1-5-141 0 0,0-3-209 0 0,-1-5-30 0 0,1-4-128 0 0,1-6-333 0 0,0-5-545 0 0,2-5-1323 0 0,3-5-2979 0 0,1-4-4318 0 0,12 3 10894 0 0</inkml:trace>
  <inkml:trace contextRef="#ctx0" brushRef="#br3" timeOffset="199445.64">1637 746 1864 0 0,'0'0'0'0'0,"0"0"5625"0"0,0 0-3450 0 0,0 0-1011 0 0,0 0-628 0 0,0 0-484 0 0,0 0 83 0 0,0 0 142 0 0,0 0 41 0 0,0 0 0 0 0,0 0-209 0 0,10-4-100 0 0,1 1 14 0 0,2-2 201 0 0,-3 1 11 0 0,-2 1 38 0 0,-2 1-99 0 0,-3 0-75 0 0,-4 1-100 0 0,-4 0-123 0 0,-4 1-32 0 0,-4-1-32 0 0,-2 1-149 0 0,-2 0 159 0 0,0 0 94 0 0,1 0-58 0 0,1 0 45 0 0,5 0 56 0 0,3 0 26 0 0,2 0 11 0 0,3 0 156 0 0,4 0-5 0 0,3 0 45 0 0,4-1-19 0 0,2 0 23 0 0,1 0-174 0 0,1 0 102 0 0,0-1 16 0 0,0 1 436 0 0,2 0-17 0 0,0 0-157 0 0,4 0-113 0 0,2 0-45 0 0,5-1 36 0 0,2 0-8 0 0,3-1-21 0 0,-1 1-71 0 0,-1 1-13 0 0,-5-1-86 0 0,-5 1-70 0 0,-6 1 0 0 0,-5 0-168 0 0,-3 0-73 0 0,-6 0-102 0 0,-5 0-77 0 0,-4 1-97 0 0,-3 0-328 0 0,-2 0-80 0 0,0 0-530 0 0,-1 0-354 0 0,1 0-129 0 0,0 1 313 0 0,-1 0 617 0 0,1 0 265 0 0,1 1-36 0 0,0 0 262 0 0,0 1 264 0 0,2 0-3 0 0,0 1-644 0 0,2-2-1525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3:32.45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9606.6875"/>
      <inkml:brushProperty name="anchorY" value="-276735.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28205.5625"/>
      <inkml:brushProperty name="anchorY" value="-277972.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4050.875"/>
      <inkml:brushProperty name="anchorY" value="-279781.21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1880.0625"/>
      <inkml:brushProperty name="anchorY" value="-310675.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3788.46875"/>
      <inkml:brushProperty name="anchorY" value="-311934.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5936.8125"/>
      <inkml:brushProperty name="anchorY" value="-313149.8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531.28125"/>
      <inkml:brushProperty name="anchorY" value="-315206.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801.28125"/>
      <inkml:brushProperty name="anchorY" value="-316476.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1187.59375"/>
      <inkml:brushProperty name="anchorY" value="-315029.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6615.625"/>
      <inkml:brushProperty name="anchorY" value="-315884.40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8306.46875"/>
      <inkml:brushProperty name="anchorY" value="-317494.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6584.5625"/>
      <inkml:brushProperty name="anchorY" value="-316740.96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8752.65625"/>
      <inkml:brushProperty name="anchorY" value="-318641.5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0501.78125"/>
      <inkml:brushProperty name="anchorY" value="-318855.468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1881.5"/>
      <inkml:brushProperty name="anchorY" value="-320057.43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3297.53125"/>
      <inkml:brushProperty name="anchorY" value="-320470.812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4968.1875"/>
      <inkml:brushProperty name="anchorY" value="-322029.37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6383.75"/>
      <inkml:brushProperty name="anchorY" value="-323908.6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4428.46875"/>
      <inkml:brushProperty name="anchorY" value="-323804.87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6036.125"/>
      <inkml:brushProperty name="anchorY" value="-325279.5312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306.125"/>
      <inkml:brushProperty name="anchorY" value="-326549.531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609.0625"/>
      <inkml:brushProperty name="anchorY" value="-328060.87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376.5625"/>
      <inkml:brushProperty name="anchorY" value="-327046.75"/>
      <inkml:brushProperty name="scaleFactor" value="0.5"/>
    </inkml:brush>
  </inkml:definitions>
  <inkml:trace contextRef="#ctx0" brushRef="#br0">6554 8211 92 0 0,'0'0'0'0'0,"0"0"128"0"0,0 0 173 0 0,0 0 1803 0 0,0 0 760 0 0,0 0-1216 0 0,0 0-135 0 0,0 0-473 0 0,0 0-266 0 0,0 0-191 0 0,9 2-195 0 0,2 0-77 0 0,0 1-61 0 0,0-1 31 0 0,-1 0-92 0 0,-2-1 176 0 0,1 0 6 0 0,0 0-70 0 0,2-1 11 0 0,1 0 97 0 0,1 0 76 0 0,1 0 123 0 0,0 0-24 0 0,0 0-7 0 0,0 0 44 0 0,1 0-80 0 0,0 0-176 0 0,0 0-125 0 0,1 0 2 0 0,1 0-29 0 0,1 0-74 0 0,2 1 6 0 0,4 2 105 0 0,3 1-188 0 0,3 1-1 0 0,4 0-51 0 0,3 2 0 0 0,4 0-5 0 0,4-1-6 0 0,3 0 6 0 0,5-2-6 0 0,3 0 6 0 0,4-2 3 0 0,3-1 0 0 0,2-1-5 0 0,1-1-3 0 0,1-2-9 0 0,0 0-72 0 0,-1-1 90 0 0,2 0-92 0 0,0 1 98 0 0,1-1-25 0 0,3 1 14 0 0,2 0 51 0 0,2 0 4 0 0,0 1 73 0 0,1 1 19 0 0,-3-1-10 0 0,-1 1 9 0 0,-4 1-63 0 0,-3-1 9 0 0,-1 1-54 0 0,-2 0-38 0 0,2 0 16 0 0,1 1-18 0 0,5-1-2 0 0,5 0 6 0 0,4 1-8 0 0,7-1 8 0 0,5-1-3 0 0,6-1-4 0 0,5-3 7 0 0,4 0 62 0 0,1-2 30 0 0,0 0-38 0 0,-3 0-11 0 0,-6 1-53 0 0,-6 2-86 0 0,-8 0 48 0 0,-6 2-97 0 0,-6 1 12 0 0,-3 1 54 0 0,-2 0-6 0 0,-1 1 75 0 0,3-1-177 0 0,0 1 56 0 0,1-1-37 0 0,3 1 50 0 0,0-1 37 0 0,0 0 24 0 0,1 0-15 0 0,0 0 68 0 0,-2 1-23 0 0,0 1 24 0 0,0 0 9 0 0,-3 0 110 0 0,1 1-40 0 0,0 0 29 0 0,0-1 28 0 0,0 0-7 0 0,2-1-15 0 0,0 0 25 0 0,0-1-23 0 0,-2-1-96 0 0,-1-1-14 0 0,-5-1-134 0 0,-2 0 92 0 0,-5-1-21 0 0,-3 0-169 0 0,-4 0 24 0 0,-3 0 81 0 0,-3 0 70 0 0,0 0-33 0 0,-1 2-18 0 0,0 0 111 0 0,1 1-25 0 0,3 0 12 0 0,3 0 1 0 0,3 0 0 0 0,5-1-61 0 0,4-1 78 0 0,3 0-16 0 0,4-1 71 0 0,2 0 67 0 0,0-1-48 0 0,0-1 26 0 0,-2 1-122 0 0,-5 0 20 0 0,-4 1-27 0 0,-7 1-73 0 0,-4 1 38 0 0,-4 1-29 0 0,-2 1 15 0 0,0 2 14 0 0,0 1-50 0 0,1 2-8 0 0,1 0-4 0 0,-2 1 119 0 0,-1 0-73 0 0,-3 0 71 0 0,-3-2-14 0 0,-5-1-50 0 0,-5 0 53 0 0,-8-2-140 0 0,-5 0-179 0 0,-7-1-146 0 0,-7 1-205 0 0,-10-1-644 0 0,-10 0-1434 0 0,-8 1-3127 0 0,-12 1-1729 0 0,4 0 9254 0 0</inkml:trace>
  <inkml:trace contextRef="#ctx0" brushRef="#br1" timeOffset="1853.903">6526 3151 300 0 0,'0'0'0'0'0,"0"0"260"0"0,0 0-149 0 0,0 0 5106 0 0,0 0-5108 0 0,0 0 1473 0 0,0 0-329 0 0,0 0-156 0 0,0 0-381 0 0,0 0-65 0 0,0 0-215 0 0,-18 13-140 0 0,-2 4-16 0 0,0 3-127 0 0,4-1 32 0 0,4-1-22 0 0,4-1 67 0 0,3-1 4 0 0,3-1 49 0 0,3 0 23 0 0,1 0 35 0 0,1 1-49 0 0,2 0-84 0 0,0 2-66 0 0,-2 0-36 0 0,0 2-28 0 0,-1 0-77 0 0,-1 1 51 0 0,-1 0-63 0 0,0 0-39 0 0,0 2-36 0 0,0 1 32 0 0,0 1 52 0 0,-1 2-6 0 0,1 2-3 0 0,0 1 14 0 0,0 1 5 0 0,0 2 106 0 0,0 0-30 0 0,0 0 2 0 0,0-1-38 0 0,0 1 10 0 0,-1-2 18 0 0,0 0 16 0 0,-1 0-97 0 0,1 1 105 0 0,-1 0-39 0 0,2 2 2 0 0,1 2 44 0 0,3 2-27 0 0,1 1 24 0 0,2 2-34 0 0,1 1 10 0 0,-2 0 57 0 0,1 0-36 0 0,-3-2 32 0 0,-1-1 16 0 0,-1-1 56 0 0,-1-3-27 0 0,0-2-91 0 0,-1-1-5 0 0,0-1-15 0 0,-1 0-76 0 0,2 2 20 0 0,-1 1-11 0 0,1 3 4 0 0,0 3 51 0 0,0 3-56 0 0,0 1 65 0 0,0 1 38 0 0,0 1-57 0 0,-1-2 26 0 0,1-1-12 0 0,-2-3-59 0 0,-1-2 21 0 0,0-2 79 0 0,-1-3-71 0 0,-1-1-21 0 0,1-1 72 0 0,0-1-100 0 0,0-1 26 0 0,1 1-5 0 0,1 2 3 0 0,0 3 65 0 0,0 2-74 0 0,0 3 15 0 0,0 2-9 0 0,-2 2-19 0 0,1-1 14 0 0,-1 0 4 0 0,-1-1 87 0 0,0-1 0 0 0,0-3-102 0 0,0-4 30 0 0,2-3-14 0 0,0-4-62 0 0,1-3 74 0 0,1-2-21 0 0,1 0-2 0 0,2 0-1 0 0,2 2-56 0 0,2 3 75 0 0,-1 2-20 0 0,2 3-6 0 0,-1 1 13 0 0,1 1-79 0 0,-1 0 4 0 0,0 0 97 0 0,-1-1-31 0 0,-1-1 18 0 0,-1-1-5 0 0,-1 0-8 0 0,0-1-58 0 0,-1 0 67 0 0,0 1-19 0 0,-1 1 7 0 0,-1 1-42 0 0,0 1 7 0 0,0 0 0 0 0,0 0-15 0 0,0 0-104 0 0,-2 0 137 0 0,-1-1 19 0 0,-2 0-8 0 0,-1-1-41 0 0,-2-1 5 0 0,1 0-126 0 0,-2 0 24 0 0,2 0 84 0 0,1 1-2 0 0,1-1 66 0 0,1 1-87 0 0,1 0-83 0 0,0 1 74 0 0,1-1 43 0 0,1 0-130 0 0,0-1 15 0 0,0-1-8 0 0,1-1-64 0 0,0 0 49 0 0,0-2 108 0 0,0-1-12 0 0,0 0-76 0 0,2 0 88 0 0,-1 1 87 0 0,2 2-25 0 0,0 2-104 0 0,0 2-22 0 0,1 2-103 0 0,0 3 2 0 0,-1 1-173 0 0,1 1 371 0 0,-2 0-42 0 0,0-1 11 0 0,-1-1-176 0 0,0-1 15 0 0,-1-2 156 0 0,-1-2-153 0 0,0-1-316 0 0,-3-1-333 0 0,-1 0-174 0 0,-2 0 228 0 0,-1-1 509 0 0,-2 0 8 0 0,0-1 76 0 0,0-1-6 0 0,-1-2-639 0 0,1-2-4 0 0,0-4 385 0 0,2-4-1058 0 0,2-5-836 0 0,3-3 1656 0 0,1-3 63 0 0,1-3 691 0 0</inkml:trace>
  <inkml:trace contextRef="#ctx0" brushRef="#br2" timeOffset="8251.017">6546 6145 328 0 0,'0'0'0'0'0,"0"0"520"0"0,0 0 854 0 0,0 0-626 0 0,0 0-451 0 0,0 0-149 0 0,0 0-1 0 0,0 0 245 0 0,0 0 114 0 0,0 0 112 0 0,-6 6 21 0 0,-1 1-24 0 0,0 0 42 0 0,2-2-102 0 0,1 0-302 0 0,1-2-253 0 0,2-2-153 0 0,0 0-289 0 0,1 0-153 0 0,1-1-95 0 0,-1-1 62 0 0,1 1 210 0 0,1-2 443 0 0,0 1-95 0 0,0-2 465 0 0,1 1 113 0 0,-1-1 118 0 0,1 0-56 0 0,0-1-218 0 0,-2 1 87 0 0,1-2-206 0 0,0 1-71 0 0,-1-2-156 0 0,0-1 20 0 0,1-1 82 0 0,2 0-16 0 0,0 0 24 0 0,1 0 44 0 0,2 0 158 0 0,1 0 182 0 0,1 1 109 0 0,1-1-117 0 0,2 0-98 0 0,0 0-80 0 0,0-1-5 0 0,0-1-72 0 0,0 0-87 0 0,0-1-86 0 0,1 0-50 0 0,0-1 3 0 0,1 0 42 0 0,0 1 28 0 0,1-2 60 0 0,-1 1-17 0 0,2 0 100 0 0,-1 0-69 0 0,0-1 67 0 0,0 0-13 0 0,0-1-47 0 0,1-1-55 0 0,0 0-113 0 0,0-1 17 0 0,1-1-90 0 0,1 1 80 0 0,0 0-74 0 0,1 1 77 0 0,1 1-31 0 0,1 0-36 0 0,0 2 72 0 0,1 0-24 0 0,1 0 19 0 0,1 0 108 0 0,1 0 12 0 0,-1-2-28 0 0,1 0-32 0 0,0-1-76 0 0,-2 0 9 0 0,1 0 0 0 0,-1-1-14 0 0,-2 2 0 0 0,-2 0-47 0 0,0 2 12 0 0,-1 1 55 0 0,-2 1-18 0 0,0 2 84 0 0,0 1 53 0 0,0-1 3 0 0,-1 2-21 0 0,1-1-8 0 0,1-1-14 0 0,1 0-26 0 0,2-2-8 0 0,1 0-60 0 0,2-3 14 0 0,1 0-82 0 0,2-1 20 0 0,1-1-52 0 0,1 1 8 0 0,1 0-15 0 0,0 1 72 0 0,0 1 35 0 0,-2 1-6 0 0,-1 1 13 0 0,-2 0 73 0 0,-1 0-7 0 0,-3 1 63 0 0,0-1 126 0 0,0-2-50 0 0,0 0-83 0 0,0-2-42 0 0,4-2-83 0 0,2-3 14 0 0,5-2 231 0 0,4-2-312 0 0,4-1-46 0 0,2-1 69 0 0,2 0-20 0 0,0-1 55 0 0,0 2 6 0 0,-2 0-2 0 0,-3 2 8 0 0,-3 0 3 0 0,-4 2-1 0 0,-4 1 11 0 0,-4 0-4 0 0,-5 1 2 0 0,-1 0-14 0 0,-2 1 4 0 0,2-1 3 0 0,2-1 260 0 0,4 0-5 0 0,3-1-257 0 0,4-1 42 0 0,4 0 281 0 0,1 1-201 0 0,2 0-140 0 0,0 2 45 0 0,0-1-30 0 0,-1 2 154 0 0,-2-1-198 0 0,-1 1 66 0 0,-2 0-8 0 0,-4 0 43 0 0,-2 0-72 0 0,0-1 14 0 0,0-1-71 0 0,3-2 41 0 0,3-2 30 0 0,3-2-14 0 0,5-3-119 0 0,3-1 120 0 0,3-2 10 0 0,2 0 1 0 0,1-2 62 0 0,-1 1-19 0 0,-2 0-48 0 0,-2 2 16 0 0,-4 2-64 0 0,-4 2 63 0 0,-4 3-12 0 0,-6 3 17 0 0,-3 1-6 0 0,-4 2 49 0 0,-1 1-70 0 0,-1-1 28 0 0,0 0-14 0 0,1-1 1 0 0,1-2 0 0 0,5-1 14 0 0,2-3 234 0 0,5-1 140 0 0,3-2 12 0 0,4-2-359 0 0,1-1 80 0 0,2 0 119 0 0,-2 0-229 0 0,-1 0 9 0 0,-3 2-2 0 0,-2 0-20 0 0,-1 1-10 0 0,-1 1-50 0 0,1 0 74 0 0,1-1-24 0 0,1-1-76 0 0,1-1 112 0 0,1-2 38 0 0,1-1 20 0 0,1-2-96 0 0,0-1 27 0 0,0-1 44 0 0,-1-1 272 0 0,-1 1-289 0 0,-2 0-19 0 0,-3 1-5 0 0,-4 2-19 0 0,-3 2-10 0 0,-4 3-39 0 0,-2 2 56 0 0,-2 1-23 0 0,-1 2-25 0 0,-2 2 55 0 0,2 0 71 0 0,0-1-51 0 0,3 0 54 0 0,1-1-18 0 0,4-2 10 0 0,4-2 97 0 0,6-2 303 0 0,4-3-370 0 0,5 0-93 0 0,3-2 78 0 0,1 0-95 0 0,0-1 8 0 0,0 2-8 0 0,0 0 4 0 0,-1 2 153 0 0,-1 0-96 0 0,0 1-65 0 0,-2 0 31 0 0,-2 2-17 0 0,-2 1 75 0 0,-2 0-44 0 0,0 1-29 0 0,0 0 66 0 0,2 0 23 0 0,5-2 19 0 0,3-1 219 0 0,5-1 53 0 0,1-1-332 0 0,1 0-21 0 0,-4 2 52 0 0,-4 2-4 0 0,-4 2-48 0 0,-7 2-23 0 0,-5 2 47 0 0,-6 3-65 0 0,-4 1 20 0 0,-3 2-16 0 0,-2 2-7 0 0,-1 0-46 0 0,0 0 13 0 0,1 0 35 0 0,2 0-54 0 0,1-2 13 0 0,2 0-27 0 0,1 0-9 0 0,2-1 10 0 0,2 1 1 0 0,-1 1 69 0 0,-1 1-19 0 0,-1 1 15 0 0,-4 1 3 0 0,-3 3 4 0 0,-4 3-1 0 0,-3 1 1 0 0,-2 2-187 0 0,-2 1-16 0 0,-1 0-35 0 0,0 2-2 0 0,-1-1-107 0 0,1 0 30 0 0,-1 1-90 0 0,-1-1-338 0 0,1 1-454 0 0,-4 1-333 0 0,-4 1-715 0 0,-5 1-2140 0 0,-12 0-3863 0 0,26-5 9583 0 0,4-1-2480 0 0</inkml:trace>
  <inkml:trace contextRef="#ctx0" brushRef="#br3" timeOffset="69140.795">9263 751 8653 0 0,'0'0'0'0'0,"0"0"2428"0"0,0 0-723 0 0,0 0-223 0 0,0 0-601 0 0,0 0-281 0 0,0 0 211 0 0,0 0 147 0 0,0 0 75 0 0,0 0-250 0 0,0 0-257 0 0,48-1-141 0 0,13 0-174 0 0,9-1-117 0 0,0 0-89 0 0,-5 1 10 0 0,-7 0-132 0 0,-7 1-92 0 0,-7 0-252 0 0,-5 0-127 0 0,-6 0-177 0 0,-4 0-363 0 0,-5 0-724 0 0,-5 0-781 0 0,-5 0-2391 0 0,-5-2-2433 0 0,-4 1 8224 0 0</inkml:trace>
  <inkml:trace contextRef="#ctx0" brushRef="#br4" timeOffset="69405.256">9263 463 3100 0 0,'0'0'0'0'0,"0"0"8045"0"0,0 0-7230 0 0,0 0 1366 0 0,0 0-1374 0 0,0 0-258 0 0,0 0 184 0 0,0 0 243 0 0,0 0-301 0 0,0 0-218 0 0,43 3-143 0 0,17 0-105 0 0,14-1-80 0 0,7-1-133 0 0,2-2 23 0 0,-1-2-219 0 0,-3-3-116 0 0,-5-2-143 0 0,-6 0-117 0 0,-9-1-180 0 0,-7 0-119 0 0,-10 2-235 0 0,-8 2-654 0 0,-10 1-1329 0 0,-9 2-3735 0 0,-6 1 4275 0 0</inkml:trace>
  <inkml:trace contextRef="#ctx0" brushRef="#br5" timeOffset="70218.788">10662 123 3300 0 0,'0'0'0'0'0,"0"0"5405"0"0,0 0-3534 0 0,0 0-171 0 0,0 0-955 0 0,0 0-435 0 0,0 0 341 0 0,0 0-1 0 0,0 0 111 0 0,0 0-377 0 0,0 0-99 0 0,0 0-242 0 0,-4 1-15 0 0,2-1-1 0 0,5-2 248 0 0,5-3-16 0 0,9-3-40 0 0,6-3-236 0 0,9-3 53 0 0,7-1-34 0 0,4-2 119 0 0,4 2 3 0 0,2 2-91 0 0,0 3-23 0 0,0 2 2 0 0,0 4 43 0 0,-2 3 4 0 0,-2 3-2 0 0,-3 4-57 0 0,-3 4 68 0 0,-4 4-75 0 0,-5 2 18 0 0,-6 3-11 0 0,-7 3 15 0 0,-5 1 97 0 0,-6 2-59 0 0,-7 1 0 0 0,-9 0 26 0 0,-5 1-90 0 0,-6-1 125 0 0,-5 0-26 0 0,-2 0-98 0 0,0-3 24 0 0,0-2-87 0 0,4-4-4 0 0,6-4-64 0 0,6-3-206 0 0,5-5-235 0 0,9-3-308 0 0,9-4 677 0 0,9-3-96 0 0,9-2 214 0 0,8-1-57 0 0,5 0 28 0 0,3 0 76 0 0,2 3 46 0 0,-1 1 314 0 0,1 2 96 0 0,-2 4 22 0 0,-1 4 149 0 0,-1 3-33 0 0,-1 4-62 0 0,-4 3-9 0 0,-4 3 128 0 0,-5 3-88 0 0,-6 2-24 0 0,-7 3-66 0 0,-6 2 28 0 0,-6 2-62 0 0,-9 2-222 0 0,-9 3-84 0 0,-9 1 13 0 0,-7 0 70 0 0,-9 0-39 0 0,-6-2-90 0 0,-5-3-33 0 0,-7-2-198 0 0,-7-4-231 0 0,-5-3-294 0 0,-9-5-302 0 0,-6-5-655 0 0,-2-3-2639 0 0,-5-5-4108 0 0,16-2 3854 0 0</inkml:trace>
  <inkml:trace contextRef="#ctx0" brushRef="#br6" timeOffset="76551.425">6344 8340 184 0 0,'0'0'0'0'0,"0"0"936"0"0,0 0-1577 0 0,0 0 115 0 0</inkml:trace>
  <inkml:trace contextRef="#ctx0" brushRef="#br7" timeOffset="77472.531">6344 8340 992 0 0,'0'0'0'0'0,"0"0"836"0"0,-1-12 1396 0 0,-1-1-2542 0 0,1-1 766 0 0,-1 2-466 0 0,2 2 262 0 0,1 2-148 0 0,1 2 62 0 0,1 0 77 0 0,1 2-294 0 0,-1 0 38 0 0,-1 0 28 0 0,1 0 173 0 0,-1 1 195 0 0,-1-1 145 0 0,0 1-65 0 0,0 1-12 0 0,-1 0 13 0 0,0 1-55 0 0,0 0 135 0 0,0 0-60 0 0,0 0-80 0 0,-1 0-6 0 0,0 1 158 0 0,0-1-32 0 0,0 1-62 0 0,1 0-199 0 0,0 0-171 0 0,-1-1-75 0 0,2-1-77 0 0,1 0 77 0 0,2 0-148 0 0,2-1 16 0 0,1 0 52 0 0,2 0 53 0 0,-1 0-8 0 0,0 2 18 0 0,-3-1 88 0 0,-1 2 36 0 0,-1-1 130 0 0,-2 2 4 0 0,-1 0-84 0 0,0 0 73 0 0,0 0 54 0 0,0 0-62 0 0,0 1-65 0 0,-1-1 14 0 0,1 0-21 0 0,0 0-30 0 0,-1 0-7 0 0,0 0-32 0 0,0-1-50 0 0,1 1-48 0 0,-2-1 8 0 0,1 1-3 0 0,0-1-2 0 0,-2 0 99 0 0,1 1 61 0 0,-1-1 21 0 0,-1 1-1 0 0,-1 0-4 0 0,-3 1-16 0 0,-2 0-11 0 0,-4 0-30 0 0,-5 1-22 0 0,-3 1 23 0 0,-5 1-75 0 0,-5 0 12 0 0,-3 1-63 0 0,-3-1 11 0 0,-2 1 53 0 0,-3-1 24 0 0,1 0 86 0 0,-2-2 8 0 0,-1 0 108 0 0,-1-1 63 0 0,-3-1 60 0 0,-4 0-125 0 0,-2-1-92 0 0,-4 0-43 0 0,-2-1-80 0 0,-1-1-70 0 0,-3-1-30 0 0,0 0 32 0 0,1 0-10 0 0,1-1 8 0 0,1 0-5 0 0,3 0 6 0 0,2 1-1 0 0,1 0-14 0 0,-1-1 18 0 0,-1 1 87 0 0,-1-1-38 0 0,-3 1-63 0 0,-2-1-53 0 0,-2 0 70 0 0,0 0-13 0 0,-1 0 4 0 0,1 0-12 0 0,-1 1-66 0 0,0 0-62 0 0,0-1 107 0 0,-3 2-71 0 0,0-1 41 0 0,-1 2-28 0 0,-1 0 101 0 0,2 1-99 0 0,1 0 112 0 0,2 1-32 0 0,0 3-78 0 0,2 0 114 0 0,0 1-23 0 0,2 0 78 0 0,2 0-42 0 0,0 0 13 0 0,3 0-58 0 0,0-2 29 0 0,-1 1-17 0 0,-1-1-6 0 0,-5 0-53 0 0,-7 0-5 0 0,-4 1 2 0 0,-5-1 53 0 0,-4 0-7 0 0,-2 2-78 0 0,0-1 113 0 0,2 1-27 0 0,3-1 5 0 0,5 1 7 0 0,7-1 64 0 0,6-1-4 0 0,4-1-84 0 0,4 0-56 0 0,1-1 20 0 0,0-1 60 0 0,-2-1 144 0 0,-1-1-186 0 0,-3-1 67 0 0,-3-2 94 0 0,-1-2-18 0 0,-2 0-133 0 0,0-2 44 0 0,2 0-35 0 0,2 0 88 0 0,2-1-101 0 0,3 1 38 0 0,3 0-170 0 0,3 1 195 0 0,1 1-47 0 0,2-1-2 0 0,2 1-34 0 0,1 0 60 0 0,2 1 129 0 0,1 0-185 0 0,1-1 79 0 0,0 2-101 0 0,1 0 84 0 0,-1 1-144 0 0,0 0 154 0 0,-1 0-161 0 0,-1 1 6 0 0,-2 1 66 0 0,-2 0-124 0 0,0 1 108 0 0,0 0 31 0 0,1 0 38 0 0,3 0 1 0 0,0 1-55 0 0,3 0-52 0 0,1 0 38 0 0,1 0 72 0 0,2 1-129 0 0,0 0-83 0 0,2 2-231 0 0,1 0-48 0 0,4 2-334 0 0,4 0-556 0 0,5 0-622 0 0,6 1-2208 0 0,5 1-855 0 0,5-2 4140 0 0</inkml:trace>
  <inkml:trace contextRef="#ctx0" brushRef="#br8" timeOffset="79878.181">6687 6054 664 0 0,'0'0'0'0'0,"0"0"1228"0"0,0 0-522 0 0,0 0-136 0 0,0 0-176 0 0,0 0-39 0 0,0 0-156 0 0,0 0-18 0 0,0 0 55 0 0,0 0 22 0 0,0 0-303 0 0,-14 0 516 0 0,-2-1-458 0 0,-1 1 1970 0 0,2 0-587 0 0,2 0-413 0 0,3-1-132 0 0,2 1-173 0 0,3 0 35 0 0,1 0-281 0 0,2 0-116 0 0,1 0-219 0 0,0 0-80 0 0,1 0-285 0 0,0 0-24 0 0,1 0-108 0 0,-1 0 4 0 0,0 0 120 0 0,0 0 96 0 0,0 0 60 0 0,0 0 128 0 0,0 0 136 0 0,0 0 34 0 0,0 0-23 0 0,0 0-53 0 0,0 0-110 0 0,0-1-95 0 0,0 1 81 0 0,1-1 21 0 0,0 1 72 0 0,0-1-19 0 0,-1 1-1 0 0,1 0 31 0 0,-1 0 23 0 0,0 0-11 0 0,0 0-110 0 0,0 0-116 0 0,0 0-157 0 0,0 0-193 0 0,0-1-293 0 0,0 0-167 0 0,0-2-201 0 0,0-1-44 0 0,0-1 64 0 0,0-1 328 0 0,0 1 155 0 0,0-1 708 0 0,0 2 10 0 0,0 0 570 0 0,0 0-822 0 0,0 1 928 0 0,0 1-834 0 0,0 1 946 0 0,0 0-455 0 0,0 1 11 0 0,-2 0 28 0 0,-1 0-24 0 0,1 0-120 0 0,0 0-25 0 0,1 0 60 0 0,0 0 124 0 0,0 0 120 0 0,0 0 5 0 0,-1 1 98 0 0,1 0-123 0 0,-2 1-5 0 0,-1 1-211 0 0,-1 2-40 0 0,-1 1-92 0 0,0 3-31 0 0,-2 2-107 0 0,0 2 99 0 0,-3 1-139 0 0,0 1 114 0 0,0-1-124 0 0,0 0 91 0 0,0-1 33 0 0,0-2-10 0 0,1-1 56 0 0,2-3-4 0 0,1 0-6 0 0,0-2-28 0 0,1-2-25 0 0,0 1-5 0 0,-1-1-6 0 0,0-1-43 0 0,-1 1-30 0 0,-1 0 34 0 0,-1 1-46 0 0,-1-2-34 0 0,0 2 18 0 0,0-1 28 0 0,0 0 9 0 0,0 1-18 0 0,-1-1 82 0 0,0 0-33 0 0,0 1-5 0 0,0 1-81 0 0,-1-1 106 0 0,0 1-124 0 0,0 0 79 0 0,0 1-67 0 0,0-1 18 0 0,1 0-20 0 0,0 0-1 0 0,2 0-10 0 0,-1 0 3 0 0,1 0-45 0 0,1-1 9 0 0,0 0 46 0 0,0 0-6 0 0,0 0 18 0 0,-1 0 101 0 0,-1 0-69 0 0,-1 2-44 0 0,-2 0 14 0 0,-1 0 36 0 0,-1 1-64 0 0,-1-1 22 0 0,0 1-18 0 0,1-2 8 0 0,1 1 2 0 0,0-1-5 0 0,2-1 6 0 0,0 1-15 0 0,1 1-57 0 0,0-1 76 0 0,-1 1-96 0 0,-1 0 25 0 0,-1 1 65 0 0,-2 0-17 0 0,-1 1 19 0 0,-2 1 2 0 0,0-1 5 0 0,-1 1 51 0 0,0 0-75 0 0,1 0-64 0 0,1-1 96 0 0,1 1-101 0 0,2-1 2 0 0,1 0 93 0 0,0 0-83 0 0,0 0 84 0 0,-1 1-121 0 0,0 0 36 0 0,-1 0 89 0 0,-2 2 45 0 0,-1 0-39 0 0,0 0-23 0 0,-2 2 8 0 0,-1-1-6 0 0,0 1 10 0 0,-1-1 76 0 0,1 0-54 0 0,2 0-31 0 0,1-1 15 0 0,1 0-9 0 0,1 0-8 0 0,0 0-2 0 0,-2 2-71 0 0,0 0-17 0 0,-3 2 108 0 0,-2 2-32 0 0,-1 1-60 0 0,-1 1 96 0 0,-1 2-13 0 0,0 1 57 0 0,-1 0-8 0 0,1-1 34 0 0,1 0 68 0 0,3 0-134 0 0,1-2 72 0 0,2 0-100 0 0,0 0 100 0 0,2-1-111 0 0,-1 0 29 0 0,0 1-15 0 0,-2 1 1 0 0,0 2-1 0 0,-2 1 0 0 0,-2 0-5 0 0,-1 2 6 0 0,-1 0 8 0 0,0 0 44 0 0,0 0-58 0 0,0-1 24 0 0,0 0 67 0 0,2 0 3 0 0,0-1-108 0 0,0-1 25 0 0,0 1-8 0 0,1-1-58 0 0,-1 0-36 0 0,0 1-16 0 0,0 1 65 0 0,-1-1 38 0 0,-1 1-59 0 0,0 0 75 0 0,0 0-27 0 0,-1 0 22 0 0,0-1 66 0 0,1-1-74 0 0,0 0 69 0 0,1 0-63 0 0,1-1 13 0 0,1 0-14 0 0,1 0-11 0 0,1 0-55 0 0,0-1-78 0 0,1 1 163 0 0,1 0-111 0 0,0 0 103 0 0,1-1-23 0 0,-2-1 13 0 0,0-1 88 0 0,-1-2-6 0 0,0 0-86 0 0,0-2 90 0 0,0-1-105 0 0,0-1-45 0 0,1 0 15 0 0,1 0-35 0 0,1 0-49 0 0,0 0 32 0 0,0 1 0 0 0,1 0 41 0 0,-1 0-5 0 0,1 0 74 0 0,0 0-19 0 0,1-1 99 0 0,1-1-44 0 0,2-1 36 0 0,1-2-40 0 0,2-1-45 0 0,2-1 3 0 0,1 0-10 0 0,1 0-131 0 0,-1 0 78 0 0,0-1-16 0 0,-1 2-12 0 0,-2 0 20 0 0,0 0 32 0 0,-1 0 42 0 0,1 1 4 0 0,0-2 65 0 0,2 0-86 0 0,1-1 34 0 0,3-1-12 0 0,0-1 6 0 0,2-1-16 0 0,2 0-158 0 0,1-1-114 0 0,0 0-156 0 0,0-1-224 0 0,1 0-256 0 0,-1 0-496 0 0,0 0-825 0 0,-1 0-2989 0 0,0 0 990 0 0</inkml:trace>
  <inkml:trace contextRef="#ctx0" brushRef="#br9" timeOffset="207483.493">13799 7887 2020 0 0,'0'0'0'0'0,"0"0"760"0"0,0 0-812 0 0,0 0 265 0 0,0 0-37 0 0,0 0 2840 0 0,0 0-1980 0 0,0 0 76 0 0,0 0-406 0 0,0 0-196 0 0,0 0 77 0 0,0 0-119 0 0,2 3 1 0 0,1 0 46 0 0,-1-2-172 0 0,1 0 51 0 0,0-1 184 0 0,2-1 197 0 0,1 0 36 0 0,1-1-75 0 0,-1 0-29 0 0,-1 1-7 0 0,1 0-72 0 0,-2 0-104 0 0,-2 0-147 0 0,1 1-113 0 0,-1 0-58 0 0,-1 0-83 0 0,-1 0-62 0 0,1 0-46 0 0,-1 0 47 0 0,1 0-76 0 0,-1 1-39 0 0,1-1-42 0 0,0 0 16 0 0,-1 1-80 0 0,0-1-49 0 0,0 0 5 0 0,0 0 24 0 0,0 0 75 0 0,0-1 8 0 0,-3 0 50 0 0,-2 0-83 0 0,-3-1 149 0 0,-2-1-41 0 0,-2 1 12 0 0,-2 0 11 0 0,-2-1-92 0 0,1 0 31 0 0,0 1 71 0 0,2-1-29 0 0,4 2 18 0 0,3 0 3 0 0,3 0 4 0 0,1 1 74 0 0,2 0-2 0 0,0 0 34 0 0,0 0-6 0 0,1 0 32 0 0,2 0-36 0 0,2 1 40 0 0,4 2-87 0 0,2 1-58 0 0,5 3 73 0 0,4 4 98 0 0,8 4-206 0 0,7 6 60 0 0,7 4-22 0 0,6 5 12 0 0,4 3 52 0 0,1 3-84 0 0,-1 0-98 0 0,-4-2 96 0 0,-5-1-66 0 0,-5-3 92 0 0,-8-5-160 0 0,-6-4 22 0 0,-6-3-31 0 0,-6-6-50 0 0,-4-4-67 0 0,-5-3-152 0 0,-3-3-203 0 0,-5-2-319 0 0,-6-4-326 0 0,-6-2-817 0 0,-5-3-903 0 0,-8-4-1464 0 0,4 1-10 0 0</inkml:trace>
  <inkml:trace contextRef="#ctx0" brushRef="#br10" timeOffset="207761.985">14158 8201 328 0 0,'0'0'0'0'0,"0"0"1784"0"0,0 0-238 0 0,0 0 274 0 0,0 0-957 0 0,0 0 925 0 0,0 0-117 0 0,0 0-121 0 0,0 0-179 0 0,0 0-343 0 0,0 0-8 0 0,0 0-302 0 0,-20 14 18 0 0,-2 6-100 0 0,-3 5-37 0 0,1 4 47 0 0,-1 4-212 0 0,1 2 90 0 0,-1 2-106 0 0,0 2-98 0 0,-1 1-184 0 0,-1 0-131 0 0,-1 1-312 0 0,0-4 47 0 0,0-3-288 0 0,1-5-96 0 0,2-5-595 0 0,2-7 89 0 0,3-5-998 0 0,6-6-939 0 0,4-2-2801 0 0,4-4 1306 0 0</inkml:trace>
  <inkml:trace contextRef="#ctx0" brushRef="#br11" timeOffset="208094.211">14666 8484 3100 0 0,'0'0'0'0'0,"0"0"4437"0"0,0 0-1583 0 0,0 0-1293 0 0,0 0-236 0 0,36 20-403 0 0,16 8 106 0 0,13 9-46 0 0,8 6-213 0 0,5 5-204 0 0,0 2-318 0 0,-1 1-239 0 0,-3 0-268 0 0,-5-1 156 0 0,-6-2-683 0 0,-6-2-343 0 0,-6-5-106 0 0,-8-4-1223 0 0,-8-5-2244 0 0,-7-4-1521 0 0,-9-7 6179 0 0</inkml:trace>
  <inkml:trace contextRef="#ctx0" brushRef="#br12" timeOffset="208265.557">15057 9284 1472 0 0,'0'0'0'0'0,"0"0"4641"0"0,0 0-1868 0 0,8-26-857 0 0,6-16 10 0 0,9-20-580 0 0,9-18-118 0 0,7-16-412 0 0,8-11-108 0 0,5-5-485 0 0,2 0-198 0 0,0 4-840 0 0,-4 9-499 0 0,-7 13-2825 0 0,-6 13-2920 0 0,-11 20 3759 0 0</inkml:trace>
  <inkml:trace contextRef="#ctx0" brushRef="#br13" timeOffset="209518.998">6284 3449 168 0 0,'0'0'0'0'0,"0"0"132"0"0,0 0-61 0 0,0 0 121 0 0,0 0 3312 0 0,0 0-1283 0 0,0 0-269 0 0,0 0-171 0 0,0 0-829 0 0,0 0-329 0 0,0 0-227 0 0,0 0-120 0 0,9 1-190 0 0,2-1-75 0 0,1 0-144 0 0,1-2-109 0 0,0-1-104 0 0,0-2 1 0 0,-2-1-256 0 0,-2 0-520 0 0,0-1-488 0 0,-3 0-373 0 0,-2 0-35 0 0,-1 1-361 0 0,-2 0 905 0 0,0 1 1628 0 0,-2 1-428 0 0,-1 1 273 0 0,0 1 0 0 0</inkml:trace>
  <inkml:trace contextRef="#ctx0" brushRef="#br14" timeOffset="210154.985">6284 3449 92 0 0,'0'0'0'0'0,"18"-7"6041"0"0,7-3-4925 0 0,-2 1 960 0 0,-3 1-1239 0 0,-6 2 121 0 0,-5-1-308 0 0,-3 1 75 0 0,-4-1-245 0 0,-2-1 16 0 0,2-2-78 0 0,1-2-64 0 0,1-3 26 0 0,1-3 42 0 0,2-2-42 0 0,1-2 40 0 0,2-1-82 0 0,1-2-45 0 0,1-2 60 0 0,1 0-66 0 0,0-2-56 0 0,0-2-260 0 0,-2 0 55 0 0,-2-3-195 0 0,-2 1 128 0 0,-3-1-19 0 0,-2 0-6 0 0,-1 2-11 0 0,0 0 92 0 0,0 2 19 0 0,1 2 9 0 0,2 2 27 0 0,1 1-85 0 0,2 2-90 0 0,2 2 124 0 0,0 0-120 0 0,1 1 124 0 0,1 1-138 0 0,-1 0 74 0 0,0 1 47 0 0,-1 0 72 0 0,-2 0-94 0 0,-1 1 143 0 0,-2 1-70 0 0,-2 1 37 0 0,-1 2-106 0 0,-1 1 34 0 0,0 3-24 0 0,0 0-99 0 0,-3 0-42 0 0,0 1-117 0 0,-3 0 30 0 0,-2-1-42 0 0,-1 0 73 0 0,0 0 33 0 0,0 0 83 0 0,1-1-46 0 0,1 0 124 0 0,2 1-6 0 0,1 1 91 0 0,0 0 74 0 0,2 1-2 0 0,1 1-8 0 0,0 0-50 0 0,-1 0-102 0 0,-1 1-22 0 0,0-1-88 0 0,0 0-28 0 0,-2-1-14 0 0,1 0-86 0 0,-3-1 18 0 0,0-1 63 0 0,0 0 20 0 0,-1 0 32 0 0,1 0 118 0 0,0 1-21 0 0,0 1 84 0 0,0 1 1 0 0,1 0 18 0 0,0 3 60 0 0,0 0 54 0 0,0 2-53 0 0,-1 0 8 0 0,-1 1-62 0 0,0 1 14 0 0,0 1-22 0 0,-2 1 32 0 0,1 2-80 0 0,-2 1 66 0 0,-1 2-64 0 0,-2 3 60 0 0,-1 4 29 0 0,-2 3 105 0 0,-1 6 2 0 0,0 4 8 0 0,0 5-10 0 0,3 3 106 0 0,2 1-408 0 0,3-1 19 0 0,4-3-384 0 0,2-6-103 0 0,5-5-342 0 0,6-8-680 0 0,5-5-582 0 0,7-6-948 0 0,7-7-1229 0 0,4-5 382 0 0,2-2 3938 0 0,1-4-681 0 0,-6 2 632 0 0</inkml:trace>
  <inkml:trace contextRef="#ctx0" brushRef="#br15" timeOffset="210408.193">6687 2356 5841 0 0,'0'0'0'0'0,"0"0"3028"0"0,0 0-1153 0 0,0 0-459 0 0,0 0-648 0 0,0 0-23 0 0,0 0-83 0 0,0 0-119 0 0,0 0-191 0 0,0 0-149 0 0,0 0 11 0 0,0 0 140 0 0,13 6 226 0 0,4 2-303 0 0,5 4-99 0 0,4 2 0 0 0,2 3-27 0 0,0 2 86 0 0,0 1-142 0 0,0 2-99 0 0,-1 1-195 0 0,0 0-111 0 0,0 0-68 0 0,-1-2-143 0 0,-1-1-316 0 0,-3-3-393 0 0,-3-3-713 0 0,-4-2-936 0 0,-3-4-2078 0 0,-5-2 1054 0 0,-3-2 4009 0 0</inkml:trace>
  <inkml:trace contextRef="#ctx0" brushRef="#br16" timeOffset="211064.398">5256 1706 484 0 0,'0'0'0'0'0,"0"0"416"0"0,0 0-411 0 0,0 0 258 0 0,0 0 2165 0 0,0 0-1813 0 0,0 0 163 0 0,0 0 184 0 0,0 0-422 0 0,-10 6 324 0 0,-1 1 94 0 0,0-1 77 0 0,3 0 31 0 0,4-2-275 0 0,4-2 248 0 0,3 0-44 0 0,3-2 119 0 0,2 2 58 0 0,1 0-31 0 0,1 2-173 0 0,2 2-107 0 0,2 4-178 0 0,1 4-28 0 0,2 4-393 0 0,1 5-76 0 0,1 4-112 0 0,-2 3-70 0 0,1 5-63 0 0,-3 1-19 0 0,-3 1-189 0 0,-2 1-81 0 0,-4 0-162 0 0,-2-2-95 0 0,-2 0-241 0 0,-1-3-100 0 0,-1-3-249 0 0,-2-2-313 0 0,0-4-380 0 0,-1-3-363 0 0,-1-4 76 0 0,-1-3-506 0 0,-1-4-2183 0 0,1-3 5414 0 0</inkml:trace>
  <inkml:trace contextRef="#ctx0" brushRef="#br17" timeOffset="211307.158">5667 1831 1448 0 0,'0'0'0'0'0,"0"0"5333"0"0,0 0-4131 0 0,0 0 499 0 0,0 0-466 0 0,0 0-7 0 0,0 0 22 0 0,0 0-295 0 0,0 0 6 0 0,0 0 44 0 0,0 0-347 0 0,-4 24-166 0 0,-6 12-87 0 0,-8 14-46 0 0,-7 10-24 0 0,-9 11-56 0 0,-10 9-90 0 0,-8 8-207 0 0,-10 9-19 0 0,-9 8-695 0 0,-5 6-402 0 0,-5 6-757 0 0,3-3-2820 0 0,5 4-2671 0 0,16-23 4869 0 0</inkml:trace>
  <inkml:trace contextRef="#ctx0" brushRef="#br18" timeOffset="-213002.848">8646 8136 1512 0 0,'0'0'0'0'0,"0"0"1592"0"0,0 0-1386 0 0,0 0 200 0 0,0 0-356 0 0,0 0 79 0 0,0 0-25 0 0,0 0-143 0 0,0 0 57 0 0,0 0-24 0 0,2 0 7 0 0,1 1-2 0 0,0 0 81 0 0,0-1-42 0 0,1 1 1169 0 0,-1-1-677 0 0,1 0 2 0 0,0 0-142 0 0,0 0-140 0 0,0-2-270 0 0,0 0 48 0 0,-1-2-556 0 0,0-1-265 0 0,-1-2-531 0 0,0 0 270 0 0,-1-1 202 0 0,-1 0 40 0 0,0 1 389 0 0,0 2 447 0 0,0 0 707 0 0,-1 3-1 0 0,0 0 446 0 0,0 2 222 0 0,-2 0-187 0 0,1 1-417 0 0,0 1-149 0 0,1 0-209 0 0,0 0-99 0 0,1 0-117 0 0,-1 0-118 0 0,1 1-100 0 0,0 0 11 0 0,2 1-12 0 0,1 0-1 0 0,2 2 89 0 0,1 0-101 0 0,1 0 21 0 0,1 1-26 0 0,0-1-52 0 0,0 0-15 0 0,-1 0-38 0 0,-1-1-48 0 0,-1-1-354 0 0,0-2 49 0 0,-1 0 148 0 0,0-1 132 0 0,-1-1-224 0 0,0-2-179 0 0,-2-2 206 0 0,0-2-59 0 0,-1-1 48 0 0,0-1 41 0 0,0 0 416 0 0,-1 0 357 0 0,-1 3 243 0 0,0 0 37 0 0,-1 3-107 0 0,0 1 183 0 0,0 1-119 0 0,1 2-145 0 0,0 3-232 0 0,0 1-9 0 0,2 3-231 0 0,4 1 79 0 0,3 1 135 0 0,3 1-144 0 0,4-1-110 0 0,0-1 32 0 0,1-2-28 0 0,-1-3 2 0 0,-1-1-6 0 0,-2-3-49 0 0,-3 0 13 0 0,-2-1 54 0 0,-2 0-79 0 0,-3-1-155 0 0,1 0 76 0 0,-1-1 165 0 0,-1-1-273 0 0,1-2-24 0 0,-3-1 104 0 0,-3-2 137 0 0,-2 0 22 0 0,-4-1 327 0 0,-2 1 53 0 0,0 0-21 0 0,1 2 22 0 0,2 2 17 0 0,3 2-100 0 0,3 0-120 0 0,1 1-78 0 0,2 2-70 0 0,1 2-2 0 0,1 0-112 0 0,-1 3 122 0 0,1 1-41 0 0,0 2-71 0 0,2 1 15 0 0,3 2 83 0 0,2-1-36 0 0,1 0 20 0 0,0-2-96 0 0,-1-2 134 0 0,0-1-34 0 0,-1-1 4 0 0,0-2-48 0 0,-2 0-118 0 0,-1-2-30 0 0,0-1-71 0 0,-1 1-54 0 0,0-2 36 0 0,-1 1-120 0 0,-1-1 244 0 0,0-1 167 0 0,0-1 400 0 0,-1 0-15 0 0,-1 0-95 0 0,-2-2-268 0 0,-3 1 24 0 0,-3-1 48 0 0,-2 0 330 0 0,0 2-184 0 0,0 1-114 0 0,1 0 97 0 0,2 2-178 0 0,2 3-29 0 0,2 3-6 0 0,2 2-14 0 0,3 4-102 0 0,4 3 71 0 0,6 3 34 0 0,4 0 100 0 0,3 0-135 0 0,2-1-59 0 0,1-3-42 0 0,0-3-186 0 0,-2-4-71 0 0,-1-3-338 0 0,-3-2-181 0 0,-3-1-1373 0 0,-4-3-2257 0 0,-3-1 3428 0 0</inkml:trace>
  <inkml:trace contextRef="#ctx0" brushRef="#br19" timeOffset="-212279.522">8711 7152 508 0 0,'0'0'0'0'0,"0"0"1656"0"0,0 0-1204 0 0,0 0-1070 0 0,0 0-361 0 0,0 0-40 0 0</inkml:trace>
  <inkml:trace contextRef="#ctx0" brushRef="#br20" timeOffset="-211681.935">8775 6986 1108 0 0,'0'0'0'0'0,"0"0"1320"0"0,0 0-690 0 0,0 0 33 0 0,0 0-192 0 0,0 0 367 0 0,0 0-591 0 0,0 0-170 0 0,0 0-163 0 0,0 0 72 0 0,0 0 8 0 0,-4 11-1 0 0,-1 1-82 0 0,0 0-40 0 0,1-2-8 0 0,1-3 89 0 0,1-2 45 0 0,1-3-8 0 0,0 0-54 0 0,1-2-70 0 0,0-1-87 0 0,1 1 16 0 0,0-1-32 0 0,0 0-56 0 0,0-1 94 0 0,-1 0 10 0 0,1-1 80 0 0,-1 1 118 0 0,0-1 108 0 0,0 0 214 0 0,0 1 97 0 0,0 1 226 0 0,0 0 28 0 0,0 1 27 0 0,0 0 20 0 0,0 0-49 0 0,0 1-120 0 0,0 1-47 0 0,-1 1-174 0 0,1 2-357 0 0,-1 1 74 0 0,0 2-137 0 0,1 2-2 0 0,0 2 103 0 0,2 3-137 0 0,2 0 26 0 0,0 1-56 0 0,2 1-3 0 0,0-1 11 0 0,0 0-109 0 0,-1-2-108 0 0,1-2-92 0 0,-2-1 23 0 0,0-3 163 0 0,0-2 0 0 0,-2-2-236 0 0,0-1-379 0 0,-1-2-343 0 0,-1 0-520 0 0,0-1-82 0 0</inkml:trace>
  <inkml:trace contextRef="#ctx0" brushRef="#br21" timeOffset="-211396.957">8775 7077 1368 0 0,'0'0'0'0'0,"0"0"1552"0"0,0 0-149 0 0,0 0-298 0 0,0 0-153 0 0,0 0-25 0 0,0 0-572 0 0,0 0-259 0 0,-4 19-120 0 0,-1 5-125 0 0,0 5-80 0 0,1 1-266 0 0,1-2-437 0 0,4-2-275 0 0,1-3 23 0 0,3-4-297 0 0,-1-5-682 0 0</inkml:trace>
  <inkml:trace contextRef="#ctx0" brushRef="#br22" timeOffset="-184452.02">10352 570 3452 0 0,'0'0'0'0'0,"0"0"1224"0"0,0 0-1003 0 0,0 0-124 0 0,0 0 898 0 0,0 0 1758 0 0,0 0-1638 0 0,0 0-188 0 0,0 0-368 0 0,0 0 2 0 0,0 0-149 0 0,6 1-143 0 0,2 0-53 0 0,-1 1 0 0 0,0-1 49 0 0,-1 0 57 0 0,1-1-59 0 0,-2 0-65 0 0,1-1 14 0 0,2 1 68 0 0,-1-1 88 0 0,1 0-118 0 0,-1 0-49 0 0,-1 0-58 0 0,-1 0-11 0 0,-3 0-20 0 0,0 0-26 0 0,0 1-82 0 0,-1 0 81 0 0,-1 0-104 0 0,1 0 29 0 0,0 0-98 0 0,0 0 29 0 0,0 0 10 0 0,-1 0 40 0 0,1 0-5 0 0,-1 0 5 0 0,0 0 6 0 0,0 0 3 0 0,0 0 55 0 0,-2 0-71 0 0,-2 0-32 0 0,-3 0-71 0 0,-2 0-70 0 0,-3 0-61 0 0,-1 0 41 0 0,-1 0 18 0 0,2 0 101 0 0,2 2 82 0 0,2 0-11 0 0,2 0 19 0 0,3 1 4 0 0,1-1-1 0 0,3-1 71 0 0,3 0 97 0 0,3-1 18 0 0,4-1 169 0 0,2-1-275 0 0,1-1 160 0 0,-2 1 139 0 0,0 0 118 0 0,-1 0 219 0 0,-2 1-274 0 0,-1 1-152 0 0,0-1-92 0 0,-3 1-40 0 0,-1 1-180 0 0,-2 1-162 0 0,0 0-395 0 0,-2 1-317 0 0,0 0-1111 0 0,0-1-2489 0 0,-2 0-4114 0 0,0 0 7937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7:47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1 215 11985 0 0,'0'0'2083'0'0,"0"0"-620"0"0,0 0-815 0 0,0 0-289 0 0,0 0 47 0 0,0 0 148 0 0,0 0 65 0 0,0 0-60 0 0,0 0-127 0 0,0 0-149 0 0,31 3-70 0 0,235 20 189 0 0,-214-21-449 0 0,15 0 28 0 0,-24-1-6759 0 0,-67-1 981 0 0</inkml:trace>
  <inkml:trace contextRef="#ctx0" brushRef="#br0" timeOffset="857.502">1037 0 6189 0 0,'0'0'3579'0'0,"0"0"-1617"0"0,0 0-918 0 0,0 0-310 0 0,0 0 25 0 0,0 0 4 0 0,0 0-98 0 0,0 0-141 0 0,0 0-172 0 0,0 0-150 0 0,4 3-73 0 0,4 0-43 0 0,1-1 0 0 0,-1 1 0 0 0,1-1 0 0 0,-1-1 0 0 0,1 0 0 0 0,0 0 0 0 0,0 0 0 0 0,0-1 1 0 0,0-1-1 0 0,-1 1 0 0 0,1-2 0 0 0,0 1 0 0 0,3-2-86 0 0,-4 1 52 0 0,0 0 1 0 0,0 1-1 0 0,0 0 0 0 0,0 0 1 0 0,0 1-1 0 0,0-1 0 0 0,0 2 1 0 0,0-1-1 0 0,0 1 0 0 0,0 1 1 0 0,0 0-1 0 0,0 0 0 0 0,0 0 1 0 0,0 1-1 0 0,-1 0 0 0 0,1 0 1 0 0,-1 1-1 0 0,3 2-52 0 0,-9-3-16 0 0,0 0-1 0 0,-1 0 1 0 0,0 0 0 0 0,1-1-1 0 0,-1 1 1 0 0,-1 0 0 0 0,1 0-1 0 0,0 0 1 0 0,-1 0 0 0 0,1 0 0 0 0,-1 0-1 0 0,0-1 1 0 0,0 1 0 0 0,0 0-1 0 0,0-1 1 0 0,0 1 0 0 0,-1 0-1 0 0,1-1 1 0 0,-1 0 0 0 0,1 1-1 0 0,-1-1 1 0 0,0 0 0 0 0,0 0-1 0 0,0 0 1 0 0,-1 0 0 0 0,1 0-1 0 0,0 0 1 0 0,-1-1 0 0 0,1 1-1 0 0,-1-1 1 0 0,1 0 0 0 0,-1 1-1 0 0,0-1 1 0 0,1-1 0 0 0,-1 1-1 0 0,0 0 1 0 0,0-1 0 0 0,0 1-1 0 0,0-1 1 0 0,1 0 0 0 0,-1 0-1 0 0,0 0 17 0 0,-7 5 17 0 0,-218 82-761 0 0,368-38-1394 0 0,-139-49 2135 0 0,9 3 107 0 0,0 1 1 0 0,0 0-1 0 0,0 1 0 0 0,0 0 0 0 0,0 0 1 0 0,-1 1-1 0 0,0 0 0 0 0,0 1 1 0 0,-1-1-1 0 0,0 2 0 0 0,0-1 0 0 0,-1 1 1 0 0,0 1-1 0 0,0-1 0 0 0,-1 1 0 0 0,0 0 1 0 0,0 1-1 0 0,-1 0 0 0 0,0-1 1 0 0,-1 1-1 0 0,0 1 0 0 0,-1-1 0 0 0,0 1 1 0 0,0 3-105 0 0,-8 3 72 0 0,-1-1 0 0 0,-1 1 1 0 0,-1-1-1 0 0,0 0 1 0 0,-1-1-1 0 0,-1 0 0 0 0,0 0 1 0 0,-1-1-1 0 0,-1-1 0 0 0,0 0 1 0 0,-1 0-1 0 0,0-1 0 0 0,0-1 1 0 0,-2 0-1 0 0,1-1 1 0 0,-1 0-1 0 0,-1-1 0 0 0,0-1 1 0 0,0-1-1 0 0,-9 3-72 0 0,-47 27-144 0 0,-1-3 1 0 0,-1-3-1 0 0,-2-4 0 0 0,-12 0 144 0 0,-181 45-6013 0 0,228-61 4320 0 0,-40 10-4649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7:46.0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0 300 7585 0 0,'0'0'5766'0'0,"0"0"-3966"0"0,0 0-1332 0 0,0 0-314 0 0,0 0 279 0 0,0 0 350 0 0,0 0 12 0 0,0 0-83 0 0,0 0-163 0 0,21 0-183 0 0,163 12 736 0 0,-23-9-5580 0 0,-58-11-1587 0 0,-76 4 1612 0 0</inkml:trace>
  <inkml:trace contextRef="#ctx0" brushRef="#br0" timeOffset="587.664">819 52 5533 0 0,'0'0'3401'0'0,"0"0"-2042"0"0,0 0-588 0 0,0 0 3 0 0,0 0 357 0 0,0 0 115 0 0,0 0-176 0 0,0 0-232 0 0,0 0-183 0 0,0 0-65 0 0,25-5-42 0 0,74-18-121 0 0,11 18-66 0 0,110-13-2157 0 0,-217 20 1795 0 0,0 0 0 0 0,0 1 0 0 0,0-1 1 0 0,0 1-1 0 0,-1-1 0 0 0,1 1 1 0 0,-1 0-1 0 0,1 0 0 0 0,-1 0 1 0 0,0 0-1 0 0,-1 1 0 0 0,1-1 1 0 0,0 0-1 0 0,-1 1 0 0 0,0-1 1 0 0,0 1-1 0 0,0 0 0 0 0,0-1 1 0 0,0 1-1 0 0,-1 0 0 0 0,0 0 1 0 0,0-1-1 0 0,0 1 0 0 0,0 0 0 0 0,0 0 1 0 0,-1-1-1 0 0,1 1 0 0 0,-1 0 1 0 0,0-1-1 0 0,-1 1 0 0 0,1-1 1 0 0,0 1-1 0 0,-1-1 0 0 0,0 0 1 0 0,0 1-1 0 0,0-1 0 0 0,0 0 1 0 0,0 0-1 0 0,-1 0 0 0 0,1-1 1 0 0,-2 2 0 0 0,-17 18 15 0 0,0-2 0 0 0,-2 0 0 0 0,0-1 1 0 0,-2-1-1 0 0,0-1 0 0 0,-1-1 0 0 0,0-1 1 0 0,-1-2-1 0 0,-1-1 0 0 0,-6 2-15 0 0,308-47-1202 0 0,-268 34 1260 0 0,-1 0 1 0 0,1 0-1 0 0,-1 1 1 0 0,0-1-1 0 0,0 1 0 0 0,0 1 1 0 0,0-1-1 0 0,0 1 0 0 0,0-1 1 0 0,-1 1-1 0 0,1 1 1 0 0,-1-1-1 0 0,0 1 0 0 0,0 0 1 0 0,0-1-1 0 0,-1 2 0 0 0,1-1 1 0 0,-1 0-1 0 0,0 1 1 0 0,0 0-1 0 0,0-1 0 0 0,-1 1 1 0 0,0 0-1 0 0,0 0 0 0 0,0 1 1 0 0,0-1-1 0 0,-1 0 1 0 0,0 0-1 0 0,0 1 0 0 0,-1-1 1 0 0,1 1-1 0 0,-1-1 0 0 0,0 1 1 0 0,-1-1-1 0 0,1 1 1 0 0,-1-1-1 0 0,0 0 0 0 0,0 1 1 0 0,-1-1-1 0 0,0 0 0 0 0,0 0 1 0 0,0 0-1 0 0,0 0 1 0 0,-1 0-1 0 0,0 0 0 0 0,0-1 1 0 0,-2 3-59 0 0,-25 18-264 0 0,-1-2 0 0 0,-2 0 1 0 0,0-3-1 0 0,-1 0 0 0 0,-1-2 1 0 0,-1-2-1 0 0,-1-1 0 0 0,0-2 1 0 0,-13 2 263 0 0,-19 7-6879 0 0,48-15 73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5:46.9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1983 3613 1332 0 0,'0'0'2810'0'0,"0"0"2512"0"0,0 0-2903 0 0,0 0-1469 0 0,0 0-218 0 0,0 0 106 0 0,0 0 107 0 0,0 0-110 0 0,40 13-198 0 0,134 45-173 0 0,-124-40-186 0 0,-1 3 1 0 0,-1 3 0 0 0,-1 1-1 0 0,-1 2 1 0 0,-2 2 0 0 0,24 21-280 0 0,-49-36 85 0 0,41 29-183 0 0,-1 3 1 0 0,-3 2-1 0 0,-1 3 0 0 0,-3 2 1 0 0,-2 3-1 0 0,15 24 99 0 0,-13 19-3262 0 0,-51-89 1461 0 0,-25-9-8006 0 0,-15-17 6910 0 0</inkml:trace>
  <inkml:trace contextRef="#ctx0" brushRef="#br0" timeOffset="264.119">2886 3683 744 0 0,'0'0'2453'0'0,"0"0"4129"0"0,0 0-3128 0 0,0 0-1514 0 0,0 0-651 0 0,0 0-395 0 0,0 0-294 0 0,0 0-179 0 0,0 0-143 0 0,-16 22-110 0 0,-93 145 29 0 0,-148 361 424 0 0,202-412-2856 0 0,34-67-7448 0 0,20-43 1960 0 0</inkml:trace>
  <inkml:trace contextRef="#ctx0" brushRef="#br0" timeOffset="-1856.287">5063 775 1068 0 0,'0'0'3370'0'0,"0"0"879"0"0,0 0-2074 0 0,0 0-815 0 0,0 0-249 0 0,1 18-57 0 0,18 109 465 0 0,20-23-1795 0 0,4-1-1 0 0,5-2 1 0 0,17 18 276 0 0,-60-109-501 0 0,30 56-1523 0 0,-26-42-1724 0 0,-3 1-3529 0 0,-6-12 5966 0 0</inkml:trace>
  <inkml:trace contextRef="#ctx0" brushRef="#br0" timeOffset="-1583.755">5894 902 10637 0 0,'0'0'1132'0'0,"0"0"-418"0"0,-22 20-340 0 0,-134 137 588 0 0,90-67-422 0 0,4 3-1 0 0,5 3 0 0 0,3 2 0 0 0,5 2 1 0 0,4 3-1 0 0,-6 34-539 0 0,31-90-225 0 0,-43 89-1747 0 0,23-55-1693 0 0,6 1-5934 0 0,31-63 8209 0 0</inkml:trace>
  <inkml:trace contextRef="#ctx0" brushRef="#br0" timeOffset="-2741.488">2342 709 6097 0 0,'0'0'2120'0'0,"0"0"-433"0"0,0 0-464 0 0,0 0-244 0 0,0 0-70 0 0,0 0-33 0 0,0 0-22 0 0,0 0-110 0 0,0 0-176 0 0,0 0-149 0 0,15 15 1 0 0,98 84 466 0 0,-38-45-952 0 0,277 190 476 0 0,-114-86-5051 0 0,-233-153 1716 0 0,-8-3-6664 0 0,-14-2 8782 0 0</inkml:trace>
  <inkml:trace contextRef="#ctx0" brushRef="#br0" timeOffset="-2492.295">2503 1279 2516 0 0,'0'0'4059'0'0,"0"0"-2250"0"0,0 0-829 0 0,0 0-312 0 0,0 0 27 0 0,0 0 104 0 0,0 0-193 0 0,25-17 26 0 0,152-106 853 0 0,-92 64-760 0 0,3 4 1 0 0,1 4 0 0 0,41-14-726 0 0,149-54-3121 0 0,-230 97 364 0 0,-6-2-3816 0 0,-28 13 3358 0 0</inkml:trace>
  <inkml:trace contextRef="#ctx0" brushRef="#br0" timeOffset="-2225.834">3809 1104 2736 0 0,'0'0'6213'0'0,"0"0"-3994"0"0,0 0-1195 0 0,0 0-435 0 0,0 0-1 0 0,0 0 272 0 0,36-7-54 0 0,117-21-256 0 0,192-1 282 0 0,-211 30-3046 0 0,-9 0-4978 0 0,-117-2 2022 0 0,-6-5 3565 0 0</inkml:trace>
  <inkml:trace contextRef="#ctx0" brushRef="#br0" timeOffset="6584.932">5148 3754 496 0 0,'0'0'773'0'0,"0"0"804"0"0,0 0 106 0 0,0 0-418 0 0,0 0-216 0 0,0 0-140 0 0,0 0-84 0 0,0 0-58 0 0,0 0-61 0 0,0 0 48 0 0,-5-10-5 0 0,-14-30 10 0 0,15 30 58 0 0,29 39 2428 0 0,145 298-1782 0 0,-43-68-1932 0 0,-122-250 248 0 0,48 90-1188 0 0,-31-30-6002 0 0,-21-60 2680 0 0</inkml:trace>
  <inkml:trace contextRef="#ctx0" brushRef="#br0" timeOffset="6863.571">5728 3942 1096 0 0,'0'0'7030'0'0,"0"0"-4248"0"0,0 0-1395 0 0,0 0-501 0 0,0 15-184 0 0,-12 170 1935 0 0,-15-72-1476 0 0,-5-1-1 0 0,-5-2 0 0 0,-36 73-1160 0 0,-51 153 112 0 0,73-159-828 0 0,-26 82-1717 0 0,11-89-4396 0 0,25-89-146 0 0</inkml:trace>
  <inkml:trace contextRef="#ctx0" brushRef="#br0" timeOffset="15378.298">1584 1 732 0 0,'0'0'1756'0'0,"0"0"948"0"0,0 0-741 0 0,0 0-679 0 0,0 0-213 0 0,0 0-72 0 0,0 0-110 0 0,0 0-202 0 0,0 0-197 0 0,-21 8-163 0 0,-62 25-75 0 0,62-25-1 0 0,21-8 27 0 0,0 0-35 0 0,-22-13-306 0 0,-4 6 96 0 0,0 2 0 0 0,-1 1 0 0 0,0 2 0 0 0,0 0 0 0 0,0 2 0 0 0,0 0 0 0 0,-1 2 0 0 0,2 1 0 0 0,-1 2 0 0 0,0 0 0 0 0,1 2 0 0 0,0 1 0 0 0,0 0 0 0 0,1 2 0 0 0,0 2 0 0 0,1 0 0 0 0,1 1 0 0 0,0 1 0 0 0,0 1 0 0 0,-18 17-33 0 0,29-16 215 0 0,1-1 0 0 0,0 2 0 0 0,2-1 0 0 0,0 2 0 0 0,0-1 0 0 0,2 1 0 0 0,0 0 0 0 0,1 1 0 0 0,-1 9-215 0 0,-13 32 12 0 0,-164 392 98 0 0,167-400-11 0 0,3 2-1 0 0,3-1 0 0 0,2 2 1 0 0,2-1-1 0 0,1 35-98 0 0,5-64 88 0 0,1 0 0 0 0,1 0 1 0 0,1 0-1 0 0,1 0 0 0 0,2 0 0 0 0,0 0 0 0 0,2-1 0 0 0,3 7-88 0 0,-2-2-6 0 0,-2 0 0 0 0,-1 0 1 0 0,-1 1-1 0 0,-1 0 0 0 0,-2-1 0 0 0,-1 1 0 0 0,-2 11 6 0 0,1 10-43 0 0,-19 193 190 0 0,-28 6-138 0 0,27-157 270 0 0,21-93-309 0 0,0 0-92 0 0,0 0-4 0 0,0 0 60 0 0,0 0 50 0 0,0 0 6 0 0,0 0-2 0 0,0 0-6 0 0,0 0-25 0 0,0 0-2 0 0,-28 11-557 0 0,0-5 514 0 0,-1-2 0 0 0,0 0 0 0 0,0-2 1 0 0,0-1-1 0 0,0-2 0 0 0,-1 0 1 0 0,1-2-1 0 0,1-1 0 0 0,-1-2 1 0 0,1-1-1 0 0,0 0 0 0 0,0-3 0 0 0,-10-4 88 0 0,-14-9 999 0 0,310 111 154 0 0,-247-85-1182 0 0,0 1 0 0 0,-1 1 1 0 0,1 0-1 0 0,-1 0 0 0 0,0 1 0 0 0,0 0 1 0 0,0 1-1 0 0,-1 0 0 0 0,0 1 0 0 0,-1 0 0 0 0,0 0 1 0 0,0 0-1 0 0,0 1 0 0 0,-1 1 0 0 0,-1-1 1 0 0,1 1-1 0 0,-2 0 0 0 0,1 0 0 0 0,-1 1 0 0 0,-1 0 1 0 0,0 0-1 0 0,-1 0 0 0 0,0 0 0 0 0,0 0 1 0 0,0 10 28 0 0,-67 337 511 0 0,47-6-555 0 0,-19 150-631 0 0,17-225 1420 0 0,17-269-759 0 0,0 0-1 0 0,1 0 1 0 0,0 0 0 0 0,0 0-1 0 0,1 0 1 0 0,0 1 0 0 0,0-1 0 0 0,1 0-1 0 0,0 0 1 0 0,1 0 0 0 0,-1 0-1 0 0,1 0 1 0 0,1 0 0 0 0,0 0-1 0 0,0-1 1 0 0,0 1 0 0 0,1-1-1 0 0,0 0 1 0 0,1 0 0 0 0,-1 0 0 0 0,1-1-1 0 0,6 6 15 0 0,19 14 59 0 0,1-1 0 0 0,1-2 0 0 0,2-1 0 0 0,0-1 0 0 0,1-2 0 0 0,1-2 0 0 0,1-1 0 0 0,0-2-1 0 0,1-1 1 0 0,0-2 0 0 0,1-2 0 0 0,0-2 0 0 0,17 1-59 0 0,251 78-3249 0 0,-298-81 498 0 0,-8-3-2286 0 0</inkml:trace>
  <inkml:trace contextRef="#ctx0" brushRef="#br0" timeOffset="155343.832">1302 3891 1488 0 0,'0'0'1224'0'0,"0"0"-207"0"0,0 0-33 0 0,0 0 76 0 0,0 0-69 0 0,0 0-474 0 0,0 0-197 0 0,0 0 70 0 0,6 1 645 0 0,18 1 140 0 0,-6 3 3857 0 0,0-1-4845 0 0,113 5 749 0 0,-6 0-1805 0 0,-40-6-6630 0 0,-85-3 3003 0 0</inkml:trace>
  <inkml:trace contextRef="#ctx0" brushRef="#br0" timeOffset="162976.448">3878 4023 5577 0 0,'0'0'670'0'0,"0"0"1137"0"0,0 0-517 0 0,0 0-593 0 0,0 0-72 0 0,0 0 147 0 0,0 0 132 0 0,0 0-50 0 0,0 0-73 0 0,13 0 18 0 0,-11-1-780 0 0,219-2 2197 0 0,-67 19-9079 0 0,-133-12 1907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8:19.360"/>
    </inkml:context>
    <inkml:brush xml:id="br0">
      <inkml:brushProperty name="width" value="0.1" units="cm"/>
      <inkml:brushProperty name="height" value="0.1" units="cm"/>
      <inkml:brushProperty name="color" value="#FF0066"/>
    </inkml:brush>
    <inkml:brush xml:id="br1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883 115 5280 0 0,'0'0'1935'0'0,"0"0"-570"0"0,0 0-437 0 0,0 0-42 0 0,0 0 22 0 0,0 0-176 0 0,0 0-266 0 0,0 0-215 0 0,9 18-35 0 0,70 158 107 0 0,-47-81-1270 0 0,-16-32-6024 0 0,-15-53 4031 0 0</inkml:trace>
  <inkml:trace contextRef="#ctx0" brushRef="#br0" timeOffset="254.499">1468 98 4680 0 0,'0'0'1546'0'0,"0"0"-784"0"0,0 0-291 0 0,0 0 176 0 0,0 0 224 0 0,-14 17 59 0 0,-194 257 1473 0 0,-163 243-1230 0 0,274-359-6399 0 0,73-110 309 0 0</inkml:trace>
  <inkml:trace contextRef="#ctx0" brushRef="#br0" timeOffset="14647.154">48 136 116 0 0,'0'0'3880'0'0,"0"0"-1167"0"0,0 0-586 0 0,0 0-360 0 0,0 0-423 0 0,0 0-230 0 0,0 0-224 0 0,0 0-218 0 0,0 0-166 0 0,29 0 481 0 0,224-12 281 0 0,-252 12-1448 0 0,-1 0-112 0 0,-37 10-8120 0 0,33-12 4098 0 0,29-6 128 0 0</inkml:trace>
  <inkml:trace contextRef="#ctx0" brushRef="#br1" timeOffset="39720.087">0 126 1384 0 0,'0'0'1066'0'0,"0"0"2615"0"0,0 0-1361 0 0,0 0-927 0 0,0 0-313 0 0,0 0-52 0 0,0 0-69 0 0,0 0-186 0 0,0 0-225 0 0,0 0-157 0 0,10 0-98 0 0,149 13 1177 0 0,140 33-432 0 0,-235-38-4250 0 0,0-2-3396 0 0,-56-6 2091 0 0,-3 0 1694 0 0</inkml:trace>
  <inkml:trace contextRef="#ctx0" brushRef="#br1" timeOffset="40535.518">694 14 172 0 0,'0'0'171'0'0,"0"0"-71"0"0,0 0-71 0 0,0 0 22 0 0,0 0 34 0 0,0 0 0 0 0,0 0 220 0 0,0 0 955 0 0,0 0 129 0 0,11 21 2317 0 0,6-48-3619 0 0,-17 20 532 0 0,36 14 3894 0 0,-25 2-4248 0 0,-1 0-1 0 0,0 0 0 0 0,0 1 0 0 0,-1 0 0 0 0,0 1 0 0 0,-1 0 0 0 0,-1 1 0 0 0,1-1 0 0 0,-2 2 0 0 0,0-1 0 0 0,1 2-264 0 0,13 23 266 0 0,133 211-341 0 0,-148-241-109 0 0,23 44 325 0 0,-20-15-3554 0 0,-40-29-5166 0 0,23-7 5498 0 0</inkml:trace>
  <inkml:trace contextRef="#ctx0" brushRef="#br1" timeOffset="41012.702">1629 28 928 0 0,'0'0'1166'0'0,"0"0"1782"0"0,0 0-529 0 0,0 0-883 0 0,0 0-537 0 0,0 0-255 0 0,0 0 32 0 0,0 0 54 0 0,0 0-195 0 0,0 0-285 0 0,-1 7-144 0 0,-1-1-91 0 0,0 0 0 0 0,-1 0 0 0 0,0 0 0 0 0,0 0 0 0 0,0 0 0 0 0,-1-1 0 0 0,1 1 0 0 0,-2-1 0 0 0,1 0 0 0 0,0 0 0 0 0,-1-1 0 0 0,0 1 0 0 0,0-1 0 0 0,0 0 0 0 0,-1-1-1 0 0,1 1 1 0 0,-4 1-115 0 0,-372 270 4229 0 0,-158 178-4717 0 0,398-331-2073 0 0,43-44-4395 0 0,34-28-2066 0 0,29-21 8329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8:16.495"/>
    </inkml:context>
    <inkml:brush xml:id="br0">
      <inkml:brushProperty name="width" value="0.1" units="cm"/>
      <inkml:brushProperty name="height" value="0.1" units="cm"/>
      <inkml:brushProperty name="color" value="#FF0066"/>
    </inkml:brush>
    <inkml:brush xml:id="br1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0 342 1200 0 0,'0'0'2786'0'0,"0"0"-701"0"0,0 0-1057 0 0,0 0-566 0 0,0 0 5 0 0,0 0 709 0 0,0 0 76 0 0,0 0-480 0 0,4-1-367 0 0,166-18 1697 0 0,-79 21-4976 0 0,-3 9-3713 0 0,-54-4 4261 0 0</inkml:trace>
  <inkml:trace contextRef="#ctx0" brushRef="#br0" timeOffset="332.568">706 134 612 0 0,'0'0'4565'0'0,"0"0"-1947"0"0,0 0-1069 0 0,0 0-583 0 0,0 0-189 0 0,0 0-54 0 0,0 0-123 0 0,0 0-111 0 0,0 0-146 0 0,0 0-151 0 0,24 13-93 0 0,185 113 297 0 0,-30 36-875 0 0,-137-94-2158 0 0,-21 9-3546 0 0,-21-54 3013 0 0</inkml:trace>
  <inkml:trace contextRef="#ctx0" brushRef="#br0" timeOffset="823.568">577 577 64 0 0,'0'0'3649'0'0,"0"0"-1498"0"0,0 0-542 0 0,0 0-277 0 0,0 0-126 0 0,0 0-135 0 0,0 0-207 0 0,0 0-244 0 0,0 0-216 0 0,0 0-131 0 0,17-18-83 0 0,112-102 309 0 0,134-62 107 0 0,-89 58-5715 0 0,-155 111 2591 0 0,3 0-597 0 0</inkml:trace>
  <inkml:trace contextRef="#ctx0" brushRef="#br1" timeOffset="40659.715">56 385 404 0 0,'0'0'1710'0'0,"0"0"910"0"0,0 0-567 0 0,0 0-697 0 0,0 0-436 0 0,0 0-169 0 0,0 0-195 0 0,0 0-139 0 0,0 0-42 0 0,0 0 12 0 0,16-11 2272 0 0,-6-5-6044 0 0,22-14 2000 0 0,70 40 7586 0 0,-48-1-5576 0 0,119 6-101 0 0,-172-15-538 0 0,-1 0 12 0 0,-37-9-767 0 0,-196-29-599 0 0,172 27 2143 0 0,111 12-1637 0 0,17 0 1090 0 0,-23-3-3511 0 0,-32-3-4473 0 0,-8 5 4827 0 0</inkml:trace>
  <inkml:trace contextRef="#ctx0" brushRef="#br1" timeOffset="41489.897">730 0 196 0 0,'0'0'87'0'0,"0"0"239"0"0,0 0 1326 0 0,0 0 1921 0 0,0 0-1291 0 0,0 0-891 0 0,0 0-453 0 0,0 0-148 0 0,0 0-41 0 0,0 0-158 0 0,4 14 384 0 0,2-14-800 0 0,-1 0 1 0 0,1 0-1 0 0,0 0 1 0 0,-1 1-1 0 0,1 0 1 0 0,0 0-1 0 0,-1 0 0 0 0,1 1 1 0 0,-1 0-1 0 0,1 0 1 0 0,-1 0-1 0 0,0 1 1 0 0,0 0-1 0 0,0 0 0 0 0,0 0 1 0 0,-1 0-1 0 0,1 1 1 0 0,-1 0-1 0 0,0 0 1 0 0,0 0-1 0 0,0 0 1 0 0,-1 1-1 0 0,3 4-175 0 0,199 266-297 0 0,-149-194-222 0 0,-56-80 247 0 0,1 0 0 0 0,-1 0 1 0 0,0 0-1 0 0,0 0 0 0 0,0 1 0 0 0,0-1 0 0 0,0 0 1 0 0,0 0-1 0 0,0 0 0 0 0,-1 0 0 0 0,1 0 1 0 0,0 1-1 0 0,-1-1 0 0 0,1 0 0 0 0,0 0 0 0 0,-1 0 1 0 0,0 0-1 0 0,1 0 0 0 0,-1 0 0 0 0,1 0 1 0 0,-1 0-1 0 0,0-1 0 0 0,0 1 0 0 0,0 0 1 0 0,1 0-1 0 0,-1 0 0 0 0,0-1 0 0 0,0 1 0 0 0,0-1 1 0 0,0 1-1 0 0,0 0 0 0 0,0-1 0 0 0,0 0 1 0 0,-1 1-1 0 0,1-1 0 0 0,0 0 0 0 0,0 1 0 0 0,0-1 1 0 0,0 0-1 0 0,0 0 0 0 0,0 0 0 0 0,-1 0 1 0 0,1 0-1 0 0,0 0 0 0 0,0 0 0 0 0,0-1 0 0 0,0 1 1 0 0,0 0-1 0 0,-1-1 0 0 0,1 1 0 0 0,0 0 1 0 0,0-1-1 0 0,0 0 0 0 0,0 1 0 0 0,0-1 1 0 0,0 1-1 0 0,0-1 272 0 0,-12-4-1278 0 0,70-5 1278 0 0</inkml:trace>
  <inkml:trace contextRef="#ctx0" brushRef="#br1" timeOffset="41895.616">1290 55 560 0 0,'0'0'2141'0'0,"0"0"1346"0"0,0 0-1361 0 0,0 0-778 0 0,0 0-268 0 0,0 0-54 0 0,0 0-9 0 0,-14 15-149 0 0,-118 103 644 0 0,-184 93 43 0 0,115-58-5480 0 0,195-148 3582 0 0,-38 17-10949 0 0,40-22 10520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9:31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3548 0 0,'0'0'3921'0'0,"0"0"-2102"0"0,0 0-768 0 0,0 0-114 0 0,0 0 154 0 0,0 0 2 0 0,0 0-135 0 0,44 4-214 0 0,145 11-153 0 0,61-33-119 0 0,101-22-3416 0 0,-326 31 688 0 0,-20 3-1046 0 0,-10-1-3606 0 0,-12-3 6093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9:32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1 116 4560 0 0,'0'0'6230'0'0,"0"0"-3929"0"0,0 0-991 0 0,0 0-346 0 0,0 0-94 0 0,35 4-55 0 0,114 15-320 0 0,-89-15-927 0 0,0-3 0 0 0,0-2 1 0 0,0-3-1 0 0,0-2 0 0 0,0-3 0 0 0,-1-3 1 0 0,47-15 431 0 0,-92 23-255 0 0,127-40-4471 0 0,-73 20-2210 0 0,-29 12 4702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9:31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8301 0 0,'0'0'1167'0'0,"0"0"-517"0"0,0 0-298 0 0,0 0 16 0 0,0 0 182 0 0,0 0 95 0 0,0 0 12 0 0,0 0-202 0 0,25 15-165 0 0,196 127 294 0 0,-180-111-634 0 0,-1 3 0 0 0,-1 0 0 0 0,-3 3 0 0 0,-1 1 1 0 0,9 14 49 0 0,63 138-3986 0 0,-100-161 1274 0 0,-6-9-2785 0 0,-1-15 4810 0 0</inkml:trace>
  <inkml:trace contextRef="#ctx0" brushRef="#br0" timeOffset="273.148">497 1 300 0 0,'0'0'4316'0'0,"0"0"-1677"0"0,0 0-1443 0 0,0 0-543 0 0,-13 15-82 0 0,-3 3-279 0 0,1 0-1 0 0,1 2 1 0 0,1 0 0 0 0,1 0 0 0 0,1 2 0 0 0,0-1-1 0 0,2 1 1 0 0,-3 10-292 0 0,-80 404 750 0 0,84-356-2005 0 0,8-27-3746 0 0,0-39 2124 0 0,0 0-393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9:33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342 364 872 0 0,'0'0'4090'0'0,"0"0"-1742"0"0,0 0-796 0 0,0 0-322 0 0,0 0-212 0 0,0 0-113 0 0,0 0-157 0 0,0 0-160 0 0,0 0-149 0 0,0 0-114 0 0,1-7-55 0 0,-1 6-257 0 0,0 0 1 0 0,1 0 0 0 0,-1 0 0 0 0,0 0 0 0 0,1 0 0 0 0,-1 0-1 0 0,0 0 1 0 0,0-1 0 0 0,0 1 0 0 0,0 0 0 0 0,0 0-1 0 0,-1 0 1 0 0,1 0 0 0 0,0 0 0 0 0,0 0 0 0 0,-1-1-1 0 0,1 1 1 0 0,0 0 0 0 0,-1 0 0 0 0,1 0 0 0 0,-1 0 0 0 0,0 0-1 0 0,1 0 1 0 0,-1 1 0 0 0,0-1 0 0 0,0 0 0 0 0,1 0-1 0 0,-1 0 1 0 0,0 0 0 0 0,0 1 0 0 0,0-1 0 0 0,0 1-1 0 0,0-1 1 0 0,0 0 0 0 0,0 1 0 0 0,0 0 0 0 0,0-1 0 0 0,0 1-1 0 0,0 0 1 0 0,0-1 0 0 0,-1 1 0 0 0,1 0 0 0 0,0 0-1 0 0,0 0 1 0 0,0 0 0 0 0,0 0 0 0 0,0 0 0 0 0,0 0-1 0 0,-1 0 1 0 0,1 1 0 0 0,0-1 0 0 0,0 0 0 0 0,0 1 0 0 0,0-1-1 0 0,0 1 1 0 0,0-1 0 0 0,0 1 0 0 0,0-1 0 0 0,0 1-1 0 0,0 0 1 0 0,0-1 0 0 0,0 1 0 0 0,1 0 0 0 0,-1 0-1 0 0,0 0 1 0 0,0 0 0 0 0,0 0-14 0 0,-17 8 90 0 0,1 1 0 0 0,0 0 0 0 0,0 2 0 0 0,1 0 0 0 0,0 0 0 0 0,1 1 0 0 0,1 1 0 0 0,0 1 0 0 0,1 0 0 0 0,0 1 0 0 0,1 0 0 0 0,1 1 0 0 0,1 0 0 0 0,0 0 0 0 0,1 1 0 0 0,1 1 0 0 0,1-1 0 0 0,1 1 0 0 0,0 1 0 0 0,2-1 0 0 0,0 1 0 0 0,1 0 0 0 0,1 0 0 0 0,0 1-90 0 0,0 0-31 0 0,1 1 1 0 0,0-1 0 0 0,2 1 0 0 0,1 0-1 0 0,0-1 1 0 0,2 0 0 0 0,0 1 0 0 0,1-1 0 0 0,1-1-1 0 0,2 1 1 0 0,0-1 0 0 0,6 11 30 0 0,8-3-45 0 0,1-2 1 0 0,1 0 0 0 0,2-2-1 0 0,0-1 1 0 0,1 0-1 0 0,2-2 1 0 0,0-2-1 0 0,1 0 1 0 0,1-2-1 0 0,0-2 1 0 0,2 0 0 0 0,-1-2-1 0 0,2-2 1 0 0,0-1-1 0 0,0-1 1 0 0,0-2-1 0 0,1-2 1 0 0,30 1 44 0 0,-31-1-23 0 0,0-2 0 0 0,0-2 0 0 0,0-1 0 0 0,0-1 0 0 0,0-2 0 0 0,-1-1 0 0 0,1-2 0 0 0,7-3 23 0 0,-28 5-13 0 0,-1 1 0 0 0,1-2 0 0 0,-1 0 0 0 0,0 0-1 0 0,-1-1 1 0 0,1-1 0 0 0,-1 0 0 0 0,0 0 0 0 0,-1-1 0 0 0,0-1 0 0 0,0 1 0 0 0,-1-2 0 0 0,0 1 0 0 0,0-1-1 0 0,-1-1 1 0 0,-1 1 0 0 0,0-1 0 0 0,0-1 0 0 0,-1 1 0 0 0,0-1 0 0 0,-1 0 0 0 0,2-8 13 0 0,-1-9-27 0 0,-1 1 0 0 0,-1-1 0 0 0,-1 1 1 0 0,-2-1-1 0 0,-1 0 0 0 0,-2 0 0 0 0,0 0 1 0 0,-2 1-1 0 0,-1-1 0 0 0,-1 1 0 0 0,-2 0 1 0 0,0 0-1 0 0,-3-1 27 0 0,-10-19 55 0 0,-1 2 0 0 0,-3 1 0 0 0,-1 1 0 0 0,-2 1 0 0 0,-2 1 0 0 0,-2 2 0 0 0,-2 1 0 0 0,-1 2 0 0 0,-2 1 0 0 0,-2 2 0 0 0,0 2 0 0 0,-3 1 0 0 0,0 2 0 0 0,-2 3 0 0 0,-1 1 0 0 0,-1 2 0 0 0,-1 2 0 0 0,0 2 0 0 0,-31-7-55 0 0,67 20-53 0 0,-1 2-1 0 0,0-1 1 0 0,0 1 0 0 0,0 1-1 0 0,0 0 1 0 0,-1 1 0 0 0,1 0-1 0 0,-1 0 1 0 0,1 2 0 0 0,-1 0-1 0 0,0 0 1 0 0,1 1 0 0 0,-1 1-1 0 0,1 0 1 0 0,0 0-1 0 0,-1 1 1 0 0,1 1 0 0 0,0 0-1 0 0,1 1 1 0 0,-1 0 0 0 0,1 1-1 0 0,0 0 1 0 0,0 1 0 0 0,1 0-1 0 0,0 0 1 0 0,0 1-1 0 0,0 1 1 0 0,1 0 0 0 0,1 0-1 0 0,0 0 1 0 0,-1 2 53 0 0,-1 10-458 0 0,1-1 0 0 0,0 2 1 0 0,2-1-1 0 0,0 1 0 0 0,2 0 0 0 0,0 0 0 0 0,2 1 1 0 0,0-1-1 0 0,1 15 458 0 0,8 134-7606 0 0,10-56 4454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9:36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0 618 7173 0 0,'0'0'1774'0'0,"0"0"-487"0"0,0 0-397 0 0,0 0-196 0 0,0 0 24 0 0,0 0 16 0 0,0 0 121 0 0,0 0 23 0 0,34-2-87 0 0,202-18 159 0 0,23-8-601 0 0,-87 15-2997 0 0,-167 13 1959 0 0,19-4-1124 0 0,-16-7-8220 0 0,-8 3 8123 0 0</inkml:trace>
  <inkml:trace contextRef="#ctx0" brushRef="#br0" timeOffset="284.379">137 356 416 0 0,'0'0'1767'0'0,"0"0"1757"0"0,0 0-1327 0 0,0 0-834 0 0,0 0-62 0 0,0 0 177 0 0,0 0 10 0 0,0 0-268 0 0,0 0-305 0 0,0 0-249 0 0,28-14-138 0 0,87-41-52 0 0,-101 49-374 0 0,0 0 1 0 0,0 1-1 0 0,0 1 1 0 0,0 0-1 0 0,1 1 1 0 0,-1 1-1 0 0,1 0 0 0 0,0 0 1 0 0,0 2-1 0 0,6 0-102 0 0,7 0-84 0 0,63 1-776 0 0,11 0-1595 0 0,-35-7-3259 0 0,-46 3 164 0 0</inkml:trace>
  <inkml:trace contextRef="#ctx0" brushRef="#br0" timeOffset="857.305">863 0 7513 0 0,'0'0'2199'0'0,"0"0"-437"0"0,0 0-353 0 0,0 0-239 0 0,0 0-44 0 0,0 0-176 0 0,0 0-193 0 0,0 0-175 0 0,0 0-173 0 0,0 0-163 0 0,12 2-107 0 0,507 79-424 0 0,-505-78 166 0 0,-9-3 86 0 0,1 0 1 0 0,-1 0-1 0 0,0 0 1 0 0,1 1-1 0 0,-1 0 1 0 0,0 0 0 0 0,1 0-1 0 0,-1 1 1 0 0,0 0-1 0 0,0 0 1 0 0,0 0-1 0 0,0 0 1 0 0,0 1-1 0 0,-1 0 1 0 0,1 0 0 0 0,-1 0-1 0 0,0 1 1 0 0,0-1-1 0 0,0 1 1 0 0,0 0-1 0 0,-1 0 1 0 0,1 0-1 0 0,-1 1 1 0 0,0-1-1 0 0,0 1 1 0 0,-1 0 0 0 0,1 0-1 0 0,-1 0 1 0 0,0 0-1 0 0,-1 0 1 0 0,1 0-1 0 0,-1 0 1 0 0,0 2 32 0 0,-1 2 40 0 0,-2 0 0 0 0,1 0 0 0 0,-1 0 0 0 0,0-1 0 0 0,-1 1 1 0 0,0-1-1 0 0,0 0 0 0 0,-1 0 0 0 0,0 0 0 0 0,0 0 0 0 0,-1 0 0 0 0,0-1 0 0 0,-1 0 0 0 0,1 0 1 0 0,-1 0-1 0 0,0-1 0 0 0,-1 0 0 0 0,-5 4-40 0 0,-75 75-351 0 0,151-73-1452 0 0,296-66 445 0 0,-167 74 2368 0 0,-186-19-924 0 0,0 1 1 0 0,0 0-1 0 0,-1 1 0 0 0,1 0 0 0 0,-1 0 1 0 0,1 0-1 0 0,-1 1 0 0 0,0 0 0 0 0,0 0 1 0 0,-1 1-1 0 0,1 0 0 0 0,-1-1 0 0 0,0 2 1 0 0,0-1-1 0 0,-1 1 0 0 0,0-1 1 0 0,0 1-1 0 0,0 0 0 0 0,-1 1 0 0 0,1-1 1 0 0,-1 1-1 0 0,-1-1 0 0 0,0 1 0 0 0,1 0 1 0 0,-1 4-87 0 0,-1 0 91 0 0,0 0 1 0 0,0 0 0 0 0,-2 0-1 0 0,1 0 1 0 0,-1 0 0 0 0,-1 0-1 0 0,0 0 1 0 0,0-1 0 0 0,-1 1-1 0 0,-1-1 1 0 0,0 1 0 0 0,0-1 0 0 0,-1 0-1 0 0,0-1 1 0 0,-1 1 0 0 0,0-1-1 0 0,0 0 1 0 0,-1 0 0 0 0,0-1-1 0 0,-1 0 1 0 0,0 0 0 0 0,0-1 0 0 0,0 0-1 0 0,-1 0 1 0 0,0-1 0 0 0,-9 4-92 0 0,-15 10-230 0 0,-1-2 1 0 0,0-1 0 0 0,-2-1 0 0 0,0-3-1 0 0,-1 0 1 0 0,0-3 0 0 0,-5 0 229 0 0,-88 14-2351 0 0,34-14-3088 0 0,12-5-1782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9:35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1604 0 0,'0'0'1117'0'0,"0"0"2580"0"0,0 0-1582 0 0,0 0-868 0 0,0 0-110 0 0,0 0-44 0 0,0 0 38 0 0,0 0-220 0 0,20 15-286 0 0,147 123 552 0 0,2 4 150 0 0,54 41-1671 0 0,-69-70-4564 0 0,-146-108 3986 0 0,12 9-2986 0 0,-11-2-2383 0 0,-9-9 5483 0 0</inkml:trace>
  <inkml:trace contextRef="#ctx0" brushRef="#br0" timeOffset="270.07">795 11 8309 0 0,'0'0'1307'0'0,"0"0"-359"0"0,-4 15-32 0 0,-29 182 2529 0 0,53 322-2424 0 0,-6-338-3395 0 0,-11-61-3625 0 0,-5-92 1704 0 0,-4-2 1017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05:24.350"/>
    </inkml:context>
    <inkml:brush xml:id="br0">
      <inkml:brushProperty name="width" value="0.1" units="cm"/>
      <inkml:brushProperty name="height" value="0.1" units="cm"/>
      <inkml:brushProperty name="color" value="#FFC114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3330 2519 220 0 0,'0'0'111'0'0,"0"0"179"0"0,0 0 518 0 0,0 0 1670 0 0,0 0-53 0 0,0 0-778 0 0,0 0-585 0 0,0 0-281 0 0,0 0-17 0 0,16-6 3063 0 0,-17 16-3886 0 0,1 1 0 0 0,0 0 0 0 0,1-1 0 0 0,0 1 0 0 0,0 0 0 0 0,1-1 0 0 0,1 1 0 0 0,0-1 0 0 0,0 0 0 0 0,1 0 0 0 0,0 0 0 0 0,1 0 0 0 0,0-1 0 0 0,0 0-1 0 0,1 0 1 0 0,1 0 0 0 0,-1-1 0 0 0,1 0 0 0 0,7 6 59 0 0,-13-12 14 0 0,1-1 0 0 0,0 1-1 0 0,-1-1 1 0 0,1 0 0 0 0,0 0 0 0 0,0 0-1 0 0,0 0 1 0 0,0 0 0 0 0,0 0-1 0 0,0 0 1 0 0,0 0 0 0 0,0-1 0 0 0,0 1-1 0 0,1-1 1 0 0,-1 0 0 0 0,0 1 0 0 0,0-1-1 0 0,0 0 1 0 0,0 0 0 0 0,1-1-1 0 0,-1 1 1 0 0,0 0 0 0 0,0-1 0 0 0,0 1-1 0 0,0-1 1 0 0,0 0 0 0 0,0 1-1 0 0,0-1 1 0 0,0 0 0 0 0,0 0 0 0 0,0-1-1 0 0,0 1 1 0 0,0 0 0 0 0,-1-1 0 0 0,1 1-1 0 0,-1-1 1 0 0,1 1 0 0 0,-1-1-1 0 0,1 0 1 0 0,-1 1 0 0 0,0-1 0 0 0,0 0-1 0 0,0 0 1 0 0,0 0 0 0 0,0 0-1 0 0,0 0 1 0 0,0 0 0 0 0,-1 0 0 0 0,1-1-1 0 0,-1 1 1 0 0,0 0 0 0 0,0 0 0 0 0,1 0-1 0 0,-1 0 1 0 0,-1-1 0 0 0,1 1-1 0 0,0 0 1 0 0,0 0 0 0 0,-1 0 0 0 0,1-1-14 0 0,0-8-7 0 0,0 0 0 0 0,-1 0 1 0 0,0-1-1 0 0,-1 1 0 0 0,0 0 1 0 0,0 0-1 0 0,-1 0 1 0 0,-1 1-1 0 0,0-1 0 0 0,0 1 1 0 0,-1 0-1 0 0,-1 0 0 0 0,1 0 1 0 0,-2 1-1 0 0,1 0 0 0 0,-1 0 1 0 0,-1 0-1 0 0,1 1 1 0 0,-1 0-1 0 0,-3-1 7 0 0,10 8-15 0 0,-1 1 1 0 0,1 0-1 0 0,-1 0 1 0 0,1 0-1 0 0,0 0 1 0 0,-1 0-1 0 0,1 1 1 0 0,0-1-1 0 0,-1 0 1 0 0,1 1-1 0 0,0-1 1 0 0,-1 0-1 0 0,1 1 1 0 0,0 0-1 0 0,0-1 1 0 0,0 1-1 0 0,0 0 1 0 0,-1 0-1 0 0,1-1 1 0 0,0 1 0 0 0,0 0-1 0 0,0 0 1 0 0,1 0-1 0 0,-1 0 1 0 0,0 0-1 0 0,0 1 1 0 0,0-1-1 0 0,1 0 1 0 0,-1 0-1 0 0,1 0 1 0 0,-1 1-1 0 0,1-1 1 0 0,-1 0-1 0 0,1 1 1 0 0,0-1-1 0 0,0 0 1 0 0,-1 1-1 0 0,1-1 1 0 0,0 0-1 0 0,0 1 1 0 0,0-1-1 0 0,1 1 1 0 0,-1-1-1 0 0,0 0 1 0 0,0 1-1 0 0,1-1 1 0 0,0 1 14 0 0,-2-2 15 0 0,1-1 1 0 0,0 1 0 0 0,-1 0 0 0 0,1-1-1 0 0,0 1 1 0 0,0-1 0 0 0,-1 1 0 0 0,1-1 0 0 0,0 1-1 0 0,0-1 1 0 0,0 1 0 0 0,0-1 0 0 0,-1 1 0 0 0,1-1-1 0 0,0 1 1 0 0,0-1 0 0 0,0 1 0 0 0,0-1-1 0 0,0 1 1 0 0,1-1 0 0 0,-1 1 0 0 0,0-1 0 0 0,0 1-1 0 0,0-1 1 0 0,0 1 0 0 0,0-1 0 0 0,1 1-1 0 0,-1-1 1 0 0,0 1 0 0 0,0 0 0 0 0,1-1 0 0 0,-1 1-1 0 0,0-1 1 0 0,1 1 0 0 0,-1 0 0 0 0,0-1 0 0 0,1 1-1 0 0,-1 0 1 0 0,1-1 0 0 0,-1 1 0 0 0,0 0-1 0 0,1 0 1 0 0,-1-1 0 0 0,1 1 0 0 0,-1 0 0 0 0,1 0-1 0 0,-1 0 1 0 0,1 0 0 0 0,-1 0 0 0 0,1-1-1 0 0,-1 1 1 0 0,1 0 0 0 0,-1 0 0 0 0,1 0 0 0 0,-1 0-1 0 0,1 1 1 0 0,-1-1 0 0 0,1 0 0 0 0,-1 0 0 0 0,1 0-1 0 0,-1 0 1 0 0,1 0 0 0 0,-1 1 0 0 0,1-1-1 0 0,-1 0 1 0 0,1 0 0 0 0,-1 1-16 0 0,-9-9 15 0 0,-1 1-1 0 0,0 0 1 0 0,0 1-1 0 0,-1 0 1 0 0,1 1 0 0 0,-1 0-1 0 0,-1 1 1 0 0,1 0-1 0 0,0 0 1 0 0,-1 1-1 0 0,0 1 1 0 0,0 0 0 0 0,0 1-1 0 0,0 0 1 0 0,0 1-1 0 0,0 0 1 0 0,-2 1-15 0 0,11 0-28 0 0,0 0 1 0 0,1 0-1 0 0,-1 1 1 0 0,0-1-1 0 0,1 1 1 0 0,-1 0-1 0 0,1 0 1 0 0,-1 0-1 0 0,1 0 1 0 0,0 0-1 0 0,0 0 1 0 0,0 0-1 0 0,0 1 1 0 0,0-1-1 0 0,0 1 1 0 0,1 0-1 0 0,-1-1 1 0 0,1 1-1 0 0,0 0 0 0 0,0 0 1 0 0,0 0-1 0 0,0 0 1 0 0,0 0-1 0 0,1 0 1 0 0,-1 0-1 0 0,1 0 1 0 0,0 0-1 0 0,0 0 1 0 0,0 0-1 0 0,0 0 1 0 0,0 0-1 0 0,1 0 1 0 0,0 0-1 0 0,-1 0 1 0 0,1 0-1 0 0,0 0 1 0 0,0 0-1 0 0,1 0 0 0 0,-1-1 1 0 0,1 1-1 0 0,-1 0 1 0 0,1-1-1 0 0,0 1 1 0 0,0-1-1 0 0,0 0 1 0 0,0 1-1 0 0,0-1 1 0 0,1 0-1 0 0,0 0 28 0 0,7 2 51 0 0,1 0 0 0 0,1-1 1 0 0,-1-1-1 0 0,0 0 0 0 0,1 0 0 0 0,-1-1 0 0 0,1 0 0 0 0,-1-1 0 0 0,1-1 1 0 0,-1 0-1 0 0,1 0 0 0 0,-1-1 0 0 0,1 0 0 0 0,-1-1 0 0 0,0-1 0 0 0,0 1 1 0 0,0-2-52 0 0,-10 2 4 0 0,-1 1 1 0 0,1-1 0 0 0,-1 0 0 0 0,1 1 0 0 0,-1-1-1 0 0,0 0 1 0 0,0 1 0 0 0,-1-1 0 0 0,1 0 0 0 0,-1 1 0 0 0,1-1-1 0 0,-1 0 1 0 0,0 1 0 0 0,0-1 0 0 0,0 1 0 0 0,0-1-1 0 0,0 1 1 0 0,0 0 0 0 0,-1-1 0 0 0,1 1 0 0 0,-1 0-1 0 0,0 0 1 0 0,0 0 0 0 0,1 0 0 0 0,-1 0 0 0 0,-1 1-1 0 0,1-1 1 0 0,0 1 0 0 0,0-1 0 0 0,0 1 0 0 0,-1 0-1 0 0,1-1 1 0 0,-3 1-5 0 0,-106-37-639 0 0,119 77-429 0 0,13-26 1008 0 0,0-2 0 0 0,1 0 0 0 0,0-1 0 0 0,0-1 0 0 0,1-1-1 0 0,0-1 1 0 0,1-1 0 0 0,-1-2 0 0 0,1 0 0 0 0,0-1-1 0 0,0-1 1 0 0,0-2 0 0 0,0 0 0 0 0,8-2 60 0 0,-32 0 59 0 0,0 0 1 0 0,0 1 0 0 0,0-1 0 0 0,0 0-1 0 0,0 0 1 0 0,-1 1 0 0 0,1-1-1 0 0,-1 0 1 0 0,1 0 0 0 0,-1 1 0 0 0,0-1-1 0 0,1 1 1 0 0,-1-1 0 0 0,0 1-1 0 0,0-1 1 0 0,0 1 0 0 0,0-1 0 0 0,-1 1-1 0 0,1 0 1 0 0,0-1 0 0 0,0 1-1 0 0,-1 0 1 0 0,1 0 0 0 0,-1 0 0 0 0,1 0-1 0 0,-1 0 1 0 0,1 1 0 0 0,-1-1-1 0 0,0 0 1 0 0,1 1 0 0 0,-1-1 0 0 0,-1 1-60 0 0,-22-17-109 0 0,17 11 108 0 0,1 0 0 0 0,-1 0 0 0 0,0 1-1 0 0,0 1 1 0 0,-1-1 0 0 0,1 1 0 0 0,-1 0 0 0 0,0 1-1 0 0,0 0 1 0 0,0 1 0 0 0,0 0 0 0 0,-1 0-1 0 0,1 1 1 0 0,-6-1 1 0 0,12 4-26 0 0,0-1-1 0 0,0 1 0 0 0,0 0 1 0 0,0-1-1 0 0,0 1 0 0 0,0 0 1 0 0,0 1-1 0 0,0-1 0 0 0,1 0 1 0 0,-1 1-1 0 0,1 0 0 0 0,0-1 1 0 0,0 1-1 0 0,0 0 0 0 0,0 0 1 0 0,0 0-1 0 0,1 0 0 0 0,-1 1 1 0 0,1-1-1 0 0,0 0 0 0 0,0 1 1 0 0,0-1-1 0 0,1 1 0 0 0,-1-1 1 0 0,1 1-1 0 0,-1-1 0 0 0,1 1 1 0 0,0-1-1 0 0,1 1 0 0 0,-1-1 0 0 0,1 4 27 0 0,78 16 759 0 0,-78-60-370 0 0,-2 33-379 0 0,0 0-1 0 0,-1 1 1 0 0,1-1 0 0 0,-1 0-1 0 0,1 1 1 0 0,-1-1 0 0 0,0 1-1 0 0,-1-1 1 0 0,1 1 0 0 0,0 0-1 0 0,-1 0 1 0 0,0 0 0 0 0,0 0 0 0 0,0 1-1 0 0,0-1 1 0 0,0 1 0 0 0,0 0-1 0 0,-1-1 1 0 0,1 2 0 0 0,-1-1-1 0 0,1 0 1 0 0,-1 1 0 0 0,0-1-1 0 0,0 1 1 0 0,0 0 0 0 0,0 0-1 0 0,1 1 1 0 0,-1-1 0 0 0,0 1 0 0 0,0 0-1 0 0,0 0 1 0 0,0 0 0 0 0,0 1-1 0 0,0-1 1 0 0,0 1 0 0 0,0 0-10 0 0,2 1-42 0 0,0 1 0 0 0,0-1 1 0 0,1 1-1 0 0,-1 0 1 0 0,1-1-1 0 0,-1 1 1 0 0,1 0-1 0 0,0 0 0 0 0,0 0 1 0 0,0 0-1 0 0,1 0 1 0 0,-1 0-1 0 0,1 0 1 0 0,0 0-1 0 0,0 0 0 0 0,0 0 1 0 0,0 0-1 0 0,0 0 1 0 0,0 0-1 0 0,1 0 0 0 0,0 0 1 0 0,-1 0-1 0 0,1 0 1 0 0,0 0-1 0 0,1 0 1 0 0,-1 0-1 0 0,0-1 0 0 0,1 1 1 0 0,0 0-1 0 0,-1-1 1 0 0,1 1-1 0 0,0-1 1 0 0,0 0-1 0 0,1 0 0 0 0,-1 0 1 0 0,1 1 41 0 0,94 30 324 0 0,-95-32-309 0 0,0-1 0 0 0,0 1 0 0 0,1-1 0 0 0,-1 0-1 0 0,0 0 1 0 0,1 0 0 0 0,-1 0 0 0 0,0 0 0 0 0,0 0 0 0 0,1-1-1 0 0,-1 1 1 0 0,0-1 0 0 0,0 0 0 0 0,1 0 0 0 0,-1 0 0 0 0,0 0-1 0 0,0 0 1 0 0,0 0 0 0 0,0 0 0 0 0,-1-1 0 0 0,1 1 0 0 0,0 0-1 0 0,0-1 1 0 0,-1 0 0 0 0,1 1 0 0 0,-1-1 0 0 0,1 0-1 0 0,-1 0 1 0 0,0 0 0 0 0,0 0 0 0 0,0 0 0 0 0,0 0 0 0 0,0 0-1 0 0,0-1 1 0 0,-1 1 0 0 0,1 0 0 0 0,-1 0 0 0 0,1-1 0 0 0,-1 1-1 0 0,0 0 1 0 0,0 0 0 0 0,0-1 0 0 0,0 1-15 0 0,-2-3-11 0 0,0 1 1 0 0,-1-1-1 0 0,0 1 1 0 0,0 0-1 0 0,0 0 1 0 0,0 0-1 0 0,0 0 0 0 0,-1 0 1 0 0,0 1-1 0 0,0-1 1 0 0,0 1-1 0 0,0 0 1 0 0,0 0-1 0 0,-1 1 1 0 0,1-1-1 0 0,-1 1 0 0 0,0 0 1 0 0,0 0-1 0 0,1 1 1 0 0,-1 0-1 0 0,0-1 1 0 0,-1 1-1 0 0,1 1 1 0 0,0-1-1 0 0,0 1 0 0 0,0 0 1 0 0,0 0-1 0 0,0 1 1 0 0,0-1-1 0 0,-2 2 11 0 0,4-1-28 0 0,0 1 1 0 0,0 0-1 0 0,0 0 0 0 0,0 0 0 0 0,1 1 0 0 0,-1-1 0 0 0,1 0 0 0 0,0 1 1 0 0,0 0-1 0 0,0 0 0 0 0,0 0 0 0 0,0-1 0 0 0,0 2 0 0 0,1-1 0 0 0,-1 0 1 0 0,1 0-1 0 0,0 0 0 0 0,0 1 0 0 0,0-1 0 0 0,1 0 0 0 0,-1 1 1 0 0,1-1-1 0 0,0 1 0 0 0,0-1 0 0 0,0 1 0 0 0,0-1 0 0 0,0 1 0 0 0,1-1 1 0 0,0 0-1 0 0,-1 1 0 0 0,1-1 0 0 0,1 0 0 0 0,-1 0 0 0 0,0 1 0 0 0,1-1 1 0 0,0 0-1 0 0,-1 0 0 0 0,1 0 0 0 0,0-1 0 0 0,1 1 0 0 0,-1 0 0 0 0,0-1 1 0 0,1 0-1 0 0,0 1 28 0 0,5 5 34 0 0,0-1 0 0 0,1 1 1 0 0,0-2-1 0 0,1 1 0 0 0,-1-2 1 0 0,1 1-1 0 0,0-1 0 0 0,0 0 1 0 0,1-1-1 0 0,-1-1 0 0 0,1 1 0 0 0,0-2 1 0 0,0 1-1 0 0,0-2 0 0 0,0 1 1 0 0,1-1-1 0 0,-1-1 0 0 0,0 0 1 0 0,0-1-1 0 0,1 0 0 0 0,-1-1 1 0 0,0 0-1 0 0,0 0 0 0 0,5-3-34 0 0,-14 4 5 0 0,0 0-1 0 0,-1 1 1 0 0,1-1 0 0 0,-1 0-1 0 0,1 0 1 0 0,-1 0-1 0 0,1 0 1 0 0,-1 0 0 0 0,1 0-1 0 0,-1-1 1 0 0,0 1-1 0 0,0 0 1 0 0,0-1 0 0 0,0 1-1 0 0,0-1 1 0 0,0 1-1 0 0,0-1 1 0 0,0 1 0 0 0,-1-1-1 0 0,1 0 1 0 0,0 0-1 0 0,-1 1 1 0 0,0-1 0 0 0,1 0-1 0 0,-1 1 1 0 0,0-1-1 0 0,0 0 1 0 0,0 0 0 0 0,0 0-1 0 0,0 1 1 0 0,0-1-1 0 0,0 0 1 0 0,-1 0 0 0 0,1 1-1 0 0,-1-1 1 0 0,1 0-1 0 0,-1 1 1 0 0,0-1 0 0 0,0 0-1 0 0,1 1 1 0 0,-1-1-1 0 0,0 1 1 0 0,-1-1 0 0 0,1 1-1 0 0,0 0 1 0 0,0-1-1 0 0,0 1 1 0 0,-2-1-5 0 0,-68-51-31 0 0,66 49 3 0 0,-1-1 1 0 0,0 1 0 0 0,-1 1-1 0 0,1-1 1 0 0,-1 1 0 0 0,1 0 0 0 0,-1 0-1 0 0,0 1 1 0 0,0 0 0 0 0,0 0-1 0 0,0 1 1 0 0,-1 0 0 0 0,1 0 0 0 0,0 1-1 0 0,0 0 1 0 0,-1 0 0 0 0,1 0-1 0 0,0 1 1 0 0,0 0 0 0 0,0 1 0 0 0,0 0-1 0 0,0 0 1 0 0,0 0 0 0 0,0 1-1 0 0,-3 1 28 0 0,9 0-10 0 0,-1-1-1 0 0,1 1 0 0 0,1 0 0 0 0,-1-1 0 0 0,1 1 0 0 0,-1 0 0 0 0,1-1 0 0 0,0 1 0 0 0,0 0 0 0 0,1 0 0 0 0,-1-1 0 0 0,1 1 1 0 0,0 0-1 0 0,0-1 0 0 0,0 1 0 0 0,0-1 0 0 0,0 1 0 0 0,1-1 0 0 0,0 1 0 0 0,0-1 0 0 0,0 0 0 0 0,0 0 0 0 0,0 0 0 0 0,0 0 0 0 0,1 0 1 0 0,0-1-1 0 0,-1 1 0 0 0,1-1 0 0 0,0 0 0 0 0,0 0 0 0 0,0 0 0 0 0,1 0 0 0 0,-1 0 0 0 0,0 0 0 0 0,1-1 0 0 0,-1 0 0 0 0,1 0 1 0 0,0 0-1 0 0,-1 0 0 0 0,1 0 0 0 0,0-1 0 0 0,-1 1 0 0 0,1-1 0 0 0,0 0 0 0 0,2-1 11 0 0,1 3 88 0 0,0 1-35 0 0,0-1 1 0 0,0 1-1 0 0,0-1 1 0 0,0-1 0 0 0,1 0-1 0 0,-1 0 1 0 0,1 0 0 0 0,-1-1-1 0 0,1 0 1 0 0,-1 0 0 0 0,1-1-1 0 0,-1 0 1 0 0,0 0-1 0 0,1 0 1 0 0,-1-1 0 0 0,0-1-1 0 0,0 1 1 0 0,0-1 0 0 0,0 0-1 0 0,-1-1 1 0 0,1 1 0 0 0,0-2-54 0 0,-6 3-34 0 0,0 0 0 0 0,0 0 0 0 0,0 0 1 0 0,-1 0-1 0 0,1 0 0 0 0,-1 0 1 0 0,0-1-1 0 0,1 1 0 0 0,-1 0 0 0 0,0 0 1 0 0,0 0-1 0 0,0 0 0 0 0,-1 0 1 0 0,1 0-1 0 0,0-1 0 0 0,-1 1 1 0 0,0 0-1 0 0,1 0 0 0 0,-1 0 0 0 0,0 0 1 0 0,0 0-1 0 0,0 1 0 0 0,0-1 1 0 0,0 0-1 0 0,-1 0 0 0 0,1 1 0 0 0,0-1 1 0 0,-1 1-1 0 0,1-1 0 0 0,-1 1 1 0 0,0-1-1 0 0,1 1 0 0 0,-1 0 0 0 0,0 0 1 0 0,0 0-1 0 0,0 0 0 0 0,0 0 1 0 0,-1 0 33 0 0,-88-33-462 0 0,81 31 448 0 0,-209-17 589 0 0,215 19-558 0 0,0 1-1 0 0,1 0 1 0 0,-1 0-1 0 0,0 1 1 0 0,1-1-1 0 0,-1 1 1 0 0,0 0-1 0 0,1 0 1 0 0,-1 0 0 0 0,1 0-1 0 0,-1 0 1 0 0,1 1-1 0 0,0 0 1 0 0,0 0-1 0 0,-1 0 1 0 0,1 0-1 0 0,0 0 1 0 0,1 0-1 0 0,-1 1 1 0 0,0-1-1 0 0,1 1 1 0 0,-1 0 0 0 0,1 0-1 0 0,0 0 1 0 0,0 0-1 0 0,0 0 1 0 0,1 1-1 0 0,-1-1 1 0 0,1 0-1 0 0,-1 1 1 0 0,1 0-1 0 0,0-1 1 0 0,0 1 0 0 0,1-1-1 0 0,-1 1 1 0 0,1 0-1 0 0,0-1 1 0 0,0 1-1 0 0,0 0 1 0 0,0 0-1 0 0,1-1 1 0 0,0 1-17 0 0,4 3 17 0 0,1-1 0 0 0,0-1 1 0 0,1 1-1 0 0,-1-1 0 0 0,1 0 0 0 0,0-1 1 0 0,0 0-1 0 0,1 0 0 0 0,-1 0 0 0 0,1-1 1 0 0,0 0-1 0 0,0 0 0 0 0,0-1 0 0 0,0 0 1 0 0,0-1-1 0 0,1 1-17 0 0,1 0 52 0 0,1 0 0 0 0,-1 0 0 0 0,1-1 0 0 0,0 0 0 0 0,0-1 0 0 0,-1 0 0 0 0,1 0 0 0 0,0-2 0 0 0,0 1 0 0 0,-1-1 0 0 0,1-1 0 0 0,-1 0 0 0 0,0 0 0 0 0,0-1 0 0 0,0 0 0 0 0,9-6-52 0 0,-18 7 3 0 0,0 1 1 0 0,-1-1-1 0 0,1 0 1 0 0,-1 1 0 0 0,1-1-1 0 0,-1 0 1 0 0,0 0-1 0 0,0 0 1 0 0,0 1-1 0 0,-1-1 1 0 0,1 0-1 0 0,-1 0 1 0 0,0 1-1 0 0,1-1 1 0 0,-1 0-1 0 0,0 1 1 0 0,0-1-1 0 0,-1 1 1 0 0,1-1-1 0 0,-1 1 1 0 0,1-1-1 0 0,-1 1 1 0 0,0 0-1 0 0,1 0 1 0 0,-1 0-1 0 0,0 0 1 0 0,-1 0-1 0 0,1 1 1 0 0,0-1-1 0 0,0 0 1 0 0,-1 1-1 0 0,1 0 1 0 0,-1-1-1 0 0,1 1 1 0 0,-1 0-1 0 0,0 0 1 0 0,1 1-1 0 0,-1-1 1 0 0,0 1 0 0 0,0-1-1 0 0,1 1 1 0 0,-1 0-1 0 0,-1 0-3 0 0,-4-4-26 0 0,-11-7 77 0 0,-1 0 0 0 0,-1 2 0 0 0,0 0 0 0 0,0 2 0 0 0,0 0 0 0 0,-1 1-1 0 0,0 2 1 0 0,0 0 0 0 0,0 1 0 0 0,-18 0-51 0 0,39 5-20 0 0,0-1 0 0 0,-1 1 1 0 0,1-1-1 0 0,0 1 0 0 0,0-1 0 0 0,0 1 1 0 0,1-1-1 0 0,-1 1 0 0 0,0 0 0 0 0,1-1 1 0 0,-1 1-1 0 0,1 0 0 0 0,-1 0 0 0 0,1 0 1 0 0,0-1-1 0 0,0 1 0 0 0,0 0 0 0 0,0 0 1 0 0,0 0-1 0 0,0 0 0 0 0,1-1 0 0 0,-1 1 0 0 0,0 0 1 0 0,1 0-1 0 0,-1-1 0 0 0,1 1 0 0 0,0 0 1 0 0,0-1-1 0 0,0 1 0 0 0,0 0 0 0 0,0-1 1 0 0,0 1-1 0 0,0-1 0 0 0,0 0 0 0 0,0 1 1 0 0,1-1-1 0 0,-1 0 0 0 0,0 0 0 0 0,1 0 1 0 0,-1 0-1 0 0,1 0 0 0 0,0 0 0 0 0,-1 0 1 0 0,1 0-1 0 0,0-1 0 0 0,-1 1 0 0 0,1-1 20 0 0,8 6-35 0 0,1-1-1 0 0,-1 0 0 0 0,1 0 1 0 0,0-2-1 0 0,0 1 1 0 0,0-1-1 0 0,0-1 0 0 0,0 0 1 0 0,1 0-1 0 0,-1-2 1 0 0,1 1-1 0 0,-1-1 0 0 0,1-1 1 0 0,-1 0-1 0 0,3-1 36 0 0,25-20-3431 0 0,-34 0-779 0 0</inkml:trace>
  <inkml:trace contextRef="#ctx0" brushRef="#br0" timeOffset="6181.1">3261 2476 248 0 0,'0'0'184'0'0,"0"0"29"0"0,0 0-131 0 0,0 0-40 0 0,0 0 56 0 0,0 0 65 0 0,0 0 411 0 0,0 0 1141 0 0,10 4 3070 0 0,-4-1-9494 0 0,-2-3 2174 0 0,7 0 1851 0 0,8-8 13610 0 0,-26-3-12475 0 0,-104-84-523 0 0,-124-61 1515 0 0,87 31-1099 0 0,18 50 420 0 0,38 27-896 0 0,-154-90 301 0 0,133 50 31 0 0,-43-32 400 0 0,-100-48 342 0 0,133 64-681 0 0,63 45-94 0 0,-2 4 0 0 0,-3 2 0 0 0,-47-28-167 0 0,-13-11 173 0 0,-174-130 261 0 0,-44-5-347 0 0,63 5 1280 0 0,124 50-1578 0 0,-36 8 234 0 0,215 165-10072 0 0,6 3 4604 0 0</inkml:trace>
  <inkml:trace contextRef="#ctx0" brushRef="#br0" timeOffset="8526.505">3451 2522 484 0 0,'0'0'131'0'0,"0"0"-64"0"0,0 0-38 0 0,0 0 33 0 0,0 0-35 0 0,0 0 17 0 0,0 0 10 0 0,0 0 199 0 0,0 0 758 0 0,-2 1-349 0 0,-4 2 9699 0 0,79 36-7729 0 0,-43-29-2423 0 0,-1 1 0 0 0,0 1 1 0 0,-1 2-1 0 0,0 1 1 0 0,-1 1-1 0 0,18 14-209 0 0,134 81 983 0 0,-74-66 257 0 0,45 36-998 0 0,248 137 62 0 0,182 73-4 0 0,-161-103-167 0 0,363 195 361 0 0,-435-174-360 0 0,25 31-116 0 0,-32-43-97 0 0,-182-111-75 0 0,-157-85 106 0 0,1-1 0 0 0,-1 0 0 0 0,0 0-1 0 0,0 1 1 0 0,0-1 0 0 0,0 0 0 0 0,0 1 0 0 0,0-1 0 0 0,0 1 0 0 0,0-1 0 0 0,0 1 0 0 0,0 0 0 0 0,0-1-1 0 0,0 1 1 0 0,-1 0 0 0 0,1 0 0 0 0,0 0 0 0 0,0-1 0 0 0,-1 1 0 0 0,1 0 0 0 0,-1 0 0 0 0,1 0 0 0 0,-1 0-1 0 0,1 0 1 0 0,-1 0 0 0 0,1 0 0 0 0,-1 0 0 0 0,0 0 0 0 0,1 1 0 0 0,-1-1 0 0 0,0 0 0 0 0,0 0 0 0 0,0 0-1 0 0,0 0 1 0 0,0 0 0 0 0,0 0 0 0 0,0 1 0 0 0,-1-1 0 0 0,1 0 0 0 0,0 0 0 0 0,-1 0 0 0 0,1 0 0 0 0,0 0-1 0 0,-1 0 1 0 0,1 0 0 0 0,-1 0 0 0 0,0 0 0 0 0,1 0 0 0 0,-1 0 0 0 0,0-1 0 0 0,0 1 0 0 0,1 0 0 0 0,-1 0-1 0 0,0-1 1 0 0,0 1 0 0 0,0 0 0 0 0,0-1 0 0 0,0 1 0 0 0,0-1 0 0 0,0 1 0 0 0,0-1 0 0 0,0 1 0 0 0,-1-1 48 0 0,-26 6-2639 0 0,-20-1-2543 0 0</inkml:trace>
  <inkml:trace contextRef="#ctx0" brushRef="#br1" timeOffset="-166870.035">3366 2397 1160 0 0,'0'0'1377'0'0,"0"0"-695"0"0,0 0-44 0 0,0 0 1032 0 0,0 0-20 0 0,0 0-304 0 0,0 0-321 0 0,0 0-209 0 0,0 0-163 0 0,-23 1-206 0 0,-114 7 615 0 0,129-7-977 0 0,0-1-1 0 0,0 2 1 0 0,0-1-1 0 0,1 1 0 0 0,-1 0 1 0 0,1 1-1 0 0,-1 0 0 0 0,1 0 1 0 0,0 0-1 0 0,0 1 0 0 0,1 0 1 0 0,-1 0-1 0 0,1 1 0 0 0,0 0 1 0 0,0 0-1 0 0,0 1 0 0 0,1-1 1 0 0,-1 1-1 0 0,1 0 0 0 0,1 1 1 0 0,-1-1-1 0 0,1 1 0 0 0,1 0 1 0 0,-1 0-1 0 0,1 0 0 0 0,0 1 1 0 0,1-1-1 0 0,-1 1 0 0 0,1-1 1 0 0,1 3-85 0 0,3 1-6 0 0,0 0-1 0 0,2 0 1 0 0,-1-1 0 0 0,1 1 0 0 0,1-1 0 0 0,0 0-1 0 0,0 0 1 0 0,1-1 0 0 0,0 1 0 0 0,1-1 0 0 0,0-1 0 0 0,1 1-1 0 0,-1-1 1 0 0,1 0 0 0 0,1-1 0 0 0,0 0 0 0 0,0 0-1 0 0,0-1 1 0 0,1 0 0 0 0,0-1 0 0 0,0 0 0 0 0,5 2 6 0 0,-5-4-24 0 0,0 0-1 0 0,1-1 1 0 0,-1 0 0 0 0,0 0 0 0 0,1-1 0 0 0,-1 0 0 0 0,1-1 0 0 0,0 0-1 0 0,-1-1 1 0 0,1 0 0 0 0,-1-1 0 0 0,0 0 0 0 0,1-1 0 0 0,-1 0 0 0 0,0 0 0 0 0,0-1-1 0 0,-1 0 1 0 0,1-1 0 0 0,-1 0 0 0 0,0-1 0 0 0,0 1 0 0 0,-1-2 0 0 0,0 1-1 0 0,0-1 1 0 0,0-1 24 0 0,-3 5-16 0 0,-1 0 1 0 0,0-1-1 0 0,0 1 0 0 0,0-1 0 0 0,-1 0 0 0 0,1 0 0 0 0,-1-1 0 0 0,0 1 0 0 0,0 0 0 0 0,0-1 0 0 0,-1 0 1 0 0,0 0-1 0 0,0 0 0 0 0,0 0 0 0 0,0 0 0 0 0,-1 0 0 0 0,0 0 0 0 0,0-1 0 0 0,0 1 0 0 0,-1 0 0 0 0,0-1 1 0 0,0 1-1 0 0,0 0 0 0 0,0-1 0 0 0,-1 1 0 0 0,0-1 16 0 0,-4 0 23 0 0,0 1 0 0 0,0 0 0 0 0,0 0 0 0 0,-1 0 0 0 0,0 1 0 0 0,0-1 0 0 0,0 2 0 0 0,0-1 0 0 0,-1 1 0 0 0,1-1 0 0 0,-1 2 0 0 0,0-1 0 0 0,0 1 0 0 0,0 0 0 0 0,0 1 0 0 0,0-1 0 0 0,-4 1-23 0 0,7-1-28 0 0,-1 0 0 0 0,1 1 0 0 0,-1 0 0 0 0,0-1 0 0 0,0 2 0 0 0,1-1 0 0 0,-1 0 0 0 0,0 1-1 0 0,0 0 1 0 0,0 0 0 0 0,0 1 0 0 0,0-1 0 0 0,1 1 0 0 0,-1 0 0 0 0,0 0 0 0 0,0 1 0 0 0,1-1 0 0 0,-1 1 0 0 0,1 0-1 0 0,-1 0 1 0 0,1 1 0 0 0,0-1 0 0 0,0 1 0 0 0,0 0 0 0 0,0 0 0 0 0,1 0 0 0 0,-1 1 0 0 0,1-1 0 0 0,0 1 0 0 0,-2 2 28 0 0,1 0-17 0 0,-1 1 1 0 0,1-1 0 0 0,0 1 0 0 0,1 0 0 0 0,0 0 0 0 0,0 1-1 0 0,1-1 1 0 0,-1 0 0 0 0,1 1 0 0 0,1 0 0 0 0,0-1 0 0 0,0 1-1 0 0,0 0 1 0 0,1 0 0 0 0,0 0 0 0 0,1-1 0 0 0,0 1 0 0 0,0 0-1 0 0,0-1 1 0 0,1 1 0 0 0,1 0 0 0 0,-1-1 0 0 0,1 0 0 0 0,0 0-1 0 0,0 0 1 0 0,1 0 0 0 0,0 0 0 0 0,1-1 0 0 0,-1 1 0 0 0,1-1-1 0 0,0 0 1 0 0,1-1 0 0 0,-1 1 0 0 0,1-1 0 0 0,0 0 0 0 0,0-1-1 0 0,1 1 1 0 0,0-1 0 0 0,-1-1 0 0 0,1 1 0 0 0,1-1 0 0 0,-1 0-1 0 0,0-1 1 0 0,1 1 0 0 0,0-1 16 0 0,4-2 37 0 0,0 1 0 0 0,0-2 0 0 0,0 0 0 0 0,0 0-1 0 0,-1-1 1 0 0,1 0 0 0 0,0-1 0 0 0,-1 0 0 0 0,0-1 0 0 0,0-1 0 0 0,0 1-1 0 0,0-2 1 0 0,-1 1 0 0 0,0-2 0 0 0,0 1 0 0 0,0-1 0 0 0,-1-1 0 0 0,0 0-1 0 0,-1 0 1 0 0,0 0 0 0 0,0-1 0 0 0,0-1 0 0 0,-1 1 0 0 0,-1-1 0 0 0,0 0-1 0 0,0-1 1 0 0,-1 1 0 0 0,0-1 0 0 0,-1 0 0 0 0,0-1 0 0 0,-1 1 0 0 0,0-1-1 0 0,-1 1 1 0 0,0-1 0 0 0,-1 0 0 0 0,0 0 0 0 0,-1 0 0 0 0,0 1 0 0 0,-2-9-37 0 0,-1 12 18 0 0,-1 0 0 0 0,0 0 0 0 0,-1 1 1 0 0,0-1-1 0 0,0 1 0 0 0,-1 0 0 0 0,0 1 0 0 0,0-1 1 0 0,0 1-1 0 0,-1 0 0 0 0,0 1 0 0 0,0-1 1 0 0,0 2-1 0 0,-1-1 0 0 0,0 1 0 0 0,1 0 0 0 0,-2 0 1 0 0,1 1-1 0 0,0 0 0 0 0,-1 1 0 0 0,1-1 1 0 0,-1 2-1 0 0,0-1 0 0 0,0 1 0 0 0,1 1 0 0 0,-1 0 1 0 0,0 0-1 0 0,0 0 0 0 0,0 1 0 0 0,0 1-18 0 0,0 1-44 0 0,0 1-1 0 0,1 0 1 0 0,-1 1-1 0 0,1 0 0 0 0,0 0 1 0 0,0 1-1 0 0,0-1 1 0 0,1 2-1 0 0,0-1 1 0 0,0 1-1 0 0,1 0 0 0 0,0 1 1 0 0,0 0-1 0 0,1 0 1 0 0,-1 0-1 0 0,2 0 0 0 0,-1 1 1 0 0,1 0-1 0 0,1 0 1 0 0,0 0-1 0 0,0 0 1 0 0,0 0-1 0 0,2 1 0 0 0,-1-1 1 0 0,1 1-1 0 0,0-1 1 0 0,1 1-1 0 0,0 0 1 0 0,0-1-1 0 0,1 1 0 0 0,1-1 1 0 0,0 1-1 0 0,0-1 1 0 0,0 1-1 0 0,1-1 0 0 0,1 0 1 0 0,0 0-1 0 0,0-1 1 0 0,0 1-1 0 0,1-1 1 0 0,0 0-1 0 0,1 0 0 0 0,0 0 1 0 0,0-1-1 0 0,1 0 1 0 0,0 0-1 0 0,0-1 0 0 0,1 0 1 0 0,-1 0-1 0 0,1-1 1 0 0,0 1-1 0 0,6 1 45 0 0,1-5 38 0 0,1-1-1 0 0,-1-1 1 0 0,0 0-1 0 0,0-1 1 0 0,0-1-1 0 0,0 0 1 0 0,0-1-1 0 0,0-1 1 0 0,-1 0-1 0 0,1-1 1 0 0,-1 0-1 0 0,0-2 1 0 0,-1 1-1 0 0,1-2 1 0 0,-1 1-1 0 0,-1-2 1 0 0,1 0-1 0 0,-2 0 1 0 0,1-1-1 0 0,-1-1 1 0 0,-1 0-1 0 0,0 0 1 0 0,4-6-38 0 0,-11 12 3 0 0,0 1 0 0 0,0 0 1 0 0,0-1-1 0 0,0 0 0 0 0,-1 0 1 0 0,0 0-1 0 0,0 0 0 0 0,0 0 0 0 0,0 0 1 0 0,-1-1-1 0 0,0 1 0 0 0,0 0 1 0 0,-1-1-1 0 0,1 1 0 0 0,-1-1 0 0 0,0 1 1 0 0,-1 0-1 0 0,1-1 0 0 0,-1 1 0 0 0,0-1 1 0 0,-1 1-1 0 0,1 0 0 0 0,-1 0 1 0 0,0 0-1 0 0,0 0 0 0 0,0 0 0 0 0,-1 0 1 0 0,0 0-1 0 0,0 1 0 0 0,0-1 1 0 0,-1 1-1 0 0,1 0 0 0 0,-1 0 0 0 0,0 0 1 0 0,0 1-1 0 0,0-1 0 0 0,-4-1-3 0 0,-17-11 55 0 0,0 2 0 0 0,-1 1-1 0 0,-1 0 1 0 0,0 2 0 0 0,0 2 0 0 0,-1 0-1 0 0,-1 2 1 0 0,1 1 0 0 0,-1 1-1 0 0,0 1 1 0 0,0 2 0 0 0,-28 1-55 0 0,47 1-14 0 0,-1 0 1 0 0,0 1-1 0 0,0 0 0 0 0,0 1 1 0 0,1 0-1 0 0,-1 0 1 0 0,1 1-1 0 0,-1 1 0 0 0,1 0 1 0 0,0 0-1 0 0,0 1 0 0 0,1 0 1 0 0,0 1-1 0 0,0 0 0 0 0,0 0 1 0 0,0 1-1 0 0,1 0 1 0 0,0 1-1 0 0,1 0 0 0 0,0 0 1 0 0,0 1-1 0 0,0-1 0 0 0,1 1 1 0 0,1 1-1 0 0,0-1 0 0 0,0 1 1 0 0,0 0-1 0 0,2 0 1 0 0,-1 0-1 0 0,1 1 0 0 0,0 3 14 0 0,6-6-11 0 0,1-1 0 0 0,0 1 0 0 0,0-1 0 0 0,1 0 0 0 0,0 0 0 0 0,0 0 0 0 0,1-1 1 0 0,0 0-1 0 0,0 0 0 0 0,1 0 0 0 0,-1-1 0 0 0,1 0 0 0 0,0 0 0 0 0,0-1 0 0 0,1 0 0 0 0,-1 0 0 0 0,1 0 0 0 0,0-1 0 0 0,0 0 0 0 0,8 1 11 0 0,5 4 11 0 0,0-1 0 0 0,0-1 1 0 0,1-1-1 0 0,0-1 0 0 0,0 0 1 0 0,0-2-1 0 0,0-1 0 0 0,0 0 1 0 0,1-2-1 0 0,-1 0 0 0 0,0-2 0 0 0,0 0 1 0 0,0-2-1 0 0,0 0 0 0 0,-1-2 1 0 0,0 0-1 0 0,0-1 0 0 0,14-8-11 0 0,-32 14 5 0 0,0 1 0 0 0,0 0 0 0 0,0-1 0 0 0,0 0 1 0 0,0 0-1 0 0,0 0 0 0 0,-1 0 0 0 0,1 0 0 0 0,-1-1 0 0 0,1 1 0 0 0,-1-1 0 0 0,0 0 0 0 0,0 1 0 0 0,0-1 0 0 0,0 0 0 0 0,-1 0 0 0 0,1 0 0 0 0,-1 0 0 0 0,0-1 0 0 0,1 1 1 0 0,-2 0-1 0 0,1 0 0 0 0,0-1 0 0 0,-1 1 0 0 0,1-1 0 0 0,-1 1 0 0 0,0-1 0 0 0,0 1 0 0 0,0 0 0 0 0,-1-1 0 0 0,1 1 0 0 0,-1-1 0 0 0,0 1 0 0 0,0 0 0 0 0,0 0 0 0 0,0-1 1 0 0,-1 1-1 0 0,1 0 0 0 0,-1 0 0 0 0,0 0 0 0 0,0 0 0 0 0,0 1 0 0 0,0-1 0 0 0,-2-1-5 0 0,-120-102 159 0 0,101 90-158 0 0,0 2 1 0 0,-1 1 0 0 0,-1 1-1 0 0,0 1 1 0 0,0 1-1 0 0,-1 2 1 0 0,-1 0 0 0 0,1 1-1 0 0,-1 2 1 0 0,0 1 0 0 0,-13 0-2 0 0,33 5-12 0 0,1 0 1 0 0,-1 0 0 0 0,1 0-1 0 0,-1 1 1 0 0,1 0 0 0 0,0 1 0 0 0,-1-1-1 0 0,1 1 1 0 0,1 0 0 0 0,-1 1 0 0 0,0-1-1 0 0,1 1 1 0 0,0 0 0 0 0,-1 1-1 0 0,2-1 1 0 0,-1 1 0 0 0,0 0 0 0 0,1 0-1 0 0,0 1 1 0 0,0-1 0 0 0,1 1-1 0 0,0 0 1 0 0,0 0 0 0 0,0 0 0 0 0,0 0-1 0 0,1 0 1 0 0,0 0 0 0 0,1 1-1 0 0,-1-1 1 0 0,1 1 0 0 0,0 0 0 0 0,1-1-1 0 0,0 1 1 0 0,0 0 0 0 0,0-1-1 0 0,1 1 1 0 0,0 0 0 0 0,0-1 0 0 0,2 6 11 0 0,2-2-6 0 0,2 0 0 0 0,-1 0 0 0 0,1-1 0 0 0,0 0 0 0 0,1 0 0 0 0,0 0 0 0 0,1-1 0 0 0,0-1 0 0 0,0 1 0 0 0,0-1 0 0 0,1-1 0 0 0,0 0 0 0 0,0 0 0 0 0,1-1 0 0 0,0 0 1 0 0,0-1-1 0 0,0 0 0 0 0,0-1 0 0 0,0 0 0 0 0,1-1 0 0 0,0 0 0 0 0,7 0 6 0 0,1 2-12 0 0,0-1 0 0 0,0-1 0 0 0,1-1 0 0 0,-1 0 0 0 0,1-2 0 0 0,-1 0 0 0 0,0-1 0 0 0,10-3 12 0 0,-24 4 3 0 0,0-1 0 0 0,-1 0-1 0 0,1 0 1 0 0,-1 0 0 0 0,1 0 0 0 0,-1-1 0 0 0,0 0-1 0 0,0 0 1 0 0,0-1 0 0 0,0 1 0 0 0,-1-1 0 0 0,1 0-1 0 0,-1 0 1 0 0,0-1 0 0 0,0 1 0 0 0,0-1 0 0 0,-1 0-1 0 0,0 0 1 0 0,0 0 0 0 0,0 0 0 0 0,0-1 0 0 0,-1 1-1 0 0,0-1 1 0 0,0 1 0 0 0,-1-1 0 0 0,1 0 0 0 0,-1 0-1 0 0,-1 0 1 0 0,1 0 0 0 0,-1-2-3 0 0,0 1-11 0 0,0 0 0 0 0,-1-1 0 0 0,1 1 0 0 0,-2 0 0 0 0,1 0 0 0 0,-1 0 0 0 0,0 0 0 0 0,-1 1 0 0 0,1-1 0 0 0,-1 0 0 0 0,-1 1 0 0 0,1 0 0 0 0,-1 0 0 0 0,0 0 0 0 0,0 0 0 0 0,-1 0 0 0 0,0 1 0 0 0,0 0 0 0 0,0 0 0 0 0,-1 0 0 0 0,1 1 0 0 0,-1 0 0 0 0,0 0 0 0 0,0 0 0 0 0,-1 1 0 0 0,1 0 0 0 0,-1 0 0 0 0,0 1 0 0 0,-2-1 11 0 0,-13-5 20 0 0,0 1 0 0 0,-1 1 0 0 0,0 1 0 0 0,1 1 0 0 0,-2 1 0 0 0,1 1 0 0 0,0 1 0 0 0,-16 2-20 0 0,29-1 5 0 0,-1 1-1 0 0,1 0 1 0 0,0 0 0 0 0,0 1 0 0 0,0 0 0 0 0,0 1 0 0 0,0 0 0 0 0,1 1 0 0 0,-1 0 0 0 0,1 0 0 0 0,0 1 0 0 0,0 0 0 0 0,0 1 0 0 0,1 0 0 0 0,0 0 0 0 0,0 1 0 0 0,1 0 0 0 0,-1 0 0 0 0,2 0 0 0 0,-1 1 0 0 0,1 0 0 0 0,0 1 0 0 0,1 0 0 0 0,0 0 0 0 0,0 0 0 0 0,1 0 0 0 0,0 0 0 0 0,0 1 0 0 0,1 0 0 0 0,1 0 0 0 0,-1 0 0 0 0,2 0 0 0 0,-1 5-5 0 0,5-9-18 0 0,1 0 1 0 0,0 0 0 0 0,0 0 0 0 0,0-1 0 0 0,1 1 0 0 0,-1-1-1 0 0,1 0 1 0 0,1 0 0 0 0,-1 0 0 0 0,1-1 0 0 0,-1 0 0 0 0,1 0-1 0 0,0-1 1 0 0,1 1 0 0 0,-1-1 0 0 0,1-1 0 0 0,-1 1 0 0 0,1-1 0 0 0,0 0-1 0 0,0-1 1 0 0,0 1 0 0 0,0-2 0 0 0,3 1 17 0 0,16 6-62 0 0,0-1 0 0 0,-1-2 0 0 0,2-1 0 0 0,-1 0 0 0 0,0-2 0 0 0,0-2 0 0 0,0 0 0 0 0,1-1 1 0 0,-1-2-1 0 0,0 0 0 0 0,-1-2 0 0 0,0-1 0 0 0,1-1 0 0 0,-2-1 0 0 0,0-1 0 0 0,0-1 0 0 0,1-3 62 0 0,-21 12 24 0 0,-1 0 0 0 0,1-1 0 0 0,-1 1 0 0 0,0-1 0 0 0,0 0 0 0 0,0 0 0 0 0,0-1 0 0 0,0 1 0 0 0,-1 0 0 0 0,0-1 0 0 0,1 0 0 0 0,-1 1 0 0 0,0-1 0 0 0,-1 0 0 0 0,1 0 0 0 0,-1 0 0 0 0,0 0 0 0 0,0 0 0 0 0,0-1 0 0 0,0 1 0 0 0,-1 0 0 0 0,0 0 0 0 0,0-1 0 0 0,0 1 0 0 0,0 0 0 0 0,0 0 0 0 0,-1-1 0 0 0,0 1 0 0 0,0 0 0 0 0,0 0 0 0 0,-1 0 0 0 0,1 0 0 0 0,-1 0 0 0 0,0 0 0 0 0,0 1 0 0 0,0-1 0 0 0,-1 0 0 0 0,1 1 0 0 0,-1 0 0 0 0,0-1 0 0 0,0 1 0 0 0,0 0 0 0 0,0 1 0 0 0,0-1 0 0 0,-1 1 0 0 0,1-1 0 0 0,-1 1 0 0 0,-3-2-24 0 0,-16-11 70 0 0,0 0 1 0 0,-2 2-1 0 0,1 0 1 0 0,-2 2 0 0 0,1 0-1 0 0,-1 2 1 0 0,-1 1 0 0 0,0 1-1 0 0,0 2 1 0 0,0 0-1 0 0,-1 2 1 0 0,1 1 0 0 0,-16 1-71 0 0,36 3-18 0 0,0-1 0 0 0,0 1 0 0 0,0 0 1 0 0,0 1-1 0 0,1 0 0 0 0,-1 0 0 0 0,1 0 1 0 0,0 1-1 0 0,-1 0 0 0 0,2 0 0 0 0,-1 1 0 0 0,0 0 1 0 0,1 0-1 0 0,0 0 0 0 0,0 0 0 0 0,1 1 1 0 0,-1 0-1 0 0,1 0 0 0 0,0 0 0 0 0,1 0 1 0 0,-1 1-1 0 0,1-1 0 0 0,1 1 0 0 0,-1 0 1 0 0,1 0-1 0 0,0 0 0 0 0,1 0 0 0 0,0 0 1 0 0,0 1-1 0 0,0-1 0 0 0,1 0 0 0 0,0 0 1 0 0,1 1-1 0 0,-1-1 0 0 0,1 0 0 0 0,1 3 18 0 0,3-2 22 0 0,0-1-1 0 0,1 0 1 0 0,0 0-1 0 0,0-1 1 0 0,0 1-1 0 0,0-1 1 0 0,1-1-1 0 0,0 1 1 0 0,1-1-1 0 0,-1-1 1 0 0,1 1-1 0 0,0-1 1 0 0,0 0-1 0 0,0-1 1 0 0,1 0-1 0 0,-1 0 1 0 0,1-1-1 0 0,-1 0 1 0 0,1-1-1 0 0,0 0 1 0 0,3 0-22 0 0,8 4-12 0 0,0-2 0 0 0,0 0 1 0 0,0-1-1 0 0,0-1 1 0 0,0-1-1 0 0,1-1 0 0 0,-1-1 1 0 0,0-1-1 0 0,0 0 0 0 0,0-2 1 0 0,-1 0-1 0 0,1-1 1 0 0,-1-1-1 0 0,-1-1 0 0 0,1 0 1 0 0,-1-2-1 0 0,-1 0 1 0 0,0-1-1 0 0,11-9 12 0 0,-25 17 1 0 0,0 0-1 0 0,0 0 1 0 0,-1 0 0 0 0,1 0 0 0 0,-1 0-1 0 0,0 0 1 0 0,0-1 0 0 0,0 1-1 0 0,-1-1 1 0 0,1 0 0 0 0,-1 1 0 0 0,0-1-1 0 0,0 0 1 0 0,0 0 0 0 0,0 0 0 0 0,-1 0-1 0 0,1 0 1 0 0,-1 0 0 0 0,0 0-1 0 0,-1 0 1 0 0,1 0 0 0 0,0 0 0 0 0,-1 1-1 0 0,0-1 1 0 0,0 0 0 0 0,0 0-1 0 0,-1 0 1 0 0,1 1 0 0 0,-1-1 0 0 0,0 1-1 0 0,0-1 1 0 0,0 1 0 0 0,0 0 0 0 0,-1 0-1 0 0,1 0 1 0 0,-1 0 0 0 0,0 0-1 0 0,0 0 1 0 0,0 1 0 0 0,0-1 0 0 0,0 1-1 0 0,-1 0 1 0 0,1 0 0 0 0,-1 0 0 0 0,1 1-1 0 0,-4-2 0 0 0,-15-9-54 0 0,-1 1 0 0 0,0 0-1 0 0,0 2 1 0 0,-1 1-1 0 0,0 1 1 0 0,0 1 0 0 0,-1 1-1 0 0,1 1 1 0 0,-1 1 0 0 0,0 1-1 0 0,-16 2 55 0 0,34 2-9 0 0,1 1-1 0 0,0 0 0 0 0,0 0 1 0 0,0 0-1 0 0,0 1 1 0 0,0 0-1 0 0,1 0 1 0 0,0 1-1 0 0,0-1 0 0 0,0 1 1 0 0,0 0-1 0 0,1 1 1 0 0,0-1-1 0 0,0 1 1 0 0,0 0-1 0 0,1 0 0 0 0,-1 0 1 0 0,2 0-1 0 0,-1 1 1 0 0,1-1-1 0 0,0 1 1 0 0,0-1-1 0 0,0 1 0 0 0,1 0 1 0 0,0 0-1 0 0,1 0 1 0 0,0-1-1 0 0,0 1 1 0 0,0 0-1 0 0,1 0 0 0 0,0 0 1 0 0,0 0-1 0 0,0-1 1 0 0,1 1-1 0 0,0 0 1 0 0,1-1-1 0 0,-1 0 0 0 0,1 1 1 0 0,0-1-1 0 0,1 0 1 0 0,0-1-1 0 0,0 1 1 0 0,0 0-1 0 0,0-1 1 0 0,5 4 8 0 0,4 2 34 0 0,1 0-1 0 0,0-1 0 0 0,1-1 0 0 0,0 0 0 0 0,1-1 0 0 0,-1 0 1 0 0,1-2-1 0 0,1 1 0 0 0,-1-2 0 0 0,1 0 0 0 0,0-2 0 0 0,0 1 0 0 0,1-2 1 0 0,-1 0-1 0 0,0-2 0 0 0,1 0 0 0 0,-1 0 0 0 0,15-3-32 0 0,-23 2 2 0 0,0 0 0 0 0,1-1 0 0 0,-1 0 0 0 0,0 0 0 0 0,0-1-1 0 0,0-1 1 0 0,-1 1 0 0 0,1-1 0 0 0,-1 0 0 0 0,0-1 0 0 0,0 0 0 0 0,0-1 0 0 0,0 1-1 0 0,-1-1 1 0 0,0-1 0 0 0,-1 0 0 0 0,1 1 0 0 0,-1-2 0 0 0,0 1 0 0 0,-1-1-1 0 0,0 0 1 0 0,0 0 0 0 0,-1 0 0 0 0,0-1 0 0 0,0 0 0 0 0,-1 1 0 0 0,0-1 0 0 0,-1-1-1 0 0,0 1 1 0 0,0 0 0 0 0,-1 0 0 0 0,0-1 0 0 0,-1 1 0 0 0,0-1 0 0 0,0 1 0 0 0,-1-4-2 0 0,-5 7 31 0 0,0-1 1 0 0,-1 1 0 0 0,0 0-1 0 0,0 1 1 0 0,0 0 0 0 0,0 0 0 0 0,-1 0-1 0 0,0 1 1 0 0,0 0 0 0 0,0 1-1 0 0,0-1 1 0 0,0 2 0 0 0,-1-1 0 0 0,0 1-1 0 0,1 0 1 0 0,-1 1 0 0 0,0 0-1 0 0,0 1 1 0 0,0 0 0 0 0,0 0 0 0 0,-5 1-32 0 0,0-3 15 0 0,0 1 0 0 0,0 0 0 0 0,0 1 0 0 0,0 1 1 0 0,0 0-1 0 0,0 1 0 0 0,0 0 0 0 0,0 1 0 0 0,1 0 1 0 0,-1 2-1 0 0,1-1 0 0 0,0 2 0 0 0,0 0 0 0 0,1 0 0 0 0,0 1 1 0 0,0 0-1 0 0,0 1 0 0 0,1 1 0 0 0,0 0 0 0 0,1 0 1 0 0,0 1-1 0 0,0 0 0 0 0,-6 11-15 0 0,14-18-11 0 0,0 0 0 0 0,1 0 0 0 0,-1 1 0 0 0,1-1 0 0 0,0 1 0 0 0,0 0 0 0 0,0-1-1 0 0,0 1 1 0 0,0 0 0 0 0,1-1 0 0 0,0 1 0 0 0,0 0 0 0 0,0 0 0 0 0,0-1 0 0 0,1 1 0 0 0,-1 0 0 0 0,1 0 0 0 0,0-1 0 0 0,0 1 0 0 0,0-1 0 0 0,1 1 0 0 0,-1-1 0 0 0,1 1 0 0 0,0-1-1 0 0,0 0 1 0 0,0 0 0 0 0,0 0 0 0 0,0 0 0 0 0,1 0 0 0 0,0 0 0 0 0,-1-1 0 0 0,1 1 0 0 0,0-1 0 0 0,0 0 0 0 0,0 0 0 0 0,1 0 0 0 0,-1 0 0 0 0,0 0 0 0 0,1-1 0 0 0,-1 0-1 0 0,1 1 1 0 0,-1-1 0 0 0,1-1 0 0 0,0 1 11 0 0,6 3-5 0 0,0 0 0 0 0,1-1-1 0 0,0 0 1 0 0,-1-1 0 0 0,1 0-1 0 0,0-1 1 0 0,0 0 0 0 0,0-1-1 0 0,-1 0 1 0 0,1-1 0 0 0,0 0-1 0 0,0 0 1 0 0,0-1 0 0 0,-1-1-1 0 0,1 0 1 0 0,-1 0 0 0 0,0-1-1 0 0,1 0 1 0 0,-2-1 0 0 0,1 0-1 0 0,-1-1 1 0 0,0 0 0 0 0,0 0-1 0 0,0-1 1 0 0,-1 0 0 0 0,4-4 5 0 0,-10 8-4 0 0,0-1 1 0 0,-1 0 0 0 0,1 1-1 0 0,-1-1 1 0 0,0 0 0 0 0,0 0-1 0 0,0 0 1 0 0,0 0 0 0 0,-1 0-1 0 0,1 0 1 0 0,-1 0 0 0 0,0 0 0 0 0,0 0-1 0 0,-1 0 1 0 0,1 0 0 0 0,-1 0-1 0 0,0 0 1 0 0,0 1 0 0 0,0-1-1 0 0,-1 0 1 0 0,1 0 0 0 0,-1 1-1 0 0,0-1 1 0 0,0 1 0 0 0,0-1 0 0 0,0 1-1 0 0,-1 0 1 0 0,-1-2 3 0 0,-7-1 46 0 0,-1 1 1 0 0,0 0-1 0 0,0 1 1 0 0,0 1-1 0 0,0 0 1 0 0,0 0-1 0 0,-1 1 0 0 0,1 1 1 0 0,-1 0-1 0 0,1 1 1 0 0,-1 0-1 0 0,0 1 1 0 0,1 0-1 0 0,-1 1 1 0 0,1 1-1 0 0,-2 0-46 0 0,7-1 18 0 0,1-1 0 0 0,0 1 0 0 0,-1 1 0 0 0,1-1 0 0 0,0 1 0 0 0,0 0 0 0 0,0 1 0 0 0,1-1 0 0 0,-1 1 0 0 0,1 0 0 0 0,0 1 0 0 0,0-1 0 0 0,0 1 1 0 0,1 0-1 0 0,-1 0 0 0 0,1 0 0 0 0,0 1 0 0 0,1-1 0 0 0,-1 1 0 0 0,1 0 0 0 0,0 0 0 0 0,1 0 0 0 0,0 1 0 0 0,0-1 0 0 0,0 1 0 0 0,0-1 0 0 0,1 1 0 0 0,0-1 0 0 0,1 1 0 0 0,0 4-18 0 0,0-7-12 0 0,1 0 0 0 0,0 0 0 0 0,0-1 0 0 0,0 1 0 0 0,0 0 0 0 0,1 0 0 0 0,-1-1 0 0 0,1 1 0 0 0,0-1 0 0 0,0 0 0 0 0,0 1 0 0 0,1-1 0 0 0,-1 0 0 0 0,1 0 0 0 0,0 0 0 0 0,0-1 0 0 0,0 1 0 0 0,0-1 0 0 0,0 1 0 0 0,1-1 0 0 0,-1 0 0 0 0,0 0 0 0 0,1-1 0 0 0,0 1 0 0 0,-1-1 0 0 0,1 0 0 0 0,0 0 0 0 0,0 0 0 0 0,0 0 0 0 0,1 0 12 0 0,123 11 117 0 0,-124-12-104 0 0,-1 1 1 0 0,1-1-1 0 0,0 0 1 0 0,-1 0-1 0 0,1 0 1 0 0,-1 0-1 0 0,1 0 0 0 0,0-1 1 0 0,-1 0-1 0 0,1 0 1 0 0,-1 0-1 0 0,1 0 1 0 0,-1 0-1 0 0,0-1 1 0 0,1 0-1 0 0,-1 0 1 0 0,0 1-1 0 0,0-2 1 0 0,0 1-1 0 0,-1 0 1 0 0,1-1-1 0 0,0 1 1 0 0,-1-1-1 0 0,0 0 1 0 0,1 1-1 0 0,-1-1 0 0 0,0 0 1 0 0,0-1-1 0 0,-1 1 1 0 0,1 0-1 0 0,-1 0 1 0 0,0-1-1 0 0,1 1 1 0 0,-2-1-1 0 0,1 1 1 0 0,0-1-1 0 0,-1 0 1 0 0,1 1-1 0 0,-1-1 1 0 0,0 1-1 0 0,0-1 1 0 0,-1 0-1 0 0,1 1 0 0 0,-1-1 1 0 0,1 1-1 0 0,-1-1 1 0 0,0 1-1 0 0,-1-1 1 0 0,1 1-1 0 0,-1-1 1 0 0,1 1-1 0 0,-1 0 1 0 0,-2-3-14 0 0,-7-6-32 0 0,0 0 1 0 0,-1 1 0 0 0,0 0-1 0 0,-1 1 1 0 0,0 0 0 0 0,0 1-1 0 0,-1 1 1 0 0,-1 0 0 0 0,1 1-1 0 0,-1 0 1 0 0,-1 1 0 0 0,1 1-1 0 0,-1 1 1 0 0,0 0 0 0 0,0 0-1 0 0,0 2 1 0 0,-11-1 31 0 0,24 5-11 0 0,-1-1 0 0 0,1 0 0 0 0,-1 1 0 0 0,1-1 1 0 0,0 1-1 0 0,0 0 0 0 0,-1 0 0 0 0,1 0 0 0 0,0 1 0 0 0,1-1 0 0 0,-1 1 0 0 0,0 0 0 0 0,1-1 1 0 0,0 1-1 0 0,-1 0 0 0 0,1 1 0 0 0,0-1 0 0 0,1 0 0 0 0,-1 0 0 0 0,0 1 0 0 0,1-1 0 0 0,0 1 0 0 0,0 0 1 0 0,0-1-1 0 0,0 1 0 0 0,1 0 0 0 0,-1-1 0 0 0,1 1 0 0 0,0 0 0 0 0,0 0 0 0 0,0-1 0 0 0,1 1 1 0 0,-1 0-1 0 0,1-1 0 0 0,0 1 0 0 0,0 0 0 0 0,0-1 0 0 0,1 1 0 0 0,-1-1 0 0 0,1 1 0 0 0,0-1 0 0 0,0 0 1 0 0,0 0-1 0 0,0 0 0 0 0,0 0 0 0 0,1 0 0 0 0,0 0 0 0 0,-1-1 0 0 0,1 1 0 0 0,1-1 11 0 0,8 6-41 0 0,1-2 0 0 0,-1 1 0 0 0,2-2 0 0 0,-1 1 0 0 0,1-2 0 0 0,0 0 0 0 0,-1-1 0 0 0,2 0 0 0 0,-1-1 0 0 0,0-1 0 0 0,0 0 0 0 0,1 0 0 0 0,-1-2 0 0 0,7-1 41 0 0,-17 0 10 0 0,0-1 0 0 0,0 0 0 0 0,0 0 0 0 0,0 0 0 0 0,-1 0 1 0 0,1 0-1 0 0,-1-1 0 0 0,0 0 0 0 0,0 0 0 0 0,0 0 0 0 0,0 0 0 0 0,-1 0 0 0 0,0 0 0 0 0,0-1 0 0 0,0 1 0 0 0,0-1 0 0 0,-1 0 0 0 0,0 1 0 0 0,0-1 0 0 0,0 0 0 0 0,0 0 0 0 0,-1 0 0 0 0,1 1 0 0 0,-1-1 0 0 0,-1 0 0 0 0,1 0 0 0 0,-1 0 1 0 0,0 0-1 0 0,0 0 0 0 0,-1-1-10 0 0,-1-1 17 0 0,-1 0 1 0 0,0 0-1 0 0,0 1 1 0 0,0 0-1 0 0,-1 0 1 0 0,0 0-1 0 0,0 0 1 0 0,-1 1-1 0 0,1 0 1 0 0,-1 0-1 0 0,-1 1 1 0 0,1-1-1 0 0,0 1 0 0 0,-1 0 1 0 0,0 1-1 0 0,0 0 1 0 0,0 0-1 0 0,0 1 1 0 0,0-1-1 0 0,-1 1 1 0 0,1 1-1 0 0,-1 0 1 0 0,0 0-1 0 0,1 0 1 0 0,-1 1-1 0 0,1 0 1 0 0,-1 1-1 0 0,0-1 1 0 0,1 1-1 0 0,-1 1 1 0 0,1 0-1 0 0,-1 0 1 0 0,1 0-1 0 0,-6 3-17 0 0,9-2 5 0 0,0-1 0 0 0,1 1 0 0 0,-1 0 0 0 0,1 0 0 0 0,0 0 0 0 0,0 0 0 0 0,0 1 0 0 0,0-1 0 0 0,0 1 0 0 0,1 0 0 0 0,-1 0 0 0 0,1 0 0 0 0,0 0 0 0 0,0 0 0 0 0,1 0 0 0 0,-1 1 0 0 0,1-1 0 0 0,0 0 0 0 0,0 1 0 0 0,0-1 0 0 0,1 1 0 0 0,0 0 0 0 0,0-1-1 0 0,0 1 1 0 0,0-1 0 0 0,1 1 0 0 0,0 2-5 0 0,2-2 20 0 0,0-1-1 0 0,1-1 1 0 0,0 1-1 0 0,-1 0 1 0 0,1-1-1 0 0,0 0 1 0 0,1 0-1 0 0,-1 0 1 0 0,1 0 0 0 0,-1-1-1 0 0,1 1 1 0 0,0-1-1 0 0,-1-1 1 0 0,1 1-1 0 0,0-1 1 0 0,0 1-1 0 0,1-1 1 0 0,-1-1-1 0 0,0 1 1 0 0,0-1-1 0 0,0 0 1 0 0,1 0-1 0 0,-1 0 1 0 0,0-1-1 0 0,0 0 1 0 0,4-1-20 0 0,0 2 44 0 0,10-1-31 0 0,-1 0 0 0 0,0-1 0 0 0,0-2 0 0 0,1 1 0 0 0,-2-2 0 0 0,1 0 0 0 0,-1-2 0 0 0,1 0 0 0 0,-2 0 0 0 0,1-2 0 0 0,-1 0-1 0 0,-1 0 1 0 0,1-2 0 0 0,-2 0 0 0 0,14-13-13 0 0,-26 22-16 0 0,0 1 0 0 0,0-1-1 0 0,-1 0 1 0 0,1 1 0 0 0,-1-1 0 0 0,1 0-1 0 0,-1 0 1 0 0,0 0 0 0 0,0 0-1 0 0,0-1 1 0 0,0 1 0 0 0,0 0-1 0 0,0 0 1 0 0,-1-1 0 0 0,1 1 0 0 0,-1 0-1 0 0,1-1 1 0 0,-1 1 0 0 0,0 0-1 0 0,0-1 1 0 0,0 1 0 0 0,0 0-1 0 0,-1-1 1 0 0,1 1 0 0 0,-1-1-1 0 0,1 1 1 0 0,-1 0 0 0 0,0 0 0 0 0,0-1-1 0 0,0 1 1 0 0,0 0 0 0 0,0 0-1 0 0,0 0 1 0 0,-1 0 0 0 0,1 0-1 0 0,-1 0 1 0 0,1 1 0 0 0,-1-1-1 0 0,0 0 1 0 0,1 1 0 0 0,-1-1 0 0 0,0 1-1 0 0,0 0 1 0 0,0 0 0 0 0,0-1-1 0 0,-1 1 1 0 0,1 1 0 0 0,0-1-1 0 0,0 0 1 0 0,-1 0 0 0 0,1 1-1 0 0,0-1 1 0 0,-1 1 0 0 0,1 0 0 0 0,0 0-1 0 0,-1 0 1 0 0,1 0 0 0 0,0 0-1 0 0,-3 1 17 0 0,-189-7 466 0 0,185 7-477 0 0,1 1 0 0 0,0-1-1 0 0,0 1 1 0 0,0 1 0 0 0,0-1 0 0 0,0 1 0 0 0,0 1-1 0 0,0-1 1 0 0,1 1 0 0 0,0 1 0 0 0,0-1 0 0 0,0 1 0 0 0,0 1-1 0 0,1-1 1 0 0,0 1 0 0 0,0 0 0 0 0,1 0 0 0 0,-1 1-1 0 0,1 0 1 0 0,1 0 0 0 0,-5 7 11 0 0,8-12-9 0 0,0 0 1 0 0,-1 0-1 0 0,1 0 0 0 0,0 0 0 0 0,0 1 1 0 0,0-1-1 0 0,1 0 0 0 0,-1 0 0 0 0,1 1 1 0 0,-1-1-1 0 0,1 0 0 0 0,0 1 0 0 0,-1-1 1 0 0,1 1-1 0 0,0-1 0 0 0,1 0 1 0 0,-1 1-1 0 0,0-1 0 0 0,1 0 0 0 0,-1 1 1 0 0,1-1-1 0 0,0 0 0 0 0,0 0 0 0 0,0 1 1 0 0,0-1-1 0 0,0 0 0 0 0,0 0 0 0 0,1 0 1 0 0,-1 0-1 0 0,1 0 0 0 0,-1-1 1 0 0,1 1-1 0 0,0 0 0 0 0,-1-1 0 0 0,1 1 1 0 0,0-1-1 0 0,0 0 0 0 0,0 1 0 0 0,0-1 1 0 0,1 0-1 0 0,-1 0 0 0 0,0 0 0 0 0,0-1 1 0 0,1 1-1 0 0,0 0 9 0 0,119 9 46 0 0,-102-10 110 0 0,75-16 349 0 0,-93 15-512 0 0,0 1 0 0 0,0-1 1 0 0,0 0-1 0 0,0 0 1 0 0,0 0-1 0 0,0 0 1 0 0,0 0-1 0 0,0 0 1 0 0,0 0-1 0 0,0 0 1 0 0,0-1-1 0 0,-1 1 1 0 0,1-1-1 0 0,-1 0 0 0 0,1 1 1 0 0,-1-1-1 0 0,1 0 1 0 0,-1 0-1 0 0,0 0 1 0 0,0 0-1 0 0,0 0 1 0 0,0 0-1 0 0,0 0 1 0 0,-1 0-1 0 0,1 0 1 0 0,0 0-1 0 0,-1 0 0 0 0,0-1 1 0 0,0 1-1 0 0,1 0 1 0 0,-1 0-1 0 0,0-1 1 0 0,-1 1-1 0 0,1 0 1 0 0,0 0-1 0 0,-1 0 1 0 0,1-1-1 0 0,-1 1 1 0 0,0 0-1 0 0,0-1 7 0 0,-4-3 14 0 0,-1 1-1 0 0,1 0 1 0 0,-1 0-1 0 0,0 0 1 0 0,0 1-1 0 0,-1 0 1 0 0,0 0 0 0 0,1 0-1 0 0,-1 1 1 0 0,0 0-1 0 0,0 1 1 0 0,-1-1-1 0 0,1 1 1 0 0,-4 0-14 0 0,9 1 3 0 0,-22-7-10 0 0,0 1 0 0 0,0 1-1 0 0,-1 1 1 0 0,1 1-1 0 0,-1 2 1 0 0,0 0 0 0 0,0 1-1 0 0,0 2 1 0 0,0 0-1 0 0,-6 3 8 0 0,28-3 2 0 0,-1 0 0 0 0,0 0 0 0 0,0 1 0 0 0,1 0 0 0 0,-1 0 0 0 0,1 0-1 0 0,0 0 1 0 0,-1 0 0 0 0,1 1 0 0 0,0-1 0 0 0,0 1 0 0 0,1 0 0 0 0,-1 0-1 0 0,0 0 1 0 0,1 0 0 0 0,0 1 0 0 0,0-1 0 0 0,0 0 0 0 0,0 1 0 0 0,0 0-1 0 0,1-1 1 0 0,0 1 0 0 0,-1 0 0 0 0,1 0 0 0 0,1 0 0 0 0,-1 0 0 0 0,1 0-1 0 0,-1 0 1 0 0,1 0 0 0 0,0 0 0 0 0,1 0 0 0 0,-1-1 0 0 0,1 1 0 0 0,-1 0-1 0 0,1 0 1 0 0,0 0 0 0 0,1 0 0 0 0,-1 0 0 0 0,1-1 0 0 0,-1 1 0 0 0,1-1-1 0 0,1 2-1 0 0,11 6-5 0 0,1-1 0 0 0,0-1 0 0 0,1-1-1 0 0,-1 0 1 0 0,1-1 0 0 0,1-1 0 0 0,-1 0-1 0 0,1-1 1 0 0,0-1 0 0 0,1-1 0 0 0,-1 0-1 0 0,0-1 1 0 0,1-1 0 0 0,0-1 0 0 0,-1 0-1 0 0,1-1 1 0 0,3-2 5 0 0,-16 4-14 0 0,0 0 0 0 0,-1-1-1 0 0,1 0 1 0 0,0 0 0 0 0,0 0 0 0 0,0 0-1 0 0,-1-1 1 0 0,1 0 0 0 0,0 0 0 0 0,0 0-1 0 0,-1-1 1 0 0,1 1 0 0 0,-1-1 0 0 0,1 0-1 0 0,-1 0 1 0 0,0-1 0 0 0,0 1 0 0 0,0-1 0 0 0,0 0-1 0 0,0 0 1 0 0,-1-1 0 0 0,1 1 0 0 0,-1-1-1 0 0,0 1 1 0 0,0-1 0 0 0,0 0 0 0 0,-1 0-1 0 0,1 0 1 0 0,-1-1 0 0 0,0 1 0 0 0,0 0-1 0 0,-1-1 1 0 0,1 0 0 0 0,-1 1 0 0 0,0-1 0 0 0,0 0-1 0 0,0-2 15 0 0,-7 0 6 0 0,0 1 1 0 0,0 0-1 0 0,0 0 0 0 0,-1 1 0 0 0,0 0 0 0 0,0 0 0 0 0,0 0 0 0 0,0 1 0 0 0,-1 0 0 0 0,0 0 1 0 0,0 1-1 0 0,0 0 0 0 0,0 1 0 0 0,0 0 0 0 0,0 0 0 0 0,-1 0 0 0 0,0 1-6 0 0,-136-17 560 0 0,142 18-560 0 0,-1 0-1 0 0,1 0 1 0 0,-1 0 0 0 0,0 1 0 0 0,1-1-1 0 0,-1 1 1 0 0,1 0 0 0 0,0 0-1 0 0,-1 0 1 0 0,1 0 0 0 0,0 1-1 0 0,-1-1 1 0 0,1 1 0 0 0,0 0-1 0 0,0 0 1 0 0,0 0 0 0 0,1 1-1 0 0,-1-1 1 0 0,0 0 0 0 0,1 1-1 0 0,0 0 1 0 0,-1 0 0 0 0,1-1-1 0 0,0 1 1 0 0,1 1 0 0 0,-1-1 0 0 0,0 0-1 0 0,1 0 1 0 0,0 1 0 0 0,0-1-1 0 0,0 0 1 0 0,0 1 0 0 0,0-1-1 0 0,1 1 1 0 0,-1 0 0 0 0,1-1-1 0 0,0 4 1 0 0,1-2-129 0 0,0-1-1 0 0,1 1 0 0 0,0-1 0 0 0,-1 0 0 0 0,1 1 0 0 0,1-1 0 0 0,-1 0 1 0 0,1 0-1 0 0,-1 0 0 0 0,1-1 0 0 0,0 1 0 0 0,1-1 0 0 0,-1 1 0 0 0,0-1 1 0 0,1 0-1 0 0,0 0 0 0 0,0-1 0 0 0,0 1 0 0 0,0-1 0 0 0,0 0 0 0 0,0 0 1 0 0,1 0-1 0 0,-1 0 0 0 0,1-1 0 0 0,-1 0 0 0 0,3 0 130 0 0,13 8-2059 0 0,13 7-3191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0:37.97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8983.875"/>
      <inkml:brushProperty name="anchorY" value="-334331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1920.5"/>
      <inkml:brushProperty name="anchorY" value="-336337.28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3650.8125"/>
      <inkml:brushProperty name="anchorY" value="-337531.8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5995.375"/>
      <inkml:brushProperty name="anchorY" value="-338710.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3841.6875"/>
      <inkml:brushProperty name="anchorY" value="-331683.03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5489.46875"/>
      <inkml:brushProperty name="anchorY" value="-333690.34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7894"/>
      <inkml:brushProperty name="anchorY" value="-333753.781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0325.8125"/>
      <inkml:brushProperty name="anchorY" value="-334849.593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3151.1875"/>
      <inkml:brushProperty name="anchorY" value="-331029.78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5149.59375"/>
      <inkml:brushProperty name="anchorY" value="-332218.81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768.84375"/>
      <inkml:brushProperty name="anchorY" value="-328331.31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0831.34375"/>
      <inkml:brushProperty name="anchorY" value="-330309.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4383.125"/>
      <inkml:brushProperty name="anchorY" value="-352659.531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6310"/>
      <inkml:brushProperty name="anchorY" value="-353897.218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8225.34375"/>
      <inkml:brushProperty name="anchorY" value="-355102.12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0082.28125"/>
      <inkml:brushProperty name="anchorY" value="-357139.7812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9886.0625"/>
      <inkml:brushProperty name="anchorY" value="-347917.031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2093.3125"/>
      <inkml:brushProperty name="anchorY" value="-349210.281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0821.6875"/>
      <inkml:brushProperty name="anchorY" value="-348502.9062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2245.4375"/>
      <inkml:brushProperty name="anchorY" value="-350792.2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7697.4375"/>
      <inkml:brushProperty name="anchorY" value="-343030.06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9903.40625"/>
      <inkml:brushProperty name="anchorY" value="-344289.0937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7549.96875"/>
      <inkml:brushProperty name="anchorY" value="-341242.2812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9554.90625"/>
      <inkml:brushProperty name="anchorY" value="-343365.187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9480.625"/>
      <inkml:brushProperty name="anchorY" value="-362934.12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1591.9375"/>
      <inkml:brushProperty name="anchorY" value="-364106.6562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2910.625"/>
      <inkml:brushProperty name="anchorY" value="-358189.812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5284.75"/>
      <inkml:brushProperty name="anchorY" value="-360270.7812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7320.1875"/>
      <inkml:brushProperty name="anchorY" value="-362095.12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0979.375"/>
      <inkml:brushProperty name="anchorY" value="-375153.687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2677.6875"/>
      <inkml:brushProperty name="anchorY" value="-376375.812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4391.1875"/>
      <inkml:brushProperty name="anchorY" value="-377638.87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6303"/>
      <inkml:brushProperty name="anchorY" value="-379371.0625"/>
      <inkml:brushProperty name="scaleFactor" value="0.5"/>
    </inkml:brush>
    <inkml:context xml:id="ctx1">
      <inkml:inkSource xml:id="inkSrc3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2:10:48.993"/>
    </inkml:context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3254"/>
      <inkml:brushProperty name="anchorY" value="-368492.5937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5204.75"/>
      <inkml:brushProperty name="anchorY" value="-369766.687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7032.0625"/>
      <inkml:brushProperty name="anchorY" value="-372094.2187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8924.8125"/>
      <inkml:brushProperty name="anchorY" value="-373378.0312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1232.21875"/>
      <inkml:brushProperty name="anchorY" value="-346255.34375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3166.40625"/>
      <inkml:brushProperty name="anchorY" value="-348416.03125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1859.53125"/>
      <inkml:brushProperty name="anchorY" value="-347844.90625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8747.125"/>
      <inkml:brushProperty name="anchorY" value="-381316.375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3548.4375"/>
      <inkml:brushProperty name="anchorY" value="-366446.3125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5086"/>
      <inkml:brushProperty name="anchorY" value="-368471.28125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0361.5625"/>
      <inkml:brushProperty name="anchorY" value="-383293.1875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1961.0625"/>
      <inkml:brushProperty name="anchorY" value="-384777.625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0347.875"/>
      <inkml:brushProperty name="anchorY" value="-383800.875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8611.625"/>
      <inkml:brushProperty name="anchorY" value="-385849.8437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7209.3125"/>
      <inkml:brushProperty name="anchorY" value="-387978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6524.9375"/>
      <inkml:brushProperty name="anchorY" value="-388761.46875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4670.6875"/>
      <inkml:brushProperty name="anchorY" value="-387917.84375"/>
      <inkml:brushProperty name="scaleFactor" value="0.5"/>
    </inkml:brush>
    <inkml:brush xml:id="br5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2906.375"/>
      <inkml:brushProperty name="anchorY" value="-390668.28125"/>
      <inkml:brushProperty name="scaleFactor" value="0.5"/>
    </inkml:brush>
    <inkml:brush xml:id="br5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1569.4375"/>
      <inkml:brushProperty name="anchorY" value="-389805.1875"/>
      <inkml:brushProperty name="scaleFactor" value="0.5"/>
    </inkml:brush>
    <inkml:brush xml:id="br5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3197.6875"/>
      <inkml:brushProperty name="anchorY" value="-391200.78125"/>
      <inkml:brushProperty name="scaleFactor" value="0.5"/>
    </inkml:brush>
    <inkml:brush xml:id="br5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4486.3125"/>
      <inkml:brushProperty name="anchorY" value="-392467.0625"/>
      <inkml:brushProperty name="scaleFactor" value="0.5"/>
    </inkml:brush>
    <inkml:brush xml:id="br5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0927.6875"/>
      <inkml:brushProperty name="anchorY" value="-392726.53125"/>
      <inkml:brushProperty name="scaleFactor" value="0.5"/>
    </inkml:brush>
    <inkml:brush xml:id="br5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2634"/>
      <inkml:brushProperty name="anchorY" value="-394058.5"/>
      <inkml:brushProperty name="scaleFactor" value="0.5"/>
    </inkml:brush>
    <inkml:brush xml:id="br5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3904"/>
      <inkml:brushProperty name="anchorY" value="-395328.5"/>
      <inkml:brushProperty name="scaleFactor" value="0.5"/>
    </inkml:brush>
    <inkml:brush xml:id="br5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5674.125"/>
      <inkml:brushProperty name="anchorY" value="-396631.1875"/>
      <inkml:brushProperty name="scaleFactor" value="0.5"/>
    </inkml:brush>
    <inkml:brush xml:id="br5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7569.5"/>
      <inkml:brushProperty name="anchorY" value="-397626.9375"/>
      <inkml:brushProperty name="scaleFactor" value="0.5"/>
    </inkml:brush>
    <inkml:brush xml:id="br5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9162.875"/>
      <inkml:brushProperty name="anchorY" value="-399138.375"/>
      <inkml:brushProperty name="scaleFactor" value="0.5"/>
    </inkml:brush>
    <inkml:brush xml:id="br6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0894.375"/>
      <inkml:brushProperty name="anchorY" value="-399900.875"/>
      <inkml:brushProperty name="scaleFactor" value="0.5"/>
    </inkml:brush>
    <inkml:brush xml:id="br6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2651.75"/>
      <inkml:brushProperty name="anchorY" value="-401544.125"/>
      <inkml:brushProperty name="scaleFactor" value="0.5"/>
    </inkml:brush>
    <inkml:brush xml:id="br6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6854.3125"/>
      <inkml:brushProperty name="anchorY" value="-412684.15625"/>
      <inkml:brushProperty name="scaleFactor" value="0.5"/>
    </inkml:brush>
    <inkml:brush xml:id="br6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8620.125"/>
      <inkml:brushProperty name="anchorY" value="-413537.40625"/>
      <inkml:brushProperty name="scaleFactor" value="0.5"/>
    </inkml:brush>
    <inkml:brush xml:id="br6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5454.375"/>
      <inkml:brushProperty name="anchorY" value="-418555.09375"/>
      <inkml:brushProperty name="scaleFactor" value="0.5"/>
    </inkml:brush>
    <inkml:brush xml:id="br6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7324.625"/>
      <inkml:brushProperty name="anchorY" value="-419348.25"/>
      <inkml:brushProperty name="scaleFactor" value="0.5"/>
    </inkml:brush>
    <inkml:brush xml:id="br6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8594.625"/>
      <inkml:brushProperty name="anchorY" value="-420618.25"/>
      <inkml:brushProperty name="scaleFactor" value="0.5"/>
    </inkml:brush>
    <inkml:brush xml:id="br6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9952.5625"/>
      <inkml:brushProperty name="anchorY" value="-421754.8125"/>
      <inkml:brushProperty name="scaleFactor" value="0.5"/>
    </inkml:brush>
    <inkml:brush xml:id="br6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7229.25"/>
      <inkml:brushProperty name="anchorY" value="-421664.25"/>
      <inkml:brushProperty name="scaleFactor" value="0.5"/>
    </inkml:brush>
    <inkml:brush xml:id="br6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8563.625"/>
      <inkml:brushProperty name="anchorY" value="-426245.375"/>
      <inkml:brushProperty name="scaleFactor" value="0.5"/>
    </inkml:brush>
    <inkml:brush xml:id="br7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9833.625"/>
      <inkml:brushProperty name="anchorY" value="-427515.375"/>
      <inkml:brushProperty name="scaleFactor" value="0.5"/>
    </inkml:brush>
    <inkml:brush xml:id="br7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1285.625"/>
      <inkml:brushProperty name="anchorY" value="-429449.6875"/>
      <inkml:brushProperty name="scaleFactor" value="0.5"/>
    </inkml:brush>
    <inkml:brush xml:id="br7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4839.625"/>
      <inkml:brushProperty name="anchorY" value="-428849.96875"/>
      <inkml:brushProperty name="scaleFactor" value="0.5"/>
    </inkml:brush>
    <inkml:brush xml:id="br7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6109.625"/>
      <inkml:brushProperty name="anchorY" value="-430119.96875"/>
      <inkml:brushProperty name="scaleFactor" value="0.5"/>
    </inkml:brush>
    <inkml:brush xml:id="br7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8064.8125"/>
      <inkml:brushProperty name="anchorY" value="-433948.8125"/>
      <inkml:brushProperty name="scaleFactor" value="0.5"/>
    </inkml:brush>
    <inkml:brush xml:id="br7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9588.25"/>
      <inkml:brushProperty name="anchorY" value="-435044.3125"/>
      <inkml:brushProperty name="scaleFactor" value="0.5"/>
    </inkml:brush>
    <inkml:brush xml:id="br7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0944.0625"/>
      <inkml:brushProperty name="anchorY" value="-436246.3125"/>
      <inkml:brushProperty name="scaleFactor" value="0.5"/>
    </inkml:brush>
    <inkml:brush xml:id="br7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2259.375"/>
      <inkml:brushProperty name="anchorY" value="-437466.75"/>
      <inkml:brushProperty name="scaleFactor" value="0.5"/>
    </inkml:brush>
    <inkml:brush xml:id="br7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3669.3125"/>
      <inkml:brushProperty name="anchorY" value="-438627.4375"/>
      <inkml:brushProperty name="scaleFactor" value="0.5"/>
    </inkml:brush>
    <inkml:brush xml:id="br7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5008.25"/>
      <inkml:brushProperty name="anchorY" value="-439860.40625"/>
      <inkml:brushProperty name="scaleFactor" value="0.5"/>
    </inkml:brush>
    <inkml:brush xml:id="br8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6489.25"/>
      <inkml:brushProperty name="anchorY" value="-440999.8125"/>
      <inkml:brushProperty name="scaleFactor" value="0.5"/>
    </inkml:brush>
    <inkml:brush xml:id="br8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7882.25"/>
      <inkml:brushProperty name="anchorY" value="-442223.3125"/>
      <inkml:brushProperty name="scaleFactor" value="0.5"/>
    </inkml:brush>
    <inkml:brush xml:id="br8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9440.5"/>
      <inkml:brushProperty name="anchorY" value="-443279.65625"/>
      <inkml:brushProperty name="scaleFactor" value="0.5"/>
    </inkml:brush>
    <inkml:brush xml:id="br8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1730.9375"/>
      <inkml:brushProperty name="anchorY" value="-443809.46875"/>
      <inkml:brushProperty name="scaleFactor" value="0.5"/>
    </inkml:brush>
    <inkml:brush xml:id="br8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8027.625"/>
      <inkml:brushProperty name="anchorY" value="-444355.125"/>
      <inkml:brushProperty name="scaleFactor" value="0.5"/>
    </inkml:brush>
    <inkml:brush xml:id="br8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6709.875"/>
      <inkml:brushProperty name="anchorY" value="-443115.40625"/>
      <inkml:brushProperty name="scaleFactor" value="0.5"/>
    </inkml:brush>
    <inkml:brush xml:id="br8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7979.875"/>
      <inkml:brushProperty name="anchorY" value="-444385.40625"/>
      <inkml:brushProperty name="scaleFactor" value="0.5"/>
    </inkml:brush>
    <inkml:brush xml:id="br8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6655.8125"/>
      <inkml:brushProperty name="anchorY" value="-443124.5"/>
      <inkml:brushProperty name="scaleFactor" value="0.5"/>
    </inkml:brush>
    <inkml:brush xml:id="br8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5348"/>
      <inkml:brushProperty name="anchorY" value="-441840.75"/>
      <inkml:brushProperty name="scaleFactor" value="0.5"/>
    </inkml:brush>
    <inkml:brush xml:id="br8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4042.9375"/>
      <inkml:brushProperty name="anchorY" value="-440575.6875"/>
      <inkml:brushProperty name="scaleFactor" value="0.5"/>
    </inkml:brush>
    <inkml:brush xml:id="br9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5312.9375"/>
      <inkml:brushProperty name="anchorY" value="-441845.6875"/>
      <inkml:brushProperty name="scaleFactor" value="0.5"/>
    </inkml:brush>
    <inkml:brush xml:id="br9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0432.75"/>
      <inkml:brushProperty name="anchorY" value="-443127.03125"/>
      <inkml:brushProperty name="scaleFactor" value="0.5"/>
    </inkml:brush>
    <inkml:brush xml:id="br9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8872.6875"/>
      <inkml:brushProperty name="anchorY" value="-445982.59375"/>
      <inkml:brushProperty name="scaleFactor" value="0.5"/>
    </inkml:brush>
    <inkml:brush xml:id="br9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2008.625"/>
      <inkml:brushProperty name="anchorY" value="-444511.625"/>
      <inkml:brushProperty name="scaleFactor" value="0.5"/>
    </inkml:brush>
    <inkml:brush xml:id="br9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8727.5625"/>
      <inkml:brushProperty name="anchorY" value="-447210.90625"/>
      <inkml:brushProperty name="scaleFactor" value="0.5"/>
    </inkml:brush>
    <inkml:brush xml:id="br9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0128.3125"/>
      <inkml:brushProperty name="anchorY" value="-448697.28125"/>
      <inkml:brushProperty name="scaleFactor" value="0.5"/>
    </inkml:brush>
    <inkml:brush xml:id="br9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8747.3125"/>
      <inkml:brushProperty name="anchorY" value="-447490.625"/>
      <inkml:brushProperty name="scaleFactor" value="0.5"/>
    </inkml:brush>
    <inkml:brush xml:id="br9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4168.0625"/>
      <inkml:brushProperty name="anchorY" value="-451339.28125"/>
      <inkml:brushProperty name="scaleFactor" value="0.5"/>
    </inkml:brush>
    <inkml:brush xml:id="br9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5879.625"/>
      <inkml:brushProperty name="anchorY" value="-452224.90625"/>
      <inkml:brushProperty name="scaleFactor" value="0.5"/>
    </inkml:brush>
    <inkml:brush xml:id="br9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7336.125"/>
      <inkml:brushProperty name="anchorY" value="-453605.25"/>
      <inkml:brushProperty name="scaleFactor" value="0.5"/>
    </inkml:brush>
  </inkml:definitions>
  <inkml:trace contextRef="#ctx0" brushRef="#br0">11893 388 1708 0 0,'0'0'0'0'0,"0"0"6973"0"0,0 0-6245 0 0,0 0-64 0 0,0 0-271 0 0,0 0-136 0 0,0 0 865 0 0,0 0 14 0 0,0 0 196 0 0,51 12-498 0 0,24 2-152 0 0,23-1-145 0 0,17-1-147 0 0,9-4-200 0 0,3-3-192 0 0,1-5 17 0 0,-6-2-257 0 0,-8-2-68 0 0,-11-1-89 0 0,-15 1-192 0 0,-15 2-125 0 0,-18 2 137 0 0,-18 5-2 0 0,-14 5 239 0 0,-14 6 262 0 0,-15 4-25 0 0,-13 5 111 0 0,-13 4 179 0 0,-12 2 25 0 0,-8 1 204 0 0,-9 2-50 0 0,-6 0-14 0 0,-7 0-48 0 0,-4 0-50 0 0,-2 1 22 0 0,1 1 16 0 0,3 0 8 0 0,8 0-98 0 0,9 0-72 0 0,12 0-46 0 0,10-2 3 0 0,13-2 33 0 0,9-1-40 0 0,7-4-5 0 0,6-2 48 0 0,2-2 87 0 0,4-3-22 0 0,2-2-19 0 0,0-1-32 0 0,0-2-152 0 0,0 0-16 0 0,1-1-199 0 0,1 0 6 0 0,3-3-30 0 0,3 0 54 0 0,5-4 154 0 0,8-2-82 0 0,8-1-39 0 0,9-4 202 0 0,10-2-59 0 0,10-4 30 0 0,7-4 69 0 0,8-1-93 0 0,4-3 26 0 0,5-1-126 0 0,2 0-108 0 0,2 0-932 0 0,1 1-1307 0 0,0-1-2168 0 0,-3 2-1261 0 0,0 0 5152 0 0,-17 2-74 0 0</inkml:trace>
  <inkml:trace contextRef="#ctx0" brushRef="#br1" timeOffset="254.137">14796 940 10805 0 0,'0'0'0'0'0,"0"0"3008"0"0,0 0-1843 0 0,0 0 55 0 0,0 0-656 0 0,0 0-206 0 0,0 0-324 0 0,41-4 7 0 0,5 0-212 0 0,5 0-184 0 0,-1-1-581 0 0,-5 0-327 0 0,-2 0-654 0 0,-3-1-954 0 0,0-2-1228 0 0,-2-2-150 0 0,-1-3 3686 0 0,-8 2-53 0 0</inkml:trace>
  <inkml:trace contextRef="#ctx0" brushRef="#br2" timeOffset="465.069">14397 628 5673 0 0,'0'0'0'0'0,"0"0"6612"0"0,0 0-6608 0 0,0 0 1641 0 0,0 0-948 0 0,0 0 391 0 0,49-1 136 0 0,20-1-395 0 0,20-2-327 0 0,13-2-520 0 0,8-3 20 0 0,5-1-702 0 0,2-1-365 0 0,0-1-587 0 0,-5-1-1385 0 0,-3 0-3260 0 0,-24 3 787 0 0</inkml:trace>
  <inkml:trace contextRef="#ctx0" brushRef="#br3" timeOffset="1215.955">16408 101 3940 0 0,'0'0'0'0'0,"0"0"3933"0"0,0 0 438 0 0,0 0-3672 0 0,0 0 735 0 0,0 0-1133 0 0,0 0 345 0 0,0 0 151 0 0,0 0 126 0 0,0 0-411 0 0,54-11-236 0 0,18-4-109 0 0,18-2-8 0 0,6-1 5 0 0,1 3-50 0 0,-4 3-12 0 0,-9 3-45 0 0,-10 5-51 0 0,-13 6 1 0 0,-13 6-5 0 0,-15 7 124 0 0,-12 7 155 0 0,-14 6-340 0 0,-15 5 171 0 0,-14 5-121 0 0,-12 2 16 0 0,-12 1-1 0 0,-6-1 2 0 0,-6-1-5 0 0,-2-3-3 0 0,-1-2-158 0 0,2-5-39 0 0,4-3-27 0 0,8-4 5 0 0,9-4 26 0 0,11-5-143 0 0,13-5-171 0 0,16-2-122 0 0,17-4 68 0 0,19-1 232 0 0,18-3-93 0 0,18-2-85 0 0,13-3-205 0 0,10-2-24 0 0,6-1 304 0 0,2 1 468 0 0,-4 2-104 0 0,-8 2 498 0 0,-11 4 41 0 0,-16 6 280 0 0,-15 6 181 0 0,-18 8-48 0 0,-14 9-31 0 0,-19 9-91 0 0,-18 10-170 0 0,-17 8-133 0 0,-16 6-39 0 0,-12 5-21 0 0,-10 3 79 0 0,-4 0-82 0 0,-3 0-457 0 0,2-3 18 0 0,1-3-396 0 0,2-5-101 0 0,3-5-226 0 0,-2-6-456 0 0,2-8-1506 0 0,-8-7-4324 0 0,15-10-1136 0 0</inkml:trace>
  <inkml:trace contextRef="#ctx0" brushRef="#br4" timeOffset="-1480.165">8809 482 8041 0 0,'0'0'0'0'0,"0"0"1880"0"0,0 0-705 0 0,0 0-129 0 0,0 0-226 0 0,0 0 547 0 0,0 0-89 0 0,6 21-329 0 0,5 9-150 0 0,3 10-326 0 0,4 8-229 0 0,2 5-228 0 0,3 5 20 0 0,3 2-207 0 0,2 1-144 0 0,1-1-25 0 0,2-2-316 0 0,1-3-224 0 0,1-4-447 0 0,-1-6-734 0 0,-3-6-2138 0 0,-3-5-757 0 0,-6-9 2020 0 0</inkml:trace>
  <inkml:trace contextRef="#ctx0" brushRef="#br5" timeOffset="-1044.238">8595 1900 980 0 0,'0'0'0'0'0,"0"0"9857"0"0,0 0-8625 0 0,0 0 1643 0 0,0 0-2183 0 0,0 0-255 0 0,0 0 266 0 0,18-22 332 0 0,9-12-437 0 0,12-12-249 0 0,14-11-195 0 0,13-12 6 0 0,15-11-174 0 0,14-9 89 0 0,10-9-90 0 0,8-7-57 0 0,-1-1 25 0 0,-5 3-131 0 0,-12 8-297 0 0,-16 11-369 0 0,-18 14-397 0 0,-19 14-617 0 0,-17 14-609 0 0,-12 11-3533 0 0,-9 11-80 0 0</inkml:trace>
  <inkml:trace contextRef="#ctx0" brushRef="#br6" timeOffset="-747.732">10043 976 8765 0 0,'0'0'0'0'0,"0"0"4492"0"0,0 0-3817 0 0,0 0 698 0 0,52-8-923 0 0,24-6 164 0 0,24-5-294 0 0,10-3-351 0 0,4-1-157 0 0,-2 1-96 0 0,-7 2-145 0 0,-8 3 2 0 0,-10 5-345 0 0,-9 3-380 0 0,-10 4-739 0 0,-10 2-2319 0 0,-11 3-1068 0 0,-13 0 4025 0 0,-11 0 784 0 0</inkml:trace>
  <inkml:trace contextRef="#ctx0" brushRef="#br7" timeOffset="-523.294">10938 506 9037 0 0,'0'0'0'0'0,"0"0"5772"0"0,0 0-5502 0 0,0 0 830 0 0,0 0-625 0 0,-7 18 352 0 0,-2 9 169 0 0,-2 10-261 0 0,-1 8-379 0 0,1 5-352 0 0,-1 6-50 0 0,2 3-179 0 0,1 2-7 0 0,3 1-193 0 0,2 0-75 0 0,1-3-219 0 0,2-3-681 0 0,3-4-790 0 0,3-8-1989 0 0,3-7-1247 0 0,0-10 1365 0 0</inkml:trace>
  <inkml:trace contextRef="#ctx0" brushRef="#br8" timeOffset="-2043.892">7188 860 11601 0 0,'0'0'0'0'0,"0"0"2404"0"0,0 0-2053 0 0,0 0 409 0 0,0 0-667 0 0,0 0-45 0 0,53-3 134 0 0,15-2-227 0 0,12 0-2 0 0,2-1-96 0 0,-2 0-483 0 0,-6 0-169 0 0,-7 0-127 0 0,-9 0-287 0 0,-9 1-190 0 0,-8-1-627 0 0,-10 1-194 0 0,-8-2-1199 0 0,-9-1 920 0 0,-5 1 2870 0 0</inkml:trace>
  <inkml:trace contextRef="#ctx0" brushRef="#br9" timeOffset="-1849.296">7712 487 1760 0 0,'0'0'0'0'0,"0"0"10149"0"0,0 0-8951 0 0,0 0 1343 0 0,0 0-1491 0 0,-4 25-248 0 0,-1 11 389 0 0,-1 13-312 0 0,-2 10-86 0 0,-4 6-628 0 0,1 5-110 0 0,-1 1-445 0 0,3-1-29 0 0,2-3-291 0 0,3-5-374 0 0,6-8-1329 0 0,6-9-777 0 0,8-9-3275 0 0,-1-10 511 0 0</inkml:trace>
  <inkml:trace contextRef="#ctx0" brushRef="#br10" timeOffset="-2599.444">5672 525 1472 0 0,'0'0'0'0'0,"0"0"1500"0"0,0 0 4789 0 0,0 0-5910 0 0,0 0 1305 0 0,0 0-1010 0 0,0 0 253 0 0,0 0-97 0 0,0 0-16 0 0,0 0-168 0 0,0 0 34 0 0,0 0 77 0 0,26 17-367 0 0,14 8-114 0 0,17 10-129 0 0,11 7-140 0 0,7 6 144 0 0,4 4-187 0 0,-1 3 55 0 0,-4 1-127 0 0,-7-1 83 0 0,-7-2-63 0 0,-9-3-25 0 0,-9-5-166 0 0,-8-4-106 0 0,-9-6-84 0 0,-6-6-511 0 0,-8-4-1009 0 0,-4-7-826 0 0,-9-4-2030 0 0,-6-6-853 0 0,-2-3 6856 0 0</inkml:trace>
  <inkml:trace contextRef="#ctx0" brushRef="#br11" timeOffset="-2335.578">5455 1239 1564 0 0,'0'0'0'0'0,"0"0"2388"0"0,0 0 1839 0 0,0 0-3685 0 0,0 0 1469 0 0,0 0-1135 0 0,0 0 489 0 0,0 0-230 0 0,0 0-231 0 0,0 0-197 0 0,46-26-151 0 0,21-10-195 0 0,21-12-219 0 0,14-7-131 0 0,9-3-14 0 0,2-1-148 0 0,-3 4-275 0 0,-8 4-452 0 0,-13 7-260 0 0,-13 6-637 0 0,-16 7-1085 0 0,-10 3-2658 0 0,-14 7 1615 0 0</inkml:trace>
  <inkml:trace contextRef="#ctx0" brushRef="#br12" timeOffset="5766.731">15554 4287 1136 0 0,'0'0'0'0'0,"0"0"744"0"0,0 0 8588 0 0,0 0-9040 0 0,0 0 2143 0 0,0 0-1038 0 0,0 0 6 0 0,0 0-326 0 0,0 0-260 0 0,44-1-220 0 0,14-1-352 0 0,12 0-234 0 0,4-1-23 0 0,-1 0-56 0 0,-3 1-103 0 0,-6 0-30 0 0,-6 2-275 0 0,-9-1-232 0 0,-9 1-391 0 0,-10 0-787 0 0,-10 0-817 0 0,-8-1-1537 0 0,-7-2-815 0 0,-9-3 3317 0 0,-2-1 892 0 0</inkml:trace>
  <inkml:trace contextRef="#ctx0" brushRef="#br13" timeOffset="5922.891">15667 3962 352 0 0,'0'0'0'0'0,"0"0"11729"0"0,0 0-11065 0 0,0 0 2250 0 0,0 0-1506 0 0,42-3-343 0 0,14-2-115 0 0,13 0-168 0 0,5-2-457 0 0,0 1-317 0 0,-4 0-190 0 0,-3 1-691 0 0,-7-1-447 0 0,-7 0-1404 0 0,-7-2-4183 0 0,-12 0-1677 0 0</inkml:trace>
  <inkml:trace contextRef="#ctx0" brushRef="#br14" timeOffset="6808.597">17134 3820 4620 0 0,'0'0'0'0'0,"0"0"6317"0"0,0 0-5246 0 0,0 0 1218 0 0,0 0-1243 0 0,0 0-240 0 0,0 0 83 0 0,6-17-485 0 0,0-7-106 0 0,-5-7-296 0 0,-2-3 40 0 0,-7-2-152 0 0,-4-2 25 0 0,-5-1 42 0 0,-3 0 43 0 0,-1 1-4 0 0,0 1 3 0 0,1 3-3 0 0,2 4-139 0 0,4 5 99 0 0,4 6-125 0 0,4 5 15 0 0,2 5 25 0 0,3 4-44 0 0,3 3 60 0 0,5 1 127 0 0,7 0 68 0 0,7 0 122 0 0,12 0 108 0 0,11-2-51 0 0,13 0 0 0 0,14-1 3 0 0,12 0-46 0 0,13 0-7 0 0,12 0-103 0 0,10 0-113 0 0,5 2-134 0 0,3 0-16 0 0,-3 1-245 0 0,-10 3-83 0 0,-12 3-170 0 0,-15 5 306 0 0,-16 4 245 0 0,-17 6 52 0 0,-15 5 37 0 0,-13 6 29 0 0,-12 5 128 0 0,-8 7-11 0 0,-7 5 175 0 0,-8 5 27 0 0,-6 6-100 0 0,-8 4 54 0 0,-5 6-117 0 0,-7 4-17 0 0,-7 5-103 0 0,-6 5 13 0 0,-6 2-25 0 0,-4 3-45 0 0,-3 1-105 0 0,-1-2 17 0 0,2-5-32 0 0,4-7 60 0 0,7-11-75 0 0,8-13-294 0 0,8-13-285 0 0,10-13-608 0 0,5-13-744 0 0,7-12 40 0 0,3-12-2818 0 0,2-11 2232 0 0,-1-8-940 0 0,1-6 4107 0 0,2 6-1098 0 0</inkml:trace>
  <inkml:trace contextRef="#ctx0" brushRef="#br15" timeOffset="6967.231">17691 4264 116 0 0,'0'0'0'0'0,"0"0"444"0"0,0 0-439 0 0,0 0 61 0 0,0 0 5406 0 0,0 0-5421 0 0,0 0 1800 0 0,0 0-681 0 0,0 0 135 0 0,-2-17 88 0 0,7-3-225 0 0,10-1-274 0 0,13 1 26 0 0,17 3-178 0 0,18 2-54 0 0,21 1 0 0 0,18 2-21 0 0,17 0-170 0 0,12 0-153 0 0,6 0-373 0 0,2 1-16 0 0,-5 2-402 0 0,-8 1-416 0 0,-12 2-324 0 0,-12 0-570 0 0,-15 3-980 0 0,-12 0-2570 0 0,-21 2-1042 0 0</inkml:trace>
  <inkml:trace contextRef="#ctx0" brushRef="#br16" timeOffset="4060.421">11389 4246 912 0 0,'0'0'0'0'0,"0"0"11229"0"0,0 0-10809 0 0,0 0 2211 0 0,0 0-1900 0 0,0 0-317 0 0,0 0 56 0 0,45 10 109 0 0,17 3-104 0 0,17 1-304 0 0,10-1-157 0 0,5-3-328 0 0,1-2-282 0 0,-1-4 36 0 0,-6-2-42 0 0,-8-4-119 0 0,-11-1-620 0 0,-13-4-773 0 0,-14-1-1975 0 0,-14-1-1102 0 0,-15-3 4242 0 0,-10 2-491 0 0</inkml:trace>
  <inkml:trace contextRef="#ctx0" brushRef="#br17" timeOffset="4234.293">11740 4053 6169 0 0,'0'0'0'0'0,"0"0"8416"0"0,0 0-7980 0 0,-8 20 1655 0 0,-3 8-1339 0 0,-1 10-183 0 0,-1 7 60 0 0,1 5-8 0 0,3 1-516 0 0,2 1-62 0 0,3-2-624 0 0,4-2-65 0 0,4-5-56 0 0,4-4-288 0 0,4-5-1067 0 0,3-6-1132 0 0,4-6-4428 0 0,-3-7 3974 0 0</inkml:trace>
  <inkml:trace contextRef="#ctx0" brushRef="#br18" timeOffset="4766.39">12716 3559 3344 0 0,'0'0'0'0'0,"0"0"5889"0"0,0 0-5050 0 0,0 0 751 0 0,0 0-504 0 0,0 0-627 0 0,0 0 478 0 0,0 0-266 0 0,0 0-191 0 0,0 0-68 0 0,0 0-268 0 0,48 18-119 0 0,14 3 8 0 0,8 3-34 0 0,0 0 2 0 0,-7-1-61 0 0,-8-4 7 0 0,-9-2 50 0 0,-10-2-21 0 0,-10-2 27 0 0,-9-1 186 0 0,-8 1 157 0 0,-7 1 104 0 0,-8 3-196 0 0,-8 1 189 0 0,-8 2-195 0 0,-6 1-89 0 0,-4 1-20 0 0,-2-1-154 0 0,-1 0 36 0 0,3-3-138 0 0,3-3 80 0 0,4-1-48 0 0,4-4 44 0 0,3-1 35 0 0,5-4-102 0 0,3-1-64 0 0,4-2 37 0 0,3-1-132 0 0,1-1-82 0 0,4-1-146 0 0,5-2-166 0 0,5 0-405 0 0,8-1 157 0 0,9 1 457 0 0,12 0 266 0 0,13 1 155 0 0,12 2 87 0 0,10 3-75 0 0,9 4 25 0 0,3 3-79 0 0,1 3 33 0 0,-4 1-56 0 0,-7 3-37 0 0,-12 2 162 0 0,-13 1 173 0 0,-15 2 509 0 0,-13 2 108 0 0,-14 2-143 0 0,-15 2-304 0 0,-13 3-105 0 0,-15 2 42 0 0,-12 1 153 0 0,-10 2 63 0 0,-10-1 111 0 0,-7 0-166 0 0,-6-2-146 0 0,-5-1-135 0 0,-1-4-195 0 0,3-3 37 0 0,3-3-391 0 0,9-5-405 0 0,9-2-387 0 0,10-4-570 0 0,12-4-1162 0 0,12-1-2209 0 0,10-3-1880 0 0,7-1 8480 0 0</inkml:trace>
  <inkml:trace contextRef="#ctx0" brushRef="#br19" timeOffset="5458.318">14002 4084 260 0 0,'0'0'0'0'0,"0"0"8417"0"0,0 0-6502 0 0,0 0 584 0 0,0 0-1022 0 0,0 0-360 0 0,0 0 196 0 0,0 0-387 0 0,0 0-242 0 0,29 21-194 0 0,8 6-202 0 0,5 5-131 0 0,2 2-150 0 0,-1-1 15 0 0,-3-2-20 0 0,-2-4-58 0 0,-4-4 58 0 0,-3-5-6 0 0,-4-2 137 0 0,-4-5-69 0 0,-2-3-65 0 0,-3-3 27 0 0,-2-3 70 0 0,0-1-66 0 0,2-1-18 0 0,4-3-8 0 0,4-2-7 0 0,6-3-108 0 0,6-2 12 0 0,2-1-6 0 0,4-2-22 0 0,0 1 52 0 0,-1 0 22 0 0,-2 2 0 0 0,-5 2 47 0 0,-5 2-12 0 0,-6 2 20 0 0,-6 2 0 0 0,-6 1 114 0 0,-5 1-65 0 0,-4 0-58 0 0,-3 0 28 0 0,-1 2 18 0 0,-3 1 39 0 0,-2 2 1 0 0,-3 3 22 0 0,-5 3-22 0 0,-5 4-20 0 0,-7 3-5 0 0,-9 4 163 0 0,-9 3 31 0 0,-10 2-4 0 0,-10 3 209 0 0,-9 2-80 0 0,-7 1-185 0 0,-7 0-90 0 0,-1 0-92 0 0,3-1 14 0 0,8-3 62 0 0,11-4 21 0 0,15-6-122 0 0,14-5 35 0 0,13-5-113 0 0,11-4 55 0 0,7-2-36 0 0,5-3 83 0 0,2 0-33 0 0,5-1-38 0 0,2 1-71 0 0,4 0 12 0 0,2 2 65 0 0,4 1 47 0 0,2 1 5 0 0,5 0 6 0 0,6 0 2 0 0,6 0-5 0 0,7-1 2 0 0,7-2-10 0 0,5 0-68 0 0,4-3 5 0 0,1-1-81 0 0,0-1-36 0 0,-3-2 80 0 0,-3 0-203 0 0,-4 0-383 0 0,-8 1-523 0 0,-5 1-921 0 0,-8 1-1949 0 0,-7 1-1133 0 0,-6 0-1731 0 0,-6 1 8078 0 0,-5 1-2189 0 0</inkml:trace>
  <inkml:trace contextRef="#ctx0" brushRef="#br20" timeOffset="2627.223">6942 4239 652 0 0,'0'0'0'0'0,"0"0"10165"0"0,0 0-10076 0 0,0 0 1394 0 0,0 0-1253 0 0,0 0 318 0 0,0 0 40 0 0,0 0 193 0 0,54 5-276 0 0,19 1-344 0 0,20-1-129 0 0,7 0-239 0 0,2-2-107 0 0,-3-2-395 0 0,-6-2-83 0 0,-8-2-212 0 0,-8-3-1003 0 0,-11-2-1175 0 0,-11-2-2514 0 0,-16 2 5004 0 0</inkml:trace>
  <inkml:trace contextRef="#ctx0" brushRef="#br21" timeOffset="2815.131">7458 3962 10989 0 0,'0'0'0'0'0,"0"0"1704"0"0,0 0-1213 0 0,-5 22 20 0 0,-2 12 153 0 0,0 12 162 0 0,0 9-106 0 0,1 6-723 0 0,2 4 98 0 0,2 0-387 0 0,4 0-133 0 0,6-4-177 0 0,4-3-381 0 0,4-6-826 0 0,3-6-1612 0 0,3-7-3425 0 0,-4-11 5960 0 0</inkml:trace>
  <inkml:trace contextRef="#ctx0" brushRef="#br22" timeOffset="2059.197">5281 4076 4060 0 0,'0'0'0'0'0,"0"0"3049"0"0,0 0-1485 0 0,0 0-603 0 0,0 0 45 0 0,0 0-305 0 0,0 0 356 0 0,0 0-160 0 0,0 0-293 0 0,0 0-307 0 0,0 0 64 0 0,0 0 107 0 0,23 26 18 0 0,11 12-122 0 0,13 12 4 0 0,9 9-145 0 0,6 6-112 0 0,3 3-109 0 0,1 1-58 0 0,-2 0-170 0 0,-3-1-55 0 0,-4-3-110 0 0,-5-4-27 0 0,-7-6-181 0 0,-6-8-77 0 0,-8-8-233 0 0,-8-8-985 0 0,-8-9-2207 0 0,-6-8-1244 0 0,-14-9 4245 0 0,-4-3 840 0 0</inkml:trace>
  <inkml:trace contextRef="#ctx0" brushRef="#br23" timeOffset="2313.8">5975 4093 4368 0 0,'0'0'0'0'0,"0"0"5777"0"0,0 0-5657 0 0,0 0 1224 0 0,-31 20-640 0 0,-12 10 526 0 0,-11 9-145 0 0,-5 7-326 0 0,-1 6-268 0 0,1 5-102 0 0,4 4-62 0 0,4 2-124 0 0,7 1-208 0 0,3 2 37 0 0,7-1-278 0 0,5-1-229 0 0,8-3-221 0 0,6-5-372 0 0,6-4-482 0 0,6-6-705 0 0,6-7-872 0 0,5-8-1938 0 0,1-8 3100 0 0</inkml:trace>
  <inkml:trace contextRef="#ctx0" brushRef="#br24" timeOffset="9161.371">7458 7805 1528 0 0,'0'0'0'0'0,"0"0"8857"0"0,0 0-7766 0 0,0 0 916 0 0,0 0-1334 0 0,0 0 115 0 0,0 0 722 0 0,47-3-684 0 0,16-1-248 0 0,16-2-506 0 0,8-1-2 0 0,4-3-299 0 0,-1 0-299 0 0,-2-2-148 0 0,-8 1-232 0 0,-8 0-811 0 0,-12 2-1365 0 0,-10 1-3326 0 0,-15 1 2155 0 0</inkml:trace>
  <inkml:trace contextRef="#ctx0" brushRef="#br25" timeOffset="9748.533">9164 6928 184 0 0,'0'0'0'0'0,"0"0"9625"0"0,0 0-9633 0 0,0 0 2295 0 0,0 0-1666 0 0,0 0-127 0 0,0 0 16 0 0,41 12 4 0 0,9 6 30 0 0,8 9-52 0 0,0 6-103 0 0,-3 6-116 0 0,-6 7-19 0 0,-6 5 53 0 0,-7 4 0 0 0,-7 5 30 0 0,-8 2 37 0 0,-6 3-50 0 0,-6 1-57 0 0,-7 0 2 0 0,-7 0-82 0 0,-7-1-92 0 0,-10-1-96 0 0,-6-2-34 0 0,-8-1-109 0 0,-5-3-60 0 0,-4-3 64 0 0,-3-3 0 0 0,-1-5 14 0 0,-1-5-28 0 0,1-7-9 0 0,1-7-110 0 0,1-8 103 0 0,0-7-335 0 0,-2-6 7 0 0,-3-7 146 0 0,-3-7-106 0 0,0-8-10 0 0,1-6-68 0 0,5-6-102 0 0,7-7-1 0 0,12-4-99 0 0,10-2 214 0 0,13-2 306 0 0,13 2 206 0 0,13 3 60 0 0,11 4 258 0 0,7 6 148 0 0,6 6 85 0 0,4 6 35 0 0,2 7-98 0 0,4 4-129 0 0,3 6-145 0 0,3 5-61 0 0,4 6-80 0 0,4 5 118 0 0,3 2-159 0 0,1 3-12 0 0,1 0-886 0 0,0-1-489 0 0,-1-3-467 0 0,-4-2-769 0 0,-4-3-399 0 0,-6-2-1802 0 0,-7-4 5347 0 0,-12-2-1430 0 0</inkml:trace>
  <inkml:trace contextRef="#ctx0" brushRef="#br26" timeOffset="8366.804">4677 7415 848 0 0,'0'0'0'0'0,"0"0"300"0"0,0 0 7682 0 0,0 0-8803 0 0,0 0 2663 0 0,0 0-1109 0 0,26-19 215 0 0,11-6-166 0 0,11-3-86 0 0,6 0-187 0 0,4 4-253 0 0,2 3-128 0 0,-1 5-120 0 0,1 5-64 0 0,-1 5 77 0 0,1 4-18 0 0,-1 4 7 0 0,-1 6 49 0 0,1 6-74 0 0,-3 6 33 0 0,-2 6-7 0 0,-4 7 75 0 0,-6 6 54 0 0,-7 6-113 0 0,-9 5 184 0 0,-9 4-130 0 0,-9 5 326 0 0,-12 2 76 0 0,-13 2 26 0 0,-11 0-233 0 0,-10 2-74 0 0,-11-1-81 0 0,-9-1-127 0 0,-7-2 15 0 0,-7-3-11 0 0,-3-4 2 0 0,-4-7-14 0 0,1-8-57 0 0,3-8 6 0 0,4-9-216 0 0,5-7-295 0 0,5-8 164 0 0,5-7 76 0 0,5-7 372 0 0,6-5 32 0 0,6-4-99 0 0,8-4 52 0 0,6-1-7 0 0,9-2-18 0 0,5 1-8 0 0,7 1-114 0 0,9 2 54 0 0,9 2 84 0 0,9 3 220 0 0,9 2-37 0 0,9 4-58 0 0,8 2 69 0 0,8 4 18 0 0,8 5-132 0 0,9 5-93 0 0,5 4-115 0 0,6 4-135 0 0,3 3-642 0 0,3 1-177 0 0,2 0-795 0 0,1-2-1109 0 0,-5-3-1861 0 0,0-5 860 0 0,-18-3 4635 0 0</inkml:trace>
  <inkml:trace contextRef="#ctx0" brushRef="#br27" timeOffset="8704.59">5878 7762 364 0 0,'0'0'0'0'0,"0"0"8345"0"0,0 0-7864 0 0,0 0 1397 0 0,0 0-1152 0 0,0 0 74 0 0,42 25 86 0 0,14 9-61 0 0,13 9-253 0 0,6 6-222 0 0,0 1-161 0 0,-3 1-105 0 0,-6-3-79 0 0,-6-3-81 0 0,-7-3-62 0 0,-6-5-164 0 0,-8-5-97 0 0,-5-4-420 0 0,-7-5-310 0 0,-6-5-616 0 0,-6-5-1076 0 0,-6-4-2378 0 0,-5-4 2617 0 0,-3-3 2828 0 0</inkml:trace>
  <inkml:trace contextRef="#ctx0" brushRef="#br28" timeOffset="8868.558">5801 8239 3800 0 0,'0'0'0'0'0,"0"0"2369"0"0,0 0 512 0 0,0 0-1597 0 0,0 0 254 0 0,0 0-748 0 0,0 0 6 0 0,0 0-319 0 0,0 0-223 0 0,0 0 318 0 0,0 0 235 0 0,48-20-496 0 0,18-11-315 0 0,21-9 74 0 0,11-7-317 0 0,7-4-135 0 0,4-3-541 0 0,-1 1-513 0 0,-7 3-1263 0 0,-6 2-2946 0 0,-21 11 1082 0 0</inkml:trace>
  <inkml:trace contextRef="#ctx0" brushRef="#br29" timeOffset="13157.253">16211 7635 2480 0 0,'0'0'0'0'0,"0"0"11885"0"0,0 0-11495 0 0,0 0 1945 0 0,0 0-1754 0 0,0 0-242 0 0,0 0 31 0 0,41 1-134 0 0,9 0-265 0 0,10 0-540 0 0,-2-2-544 0 0,-3-3-819 0 0,-7-2-1185 0 0,-7-2-2234 0 0,-8-2-943 0 0,-8-2 7441 0 0,-8 2-2535 0 0</inkml:trace>
  <inkml:trace contextRef="#ctx0" brushRef="#br30" timeOffset="13336.25">16320 7271 4456 0 0,'0'0'0'0'0,"0"0"6709"0"0,0 0-5214 0 0,0 0 800 0 0,0 0-1211 0 0,0 0-301 0 0,0 0-184 0 0,0 0-59 0 0,48 4-618 0 0,10 0-185 0 0,9 0-1089 0 0,-1-3-771 0 0,-4-2-2638 0 0,-8-4-2043 0 0,-3-2 5557 0 0,-14 0 211 0 0</inkml:trace>
  <inkml:trace contextRef="#ctx0" brushRef="#br31" timeOffset="14228.371">17642 7245 300 0 0,'0'0'0'0'0,"0"0"144"0"0,0 0-93 0 0,0 0 6182 0 0,0 0-5016 0 0,0 0 906 0 0,0 0-803 0 0,0 0-85 0 0,0 0-44 0 0,0 0-160 0 0,0 0-43 0 0,0 0-182 0 0,13 0-146 0 0,2-1-123 0 0,1-2-58 0 0,1-2 102 0 0,1-3-189 0 0,2-2-82 0 0,2-4-141 0 0,3-3-63 0 0,3-5-105 0 0,3-4 14 0 0,2-3-28 0 0,1-4-53 0 0,1-1 28 0 0,-2-2-73 0 0,0 0-18 0 0,-4 2 12 0 0,-3 3-50 0 0,-3 5 41 0 0,-4 5 4 0 0,-5 6-19 0 0,-3 6-6 0 0,-4 3 43 0 0,-2 5 4 0 0,-2 4-17 0 0,-1 2 64 0 0,-1 4-15 0 0,-1 6-123 0 0,0 5-23 0 0,0 9-146 0 0,0 9 121 0 0,0 9 113 0 0,0 9-121 0 0,1 9 136 0 0,0 7-187 0 0,1 5 55 0 0,1 3 259 0 0,-1 2-52 0 0,1-2 299 0 0,-1-2 20 0 0,-1-6 2 0 0,-1-8-58 0 0,0-7-36 0 0,-2-11-14 0 0,0-9 44 0 0,-2-9-15 0 0,-2-9-13 0 0,-1-7-106 0 0,-4-6-88 0 0,-5-4 18 0 0,-8-4-17 0 0,-8-4-262 0 0,-6-3 337 0 0,-6-2-103 0 0,-2-1 25 0 0,2-1-65 0 0,4 1 13 0 0,7 0-46 0 0,7 1 109 0 0,8 1-20 0 0,7 2-70 0 0,5 3 105 0 0,3 1 36 0 0,6 1 140 0 0,6 0-93 0 0,6 1-120 0 0,9-2 37 0 0,9-1-168 0 0,9-3-336 0 0,11 0-753 0 0,10-3-1247 0 0,6-3-1680 0 0,2-1-1845 0 0,8-2 2714 0 0,-13 3 3495 0 0</inkml:trace>
  <inkml:trace contextRef="#ctx0" brushRef="#br32" timeOffset="14830.541">19231 7166 10545 0 0,'0'0'0'0'0,"0"0"2568"0"0,0 0-952 0 0,0 0-110 0 0,0 0-293 0 0,0 0-175 0 0,0 0-192 0 0,0 0-300 0 0,0 0-265 0 0,44-19-136 0 0,8-5-126 0 0,6-6-2 0 0,-4-3-71 0 0,-7 1 0 0 0,-8 0 66 0 0,-8 1-27 0 0,-8 2 3 0 0,-7 2-69 0 0,-4 4 28 0 0,-5 3 7 0 0,-3 5 42 0 0,-1 5-11 0 0,-1 3 2 0 0,-2 4-96 0 0,0 2-48 0 0,0 1-48 0 0,0 1 19 0 0,-1 2 58 0 0,2 3 126 0 0,-1 2-16 0 0,1 4 142 0 0,0 6-146 0 0,-1 6 36 0 0,1 8-87 0 0,-1 9 94 0 0,0 9 85 0 0,0 8-13 0 0,0 9-112 0 0,1 5 27 0 0,3 5-56 0 0,3 2 61 0 0,4 1 194 0 0,5-3-67 0 0,3-4 62 0 0,3-4-85 0 0,1-6-119 0 0,2-7 31 0 0,-2-7-21 0 0,-3-6-9 0 0,-4-8 2 0 0,-3-8 8 0 0,-5-6-2 0 0,-3-7-8 0 0,-2-6-241 0 0,-4-4-76 0 0,-4-5 165 0 0,-5-2 107 0 0,-6-2-232 0 0,-7-3 289 0 0,-5-1-144 0 0,-6 0 157 0 0,-4-2 58 0 0,-2 0-40 0 0,0 0-48 0 0,2 0 11 0 0,4 1-60 0 0,5 1 15 0 0,5 0 38 0 0,7 2-64 0 0,5 1 26 0 0,6 1 48 0 0,4 2-16 0 0,5 1 124 0 0,7 1 24 0 0,9 1 70 0 0,11 3-157 0 0,12 1-42 0 0,15 0 7 0 0,11 0-19 0 0,12 0 6 0 0,7-1-6 0 0,4-2-199 0 0,-1-1-270 0 0,-4-4-187 0 0,-9-1-629 0 0,-8-3-1305 0 0,-14 0-2547 0 0,-11-1-3248 0 0,-12 1 8911 0 0,-12 3-1606 0 0</inkml:trace>
  <inkml:trace contextRef="#ctx1" brushRef="#br33">12066 7726 1592,'0'0'0,"0"0"6525,0 0-4999,0 0 630,0 0-896,0 0-82,0 0-206,0 0 4,0 0-253,0 0-73,0 0-116,0 0 128,23 1-64,11 0-186,12 0 30,10 0-111,7-1-43,5-1-88,1-1-221,-2 0 13,-5 0-377,-7 0-362,-8 0-353,-10 2-1114,-10 1-2681,-10 4-3902,-7 0 6781</inkml:trace>
  <inkml:trace contextRef="#ctx0" brushRef="#br34" timeOffset="11979.303">13127 7232 3872 0 0,'0'0'0'0'0,"0"0"4585"0"0,0 0-3473 0 0,0 0 721 0 0,0 0-927 0 0,0 0 336 0 0,0 0-400 0 0,0 0 191 0 0,0 0-219 0 0,0 0-135 0 0,0 0 19 0 0,0 0-160 0 0,15-9-135 0 0,3-4-59 0 0,3-5-83 0 0,-1-4-78 0 0,-2-5-159 0 0,-4-3-5 0 0,-3-3-186 0 0,-5-2-40 0 0,-2 0-48 0 0,-3 2 62 0 0,-1 2-28 0 0,0 6 28 0 0,0 5-19 0 0,1 6-55 0 0,1 5-17 0 0,4 4-55 0 0,4 1 99 0 0,4 3-37 0 0,4-1 107 0 0,7 0-70 0 0,6-1 96 0 0,9 0 161 0 0,8-1-34 0 0,10 0 70 0 0,10 0 21 0 0,6 0 58 0 0,4 2-59 0 0,2 0 8 0 0,-4 2 11 0 0,-5 3-39 0 0,-8 4 58 0 0,-9 2 15 0 0,-8 4-7 0 0,-8 2-36 0 0,-7 4 6 0 0,-6 2 28 0 0,-6 3 23 0 0,-6 3 47 0 0,-4 3-38 0 0,-4 4-41 0 0,-5 6-30 0 0,-5 6-85 0 0,-8 7 15 0 0,-7 6-72 0 0,-7 8 82 0 0,-6 6 75 0 0,-6 5-33 0 0,-4 5-1 0 0,-3 3 22 0 0,-1 0-26 0 0,2-1-62 0 0,3-4-81 0 0,5-5 32 0 0,5-7-196 0 0,6-6 12 0 0,4-8-117 0 0,4-7-210 0 0,3-8-41 0 0,2-8-609 0 0,2-9-1106 0 0,1-7-564 0 0,1-8-2000 0 0,2-8 637 0 0,-1-8 4847 0 0,2-2-1625 0 0</inkml:trace>
  <inkml:trace contextRef="#ctx0" brushRef="#br35" timeOffset="12172.259">13772 7786 3676 0 0,'0'0'0'0'0,"0"0"5269"0"0,0 0-2428 0 0,0 0-762 0 0,0 0-957 0 0,0 0-242 0 0,41 6 77 0 0,12 2-284 0 0,12 0-438 0 0,4-2-208 0 0,0-1-606 0 0,-2-2-376 0 0,-4-2-957 0 0,-4-4-2589 0 0,-7-2-2880 0 0,-4-3 5673 0 0,-11 1 1474 0 0</inkml:trace>
  <inkml:trace contextRef="#ctx0" brushRef="#br36" timeOffset="12940.818">14655 7532 404 0 0,'0'0'0'0'0,"0"0"9645"0"0,0 0-8294 0 0,0 0 1222 0 0,0 0-1734 0 0,0 0-245 0 0,0 0-3 0 0,0 0 240 0 0,0 0-109 0 0,0 0-338 0 0,49-4-98 0 0,14-1-141 0 0,15-2-77 0 0,6 0-9 0 0,-1 0 9 0 0,-3 1 3 0 0,-7 0-24 0 0,-6 2-47 0 0,-10 1 7 0 0,-10 2-76 0 0,-8 3-84 0 0,-9 3-50 0 0,-8 3-98 0 0,-7 5-111 0 0,-5 4-66 0 0,-5 4 147 0 0,-4 4 110 0 0,-6 3 76 0 0,-6 3 36 0 0,-6 2 55 0 0,-5 1 56 0 0,-5 2 63 0 0,-7 1 147 0 0,-5 0 64 0 0,-6 0 12 0 0,-4-1 94 0 0,-2-2-64 0 0,1-1-23 0 0,1-3-76 0 0,5-3-72 0 0,5-4-42 0 0,7-4 45 0 0,7-4-6 0 0,9-5-3 0 0,6-4-108 0 0,5-2-25 0 0,4-1-103 0 0,5-2 68 0 0,7 1-88 0 0,6 0 28 0 0,6 1 93 0 0,7-1-80 0 0,5 1-8 0 0,5-1-85 0 0,5-1-83 0 0,6-1-25 0 0,2-3-311 0 0,0-2-549 0 0,-3-2-1183 0 0,-5-4-2575 0 0,-6 0-3576 0 0,-6-4 9731 0 0,-10 3-2917 0 0</inkml:trace>
  <inkml:trace contextRef="#ctx0" brushRef="#br37" timeOffset="3251.869">9087 3561 8585 0 0,'0'0'0'0'0,"0"0"1188"0"0,0 0-420 0 0,0 0-258 0 0,0 0-120 0 0,0 0 69 0 0,47 21 178 0 0,10 8-281 0 0,7 9-53 0 0,-2 6-60 0 0,-8 3-19 0 0,-9 3 22 0 0,-12 2 51 0 0,-11 2-14 0 0,-10 1-51 0 0,-12 1-86 0 0,-12 1 62 0 0,-12 1 21 0 0,-12-1 81 0 0,-11 1-23 0 0,-7-2-145 0 0,-7-3-133 0 0,-6-2 178 0 0,-1-5-12 0 0,-1-6 33 0 0,1-5-70 0 0,5-8-18 0 0,5-8-134 0 0,7-6-158 0 0,7-7-137 0 0,5-7-305 0 0,5-9-62 0 0,6-8-14 0 0,5-8-22 0 0,8-7-163 0 0,10-6 37 0 0,12-3-96 0 0,14-1 194 0 0,13 4 396 0 0,13 4 343 0 0,8 7 628 0 0,6 8 183 0 0,4 6-70 0 0,4 7-73 0 0,2 7-27 0 0,1 5 80 0 0,0 7-158 0 0,-3 4-260 0 0,-3 5-312 0 0,-3 2 8 0 0,-3 3-514 0 0,-4 1-688 0 0,-1-1-1147 0 0,-2-2-2818 0 0,-3-5-824 0 0,-1-4 7245 0 0,-10-5-2288 0 0</inkml:trace>
  <inkml:trace contextRef="#ctx0" brushRef="#br38" timeOffset="3460.07">10176 4069 7493 0 0,'0'0'0'0'0,"0"0"6428"0"0,0 0-6225 0 0,-14 18 1032 0 0,-3 9-765 0 0,-4 10 348 0 0,0 9 173 0 0,0 5-382 0 0,3 5-186 0 0,3 1-301 0 0,5 0-93 0 0,3-1-209 0 0,5-3-197 0 0,6-3-190 0 0,6-5-146 0 0,4-5-476 0 0,5-4-757 0 0,2-7-1152 0 0,1-5-2829 0 0,-3-7 1172 0 0</inkml:trace>
  <inkml:trace contextRef="#ctx0" brushRef="#br39" timeOffset="3775.408">10793 4160 4956 0 0,'0'0'0'0'0,"0"0"5333"0"0,-18 22-3552 0 0,-8 13 114 0 0,-10 14-680 0 0,-6 14-552 0 0,-4 12 138 0 0,-2 7 193 0 0,-1 7-401 0 0,0 3-128 0 0,2 1-275 0 0,2-3-179 0 0,4-3-25 0 0,4-5-43 0 0,4-6-18 0 0,4-5-124 0 0,2-7-70 0 0,2-6-72 0 0,2-6-416 0 0,2-7-703 0 0,2-7-1022 0 0,4-7-2604 0 0,2-8-2014 0 0,4-7 7355 0 0,3-7-1432 0 0</inkml:trace>
  <inkml:trace contextRef="#ctx0" brushRef="#br40" timeOffset="19437.877">9982 4062 628 0 0,'0'0'0'0'0,"0"0"64"0"0,0 0 135 0 0,0 0 620 0 0,0 0 1385 0 0,0 0-1255 0 0,0 0 135 0 0,0 0-245 0 0,0 0 26 0 0,0 0-35 0 0,0 0-3 0 0,-1-4-91 0 0,-1-2-152 0 0,0 1-103 0 0,1-1-106 0 0,0 1-61 0 0,0 2 24 0 0,1 0 20 0 0,0 2-63 0 0,0 0-100 0 0,0 0-48 0 0,0 1-53 0 0,0 0-101 0 0,0 0 4 0 0,0 2-90 0 0,0 0 118 0 0,0 0 41 0 0,0 1-89 0 0,0 1 34 0 0,0 1-25 0 0,0 0-70 0 0,2 1 46 0 0,3 1 29 0 0,2 2-98 0 0,3 0 36 0 0,1 1 75 0 0,1 2-95 0 0,0 1-4 0 0,0 0 117 0 0,-1 1 78 0 0,-1 0-31 0 0,-1 0 12 0 0,-3 1-88 0 0,-2-2 75 0 0,-2 0-65 0 0,0-2 0 0 0,-2-2 55 0 0,0 0-13 0 0,-1-2-54 0 0,2-2 17 0 0,0-1-82 0 0,0-2 6 0 0,1 0 8 0 0,-1-1 60 0 0,0 0-8 0 0,1 1 11 0 0,0 0 5 0 0,1 2 4 0 0,-1 0 4 0 0,-1 2 37 0 0,0 1 8 0 0,0 0-56 0 0,-1 1 57 0 0,1 0-76 0 0,-1 0 13 0 0,-1 0 4 0 0,1-2-5 0 0,0-1 2 0 0,0 0 0 0 0,1 0 0 0 0,1-1 0 0 0,-1 1 0 0 0,1 0 0 0 0,-1 0-60 0 0,0 2 21 0 0,0 0 46 0 0,0 1-15 0 0,0 0 8 0 0,0 1 5 0 0,0 0 50 0 0,0 0-61 0 0,0-1 11 0 0,0-1-18 0 0,1 0-39 0 0,2-1 66 0 0,0-1 67 0 0,1 1-106 0 0,-1-1-42 0 0,2-1 1 0 0,-2 1-13 0 0,0 0 37 0 0,0 0 44 0 0,0 1-5 0 0,-2 0 2 0 0,0 1 6 0 0,0 0 8 0 0,-1 0-7 0 0,0 1-7 0 0,1 0-58 0 0,-1-1 67 0 0,1 0-28 0 0,1-1-67 0 0,0 0 97 0 0,1 0-112 0 0,0 0 70 0 0,1-1 16 0 0,-1 1-70 0 0,2-1 107 0 0,-1 1 28 0 0,0-1-53 0 0,-1 0 102 0 0,1 1-19 0 0,-1-1-21 0 0,0-1 52 0 0,0 1-39 0 0,-1-1 8 0 0,0 0-31 0 0,0 1-43 0 0,0-1 1 0 0,0-1-9 0 0,0 1 4 0 0,2-1 3 0 0,0 1 111 0 0,0-1-87 0 0,0 0-24 0 0,0 0 78 0 0,-1 1-28 0 0,1-1 24 0 0,-1 1 43 0 0,-1 0-58 0 0,0 0 19 0 0,0 0 8 0 0,-1 0-32 0 0,-1 1-4 0 0,2 0-46 0 0,-2 1 10 0 0,2-1 55 0 0,0 1-78 0 0,0 0 86 0 0,1 0-96 0 0,-1 0 29 0 0,0-1-14 0 0,0 0 14 0 0,-2-1 43 0 0,0-1 44 0 0,-1 0 10 0 0,1-2 12 0 0,-1 1 4 0 0,-1-1 14 0 0,1 1-21 0 0,0-2 11 0 0,0 1 24 0 0,0 0-11 0 0,0-1-5 0 0,0 0-30 0 0,0 0-2 0 0,0 0-6 0 0,0 0-1 0 0,0 0 28 0 0,0 0 6 0 0,0 0 24 0 0,0 0-10 0 0,0 0 14 0 0,1 0 15 0 0,0 0 25 0 0,-1 0 8 0 0,1 0-47 0 0,0-1-54 0 0,-1 1-48 0 0,0-1-53 0 0,1 0 13 0 0,0 0-23 0 0,0 0-85 0 0,-1 0-107 0 0,1 1-162 0 0,-1-1-185 0 0,0 1-188 0 0,0 0-312 0 0,0 1-1054 0 0,-2 0-2772 0 0,-9 5-2744 0 0,10-5 8737 0 0,1 0-2206 0 0</inkml:trace>
  <inkml:trace contextRef="#ctx0" brushRef="#br41" timeOffset="9998.231">10385 7656 6201 0 0,'0'0'0'0'0,"0"0"6396"0"0,0 0-5604 0 0,0 0 718 0 0,7 19-1187 0 0,4 10-88 0 0,5 11 257 0 0,2 7 56 0 0,3 6 48 0 0,0 5-505 0 0,0 3-46 0 0,1 0-250 0 0,-1-1-437 0 0,-1-3-132 0 0,1-3-173 0 0,-1-6-143 0 0,0-6-269 0 0,-3-5-164 0 0,-4-7-117 0 0,-3-7-795 0 0,-5-6-1900 0 0,-5-6 3167 0 0,-7-5 244 0 0,-2-4 858 0 0</inkml:trace>
  <inkml:trace contextRef="#ctx0" brushRef="#br42" timeOffset="10276.35">11313 7887 8969 0 0,'0'0'0'0'0,"0"0"2452"0"0,0 0-784 0 0,-8 26 131 0 0,-2 14-422 0 0,-3 11-52 0 0,-3 9-252 0 0,-2 4-286 0 0,-2 4-289 0 0,-2 2-289 0 0,-1 2-190 0 0,-2 0 14 0 0,-2 2-205 0 0,-2 1-63 0 0,-1 1 77 0 0,-2-1-279 0 0,-1-1-196 0 0,-3-1-203 0 0,-1-4-468 0 0,0-3-1209 0 0,-3-6-2066 0 0,2-9-1424 0 0,0-7 3787 0 0,8-13 1491 0 0</inkml:trace>
  <inkml:trace contextRef="#ctx0" brushRef="#br43" timeOffset="24562.427">10559 8313 364 0 0,'0'0'0'0'0,"0"0"16"0"0,0 0 224 0 0,0 0 90 0 0,0 0 2770 0 0,0 0-1796 0 0,0 0 163 0 0,0 0-322 0 0,0 0-29 0 0,0 0-112 0 0,0 0-195 0 0,0 6-212 0 0,3 2-49 0 0,2 1-156 0 0,3 0-50 0 0,2 0-27 0 0,1-2-7 0 0,1 0 29 0 0,-1-1-42 0 0,-1-1-61 0 0,0-2-40 0 0,-1 1-40 0 0,1 0 4 0 0,1 0-38 0 0,1 2-122 0 0,2 0 18 0 0,1 1-14 0 0,1 1-16 0 0,0-1-70 0 0,1 1 51 0 0,0-1-24 0 0,-1 1 52 0 0,-1-2-60 0 0,-2 0 66 0 0,-2 0-66 0 0,-1-1 71 0 0,-2-1-26 0 0,-1 0-80 0 0,-2-1-242 0 0,-2 0-295 0 0,-1 1-221 0 0,-2-1-482 0 0,1 1-446 0 0,1 0-60 0 0,0 1 89 0 0,1 0 138 0 0,0-1 374 0 0,1 1-277 0 0,0-2-12 0 0,-1-1 1808 0 0</inkml:trace>
  <inkml:trace contextRef="#ctx0" brushRef="#br44" timeOffset="25096.797">11434 8000 364 0 0,'0'0'0'0'0,"0"0"300"0"0,0 0-271 0 0,0 0 162 0 0,0 0-26 0 0,0 0 2112 0 0,-22 22-1901 0 0,-5 5-110 0 0,-7 6-186 0 0,-3 1-150 0 0,-2 0-419 0 0,0-1-428 0 0,0-1-364 0 0,0-2 133 0 0,1-2 1187 0 0,8-7-199 0 0</inkml:trace>
  <inkml:trace contextRef="#ctx0" brushRef="#br45" timeOffset="31048.27">1105 15151 92 0 0,'0'0'0'0'0,"0"0"64"0"0,0 0 579 0 0,0 0 1631 0 0,0 0 466 0 0,0 0-1386 0 0,0 0-120 0 0,0 0-289 0 0,0 0-191 0 0,0 0-386 0 0,5 1-65 0 0,2-1-97 0 0,0 0-91 0 0,1 1-47 0 0,-2-1 5 0 0,-1 0 5 0 0,0 0 29 0 0,-1 0 53 0 0,-1 0-18 0 0,-1 0-17 0 0,-1 0 68 0 0,1 0-55 0 0,-2 0-23 0 0,1 0-21 0 0,-1 0-17 0 0,0 0 2 0 0,0 0-17 0 0,0 0 32 0 0,0 0-19 0 0,0 0-31 0 0,0 0 14 0 0,0 0 68 0 0,0 0 68 0 0,1 0 27 0 0,0 0-13 0 0,0 0 10 0 0,0 0-30 0 0,0 0-24 0 0,0 0-10 0 0,0 0-28 0 0,0 0-12 0 0,-1 0-32 0 0,0 0-92 0 0,0 0 24 0 0,0 0-60 0 0,0 0 59 0 0,0 0 41 0 0,1-1-57 0 0,1-1 63 0 0,3-3 62 0 0,1-3 141 0 0,4-4-122 0 0,3-3-27 0 0,3-4-108 0 0,5-4 97 0 0,3-4-5 0 0,5-2-69 0 0,4-2-21 0 0,2-3-2 0 0,4-2-6 0 0,3-1 5 0 0,1-2-2 0 0,2-1 11 0 0,2-1 71 0 0,3-1 83 0 0,2-2 126 0 0,2 0-139 0 0,1 0-171 0 0,-1 0 6 0 0,-1 1-66 0 0,-3 1-12 0 0,-2 3-142 0 0,-4 2-8 0 0,-3 2 81 0 0,-2 3 43 0 0,-3 2 113 0 0,-1 3-85 0 0,-2 3 90 0 0,-2 1-84 0 0,-2 2 99 0 0,-1 1-20 0 0,-1 1 73 0 0,0 0-4 0 0,1 0-26 0 0,-1 0-36 0 0,2-2 60 0 0,0 0-26 0 0,2-1 27 0 0,1-2 8 0 0,2 0-89 0 0,2-1 26 0 0,1-1 2 0 0,1 0 71 0 0,1 1-52 0 0,-2 1-32 0 0,-1 1 24 0 0,-3 2 27 0 0,-1 0-56 0 0,-4 3 23 0 0,-2 1 95 0 0,-4 1-71 0 0,-3 3-38 0 0,-2 0 12 0 0,-1 3 57 0 0,-3 0-29 0 0,-2 1-39 0 0,-1 2 4 0 0,0-1 0 0 0,-1 2 2 0 0,0 0-10 0 0,0 0 8 0 0,0 1 2 0 0,-1 0 74 0 0,-1 1-53 0 0,-1 1 38 0 0,-2 1 5 0 0,-1 0-7 0 0,0 1 8 0 0,-2 0-76 0 0,0 1 8 0 0,-1 0-91 0 0,0 0 3 0 0,0 0 87 0 0,0 0-81 0 0,0 0 19 0 0,-1 0-9 0 0,1 0 65 0 0,0 0-10 0 0,0 0 11 0 0,0 0 71 0 0,0 0-39 0 0,0 0 20 0 0,0 0 20 0 0,0 0 12 0 0,0 0-1 0 0,0 0 58 0 0,0 0 2 0 0,0 0-29 0 0,0 1-35 0 0,0-1-15 0 0,0 0-18 0 0,0 1 20 0 0,0-1-73 0 0,0 0 12 0 0,0 0-11 0 0,0 0-5 0 0,0 1 1 0 0,0-1-1 0 0,0 0 9 0 0,0 0-2 0 0,0 1 1 0 0,0-1 0 0 0,0 0 0 0 0,0 0 4 0 0,0 0 0 0 0,0 0 0 0 0,0 0 0 0 0,0 0 4 0 0,0 0 4 0 0,0 0 56 0 0,0 0-68 0 0,0 0 61 0 0,0 0-60 0 0,0 0 59 0 0,0 0-56 0 0,0 0 83 0 0,0 0-48 0 0,0 0 40 0 0,1 0 64 0 0,0 1-31 0 0,0-1 56 0 0,-1 0 144 0 0,1 0-52 0 0,-1 1-133 0 0,0-1-73 0 0,0 0-41 0 0,1 0-1 0 0,-2 0-13 0 0,1 0 2 0 0,0 0-6 0 0,0 0 2 0 0,0 0 3 0 0,0 0 0 0 0,0 0 56 0 0,0 0 16 0 0,0 0-19 0 0,0 0 14 0 0,0 0-22 0 0,0 0 6 0 0,0 0-50 0 0,0 0 4 0 0,0 0-8 0 0,0 0-10 0 0,0 0-81 0 0,0 0 59 0 0,1 0-18 0 0,1 0-9 0 0,0 0-29 0 0,1 0 54 0 0,3 0 39 0 0,2 1 204 0 0,5 0-197 0 0,4 1 16 0 0,4 0-5 0 0,2 0-4 0 0,4-1-5 0 0,2 0 58 0 0,3 0-73 0 0,4 0 10 0 0,2-1-9 0 0,2 0 0 0 0,3 0-1 0 0,1 0 0 0 0,2 0-5 0 0,2 1 6 0 0,0 0-6 0 0,2 1-3 0 0,1 1 10 0 0,1-1 1 0 0,1 0 10 0 0,1 0-2 0 0,1 0 89 0 0,2-1-6 0 0,1 0 3 0 0,1-1-6 0 0,2 0-16 0 0,2 1-76 0 0,1-1 30 0 0,2 0-24 0 0,3 0 9 0 0,3 0-12 0 0,3 1 13 0 0,2-1 0 0 0,3-1 1 0 0,1 1 60 0 0,2 0-21 0 0,2 0-51 0 0,1 0 78 0 0,3-1-83 0 0,1-1 81 0 0,0-1-89 0 0,1-1 21 0 0,1-1-7 0 0,0 0-6 0 0,-1 0 2 0 0,0 0-1 0 0,-1 1-56 0 0,-1-1 63 0 0,-1 1-78 0 0,-2 1 83 0 0,0 0-71 0 0,-1 0 78 0 0,-1 1-23 0 0,1 0 3 0 0,-1 0-8 0 0,1 1 3 0 0,0 0-2 0 0,1 0-61 0 0,2-1 78 0 0,1 1-25 0 0,2 0 12 0 0,0 0-5 0 0,0 1 6 0 0,0-1 3 0 0,0 2 4 0 0,0 0 4 0 0,0 1-5 0 0,2 2 11 0 0,1 1-3 0 0,1 0 1 0 0,1 1-5 0 0,0 0 11 0 0,0 0-8 0 0,1-2-7 0 0,1 1-7 0 0,0-1 2 0 0,3-1-2 0 0,3-1-5 0 0,1-1-68 0 0,2 0 98 0 0,1 0-130 0 0,1 1 127 0 0,-1-1-122 0 0,-2 1 120 0 0,-2 0-78 0 0,-4 1 75 0 0,-4-2-16 0 0,-4 1 7 0 0,-3-1-14 0 0,-3-1-38 0 0,-2 0 10 0 0,0-2 40 0 0,0-2-12 0 0,2-2 6 0 0,1-1 9 0 0,4-1-2 0 0,1 0 1 0 0,4-1-14 0 0,1 0 18 0 0,3 1-2 0 0,1 1 11 0 0,0 1-16 0 0,0 1 19 0 0,0 1-6 0 0,-2-1-3 0 0,-1 1 6 0 0,-3-1-15 0 0,-2-1-10 0 0,-4 0-73 0 0,-2-1 99 0 0,-2 0-29 0 0,-1-1-55 0 0,-1 0 6 0 0,-3-1 64 0 0,-1-1-27 0 0,-2 1 21 0 0,-3 0-50 0 0,-3 0 71 0 0,-3 1-28 0 0,-3 0 10 0 0,-4 2-6 0 0,-3 0-3 0 0,-5 1 10 0 0,-4 1-13 0 0,-5 1 9 0 0,-6 0-7 0 0,-4 0 2 0 0,-6 2 3 0 0,-4-1 9 0 0,-5 1-2 0 0,-4 1 10 0 0,-4-1 44 0 0,-3 1-58 0 0,-2 0 24 0 0,-2 0 81 0 0,-2 1-71 0 0,-1-1 26 0 0,-1 0-49 0 0,0 0 72 0 0,-1 0-83 0 0,1 0 68 0 0,-1 0-68 0 0,1 0 20 0 0,0 0-7 0 0,0 0-5 0 0,0 0-3 0 0,0 0 1 0 0,0 0-11 0 0,0 0-57 0 0,0 0 25 0 0,0 0-7 0 0,-1 0 52 0 0,0 0-19 0 0,-1 0 4 0 0,0 1-55 0 0,-1-1 24 0 0,-1 1 41 0 0,-1-1-74 0 0,0 1 81 0 0,-1 0-67 0 0,-1 0 57 0 0,1 0-12 0 0,1 0-37 0 0,0 0 12 0 0,1-1-6 0 0,0 1 42 0 0,0 1-3 0 0,-1 0 4 0 0,-1 1 1 0 0,-3 0 4 0 0,-1 2 0 0 0,-3 0 0 0 0,-1 0-14 0 0,-2 1-52 0 0,-3 0 74 0 0,-1 1-24 0 0,-2 1 12 0 0,-2 0-5 0 0,-3 2 2 0 0,-2 2-6 0 0,-4 2-45 0 0,-7 3-39 0 0,-6 3-66 0 0,-7 3 56 0 0,-7 4-84 0 0,-7 2 70 0 0,-7 2 11 0 0,-2 3 35 0 0,-2 1 68 0 0,0 2-48 0 0,1 0 66 0 0,3 0-3 0 0,0 1 132 0 0,3 0-6 0 0,1 1 52 0 0,-2 2-64 0 0,-1 1-48 0 0,-3 1-21 0 0,-3 2-56 0 0,-6 2 11 0 0,-3 2-83 0 0,-6 1 26 0 0,-4 2-58 0 0,-3 1 4 0 0,-1 0-8 0 0,0 0 116 0 0,3 0-33 0 0,5-3 20 0 0,3-2-61 0 0,4-2 88 0 0,5-2-20 0 0,3-2 12 0 0,2-1 1 0 0,0-1-10 0 0,-3-1-1 0 0,-3 0-56 0 0,-3 0-18 0 0,-5 0 20 0 0,-2-1 5 0 0,-1 1 40 0 0,1-1 4 0 0,2-1 2 0 0,5 0 6 0 0,5-2-5 0 0,7-1 2 0 0,7-3-1 0 0,5-2 0 0 0,7-3 0 0 0,4-2 0 0 0,4-1 9 0 0,2-1-12 0 0,0 0-5 0 0,-1 2-87 0 0,-2 1 5 0 0,-3 1 35 0 0,-1 3-25 0 0,-2 0 80 0 0,1 1-74 0 0,4 1 91 0 0,5-1 104 0 0,7-3-41 0 0,7-1-95 0 0,8-4-52 0 0,7-3 21 0 0,4-3 40 0 0,5-2-14 0 0,1-4-53 0 0,3-1-6 0 0,-1-2-197 0 0,-1 0-46 0 0,-1 0-197 0 0,-4 1-423 0 0,-3 2-465 0 0,-5 2-501 0 0,-6 1-1484 0 0,-5 1-3696 0 0,-9 1 7591 0 0,5-2-2319 0 0</inkml:trace>
  <inkml:trace contextRef="#ctx0" brushRef="#br46" timeOffset="33169.291">1407 15131 156 0 0,'0'0'0'0'0,"0"0"588"0"0,0 0-462 0 0,0 0-87 0 0,0 0 47 0 0,0 0-12 0 0,0 0 688 0 0,0 0-62 0 0,0 0-284 0 0,0 0 10 0 0,0 0 9 0 0,-10 1 299 0 0,0 0 62 0 0,1 1 31 0 0,0-1-62 0 0,3 0-35 0 0,4-1-54 0 0,2 1-10 0 0,1-1-120 0 0,0 1-95 0 0,1-1-163 0 0,1 1-87 0 0,-1-1-1 0 0,0 2 41 0 0,0-1 11 0 0,-1 2-42 0 0,-3 0-124 0 0,-1 2 39 0 0,-4 1 20 0 0,-3 2 36 0 0,-2 0-8 0 0,-2 2 21 0 0,-3 0-32 0 0,-1 0-23 0 0,-1 1-36 0 0,-1 0-11 0 0,0 1-30 0 0,-1 0-8 0 0,0-1 0 0 0,1 2-53 0 0,-1 0 14 0 0,0 1 87 0 0,1 1-9 0 0,-1 1 36 0 0,0 1-23 0 0,1 1-20 0 0,-1 1-40 0 0,-2 1-43 0 0,-2 2 13 0 0,-1 1 117 0 0,-4 2-161 0 0,0 1 50 0 0,-3 0-13 0 0,-1 1 138 0 0,0-1-123 0 0,0 1-21 0 0,-1-1-8 0 0,1-1 9 0 0,0 1-6 0 0,-1-1 2 0 0,0 0-4 0 0,1-1 5 0 0,0-2-2 0 0,1-1 15 0 0,2-1-8 0 0,2-2 68 0 0,1-1 83 0 0,3-1-20 0 0,1-2 43 0 0,3-1-110 0 0,3-1 140 0 0,1-1-78 0 0,2-2-83 0 0,1-1 59 0 0,1-1-25 0 0,2-1-97 0 0,3-1 19 0 0,1-2-16 0 0,1-1 9 0 0,2 0-4 0 0,0-1-2 0 0,0 0 0 0 0,1 0 0 0 0,1-1 0 0 0,1 0-4 0 0,0 0 5 0 0,1 0-6 0 0,0 0 15 0 0,0 0 85 0 0,0 0-24 0 0,0 0-71 0 0,0 0 24 0 0,0 0-12 0 0,1 0-4 0 0,0 0-4 0 0,1 0 5 0 0,-1 0 12 0 0,2 0 119 0 0,1 0 125 0 0,0 0 0 0 0,2 0 15 0 0,2 1-24 0 0,0 0-122 0 0,1 0-131 0 0,0 1 24 0 0,0-1-22 0 0,2 0-43 0 0,3 0 58 0 0,4 0 56 0 0,5 0-75 0 0,5 0 14 0 0,6 0-15 0 0,5 1 11 0 0,4 1-9 0 0,4 0 7 0 0,1 1-15 0 0,3 0 8 0 0,1 0-2 0 0,0 0 9 0 0,1-1 49 0 0,1 1 94 0 0,1 0 23 0 0,4-1-58 0 0,2-1-4 0 0,2 1 13 0 0,2-1-50 0 0,2 0-66 0 0,2 0 64 0 0,1 0-71 0 0,3 0 20 0 0,0 0-12 0 0,2 0-3 0 0,3 1-4 0 0,1 0 5 0 0,2-1-11 0 0,1 1 8 0 0,1-1-2 0 0,1 0 9 0 0,1 0 44 0 0,0-1-49 0 0,2 0 88 0 0,1-1-36 0 0,2 0-52 0 0,1-1 13 0 0,-1 0-13 0 0,1-1-4 0 0,-4 1 1 0 0,-1 0-11 0 0,-2 0-57 0 0,-3 1 34 0 0,-2 0 43 0 0,-1 2-28 0 0,1 1 16 0 0,1 0-68 0 0,1 2 94 0 0,1 0-35 0 0,2 0 7 0 0,2-1-46 0 0,1 0-48 0 0,0-1 39 0 0,0 0-17 0 0,1-1-6 0 0,-2-1 27 0 0,0 1 10 0 0,-2 0-48 0 0,-1 0 30 0 0,-1 0 73 0 0,-1 1-27 0 0,-2 1 23 0 0,-4-1 6 0 0,-3 0 3 0 0,-2 0-9 0 0,0 0 13 0 0,1-2 70 0 0,0 1 97 0 0,2-2-13 0 0,1 0-24 0 0,2-2-6 0 0,0-1-103 0 0,1-1-20 0 0,-2-1-11 0 0,-2 1-59 0 0,-4-1-33 0 0,-4 2 6 0 0,-3 0 81 0 0,-3 2-141 0 0,0 0 60 0 0,1 1 25 0 0,2 1-29 0 0,2 0 96 0 0,2 1-32 0 0,2-1-80 0 0,1 0 120 0 0,2 0-87 0 0,0-1-48 0 0,1 0-4 0 0,0-2 27 0 0,-1 0 21 0 0,0 0 70 0 0,-1 0-87 0 0,-2 1-20 0 0,0-1 60 0 0,-1 1 38 0 0,1 1-10 0 0,0 0-51 0 0,2 0 82 0 0,-1 0-32 0 0,0 0 20 0 0,-1 0 1 0 0,-3-1 14 0 0,-3-1 86 0 0,-3-1-70 0 0,-4-1 58 0 0,-3-2-30 0 0,-3-1-56 0 0,-1 0 16 0 0,-1-1 61 0 0,0 0-85 0 0,-2 0 14 0 0,-3 1 0 0 0,-1 1-8 0 0,-3 1-3 0 0,-3 1-9 0 0,-3 0 7 0 0,-3 1-3 0 0,-3 1-55 0 0,-1-1 77 0 0,-3 1-21 0 0,-1 1 7 0 0,-2-1 1 0 0,0 0 0 0 0,0 0 0 0 0,0 0-14 0 0,1 0 9 0 0,2-1 6 0 0,2 0 7 0 0,3 0 50 0 0,3 0-70 0 0,1 0 24 0 0,2 0 6 0 0,2 1 48 0 0,1 1-9 0 0,0 0-64 0 0,0 0 31 0 0,-3 1-27 0 0,-2-1-9 0 0,-3 1 1 0 0,-3-1-75 0 0,-2 1 34 0 0,-4-1-14 0 0,-2-1-86 0 0,-3 1-32 0 0,-4-1 32 0 0,-1 0 73 0 0,-4 1 81 0 0,-2 0 39 0 0,-1 0-57 0 0,-2 1-181 0 0,-1 0 50 0 0,-3 2-220 0 0,-8 1-524 0 0,-6 2-1104 0 0,-8 2-1063 0 0,-7 1-4766 0 0,-7 1 7759 0 0,5-2-756 0 0</inkml:trace>
  <inkml:trace contextRef="#ctx0" brushRef="#br47" timeOffset="35714.944">5644 14815 508 0 0,'0'0'0'0'0,"0"0"2728"0"0,0 0-1498 0 0,0 0-542 0 0,0 0-470 0 0,0 0-27 0 0,0 0 5 0 0,0 0-36 0 0,0 0 9 0 0,18-1 154 0 0,3 0 43 0 0,4-1 105 0 0,-1 0 178 0 0,-2 0-88 0 0,-3 0-122 0 0,-4 1-113 0 0,0 0-59 0 0,-2 0 5 0 0,-1 0-74 0 0,0 0-42 0 0,2 1 23 0 0,2 0 1 0 0,3-1-63 0 0,2 1 67 0 0,3 0-9 0 0,3 1 64 0 0,2-1-16 0 0,2 2 9 0 0,3 0-19 0 0,2 0-36 0 0,3 2-52 0 0,2-1-16 0 0,3 0-20 0 0,1 1 7 0 0,3 0-112 0 0,1-1 45 0 0,3 0-28 0 0,1-1 74 0 0,1-1 26 0 0,2 1 6 0 0,1-1 22 0 0,1 0 43 0 0,2 0-43 0 0,0 0 104 0 0,2 0 3 0 0,0-1 41 0 0,1 1-119 0 0,0-1 6 0 0,0 0-110 0 0,0 0-50 0 0,0 0 6 0 0,-1 0-103 0 0,-1 1 120 0 0,1 1 403 0 0,-1 0-482 0 0,1 2 103 0 0,0 1 50 0 0,0 0-126 0 0,-1 1 29 0 0,-1-1-67 0 0,-1 0 81 0 0,-2 0-28 0 0,0-1 6 0 0,-1-1 5 0 0,-1-1-2 0 0,-1 0 11 0 0,0-2-13 0 0,1 1-5 0 0,1-1-50 0 0,1 0 13 0 0,3 0-21 0 0,0 0 65 0 0,2 0-10 0 0,0-1-79 0 0,1 1 110 0 0,0 0-101 0 0,0 0 86 0 0,0 0-53 0 0,-3 1 54 0 0,-2-1-11 0 0,-1 1 0 0 0,-2 0 1 0 0,-2 0-4 0 0,-1 0-74 0 0,1 1 104 0 0,0 0-29 0 0,2-1 6 0 0,2 0 1 0 0,2 0-14 0 0,3-1 0 0 0,6 1 17 0 0,3-2 64 0 0,6-1-77 0 0,5-2 138 0 0,2 0-58 0 0,2-1-82 0 0,-1 0-48 0 0,-2 1-8 0 0,-4 0 8 0 0,-5 1-20 0 0,-5 1-8 0 0,-5 1 100 0 0,-6 0-86 0 0,-4 1-12 0 0,-4 0 32 0 0,-2-1 47 0 0,-1 0-4 0 0,-1 0 10 0 0,2-1 5 0 0,4-2 9 0 0,5 0 128 0 0,5-2-180 0 0,5 0-1 0 0,5-1 57 0 0,5 0-26 0 0,4-1 19 0 0,2 0 164 0 0,1 0-88 0 0,0 0 64 0 0,-3 1-172 0 0,-4 1 44 0 0,-6-1-26 0 0,-6 2-14 0 0,-6-1 23 0 0,-6 1-8 0 0,-6 1 125 0 0,-5-1 20 0 0,-4 1-44 0 0,-2-2-8 0 0,-2 1-26 0 0,0 0 4 0 0,0-1-4 0 0,1 1-18 0 0,0-1-42 0 0,1 1 20 0 0,0-1 56 0 0,1 2 20 0 0,1-1 50 0 0,1 1 317 0 0,1 0 125 0 0,1 0-579 0 0,0 1 52 0 0,-3-1-46 0 0,-2 1-32 0 0,-4 0-44 0 0,-3 0 68 0 0,-1 0-23 0 0,-3 0-2 0 0,0 1-113 0 0,0-1 31 0 0,0 0 22 0 0,0 1-7 0 0,-1-1 37 0 0,0 0 29 0 0,1 1-2 0 0,-2 0 9 0 0,1 0 4 0 0,-2 0-1 0 0,0 1-3 0 0,-2 0 5 0 0,0 0-6 0 0,0 1-3 0 0,-1 0-46 0 0,2 0 73 0 0,0 0-24 0 0,2 0 9 0 0,1 0 5 0 0,1 0 8 0 0,2 1-3 0 0,0-1-7 0 0,2 1 2 0 0,0 0-5 0 0,1 0 84 0 0,3 0 411 0 0,1 0-631 0 0,2 0 144 0 0,1 0-73 0 0,-1 0 23 0 0,-1 1 46 0 0,0 0-12 0 0,-2-1 8 0 0,0 2-4 0 0,0-1 5 0 0,-1 1-6 0 0,0 1 6 0 0,-3-1-16 0 0,-2 0-55 0 0,-3-1 80 0 0,-1 0-28 0 0,-4 0-60 0 0,-2 0 90 0 0,-2-1-34 0 0,0 0-32 0 0,0-1 54 0 0,0 1-106 0 0,2-1-2 0 0,2 0 34 0 0,0 0 8 0 0,1 0 64 0 0,-1 0-16 0 0,-2 0 15 0 0,-2-1 3 0 0,-2 1 13 0 0,-3-1 100 0 0,-2 1 14 0 0,-3 0 78 0 0,-1 0 22 0 0,-1 0-52 0 0,-2 0-40 0 0,0 0-32 0 0,-1 0-44 0 0,0 0-2 0 0,0 0-8 0 0,-1 0-38 0 0,1 0 6 0 0,0 0-18 0 0,0 0-147 0 0,0 0-10 0 0,-2 0-11 0 0,-2-2-35 0 0,-6-2 92 0 0,-7-3 112 0 0,-7-4-546 0 0,-7-5 696 0 0,-8-4-212 0 0,-4-3 58 0 0,-1-5-124 0 0,1-2-101 0 0,3-1 53 0 0,5 0-150 0 0,6 1-3 0 0,5 4-79 0 0,7 3-93 0 0,4 3-222 0 0,3 5-381 0 0,4 3-531 0 0,1 3-729 0 0,1 4-1696 0 0,1 2 297 0 0,1 2 4447 0 0</inkml:trace>
  <inkml:trace contextRef="#ctx0" brushRef="#br48" timeOffset="36126.832">13941 14697 992 0 0,'0'0'0'0'0,"0"0"180"0"0,0 0 1270 0 0,0 0 850 0 0,0 0-2056 0 0,0 0 113 0 0,0 0-286 0 0,0 0 257 0 0,0 0-2 0 0,0 0 11 0 0,0 0-93 0 0,0 0-108 0 0,8 0 150 0 0,1 1 396 0 0,-1 0 328 0 0,-1-1 103 0 0,-1 1 58 0 0,-2-1-26 0 0,-2 2-156 0 0,-1 1-111 0 0,-5 2-59 0 0,-3 2-368 0 0,-5 4-84 0 0,-4 4-165 0 0,-5 5-77 0 0,-8 3-130 0 0,-6 6-92 0 0,-7 3-337 0 0,-6 3-214 0 0,-6 2 20 0 0,-3 0-224 0 0,0-1-398 0 0,0-2-901 0 0,2-3-2644 0 0,4-4-686 0 0,3-5 6559 0 0,12-5-2009 0 0</inkml:trace>
  <inkml:trace contextRef="#ctx0" brushRef="#br49" timeOffset="39579.953">6192 10655 508 0 0,'0'0'0'0'0,"0"0"1136"0"0,0 0-989 0 0,0 0-44 0 0,0 0 49 0 0,0 0 822 0 0,0 0-1875 0 0,0 0 1056 0 0,6-5-197 0 0,0-1 508 0 0,1-1-92 0 0,-2 1 188 0 0,-1 1-60 0 0,-1 2 36 0 0,-1 0-36 0 0,-1 1-50 0 0,-1 1-34 0 0,0 0-177 0 0,0 0-105 0 0,-1 1-76 0 0,2 0 52 0 0,0 0-45 0 0,-1 0-2 0 0,1 1-55 0 0,-1-1 70 0 0,1 0 22 0 0,-1 0 164 0 0,0 0 154 0 0,0 2 70 0 0,0 1-117 0 0,0 2-214 0 0,0 2-137 0 0,-1 2 22 0 0,-1 0-38 0 0,1 1-6 0 0,-2 0 2 0 0,1 0-77 0 0,-1 0 82 0 0,1 0-13 0 0,-1 0 83 0 0,1 1-86 0 0,-2 0 105 0 0,0 0-26 0 0,-1 1 38 0 0,0 1 6 0 0,-1-1 28 0 0,-1 1-1 0 0,0-1-17 0 0,0 1-77 0 0,0-1-44 0 0,0 0-8 0 0,2-1-66 0 0,2 0 91 0 0,1 0-45 0 0,0 0-92 0 0,0 1 89 0 0,1-1-80 0 0,1 2 28 0 0,0 0 84 0 0,-1 0-25 0 0,0 0 22 0 0,0 2-2 0 0,-3-1 169 0 0,0 0-109 0 0,-1 1 37 0 0,-1 0-16 0 0,1 1 29 0 0,-2-1-28 0 0,1 0-32 0 0,0 0-52 0 0,1-1-77 0 0,0 0 12 0 0,0-1 68 0 0,2 1-84 0 0,0-2 29 0 0,2 0 5 0 0,-1 1 57 0 0,1-1-16 0 0,0 1 9 0 0,0 1 0 0 0,-2 0 5 0 0,0 1 3 0 0,-3 0 50 0 0,0 1-64 0 0,0 0 21 0 0,0 0-16 0 0,-1 1-101 0 0,3-1-50 0 0,-1 1 35 0 0,2-1 46 0 0,1 1-47 0 0,1-1 79 0 0,0 1 35 0 0,1 0-8 0 0,0 1 12 0 0,0 0 9 0 0,1 0-7 0 0,-1 1 91 0 0,0 1-105 0 0,-1 1 110 0 0,0-1-116 0 0,-1 2 43 0 0,0-1-28 0 0,-1 2-75 0 0,0-2 92 0 0,1 1-112 0 0,1 0-13 0 0,0 1 30 0 0,1-1-1 0 0,-1 0 93 0 0,1 0-29 0 0,1 1 19 0 0,-1-1-1 0 0,0 0 121 0 0,0 0-20 0 0,0 1 120 0 0,-2 0-28 0 0,0 0-125 0 0,-2 1-63 0 0,-2 0-97 0 0,0 0 108 0 0,-2 0-88 0 0,1 0-305 0 0,1-1 23 0 0,2 0 51 0 0,2-2 122 0 0,0-1 37 0 0,1 0 146 0 0,1-1-35 0 0,0 0-39 0 0,1 1 12 0 0,-1 2 67 0 0,0 1-21 0 0,0 2 14 0 0,1 2 0 0 0,-1 0-14 0 0,0 0-225 0 0,0-1-44 0 0,0 0 45 0 0,0-1 126 0 0,0-1-29 0 0,0-1-4 0 0,0 0 4 0 0,0 0-2 0 0,0 0 106 0 0,1 1 30 0 0,2 0 3 0 0,2 1 96 0 0,0 1-29 0 0,1 0 18 0 0,2 1-34 0 0,-1 0 38 0 0,-1 1 99 0 0,-1-1-94 0 0,-2 0-86 0 0,0 0 12 0 0,-1 0-24 0 0,0-2-82 0 0,-2 1 101 0 0,1-1-291 0 0,-1 0-13 0 0,0 1 28 0 0,-1 1-29 0 0,0 1 179 0 0,0 0 34 0 0,-1 1 20 0 0,0 0-176 0 0,0 1 191 0 0,0-1 42 0 0,-1-1 128 0 0,0-2 18 0 0,1-2 55 0 0,1-2-133 0 0,-1-2-61 0 0,0-1-2 0 0,0-2-133 0 0,0 0-214 0 0,-1-1-110 0 0,-1 1-124 0 0,-1 1-265 0 0,-1 2 248 0 0,-1 1 14 0 0,-2 2 555 0 0,0 1-36 0 0,-2 0 244 0 0,-1 0 100 0 0,1-1 49 0 0,-1-3-138 0 0,1-1-147 0 0,2-2-10 0 0,-1-2 213 0 0,3 0-128 0 0,-1-1-2 0 0,3-1-129 0 0,-1 1-230 0 0,1 0-15 0 0,0 1-82 0 0,0 0-113 0 0,0 2-50 0 0,1 1 308 0 0,-2 1 192 0 0,1 2-39 0 0,-1 0 344 0 0,-1 0 297 0 0,1 1 101 0 0,0 0-287 0 0,0-1-162 0 0,2-2-255 0 0,1 0-44 0 0,2-2-21 0 0,0 0-40 0 0,1-1-24 0 0,-1 0-98 0 0,0 0-41 0 0,-1 0-159 0 0,1-1 378 0 0,-1 0 24 0 0,-2-1 7 0 0,0 0 7 0 0,-1-1-131 0 0,-2-1 92 0 0,2 0 7 0 0,-2 0 48 0 0,2-1-5 0 0,1 1 2 0 0,2-1-3 0 0,0 2-4 0 0,2 0-65 0 0,0 0-61 0 0,0 2-272 0 0,1 0-601 0 0,1 1 1000 0 0,0 0-440 0 0,0 2 513 0 0,-1 0-118 0 0,0 0 52 0 0,-1 1 215 0 0,0 0-34 0 0,0 1 9 0 0,-1-1 8 0 0,0 1 147 0 0,-1-1-159 0 0,-1 0-132 0 0,1-2 191 0 0,1 0-300 0 0,0-1-383 0 0,0-2-67 0 0,0 0 270 0 0,1-1 244 0 0,0-2 11 0 0,0-1 35 0 0,0-1 176 0 0,0-3-75 0 0,1-1-150 0 0,-2-2 15 0 0,0-1-627 0 0,0-1 360 0 0</inkml:trace>
  <inkml:trace contextRef="#ctx0" brushRef="#br50" timeOffset="40495.066">6100 10707 248 0 0,'0'0'0'0'0,"0"0"548"0"0,0 0-630 0 0,0 0 446 0 0,0 0-259 0 0,0 0 1128 0 0,0 0 38 0 0,0 0-897 0 0,0 0 261 0 0,0 0-319 0 0,0 0-115 0 0,0 0-117 0 0,2-2-3 0 0,1 0 65 0 0,-1 1-16 0 0,0-1-61 0 0,0 1-63 0 0,-1 0 186 0 0,-2 0 140 0 0,1 0 131 0 0,-1 1 24 0 0,0-1-153 0 0,0 1-49 0 0,-1 0 29 0 0,1 2 44 0 0,-1 5 162 0 0,-1 4 20 0 0,0 5-250 0 0,-2 7-66 0 0,0 4-88 0 0,0 4-135 0 0,0 3 32 0 0,1 1-36 0 0,1 0-130 0 0,1-2 3 0 0,1-2-158 0 0,1-3 98 0 0,-1-2-417 0 0,-1-3-397 0 0,-1-4-289 0 0,-1-3-347 0 0,-4-5-436 0 0,-1-4-944 0 0,2-3 3657 0 0</inkml:trace>
  <inkml:trace contextRef="#ctx0" brushRef="#br51" timeOffset="40816.934">6229 10720 796 0 0,'0'0'0'0'0,"0"0"340"0"0,0 0-275 0 0,0 0 92 0 0,0 0 1404 0 0,0 0 242 0 0,0 0-890 0 0,0 0-109 0 0,0 0-120 0 0,0 0 198 0 0,0 0-250 0 0,9-2-102 0 0,1 0-5 0 0,2 1-44 0 0,0 3 26 0 0,4 3-113 0 0,3 3-158 0 0,5 2-176 0 0,6 3-40 0 0,4 2-340 0 0,4 1-80 0 0,3 1-953 0 0,1 0-503 0 0,-2-1-1013 0 0,-9-4-2043 0 0</inkml:trace>
  <inkml:trace contextRef="#ctx0" brushRef="#br52" timeOffset="41929.715">5447 14716 784 0 0,'0'0'0'0'0,"0"0"196"0"0,0 0 1853 0 0,0 0-1850 0 0,0 0-390 0 0,0 0 69 0 0,0 0 73 0 0,0 0 122 0 0,1-1 102 0 0,1-1 295 0 0,0 0 126 0 0,-1 1 264 0 0,0 0 19 0 0,0 0-37 0 0,1 0-203 0 0,-2 1-190 0 0,1 0-153 0 0,0 0-181 0 0,0 0-106 0 0,0 0-111 0 0,-1 1-73 0 0,1 0-11 0 0,0-1-7 0 0,-1 1 62 0 0,0-1-23 0 0,0 1 85 0 0,0 0-3 0 0,0 0-209 0 0,0-1-464 0 0,1 1-584 0 0,-1-1-570 0 0,1 0-653 0 0,0 0 3022 0 0,-1 0-1384 0 0,0-1 1050 0 0,-1 0-209 0 0</inkml:trace>
  <inkml:trace contextRef="#ctx0" brushRef="#br53" timeOffset="43094.801">5447 14716 664 0 0,'0'0'0'0'0,"4"7"132"0"0,1 5 560 0 0,-1-1-599 0 0,-4 0 2213 0 0,-1-2-1234 0 0,-1-2-102 0 0,-1-1-258 0 0,0-2-8 0 0,0-1 39 0 0,1-1-73 0 0,0-1-218 0 0,0 0-30 0 0,1 0 5 0 0,-1-1-26 0 0,0 2-47 0 0,-1-1-150 0 0,1 2-8 0 0,-2 0 33 0 0,-1 1 32 0 0,0-1-13 0 0,-1 1-38 0 0,0 0 32 0 0,0-1 1 0 0,-1 1 55 0 0,1 0-42 0 0,0-1-44 0 0,0 1-90 0 0,1 0-115 0 0,-1 1 20 0 0,0 0-28 0 0,1 0-12 0 0,-2 0-57 0 0,1 1 19 0 0,0 0 0 0 0,-2 1 44 0 0,0 0-58 0 0,0 0 66 0 0,-2 2-80 0 0,0 0 37 0 0,-2 1 40 0 0,-1 1-4 0 0,-2 1 9 0 0,-1 1 0 0 0,-1 1 6 0 0,-2 1 3 0 0,0 0-5 0 0,1 1 1 0 0,-2 0-9 0 0,-1 1 2 0 0,1 0-1 0 0,-1 0-18 0 0,0 0 23 0 0,0-1 11 0 0,1 0 30 0 0,0-2-58 0 0,0 0 15 0 0,1 0-63 0 0,0-1 68 0 0,1 1-89 0 0,0-1-2 0 0,0 3-47 0 0,0 0 8 0 0,-2 2 41 0 0,-1 2 79 0 0,-1 1-10 0 0,-2 0 77 0 0,-1 2 9 0 0,-1-1-16 0 0,-1 0-52 0 0,-1 0 14 0 0,-2 0-12 0 0,1-1-9 0 0,0-1 2 0 0,0-1-150 0 0,3-2 56 0 0,2 0-53 0 0,1-3-4 0 0,3 0-19 0 0,2-2 37 0 0,0 0 43 0 0,-1 0 82 0 0,1 1-18 0 0,-2 0 27 0 0,0 1 1 0 0,-1 0-5 0 0,-2 2 3 0 0,0 0-1 0 0,-4 1-89 0 0,0 1 26 0 0,-3 0-18 0 0,0 1-82 0 0,-1 1 51 0 0,0 1 8 0 0,1 1 29 0 0,1 1-53 0 0,0 0 80 0 0,1 1 50 0 0,2-2 141 0 0,1 0 70 0 0,-1-2-265 0 0,2-1 70 0 0,0 0-129 0 0,0 0-12 0 0,1-2 47 0 0,0 1-140 0 0,-1-2-80 0 0,3 0-48 0 0,-1-1 174 0 0,1-1 44 0 0,1-1 70 0 0,1-1-82 0 0,1-1 33 0 0,2 0 22 0 0,-1-2 93 0 0,1 1-16 0 0,0 0 55 0 0,-1 0-62 0 0,0 0 11 0 0,0 1 4 0 0,0 1-64 0 0,1-1-42 0 0,-1 1 116 0 0,2 0-25 0 0,0 0 100 0 0,-1 0-52 0 0,1 1-30 0 0,-1 0 108 0 0,0 0-138 0 0,1-1 114 0 0,1 0-96 0 0,0-2 75 0 0,1 0-84 0 0,2-2 44 0 0,0-1-20 0 0,1-1 5 0 0,2-1-15 0 0,1 0 4 0 0,1 0 7 0 0,-1-1 138 0 0,1 0 26 0 0,0 0 72 0 0,0-1-39 0 0,1 1-57 0 0,0-1-164 0 0,1 0 41 0 0,0 0-133 0 0,0-1 30 0 0,0 0 4 0 0,1-1-25 0 0,0 0 60 0 0,1 0 20 0 0,0 0 6 0 0,0 0 12 0 0,1-1 55 0 0,-1 1-10 0 0,0 0-41 0 0,-1 0 6 0 0,1 1-10 0 0,-2 0-102 0 0,-1 1 24 0 0,-1 0-13 0 0,0 1-90 0 0,-2 1-49 0 0,0 0-126 0 0,0 0 130 0 0,-1 1 166 0 0,2-1 37 0 0,-1-1 12 0 0,2 0 15 0 0,0-1 55 0 0,1-1 46 0 0,2 0 32 0 0,1-1 48 0 0,1 0 1 0 0,0-1-130 0 0,0 1-36 0 0,0-1-11 0 0,0 0-12 0 0,-1 1-89 0 0,0 0-199 0 0,-2 0-145 0 0,-1 2-158 0 0,-1 1 192 0 0,-2 1 89 0 0,-2 0 160 0 0,1 1 153 0 0,0 0 20 0 0,2-1 298 0 0,2 0 66 0 0,0-2 28 0 0,3-1-170 0 0,0-1-37 0 0,2-1-28 0 0,-1 0 14 0 0,2 0-215 0 0,-1 0 52 0 0,0-1 43 0 0,0 0-91 0 0,1-1-91 0 0,-1-2 145 0 0,0-1 10 0 0,1-3 74 0 0,0-2 34 0 0,3-3 86 0 0,1-2-66 0 0,1-3-15 0 0,1 0-126 0 0,1-2-19 0 0,1 0-80 0 0,0 0 10 0 0,0-1-182 0 0,3 0-226 0 0,0-3-783 0 0,0-2-1045 0 0,1-2-1799 0 0,-3 4 2377 0 0</inkml:trace>
  <inkml:trace contextRef="#ctx0" brushRef="#br54" timeOffset="43548.841">3133 16456 168 0 0,'0'0'0'0'0,"0"0"472"0"0,0 0 1760 0 0,0 0-592 0 0,0 0-666 0 0,0 0-159 0 0,0 0-361 0 0,0 0-26 0 0,0 0-254 0 0,0 0-161 0 0,0 0 151 0 0,0 0 89 0 0,0 2 304 0 0,2 0 156 0 0,2 1-232 0 0,3 0-46 0 0,5 1 88 0 0,6 2-196 0 0,5 0-122 0 0,7 1-187 0 0,6 0 9 0 0,4 1-126 0 0,2-1-142 0 0,3-1-434 0 0,-1-2-768 0 0,-1-2-1705 0 0,-6-1-2419 0 0,-6-4 6788 0 0,-9 0-2366 0 0</inkml:trace>
  <inkml:trace contextRef="#ctx0" brushRef="#br55" timeOffset="44890.202">14239 15069 196 0 0,'0'0'0'0'0,"0"0"132"0"0,0 0-5 0 0,0 0 30 0 0,0 0-200 0 0,0 0-339 0 0,0 0 390 0 0,0 0-212 0 0</inkml:trace>
  <inkml:trace contextRef="#ctx0" brushRef="#br56" timeOffset="45177.609">14239 15069 28 0 0,'0'0'0'0'0,"35"-5"180"0"0,14-3-70 0 0,-7 1 90 0 0,-7 2-179 0 0,-10 1 1 0 0,-9 1-2 0 0,-8 1 52 0 0,-4-1-92 0 0,-3-2-30 0 0,-3-1-86 0 0,1-2 166 0 0,-1-2-172 0 0,0-1 83 0 0,1-1 68 0 0,0 0 25 0 0,0 0 302 0 0,-1 1-247 0 0,-1 1 16 0 0,0 1 1566 0 0,0 1 73 0 0,0 2-497 0 0,0 1-32 0 0,2 2-219 0 0,0 0-57 0 0,3 2-7 0 0,2 0-45 0 0,2 0-37 0 0,-1 1-164 0 0,1 0-60 0 0,-1 0 15 0 0,-1 0 56 0 0,1 0 64 0 0,0-1-17 0 0,0 0 31 0 0,1-1-47 0 0,0 2-80 0 0,1-1 8 0 0,-1 0-244 0 0,2 3-224 0 0,1 0-76 0 0,4 3-109 0 0,3 3-54 0 0,5 3-215 0 0,2 2-250 0 0,4 3-66 0 0,0 3-125 0 0,-1 1-391 0 0,-2 1-478 0 0,-5-1-655 0 0,-5 1-494 0 0,-5-1-2426 0 0,-4-2 1118 0 0,-3-4 4705 0 0</inkml:trace>
  <inkml:trace contextRef="#ctx0" brushRef="#br57" timeOffset="45426.462">14284 15249 548 0 0,'0'0'0'0'0,"0"0"4868"0"0,0 0-3462 0 0,0 0 284 0 0,0 0-461 0 0,0 0-58 0 0,45-18-69 0 0,15-7-355 0 0,12-4-257 0 0,5-2-138 0 0,-2 0-334 0 0,-6 2 24 0 0,-8 3-199 0 0,-9 3-48 0 0,-11 4-344 0 0,-9 4-633 0 0,-10 3-1234 0 0,-9 4-3654 0 0,-8 3 4267 0 0,-4 2 862 0 0</inkml:trace>
  <inkml:trace contextRef="#ctx0" brushRef="#br58" timeOffset="49391.27">6725 10120 4120 0 0,'0'0'0'0'0,"0"0"1328"0"0,0 0-984 0 0,0 0-102 0 0,0 0 2274 0 0,0 0-1100 0 0,0 0-98 0 0,0 0-386 0 0,0 0-331 0 0,0 0 29 0 0,-8-1 32 0 0,1 0-30 0 0,2 0-151 0 0,3 0-42 0 0,4 0-101 0 0,5 1-26 0 0,4 1-95 0 0,4 3-91 0 0,5 1-34 0 0,2 4-98 0 0,4 3 20 0 0,2 3-229 0 0,1 3-195 0 0,0 2 14 0 0,0 2-42 0 0,-2 0-46 0 0,-3-1-106 0 0,-2-1-160 0 0,-4-2-202 0 0,-3-1-308 0 0,-5-1-816 0 0,-3-1-2207 0 0,-3-4-813 0 0</inkml:trace>
  <inkml:trace contextRef="#ctx0" brushRef="#br59" timeOffset="49602.56">6874 10623 9473 0 0,'0'0'0'0'0,"0"0"1512"0"0,0 0-747 0 0,0 0-505 0 0,0 0 370 0 0,0 0 291 0 0,0 0-232 0 0,0 0-132 0 0,18-23-301 0 0,10-9-251 0 0,11-9-137 0 0,7-7-51 0 0,6-4 15 0 0,3-4-277 0 0,0-2-561 0 0,-3 1-1064 0 0,-6 4-940 0 0,-5 3-2291 0 0,-12 12 2884 0 0</inkml:trace>
  <inkml:trace contextRef="#ctx0" brushRef="#br60" timeOffset="50924.214">3862 16421 1812 0 0,'0'0'0'0'0,"0"0"2816"0"0,0 0-1899 0 0,0 0 1187 0 0,0 0-970 0 0,0 0 35 0 0,0 0-422 0 0,0 0-174 0 0,0 0-45 0 0,0 0-47 0 0,0 0-19 0 0,1 1-28 0 0,0 0-12 0 0,0-1-60 0 0,-1 1-74 0 0,1-1-12 0 0,1 1-8 0 0,0-1 57 0 0,3 0-78 0 0,4 0-105 0 0,4 0-149 0 0,6 0 294 0 0,6 0-353 0 0,6 0 101 0 0,7 0-48 0 0,4 0-85 0 0,2 0 22 0 0,1 1-100 0 0,-2-1 146 0 0,-5 1-202 0 0,-6 0 165 0 0,-4-1 60 0 0,-8 0-12 0 0,-4 1-56 0 0,-5-1 96 0 0,-4 1-22 0 0,-3 0 73 0 0,-2 0-92 0 0,-2 1-58 0 0,-2 0-116 0 0,-2 2 127 0 0,-3 2-94 0 0,-4 1 191 0 0,-3 2 2 0 0,-4 1 102 0 0,-2 2-160 0 0,-4 1 134 0 0,-2 1-30 0 0,-3 0 8 0 0,-2 0-96 0 0,-3 1 75 0 0,0 0-79 0 0,-1 0-53 0 0,1 1-103 0 0,-1 0 27 0 0,2 1 169 0 0,2 0 22 0 0,2 1 19 0 0,4-2 49 0 0,2-1 112 0 0,5-2 68 0 0,4-2-19 0 0,5-4-119 0 0,4-1-168 0 0,2-3 30 0 0,3-2-115 0 0,0 0 103 0 0,1-1-26 0 0,0 1 18 0 0,3 1 3 0 0,4 2 112 0 0,6 2 30 0 0,6 3-132 0 0,6 3-1 0 0,5 1-15 0 0,2 0 6 0 0,0-1 56 0 0,0-1-62 0 0,1-3 21 0 0,0-2 32 0 0,0-3-63 0 0,1-1-129 0 0,-1-2-21 0 0,0-3 28 0 0,-1-2-256 0 0,-3-1-398 0 0,-2-2-604 0 0,-4-1-1412 0 0,-5 0-3737 0 0,-6 1 3044 0 0</inkml:trace>
  <inkml:trace contextRef="#ctx0" brushRef="#br61" timeOffset="72127.031">5164 956 132 0 0,'0'0'0'0'0,"0"0"520"0"0,0 0 154 0 0,0 0 4446 0 0,0 0-5475 0 0,0 0 1504 0 0,0 0-714 0 0,0 0 328 0 0,0 0 137 0 0,0 0 148 0 0,0 0-288 0 0,-15-2-182 0 0,-1-1-158 0 0,-2 1 82 0 0,3-1 5 0 0,2 0-63 0 0,4 0-50 0 0,1 0-81 0 0,0 0-86 0 0,-1 0-73 0 0,0 1 52 0 0,-4 0-108 0 0,-2 1-105 0 0,-4 0-342 0 0,-5 1 230 0 0,-5-1-430 0 0,-5 1 677 0 0,-4 1-119 0 0,-3 0-34 0 0,-1 0 28 0 0,-2 1-215 0 0,0-1 272 0 0,-1 1 87 0 0,0 0-49 0 0,0 1-115 0 0,0 0-36 0 0,1 0-29 0 0,1 2 26 0 0,1 1-54 0 0,1 1 26 0 0,-1 2 88 0 0,0 1-21 0 0,-1 3 12 0 0,-3 1-8 0 0,-2 3-86 0 0,-4 3 126 0 0,-4 3 24 0 0,-4 3 42 0 0,-5 4-116 0 0,-4 3 35 0 0,-6 4-11 0 0,-2 4 73 0 0,-3 5 49 0 0,-4 3 43 0 0,-2 3-99 0 0,-2 4-54 0 0,-2 3 161 0 0,-1 2-219 0 0,-1 2 82 0 0,-1 2 76 0 0,1 0-130 0 0,0 0 267 0 0,-1-1-124 0 0,1 1 16 0 0,-2-1 72 0 0,0 0-5 0 0,0 0-131 0 0,0 1 219 0 0,2 0 13 0 0,2 2-138 0 0,1 2-69 0 0,0 4-41 0 0,1 3-58 0 0,0 4 8 0 0,-2 5-18 0 0,-1 4-48 0 0,-1 4 60 0 0,-1 4-25 0 0,1 2 22 0 0,1 0-5 0 0,2 1 6 0 0,5-2 140 0 0,3-2-68 0 0,3-3 14 0 0,4-3 14 0 0,4-4-6 0 0,4-1-101 0 0,4-2 146 0 0,5 1-103 0 0,3 2-43 0 0,3 3-80 0 0,4 3 7 0 0,1 4-122 0 0,1 5 67 0 0,3 3 62 0 0,2 3-43 0 0,3 2-18 0 0,4 1 40 0 0,5-2-5 0 0,5-3 109 0 0,7-2 78 0 0,5-4-6 0 0,5-4-1 0 0,4-3-84 0 0,6-3 112 0 0,4-2-51 0 0,3-1-17 0 0,3 0-39 0 0,2 2-1 0 0,-1 2-69 0 0,0 1-108 0 0,-1 3 11 0 0,0 0-134 0 0,1 0-5 0 0,-2 1 124 0 0,2-1 74 0 0,0 0 13 0 0,0-1 23 0 0,0-2 66 0 0,0 0-22 0 0,-1-2 20 0 0,1 0 1 0 0,-1 0 0 0 0,-1-1 11 0 0,2 0 29 0 0,2 0-50 0 0,1-1-57 0 0,2-2 19 0 0,2-3-133 0 0,1-1 166 0 0,2-4-3 0 0,0-3-76 0 0,-1-2 44 0 0,0-2 51 0 0,-1-1-22 0 0,-3-1-50 0 0,-2-1 77 0 0,-4-2-26 0 0,-4 0-51 0 0,-4-1 77 0 0,-2 0-147 0 0,-2-1 48 0 0,-2 0-215 0 0,-1 0 43 0 0,1-1 93 0 0,-1-1 30 0 0,0-1 156 0 0,1-1-36 0 0,0-3 23 0 0,-1-1 14 0 0,1-3-18 0 0,1-2 6 0 0,1-2-20 0 0,0-2-52 0 0,1-1-18 0 0,-1-1 103 0 0,-1 0-29 0 0,0-1 4 0 0,0 1-48 0 0,-1-1-29 0 0,-1 0 33 0 0,0 0-135 0 0,-1 0 225 0 0,0 0-239 0 0,1 1 164 0 0,0 1-83 0 0,1 0 56 0 0,3 2-48 0 0,3 1-340 0 0,2 1 153 0 0,3 3 36 0 0,1 1-64 0 0,0 2 13 0 0,0 1 68 0 0,0 1 132 0 0,-2 0 45 0 0,-1-2 70 0 0,-2-1 0 0 0,0-2 101 0 0,-1-2-20 0 0,-1-2 25 0 0,0-2-50 0 0,0 1-45 0 0,0-1 90 0 0,1 1-64 0 0,-1 2-35 0 0,1 3 11 0 0,1 2-13 0 0,0 4 2 0 0,0 2-1 0 0,2 2-61 0 0,1 1 69 0 0,2 1-32 0 0,1-1 28 0 0,2-1-7 0 0,2-2 12 0 0,-1-2-11 0 0,2-1-6 0 0,-2-4-167 0 0,0-1 215 0 0,-3-2-81 0 0,-1-2 45 0 0,-1-2-7 0 0,-3 0 3 0 0,-2-1-93 0 0,-2-1 110 0 0,-2 0-32 0 0,0-1 1 0 0,0 0-100 0 0,0 0 38 0 0,1-1-120 0 0,0-1 106 0 0,1 1 84 0 0,1-1-224 0 0,-1-1-28 0 0,1 0 122 0 0,-1 0-292 0 0,-1 0-319 0 0,-1-1-59 0 0,1 1 360 0 0,0 0-203 0 0,1 0 346 0 0,2 1 141 0 0,1 0 156 0 0,1 1 101 0 0,3 0 6 0 0,0-1-48 0 0,3 1 160 0 0,1-1-264 0 0,0 0-240 0 0,2 0 65 0 0,0 0-336 0 0,1 0 83 0 0,1-1 384 0 0,-1 0-154 0 0,1-1 102 0 0,1 0-564 0 0,-2-1-30 0 0,0-2-89 0 0,-2 0 981 0 0,-3-3 118 0 0,-2-2-386 0 0,-1-2 175 0 0,-4-3-30 0 0,-1-2 300 0 0,-1-2-163 0 0,-1-1-190 0 0,1-2 155 0 0,-1 1-250 0 0,1-1 160 0 0,-1 1-114 0 0,1 0-138 0 0,1 0 269 0 0,-1-1 582 0 0,0 0-831 0 0,-1-2 120 0 0,-1-2-384 0 0,0 0 576 0 0,-1-2 191 0 0,-1 0 462 0 0,0-1 201 0 0,0-2-105 0 0,0-2-20 0 0,-2-1-586 0 0,-3-2 387 0 0,-3-3 4 0 0,-2 0 305 0 0,-3-1-73 0 0,-3-1-396 0 0,-3-1 144 0 0,-6-1-176 0 0,-5-4 140 0 0,-7-3 11 0 0,-8-6 69 0 0,-7-6-296 0 0,-6-6-40 0 0,-5-7-335 0 0,-1-4 34 0 0,2-5-254 0 0,5-3-364 0 0,7 2-452 0 0,9 2-900 0 0,11 5-1203 0 0,11 7-2362 0 0,8 9 4534 0 0,6 7 634 0 0</inkml:trace>
  <inkml:trace contextRef="#ctx0" brushRef="#br62" timeOffset="72622.745">1387 13797 9789 0 0,'0'0'0'0'0,"0"0"2484"0"0,0 0-1110 0 0,0 0-38 0 0,0 0-361 0 0,0 0-99 0 0,45-22-284 0 0,14-9-332 0 0,10-8-250 0 0,0-4-226 0 0,-6-2-535 0 0,-7-1-208 0 0,-12 2-93 0 0,-8 1-619 0 0,-10 3-1710 0 0,-8 4-4243 0 0,-7 9 6333 0 0</inkml:trace>
  <inkml:trace contextRef="#ctx0" brushRef="#br63" timeOffset="76589.199">4806 4608 992 0 0,'0'0'0'0'0,"0"0"92"0"0,0 0-33 0 0,0 0 3814 0 0,0 0-2782 0 0,0 0 308 0 0,0 0-550 0 0,0 0-95 0 0,0 0 176 0 0,0 0-173 0 0,0 0-23 0 0,0-3-66 0 0,3 0-96 0 0,0 0-74 0 0,1 0-45 0 0,0 0 41 0 0,1 1-15 0 0,-1-1 0 0 0,-2 2-120 0 0,0-1-68 0 0,-1 1-105 0 0,0 1-24 0 0,-1-1-120 0 0,0 0-34 0 0,-2 0-163 0 0,-2-1 85 0 0,-1 0-97 0 0,-1 0 28 0 0,-2 0 42 0 0,-1 0-66 0 0,0 0-71 0 0,0 2 19 0 0,0-1 76 0 0,0 1 21 0 0,0 0 13 0 0,0 0 31 0 0,-2 0 8 0 0,-1 0-28 0 0,-2 0 99 0 0,-3 1-90 0 0,-3 0 1 0 0,-3 2-18 0 0,-4 0 33 0 0,-1 1 63 0 0,-1 2-91 0 0,-1 0 115 0 0,-1 2-43 0 0,0 1 28 0 0,-1 1-5 0 0,-1 1 77 0 0,-1 2-87 0 0,-1 0 109 0 0,-2 1-65 0 0,-3 1-17 0 0,-3 1 76 0 0,-3 1-43 0 0,-2 0-37 0 0,-1 1 8 0 0,0-1-16 0 0,3 0 7 0 0,3-1-12 0 0,5-2-6 0 0,4-1-50 0 0,4-1 18 0 0,2 0 47 0 0,2 0 41 0 0,1 1 72 0 0,-1 1 8 0 0,-2 2 9 0 0,-2 2-26 0 0,-4 1-37 0 0,-3 1-6 0 0,-3 2 8 0 0,-2 0-71 0 0,1 1 58 0 0,0-1-16 0 0,4-1 14 0 0,2 0-12 0 0,5-2 4 0 0,3-1 41 0 0,3 1-110 0 0,3 0 104 0 0,0 0-108 0 0,3 3 30 0 0,-1 1-19 0 0,0 3 12 0 0,-2 4 14 0 0,-2 4-22 0 0,-4 3 7 0 0,-3 6-6 0 0,-3 4 0 0 0,-4 4 5 0 0,-3 3 8 0 0,-2 3 193 0 0,0 2-189 0 0,2 0 85 0 0,2 1-39 0 0,3-1 35 0 0,2 1 4 0 0,4 0-14 0 0,2 1 6 0 0,1 1-95 0 0,2 3 78 0 0,0 4-29 0 0,0 2 65 0 0,1 5-3 0 0,0 2 4 0 0,0 4-120 0 0,-1 2 143 0 0,3 1-90 0 0,0 1 69 0 0,3-2-121 0 0,3-1 106 0 0,2-2-17 0 0,3-1 48 0 0,3-1-136 0 0,3-2 93 0 0,2 1-46 0 0,2 0 57 0 0,3 1 42 0 0,4 0 4 0 0,4 0-150 0 0,3 0 83 0 0,3-1-79 0 0,3-1 9 0 0,3-3 1 0 0,1-2-7 0 0,1-4 11 0 0,1-2-3 0 0,0-4 66 0 0,1-2-84 0 0,1-3 75 0 0,0-1-74 0 0,3-1 26 0 0,1 1-18 0 0,0 0 4 0 0,0 0-86 0 0,0 1-37 0 0,0 1 20 0 0,-2 0-13 0 0,-2 0-26 0 0,-3-1-39 0 0,-4-2 84 0 0,-2-1 19 0 0,-2-4 21 0 0,-4-1 51 0 0,-1-3-7 0 0,-1-3 11 0 0,-1-2 56 0 0,0-1-72 0 0,0-2 19 0 0,0 1-72 0 0,0-1 79 0 0,-1 3-17 0 0,0 0 6 0 0,-1 4 1 0 0,-1 1 9 0 0,0 2-12 0 0,-1 3 9 0 0,0 0 49 0 0,-1 2-66 0 0,2 0 79 0 0,0 0 32 0 0,1 0 20 0 0,2-1-42 0 0,0 0-31 0 0,3-2-39 0 0,-1 0 53 0 0,3-1-71 0 0,-1 1 26 0 0,1-1-18 0 0,0 1 4 0 0,0 1-2 0 0,-2 0-10 0 0,-1 1-43 0 0,-4 1 68 0 0,-1 0-23 0 0,-1 0 3 0 0,-2 1-8 0 0,-1-1-86 0 0,1 0 42 0 0,1-2-8 0 0,2-1 4 0 0,1-1-46 0 0,2-2 112 0 0,1-2-87 0 0,1-2 86 0 0,0-1-71 0 0,-1-2 82 0 0,0-1-23 0 0,-1-2 8 0 0,-2-1 0 0 0,-2-4 0 0 0,-2-1 0 0 0,-1-4 0 0 0,-1-4 4 0 0,-2-3 9 0 0,1-5-16 0 0,-2-2 0 0 0,1-4-66 0 0,0-3-14 0 0,-1-3-14 0 0,0-1-1 0 0,0-1 100 0 0,-1-1-14 0 0,-2-1 94 0 0,-4-2 108 0 0,-5-4 97 0 0,-9-4-352 0 0,-11-7 10 0 0,-12-9 84 0 0,-10-9-43 0 0,-9-9-38 0 0,-4-8-124 0 0,0-6 50 0 0,5-3 4 0 0,6 1-109 0 0,9 4-18 0 0,11 5-420 0 0,11 10-97 0 0,9 9-536 0 0,10 10-667 0 0,9 9-989 0 0,11 8-1799 0 0,10 7 2867 0 0,4 4 724 0 0,-2 2 780 0 0</inkml:trace>
  <inkml:trace contextRef="#ctx0" brushRef="#br64" timeOffset="76926.489">3447 11503 340 0 0,'0'0'0'0'0,"0"0"64"0"0,0 0 3608 0 0,0 0-2432 0 0,0 0 893 0 0,0 0-1271 0 0,0 0-41 0 0,0 0-5 0 0,6-19 362 0 0,6-9-199 0 0,9-9-3 0 0,11-4-132 0 0,10-5-168 0 0,10-1-113 0 0,7 1-280 0 0,5 2-291 0 0,1 3-511 0 0,-2 5-560 0 0,-5 5-482 0 0,-6 5-1186 0 0,-9 5-3352 0 0,-12 7 2966 0 0</inkml:trace>
  <inkml:trace contextRef="#ctx0" brushRef="#br65" timeOffset="77519.925">5693 12059 352 0 0,'0'0'0'0'0,"0"0"4"0"0,0 0 9 0 0,0 0-319 0 0,0 0 268 0 0</inkml:trace>
  <inkml:trace contextRef="#ctx0" brushRef="#br66" timeOffset="77599.682">5693 12059 184 0 0,'0'0'0'0'0,"14"-19"180"0"0,6-7-210 0 0,-3 3 69 0 0,-2 2-32 0 0,-5 5-8 0 0,-4 3-227 0 0,-2 3 79 0 0,-2 5 178 0 0</inkml:trace>
  <inkml:trace contextRef="#ctx0" brushRef="#br67" timeOffset="79091.481">5697 11867 52 0 0,'0'0'0'0'0,"0"0"0"0"0,0 0 246 0 0,0 0-169 0 0,0 0-75 0 0,0 0 24 0 0,0 0 35 0 0,13-9-64 0 0,1 0 8 0 0,0 1 11 0 0,-3 1 41 0 0,-4 2-12 0 0,-5 3-44 0 0,-2 0 14 0 0,-2 2-16 0 0,0-1-59 0 0,0 0 78 0 0,1-1 309 0 0,0-1-423 0 0,0 0 4 0 0,1 1 132 0 0,0 0 948 0 0,0 0-212 0 0,0 2 54 0 0,0-1 42 0 0,0 1 136 0 0,0 0-83 0 0,0 0-243 0 0,0 1-290 0 0,0 0-137 0 0,0-1 24 0 0,1 1 23 0 0,0 0-42 0 0,0 0-166 0 0,1-1-88 0 0,-1 1-94 0 0,0-1-16 0 0,0 0-55 0 0,0 0-37 0 0,1 0-35 0 0,1 0-135 0 0,2 0-540 0 0,1 0 153 0 0,2 0-248 0 0,0 0-26 0 0,3 0 67 0 0,-1-1 96 0 0,1 0-59 0 0,-1-1 681 0 0,-2 0 112 0 0,0 1 100 0 0,-3-1 185 0 0,-2 1 72 0 0,-1 1 615 0 0,-1-1-419 0 0,-3 1-128 0 0,-2 0-290 0 0,-2 0 270 0 0,-2 0 105 0 0,0 0-171 0 0,0 0-232 0 0,2 0-46 0 0,2 0-48 0 0,1 0 134 0 0,3 0-35 0 0,4 0 26 0 0,1 0 64 0 0,3 0 76 0 0,-1 0 267 0 0,1 0 348 0 0,-1 0 43 0 0,-1 0 221 0 0,-2 0-240 0 0,-2 0-96 0 0,0 0-113 0 0,-2 0-94 0 0,0 0-63 0 0,0 0-27 0 0,0 0-80 0 0,-1 0 54 0 0,2 0 21 0 0,0 0 63 0 0,-1 0-9 0 0,1 0-43 0 0,-1 0-69 0 0,1 0-123 0 0,-2 1-61 0 0,0 0-8 0 0,-2 0 24 0 0,0 1-16 0 0,-1 1 19 0 0,0-1-46 0 0,-1 0 0 0 0,0 2-123 0 0,-1-1 79 0 0,-2 1 25 0 0,-2 0 141 0 0,-1 1-31 0 0,-1 1-45 0 0,-1 1-97 0 0,-1 1-51 0 0,0 0 51 0 0,-1 0-28 0 0,-1 1 40 0 0,1 0-38 0 0,0 1 13 0 0,0 0 10 0 0,1 0 52 0 0,1 0 33 0 0,0-1-66 0 0,0 1 51 0 0,2-1-53 0 0,-1 1-23 0 0,2 0-51 0 0,-1-1 72 0 0,1 0-100 0 0,-2 1 25 0 0,1-1-14 0 0,-2 2-65 0 0,0 0 23 0 0,-2 0 41 0 0,-1 2-52 0 0,-1 1 70 0 0,0 0-21 0 0,-1 1 4 0 0,0-1 5 0 0,0 0 3 0 0,2 0-1 0 0,2-2 15 0 0,1-1 71 0 0,2-2 36 0 0,1 0-75 0 0,2-2-32 0 0,1-1 2 0 0,2 0-17 0 0,0-1-2 0 0,0 0-1 0 0,1 0-4 0 0,-2 0-51 0 0,0 0 66 0 0,-1 1-23 0 0,-2 1 4 0 0,0 0 5 0 0,0 0 3 0 0,-2 1 4 0 0,1 0 4 0 0,-2 0 9 0 0,1-1-3 0 0,0 1-2 0 0,1-2 66 0 0,1 1-34 0 0,-1-2-42 0 0,2 0 10 0 0,0-1-17 0 0,-1 1-96 0 0,0 1 51 0 0,-1 0-12 0 0,-1 1 0 0 0,0 1 16 0 0,-1 1 43 0 0,-1 1-12 0 0,-1 1-35 0 0,0-1 68 0 0,1 0-12 0 0,0 0 9 0 0,0-1 42 0 0,1-1-48 0 0,1 0 82 0 0,-1 0-48 0 0,1-1 16 0 0,0-1-54 0 0,2 1 10 0 0,0-1-11 0 0,1 1 0 0 0,1 0-4 0 0,-1 0-56 0 0,0 1 2 0 0,-1 0 15 0 0,-1 1 34 0 0,0-1-9 0 0,0 1 11 0 0,-1-1 8 0 0,1 0 11 0 0,0 0 54 0 0,-1-2-23 0 0,2 1-41 0 0,-1-1 9 0 0,0 0-11 0 0,-1 0-74 0 0,-1 0 39 0 0,-2 1-20 0 0,-1 1 8 0 0,-1 1-34 0 0,-1 1 37 0 0,-1 0 35 0 0,0 0-84 0 0,0 1 111 0 0,0-1-43 0 0,0 0 14 0 0,2-1-47 0 0,0-1 73 0 0,3 0-19 0 0,0-1 17 0 0,1-1 58 0 0,3 0-86 0 0,-1-1 25 0 0,2 0-14 0 0,-1-1-4 0 0,2 1 0 0 0,1-1-4 0 0,0 0 0 0 0,0 0-4 0 0,1-1-37 0 0,-1 0 57 0 0,0 0-9 0 0,0 0 8 0 0,0 1-4 0 0,0-1 6 0 0,0 2 3 0 0,-2 0 65 0 0,0 1-37 0 0,-2 2-32 0 0,-1 0 6 0 0,-1 1-1 0 0,0 1 92 0 0,1-1-111 0 0,0 0 136 0 0,2 0-54 0 0,1-3 4 0 0,2 0-12 0 0,2-1-16 0 0,1-2 7 0 0,0-1-55 0 0,2 0 15 0 0,0 0-11 0 0,0 0-4 0 0,-1 0 0 0 0,0 2 5 0 0,0 1-6 0 0,-1 0 1 0 0,0 1-9 0 0,0 1 2 0 0,-2-1-1 0 0,1 0 0 0 0,0 0 10 0 0,0-1-8 0 0,0 0-7 0 0,0 0 7 0 0,1-2-7 0 0,1 1-59 0 0,0-2 21 0 0,1-1 56 0 0,1 1-28 0 0,-1-2 8 0 0,0 1 9 0 0,1-1-8 0 0,-1 0-40 0 0,1 1-6 0 0,0 1-2 0 0,-1 1-118 0 0,1 2 79 0 0,0 1-62 0 0,0 2-3 0 0,0 1-23 0 0,0 0 46 0 0,1-1-103 0 0,-1 0-77 0 0,0-1-66 0 0,-1 0-117 0 0,-1-2-317 0 0,-2 0-783 0 0,-2-3-1283 0 0,-2 0-3237 0 0,-2-2 6945 0 0,2 0-3025 0 0</inkml:trace>
  <inkml:trace contextRef="#ctx0" brushRef="#br68" timeOffset="80681.265">4201 12982 104 0 0,'0'0'0'0'0,"0"0"248"0"0,0 0 2707 0 0,0 0-1091 0 0,0 0-698 0 0,0 0-270 0 0,0 0-391 0 0,0 0 11 0 0,0 0-194 0 0,0 0-209 0 0,4 3 37 0 0,0 2 0 0 0,0-1-43 0 0,0 2-28 0 0,-2-1-77 0 0,0 1 191 0 0,-2 0 148 0 0,1 1 26 0 0,-1-1 7 0 0,0 1 48 0 0,-1-1 26 0 0,0 0 74 0 0,0-1-8 0 0,-1 1-47 0 0,1 0-48 0 0,-1 0-139 0 0,-1 1-69 0 0,0 1-81 0 0,-1 0-78 0 0,-1 2-44 0 0,1-1 9 0 0,1 2 56 0 0,1 0-19 0 0,1 0 24 0 0,0 2-36 0 0,1-1 29 0 0,0 1 32 0 0,2 0 24 0 0,0 0 24 0 0,3 1-3 0 0,-1-1-42 0 0,1 1-30 0 0,1-1 20 0 0,0 0 4 0 0,-1-1-44 0 0,0 1 0 0 0,-1 0-53 0 0,0 0 3 0 0,-1 0-9 0 0,0 1-10 0 0,-1 1 2 0 0,-1 1-47 0 0,0 1 59 0 0,-1-1-15 0 0,0 1 5 0 0,0 1 1 0 0,0-1-9 0 0,1 0 7 0 0,0 0 7 0 0,-1 0-54 0 0,1 0 54 0 0,-1-1-70 0 0,0 0 2 0 0,0 0-17 0 0,0 0 16 0 0,0 1 22 0 0,0 1 41 0 0,0 1-56 0 0,0 1 66 0 0,0 1-10 0 0,2 2 8 0 0,0 1 0 0 0,1 1 1 0 0,-1 2 0 0 0,0 0-9 0 0,-1 1-77 0 0,-1 0 21 0 0,1 1 64 0 0,-1-1-22 0 0,0-1-35 0 0,0 0 12 0 0,0-2 55 0 0,0-1-22 0 0,-1-1 14 0 0,1-2 8 0 0,0 0-12 0 0,0-1 4 0 0,0 0-1 0 0,0-2 0 0 0,0 1 0 0 0,0-2 5 0 0,-2 0-6 0 0,-1-1-13 0 0,1 0-173 0 0,0 0 62 0 0,0 0-103 0 0,-1 1 200 0 0,1 0-90 0 0,0 0-12 0 0,0 0 46 0 0,1 1 94 0 0,-1 0-26 0 0,0 1-105 0 0,1 1 142 0 0,0 1-35 0 0,-1 1 12 0 0,1 0 63 0 0,0 2-69 0 0,-2-1 117 0 0,1 0-77 0 0,0 0 68 0 0,0 0-60 0 0,0-1-42 0 0,0-1-50 0 0,0 1 60 0 0,0-1-75 0 0,1 1 27 0 0,-2-1-74 0 0,0 1-23 0 0,-1 0 31 0 0,0 0 108 0 0,-2-2-32 0 0,2-1 28 0 0,0-2-60 0 0,1-1 74 0 0,0-2-24 0 0,2-1 8 0 0,0-1-56 0 0,1-1 77 0 0,0 1-86 0 0,1 0 86 0 0,1 2-189 0 0,0 0-62 0 0,3 2 123 0 0,1 1-72 0 0,-1 2 64 0 0,1 0-1 0 0,-1 1-12 0 0,-1 0 95 0 0,-1-1 33 0 0,-1 0 116 0 0,-1-1 120 0 0,-1-2-184 0 0,0-1 34 0 0,0-2-88 0 0,0-1 17 0 0,-1 0-118 0 0,1-1 7 0 0,0 0-163 0 0,0 1 190 0 0,0 0-246 0 0,1 1 120 0 0,0 0 21 0 0,2 0-53 0 0,0 0 152 0 0,0 0 3 0 0,-1-1 66 0 0,0-1-11 0 0,-1 0-61 0 0,-1-1 104 0 0,1 1 27 0 0,-1-1-53 0 0,0 0 9 0 0,0 1-12 0 0,-1 0-79 0 0,1 0 2 0 0,0 0 28 0 0,0 0 62 0 0,0-1-8 0 0,0-1 0 0 0,0-1 8 0 0,0-1 6 0 0,0-2 4 0 0,0-1 55 0 0,0-1-85 0 0,0-1 23 0 0,0-1 1 0 0,0 0 95 0 0,0 0 15 0 0,0 1-73 0 0,1 1 14 0 0,1 1 35 0 0,-1 1-9 0 0,2 2 121 0 0,1 2-150 0 0,1 2-56 0 0,0 1 13 0 0,0 1-15 0 0,0 1 0 0 0,0 0 0 0 0,0-1-19 0 0,0-1 20 0 0,0-1-2 0 0,1-1 107 0 0,-2-2-62 0 0,0-1 11 0 0,-1-1-57 0 0,0-1 9 0 0,0-1-15 0 0,0-1-50 0 0,-1 1-15 0 0,-1-1-64 0 0,0 1-103 0 0,-1 1-3 0 0,1 0 80 0 0,0 2-91 0 0,0 1 194 0 0,-1 1 38 0 0,1 1-45 0 0,-1 0 81 0 0,0 2-8 0 0,0-1 51 0 0,0 0-12 0 0,0 0 54 0 0,0 0-65 0 0,0-3-35 0 0,0 0-66 0 0,0-2 28 0 0,0 0-15 0 0,0-2-12 0 0,0 0-117 0 0,0-1-29 0 0,0 1 15 0 0,0-1 48 0 0,0 0 91 0 0,0 0 49 0 0,0 0-5 0 0,0 1 15 0 0,0-1 59 0 0,0 0-17 0 0,0 1 51 0 0,0-1 25 0 0,0 0-9 0 0,0-1-54 0 0,0 0-58 0 0,0 0 4 0 0,0 0-135 0 0,0 0-133 0 0,0-1-166 0 0,0 2-118 0 0,0-1-110 0 0,0 2 303 0 0,0 0 54 0 0,0 0 146 0 0,0 2 162 0 0,0-1-27 0 0,0 2 264 0 0,0-1 20 0 0,0 2-79 0 0,-1-1-37 0 0,0 1-24 0 0,0 0 45 0 0,1 0 15 0 0,-1-1-35 0 0,1-1-159 0 0,0 0 35 0 0,0 0-21 0 0,0-1-82 0 0,0-1 98 0 0,0 1-32 0 0,0 0 0 0 0,0 1-164 0 0,0 0 92 0 0,0 1-158 0 0,0 0 144 0 0,0 1-284 0 0,0 1 49 0 0,0-1-132 0 0,0 1 73 0 0,0 0 275 0 0,0 0-94 0 0,0-1 163 0 0,0 0-58 0 0,0-1-56 0 0,0-1 19 0 0,-3 2 78 0 0,0 0-114 0 0,-2 2-373 0 0,-1 2 132 0 0,0 3 196 0 0,0 0 204 0 0,1 1-135 0 0,1-1 188 0 0,2-2-217 0 0,1 0 127 0 0,0-2-149 0 0,0-1-138 0 0,-1-1 199 0 0,1-2-241 0 0,0-1-77 0 0,0-1 93 0 0,1-2-169 0 0,-1 0 462 0 0,1-2-318 0 0,0 0-10 0 0,0-1 232 0 0,0 0 171 0 0</inkml:trace>
  <inkml:trace contextRef="#ctx0" brushRef="#br69" timeOffset="81059.591">4378 16416 28 0 0,'0'0'0'0'0,"0"0"324"0"0,0 0-215 0 0,0 0-106 0 0,0 0-375 0 0,0 0 312 0 0</inkml:trace>
  <inkml:trace contextRef="#ctx0" brushRef="#br70" timeOffset="81373.92">4471 16255 220 0 0,'0'0'0'0'0,"0"0"224"0"0,0 0 28 0 0,0 0 356 0 0,0 0 1851 0 0,0 0-1472 0 0,0 0 103 0 0,0 0-373 0 0,2 17-386 0 0,0 5 200 0 0,2 5-429 0 0,1 1 25 0 0,1 0-116 0 0,0 0 80 0 0,1-2-98 0 0,2 1 75 0 0,-1-2-22 0 0,-1-1 80 0 0,1 0-34 0 0,-2-1 46 0 0,0-1-155 0 0,-1-1 125 0 0,-1-1-81 0 0,0 0-29 0 0,-1-2-51 0 0,0-1 61 0 0,-1 0-303 0 0,2-1 301 0 0,-1-1-194 0 0,1 0 76 0 0,0 0 10 0 0,1 0-20 0 0,0 0 124 0 0,1 0-20 0 0,0 0-329 0 0,-1-1 123 0 0,-1-1-139 0 0,0-1 157 0 0,-1-1-48 0 0,-1-2-557 0 0,1 0 165 0 0,1-2-26 0 0,-2 0 204 0 0,0-1-396 0 0,0-1 250 0 0,0 0-322 0 0,0-1 646 0 0,0-1 137 0 0,1 0 5 0 0,0-2-80 0 0,0-1-9 0 0,-1 0 284 0 0</inkml:trace>
  <inkml:trace contextRef="#ctx0" brushRef="#br71" timeOffset="82422.068">4648 16915 144 0 0,'0'0'0'0'0,"0"0"236"0"0,0 0-261 0 0,0 0 181 0 0,0 0-67 0 0,0 1 90 0 0,0-1-97 0 0,0 1 234 0 0,0-1 1070 0 0,0 1-707 0 0,0-1 65 0 0,0 0-133 0 0,0-10-146 0 0,2-1-245 0 0,1-1-221 0 0,1 1-90 0 0,3 2-315 0 0,2 1 164 0 0,3 0-11 0 0,1 2 258 0 0,2-1-39 0 0,3 1 380 0 0,0 1-264 0 0,1 0 920 0 0,0 0-339 0 0,1 0-461 0 0,0-1 262 0 0,-1-1-254 0 0,0-1-77 0 0,-2 0 32 0 0,0 0-149 0 0,-2 0-4 0 0,-2 1-338 0 0,0 0 71 0 0,1-1 74 0 0,2 0 198 0 0,2-1-50 0 0,2-2-37 0 0,1-1-167 0 0,2-2 179 0 0,1-1 42 0 0,-1-2-58 0 0,0 0 89 0 0,0 1 98 0 0,-1 1 184 0 0,0 1 22 0 0,-1 1 82 0 0,-1 2-21 0 0,-2-1-402 0 0,0 1 76 0 0,-1 0-198 0 0,-1-1 38 0 0,0 1 108 0 0,-1-1-22 0 0,0 0 18 0 0,1 1 76 0 0,0 0 148 0 0,2 1-160 0 0,1 0 78 0 0,2 0 62 0 0,2 0 178 0 0,0 0-301 0 0,3-1-57 0 0,0 0 107 0 0,1 0-154 0 0,1-1 142 0 0,1 1-10 0 0,1-1-24 0 0,0-1 13 0 0,0 0-23 0 0,0-1-22 0 0,0 0-42 0 0,-2-1 1 0 0,-2 1-10 0 0,-3 0-8 0 0,-3 1-50 0 0,-3 0 60 0 0,-5 1-156 0 0,-3-1 101 0 0,-2 1 7 0 0,-3-2 47 0 0,-1 0-8 0 0,0-2 2 0 0,-1-2-7 0 0,-1-1-46 0 0,1-3 69 0 0,1-1-33 0 0,1-1-68 0 0,2-1 26 0 0,2 1 62 0 0,3 2-128 0 0,2 2 163 0 0,0 2-46 0 0,1 3 12 0 0,-2 2 11 0 0,1 2 1 0 0,-2 1 1 0 0,-1 1-14 0 0,0-2 4 0 0,-1 0-12 0 0,1-2 8 0 0,0-3 2 0 0,1-2-136 0 0,1-2 86 0 0,3-2-112 0 0,1-1-92 0 0,2-2 164 0 0,1 0-30 0 0,0 0 26 0 0,0 1 107 0 0,0 2-19 0 0,1 2 246 0 0,1 2-107 0 0,0 2 129 0 0,1 2-12 0 0,0 1-39 0 0,1 1-45 0 0,-1 2-31 0 0,-1 0-48 0 0,1 2-81 0 0,-1-1 84 0 0,1 1-50 0 0,0-1-32 0 0,1 0-3 0 0,-1-2-3 0 0,1-1-11 0 0,-1 0-7 0 0,-1-2-176 0 0,0 0 21 0 0,-3 0-36 0 0,-2-1-45 0 0,-4 0 1 0 0,-1 1 6 0 0,-4-1 42 0 0,-1 1 180 0 0,-2 0 3 0 0,-2 0 106 0 0,0 0 23 0 0,-1 1-46 0 0,2-1-8 0 0,1 1 19 0 0,2-1-88 0 0,5 0 26 0 0,2-1-12 0 0,5-1-10 0 0,2 0 8 0 0,2 0-12 0 0,2-1-132 0 0,-1 2-116 0 0,1-1 84 0 0,-3 2 8 0 0,-2 1 24 0 0,-2 1 44 0 0,-4 3 38 0 0,-3 1 68 0 0,-2 3-10 0 0,-2 2 126 0 0,-3 1 103 0 0,0 1-8 0 0,-2 1-116 0 0,-1 0-100 0 0,0 1 7 0 0,0-1-287 0 0,-1 0-489 0 0,1 1-409 0 0,-2 1-569 0 0,-3 1-840 0 0,-9 4 1518 0 0,0 0 1046 0 0</inkml:trace>
  <inkml:trace contextRef="#ctx0" brushRef="#br72" timeOffset="82741.597">6410 12537 28 0 0,'0'0'0'0'0,"0"0"0"0"0</inkml:trace>
  <inkml:trace contextRef="#ctx0" brushRef="#br73" timeOffset="84539.031">6410 12537 468 0 0,'0'0'0'0'0,"-14"-14"460"0"0,-5-11-527 0 0,1-2 2026 0 0,4-1-1796 0 0,3-1-94 0 0,2 1 31 0 0,3 2-296 0 0,0 0 103 0 0,1 0 103 0 0,-2 1-221 0 0,-1-1-85 0 0,-1 0 46 0 0,0 0-469 0 0,-3 1 891 0 0,2 2-52 0 0,-1 2 487 0 0,2 3-25 0 0,1 2 2 0 0,2 2-66 0 0,2 1 60 0 0,1 1-252 0 0,2 0-205 0 0,1 1-33 0 0,0 0-87 0 0,0 1-98 0 0,1 0-148 0 0,-1 0-102 0 0,0 1-168 0 0,1-1 33 0 0,-1-1 49 0 0,0-1-36 0 0,0-1 169 0 0,0 0 332 0 0,1 0 353 0 0,-1 0 190 0 0,1 2 123 0 0,0 0 166 0 0,-1 2 80 0 0,1 1-54 0 0,-1 1-247 0 0,-1 1-184 0 0,-1 2-438 0 0,-3 0 38 0 0,0 2-265 0 0,-2 0 34 0 0,-1 1 208 0 0,0 0 85 0 0,1 1-30 0 0,-1-1-108 0 0,1 1 32 0 0,-1-1-74 0 0,0-1 75 0 0,1 1-20 0 0,-2 0 17 0 0,-1 0 44 0 0,-1 0-11 0 0,-1 0-55 0 0,-2-1 8 0 0,0 1 4 0 0,-1-1 5 0 0,0 1 97 0 0,1-1-27 0 0,-2 0-94 0 0,0 1 13 0 0,1-1-1 0 0,-2 1-1 0 0,2 0 5 0 0,-1 0 0 0 0,3 0 4 0 0,0 0-5 0 0,2 0-87 0 0,0 0-69 0 0,1-1-32 0 0,0 0 46 0 0,-1-1 163 0 0,1 1-46 0 0,-1 0 86 0 0,0-1-2 0 0,0 2 97 0 0,-2 0-10 0 0,1 0 69 0 0,0 0 0 0 0,1 2 4 0 0,0 1-59 0 0,2 0-10 0 0,0 2 13 0 0,2-2-22 0 0,2 0 34 0 0,2 0 4 0 0,2-1 93 0 0,0-1 125 0 0,1 1 120 0 0,0-1 40 0 0,1 0 12 0 0,-1-1 40 0 0,3 1 47 0 0,1 0 31 0 0,3-1-50 0 0,1-1-117 0 0,5-1-173 0 0,3-1-129 0 0,3-1-51 0 0,3-1-97 0 0,2 1-68 0 0,1 0-91 0 0,-1-1 30 0 0,-1 1 71 0 0,0-1-14 0 0,0-1 103 0 0,1-1-54 0 0,1-2 36 0 0,2-3-96 0 0,4-1 12 0 0,1-2-8 0 0,4-2-44 0 0,4-1-20 0 0,2-2 82 0 0,3-1-32 0 0,3 1-34 0 0,3-1 17 0 0,0 1 48 0 0,2 1-15 0 0,-1 2 13 0 0,-1 0 78 0 0,0 2-46 0 0,-3 1 32 0 0,-1 0 21 0 0,-3 1 8 0 0,-1 1-112 0 0,-2 1 118 0 0,-2 1-58 0 0,-2 0 7 0 0,-1 0 14 0 0,-3 0-70 0 0,-3 1 67 0 0,-1-1-4 0 0,-2 1 1 0 0,-1-1 3 0 0,-2 0 0 0 0,-2 1-70 0 0,-2 0 20 0 0,-2 0-10 0 0,-3 1-4 0 0,-2 1-9 0 0,-1 0-63 0 0,-1 1-29 0 0,-2 0-20 0 0,0 1 14 0 0,-1 1 7 0 0,0-1 26 0 0,-1 0-6 0 0,0 1 4 0 0,1 0 75 0 0,-1 1-22 0 0,0 0 25 0 0,0 0 1 0 0,-2 0 70 0 0,0 1-37 0 0,-1-1 33 0 0,-1 1-26 0 0,-1 0-35 0 0,0 1 1 0 0,0-1-4 0 0,-1 1-1 0 0,-1 0 0 0 0,1 0 5 0 0,-1 1-2 0 0,0 0 1 0 0,0 1 47 0 0,0 0 19 0 0,0 0-3 0 0,1 0 33 0 0,0 0-22 0 0,-1 0-29 0 0,1 0-1 0 0,-1 0-45 0 0,0 0 72 0 0,1 0-84 0 0,-1 0 72 0 0,-1 0-68 0 0,1 0 62 0 0,0 0-66 0 0,0 0 71 0 0,0 0-82 0 0,0 0-45 0 0,0 0-22 0 0,0 0 18 0 0,0 0 0 0 0,0 0-19 0 0,0 0 25 0 0,0 0-3 0 0,0 0 62 0 0,0 0-21 0 0,0 0 14 0 0,0 0 17 0 0,0 0-9 0 0,0 0 8 0 0,0 0-6 0 0,0 0 1 0 0,0 0 5 0 0,0 1-20 0 0,0-1-60 0 0,0 1-26 0 0,0 0 3 0 0,0 0 22 0 0,0 0-8 0 0,-1 0 23 0 0,-1 1 4 0 0,1 0 51 0 0,-2 1-9 0 0,1 2 6 0 0,-2 1 6 0 0,0 2 8 0 0,-2 2 63 0 0,0 1-83 0 0,0 1 19 0 0,0 3-67 0 0,0 2 62 0 0,1 1-110 0 0,1 3 73 0 0,0 2 28 0 0,1 2-56 0 0,0 1-12 0 0,0 3 30 0 0,1 0 35 0 0,1 1-56 0 0,0 1 80 0 0,-2 1-28 0 0,-1 1 14 0 0,-2 0-11 0 0,-2 2 8 0 0,-1 0-12 0 0,0 0 3 0 0,-2 1-61 0 0,0 0 35 0 0,1 1-32 0 0,0-1 7 0 0,2 2 73 0 0,1 0-26 0 0,1 0 11 0 0,-1 0-51 0 0,2-1 66 0 0,0 1-18 0 0,1-1 2 0 0,2-1-3 0 0,0 0 0 0 0,1-1 0 0 0,0 1 5 0 0,1-1-11 0 0,0 0-57 0 0,0 0 76 0 0,0 0-26 0 0,1 1-37 0 0,-1 0 12 0 0,0 0 50 0 0,0 2-11 0 0,0-1 11 0 0,0 1 13 0 0,0-1 35 0 0,0 1-5 0 0,0-1 4 0 0,-1-1-45 0 0,-1-1 12 0 0,0 1-6 0 0,-1-1-14 0 0,0-1-10 0 0,1 0-58 0 0,0 0 28 0 0,1 0 40 0 0,0 0-14 0 0,2 0 18 0 0,1 1 1 0 0,2 1 56 0 0,1 0-61 0 0,0 2 109 0 0,0 0-46 0 0,1 0-11 0 0,-2 0-54 0 0,1 0 3 0 0,-1 0-6 0 0,-2-1-10 0 0,0 0 7 0 0,-1-1-105 0 0,-1 0-78 0 0,0 0 49 0 0,0 1-113 0 0,-1 0 29 0 0,0 1 77 0 0,0 1 16 0 0,0 0 146 0 0,0 0-92 0 0,1 0 93 0 0,-1-2-28 0 0,0 0 13 0 0,0-3-6 0 0,1-1 6 0 0,-1-3-16 0 0,1-1-107 0 0,0-3 26 0 0,0-2-254 0 0,0-1-137 0 0,0-2 108 0 0,0-1 110 0 0,0 1 134 0 0,0 0 124 0 0,0 0-79 0 0,0 2 53 0 0,0 0 34 0 0,0 1-87 0 0,0-1 10 0 0,-2 1-19 0 0,-1-1 48 0 0,-1 0-63 0 0,-1-1 26 0 0,-2 0 0 0 0,1-1-57 0 0,0 0 171 0 0,0-2-61 0 0,2 0-153 0 0,1 0-86 0 0,1 0 32 0 0,1-1-212 0 0,0 0 407 0 0,1-1 8 0 0,1 0 26 0 0,-1-1 76 0 0,0 0-58 0 0,0 0 91 0 0,0-1-40 0 0,1 1 121 0 0,-1-1-93 0 0,0-1 33 0 0,0 0-130 0 0,0 0 29 0 0,-1 0-15 0 0,-1-1-6 0 0,0-1 2 0 0,-1-1-80 0 0,1-1-39 0 0,0 0 82 0 0,0 0 30 0 0,1 0 7 0 0,0 2 10 0 0,0 0 9 0 0,1 2-10 0 0,1 1-2 0 0,0 1-18 0 0,3 1-51 0 0,0 1-211 0 0,0 0 19 0 0,0 1-410 0 0,-1-1-1139 0 0,-1 1-331 0 0,0-1-104 0 0,-3-1 579 0 0,-2 1 1310 0 0,-2-5 221 0 0</inkml:trace>
  <inkml:trace contextRef="#ctx0" brushRef="#br74" timeOffset="87855.935">5560 14633 132 0 0,'0'0'0'0'0,"0"0"1564"0"0,0 0-1535 0 0,0 0-430 0 0,0 0 304 0 0,0 0 237 0 0,0 0-8 0 0,0 0-118 0 0,0 0 6 0 0,22-18 150 0 0,5-2 134 0 0,5-3 91 0 0,0 2 416 0 0,-2 2-150 0 0,-2 3-239 0 0,-5 3-426 0 0,-3 1 72 0 0,-5 4-292 0 0,-4 0-136 0 0,-4 2-279 0 0,-3 2-114 0 0,-2 0-980 0 0,-2 1 1219 0 0</inkml:trace>
  <inkml:trace contextRef="#ctx0" brushRef="#br75" timeOffset="88095.4">5809 14485 380 0 0,'0'0'0'0'0,"0"0"936"0"0,0 0-298 0 0,0 0-102 0 0,0 0 62 0 0,0 0-32 0 0,0 0-252 0 0,0 0-154 0 0,0 0-93 0 0,0 0-49 0 0,0 0 2 0 0,0 0 24 0 0,16-10-55 0 0,0-1-104 0 0,2-1-32 0 0,-4 0-243 0 0,-3 2-369 0 0,-4 3-1293 0 0,-3 1 1402 0 0</inkml:trace>
  <inkml:trace contextRef="#ctx0" brushRef="#br76" timeOffset="88297.531">6063 14298 5276 0 0,'0'0'0'0'0,"0"0"1041"0"0,0 0 1590 0 0,0 0-1294 0 0,0 0-672 0 0,0 0-471 0 0,0 0-478 0 0,0 0-194 0 0,0 0-442 0 0,0 0-381 0 0,0 0-567 0 0,8-10-118 0 0,3-2 549 0 0,3-2-505 0 0,-1 1 1155 0 0</inkml:trace>
  <inkml:trace contextRef="#ctx0" brushRef="#br77" timeOffset="88524.208">6285 14099 5044 0 0,'0'0'0'0'0,"0"0"2321"0"0,0 0-1182 0 0,0 0-568 0 0,0 0-259 0 0,0 0-525 0 0,0 0-366 0 0,0 0 0 0 0,0 0-291 0 0,0 0 182 0 0,0 0-223 0 0,18-13-108 0 0,2-2 223 0 0,2-1 196 0 0,-1 2 158 0 0,-3 1 106 0 0,-5 3 22 0 0,-2 1-205 0 0,-3 2-116 0 0,-2 0-263 0 0,-3 2 1053 0 0</inkml:trace>
  <inkml:trace contextRef="#ctx0" brushRef="#br78" timeOffset="88682.13">6446 13965 548 0 0,'0'0'0'0'0,"0"0"1592"0"0,0 0 14 0 0,0 0 253 0 0,0 0-529 0 0,0 0-262 0 0,0 0 11 0 0,0 0-95 0 0,0 0-44 0 0,0 0-324 0 0,0 0-137 0 0,0 0-76 0 0,8-3-113 0 0,2 0-165 0 0,0-1-121 0 0,-1 1-112 0 0,-1-1-5 0 0,-1 1-45 0 0,-1 0-77 0 0,-1 0-149 0 0,0 0-160 0 0,-1 1-136 0 0,-1-1-358 0 0,1 0-369 0 0,-1 0-979 0 0,-1-1-76 0 0,-1 0 209 0 0,-9 9 1301 0 0,0 1 935 0 0</inkml:trace>
  <inkml:trace contextRef="#ctx0" brushRef="#br79" timeOffset="88881.341">6446 13965 1800 0 0,'0'0'0'0'0,"20"-9"2620"0"0,9-5-1245 0 0,-3 2-364 0 0,-3 1-173 0 0,-4 2-13 0 0,-5 2-294 0 0,-3 2 181 0 0,-2 1 68 0 0,0 0-116 0 0,-2 0-333 0 0,2-1-339 0 0,0 1-131 0 0,-2-2-405 0 0,0 0-50 0 0,-1 0-350 0 0,-3 1-686 0 0,-1-1-917 0 0,-1 1 230 0 0,0 0 19 0 0,-2 2 2145 0 0</inkml:trace>
  <inkml:trace contextRef="#ctx0" brushRef="#br80" timeOffset="89086.061">6725 13809 1772 0 0,'0'0'0'0'0,"0"0"3028"0"0,0 0-1227 0 0,0 0-485 0 0,0 0-286 0 0,0 0-141 0 0,0 0-128 0 0,0 0-148 0 0,0 0-124 0 0,0 0-114 0 0,0 0-105 0 0,0 0-200 0 0,25-7-53 0 0,3 0-64 0 0,-1-1 55 0 0,-4 1-23 0 0,-7 2-152 0 0,-5 1-369 0 0,-6 1-642 0 0,-4 1-1217 0 0,-7 0-3456 0 0,-1 1 4056 0 0</inkml:trace>
  <inkml:trace contextRef="#ctx0" brushRef="#br81" timeOffset="95836.501">4427 15559 220 0 0,'0'0'0'0'0,"0"0"1112"0"0,0 0-401 0 0,0 0-203 0 0,0 0-228 0 0,0 0-106 0 0,0 0 20 0 0,0 0-104 0 0,0 0 25 0 0,0 0 125 0 0,13-11 236 0 0,3-2 141 0 0,1 0-36 0 0,-3 1-13 0 0,-1 3-36 0 0,-2 1 11 0 0,-2 3-180 0 0,-2 1-146 0 0,-1 0-119 0 0,-1 1-78 0 0,1 0 85 0 0,-1-1 6 0 0,1 0-29 0 0,1-1-5 0 0,0 0-68 0 0,1 0 3 0 0,1 0-6 0 0,0 0-7 0 0,1-1 2 0 0,0 1-20 0 0,0-2-125 0 0,0 1 35 0 0,-1 0 9 0 0,0 0-69 0 0,-2-1-72 0 0,0 1-159 0 0,0 0-452 0 0,0 0 132 0 0,-1-1-154 0 0,0 2-143 0 0,0-1-56 0 0,0 0 81 0 0,-1 0-370 0 0,0 2 1584 0 0</inkml:trace>
  <inkml:trace contextRef="#ctx0" brushRef="#br82" timeOffset="96957.894">5539 14612 220 0 0,'0'0'0'0'0,"0"0"408"0"0,0 0 37 0 0,0 0-80 0 0,0 0 207 0 0,0 0-216 0 0,0 0-37 0 0,0 0 41 0 0,0 0-211 0 0,0 0-31 0 0,26-18-30 0 0,3-3 132 0 0,2-1 106 0 0,-2 2 42 0 0,-5 3 58 0 0,-5 3 60 0 0,-4 4-151 0 0,-3 2 49 0 0,-3 2 12 0 0,-1 0 6 0 0,1 2-33 0 0,-1-1-63 0 0,1-1-184 0 0,1 0-56 0 0,0-1 33 0 0,0 0-9 0 0,1 0 116 0 0,0-1-133 0 0,0 0-10 0 0,0 1-51 0 0,-1 0 40 0 0,1 0-63 0 0,-1-1-38 0 0,-1 2-57 0 0,0-1 58 0 0,-1 0-111 0 0,-1 0 88 0 0,-1 1-90 0 0,0 0 44 0 0,0 1-18 0 0,-1 0 8 0 0,1 0 8 0 0,-1 0 16 0 0,0 1 29 0 0,1-1 22 0 0,0-1 42 0 0,0 1-74 0 0,0 0 105 0 0,-1-1-18 0 0,1 1 67 0 0,0 1-14 0 0,-1-1-6 0 0,0 1 18 0 0,1-1 12 0 0,-1 0-86 0 0,0 0 110 0 0,0 1-8 0 0,1-1 46 0 0,1 0-18 0 0,0 0-23 0 0,0 0-11 0 0,1 0-23 0 0,0-1-70 0 0,1 0 13 0 0,1-1 5 0 0,0 0-5 0 0,0-1 2 0 0,1 1-14 0 0,-2-1 4 0 0,-1 1-58 0 0,1 0 72 0 0,-1 1-20 0 0,-2 1 64 0 0,0 0 12 0 0,0 1-14 0 0,0-1-53 0 0,0 1 95 0 0,0-1-36 0 0,1 0 17 0 0,0-1-81 0 0,1 0 70 0 0,0 0-80 0 0,1-1 22 0 0,0 1 6 0 0,0-1 94 0 0,1 1 100 0 0,-2 0-22 0 0,0 1-155 0 0,-1 0-20 0 0,0 1-5 0 0,0-1-20 0 0,0 0-62 0 0,2 0 18 0 0,-1-1-29 0 0,2 0 29 0 0,0-1 56 0 0,1 0-67 0 0,-1 0 20 0 0,1-1 40 0 0,1 1-60 0 0,0-1 66 0 0,0 0-5 0 0,1 0 95 0 0,0 0-118 0 0,-1 0 41 0 0,0 1-14 0 0,0 0 0 0 0,-2 1 0 0 0,1 0-5 0 0,0 0-54 0 0,-2 0 15 0 0,0 0-22 0 0,1-1-314 0 0,-1 1 211 0 0,-1-1 190 0 0,-1 1 48 0 0,-1 0-86 0 0,-1 1 122 0 0,-1 0-8 0 0,0 1-30 0 0</inkml:trace>
  <inkml:trace contextRef="#ctx0" brushRef="#br83" timeOffset="99116.265">6620 13780 220 0 0,'0'0'0'0'0,"0"0"1644"0"0,0 0-606 0 0,0 0-257 0 0,0 0-104 0 0,0 0-151 0 0,0 0-404 0 0,0 0-257 0 0,0 0-32 0 0,0 0-77 0 0,0 0 16 0 0,8-7 144 0 0,1 0 80 0 0,0 0 94 0 0,-1 0 140 0 0,-3 2-32 0 0,-1 1 116 0 0,-1 2 262 0 0,-2 0-13 0 0,0 1-45 0 0,0 1 51 0 0,-1-1-58 0 0,0 1-121 0 0,0-1-120 0 0,0 0-112 0 0,-1 0-155 0 0,1 1 20 0 0,0 0-96 0 0,0-1 80 0 0,0 1-74 0 0,-1 0 64 0 0,0 0-103 0 0,-2 0 72 0 0,1 1 32 0 0,-1 1-6 0 0,0 0-2 0 0,0 0-66 0 0,-1 2 97 0 0,-2 0 108 0 0,-1 0 87 0 0,-3 2-106 0 0,-1-1-59 0 0,-2 1-26 0 0,0 1 81 0 0,-1 0 21 0 0,1 1 40 0 0,-1-1-201 0 0,0 2-153 0 0,1 0 206 0 0,0 0-37 0 0,-1 1 26 0 0,0 0-12 0 0,-1 0 1 0 0,1 2-131 0 0,-2-1 111 0 0,0 2-72 0 0,0 0-22 0 0,-1 0 7 0 0,0 1 115 0 0,0-1-114 0 0,-1 0 125 0 0,0 0-32 0 0,-1 0 16 0 0,0 0 121 0 0,-1 0-67 0 0,0 0 120 0 0,-1 0-45 0 0,2-1-137 0 0,-1 1 88 0 0,2-2 330 0 0,2 0-387 0 0,0 0 73 0 0,2-1-88 0 0,1 0 14 0 0,2-1 82 0 0,1 0-123 0 0,1-1 92 0 0,1 0-75 0 0,-1 1 26 0 0,-1 0-28 0 0,-1 0 2 0 0,-4 2-1 0 0,0 1-10 0 0,-3 0 2 0 0,-2 2-62 0 0,-1 1 93 0 0,-3 0-106 0 0,1 1-74 0 0,0 0-103 0 0,0 0 67 0 0,2-1 138 0 0,1-2 46 0 0,3-1 60 0 0,3-2 38 0 0,1-1-28 0 0,3-1-52 0 0,1-1 62 0 0,1-1-8 0 0,0 0 77 0 0,-1 1-15 0 0,-1 0-10 0 0,-1 2-26 0 0,-1 0 26 0 0,0 1-72 0 0,0 0 21 0 0,-1 1-9 0 0,-1 0-51 0 0,0-1 5 0 0,-1 1-75 0 0,-1 1-32 0 0,-1-1 51 0 0,0 1 40 0 0,0 0-53 0 0,0 0 77 0 0,0 0-8 0 0,0 1 51 0 0,1 0-68 0 0,-1 1 112 0 0,0-1-53 0 0,0 2 80 0 0,-1-1-96 0 0,1 0-16 0 0,0 0 3 0 0,0 0-21 0 0,0-1 9 0 0,1 0-9 0 0,0-1 8 0 0,2-1 53 0 0,0-1-15 0 0,1-1-53 0 0,0 0 9 0 0,-1 0-58 0 0,0 0-1 0 0,0 0-3 0 0,-1 1-16 0 0,-1 1-15 0 0,-1 1 102 0 0,1 1-82 0 0,-1 1 89 0 0,1 0 110 0 0,1-1-76 0 0,1 0 38 0 0,1-1-98 0 0,1-1 27 0 0,2-1-13 0 0,1 0-5 0 0,-1-2 16 0 0,0 0 56 0 0,1 0-91 0 0,-1-1 22 0 0,1 0-74 0 0,1 1 92 0 0,-1 0-26 0 0,-1 1 65 0 0,-1 0-76 0 0,1 2 26 0 0,0 0-144 0 0,0-1 164 0 0,2 0-120 0 0,0-1 17 0 0,3-1 16 0 0,-1-1 5 0 0,2-1 60 0 0,0-1 45 0 0,3-1 38 0 0,-1 0 9 0 0,1-1-2 0 0,-1-1 9 0 0,0 1-31 0 0,-1 0-10 0 0,0 0 16 0 0,-1 1-86 0 0,0 0 15 0 0,-3 2-130 0 0,0 0-84 0 0,-2 0 12 0 0,-1 1-104 0 0,0 1 86 0 0,-1 0-78 0 0,1 0 4 0 0,0-1 3 0 0,0 1 146 0 0,1-1 140 0 0,1 0 48 0 0,0-1 32 0 0,1 1 17 0 0,0-1-47 0 0,-1 1-40 0 0,1-1 65 0 0,-1 0-99 0 0,0 0 20 0 0,1 0-105 0 0,-2 0-35 0 0,0 0-146 0 0,0 1 156 0 0,0 0 65 0 0,0 0 57 0 0,-1 1 118 0 0,1 0-141 0 0,1 1 135 0 0,0-1-69 0 0,0 0 66 0 0,1-1 12 0 0,0 0 30 0 0,1-1-51 0 0,1-1-43 0 0,1-1-36 0 0,2 1 65 0 0,-2-2 56 0 0,1 0 28 0 0,0-1 13 0 0,1 1-26 0 0,-1-1-23 0 0,1 1 25 0 0,-1 0-30 0 0,-1 0-5 0 0,1 0-120 0 0,-1 0 18 0 0,1 1-18 0 0,-1-1-5 0 0,0 1-78 0 0,0 0 2 0 0,-2 0-19 0 0,0 0-74 0 0,0 0 6 0 0,-1 0 198 0 0,1-1-55 0 0,-1 1 130 0 0,2 0 50 0 0,0-1 7 0 0,2 0 26 0 0,-1 0-55 0 0,1-1 22 0 0,0 1-56 0 0,0 0-32 0 0,-1-1-68 0 0,-1 1 10 0 0,-1 1-65 0 0,0 0-32 0 0,-2 0-8 0 0,0 1-3 0 0,-1-1-16 0 0,-1 0-57 0 0,0 1-87 0 0,1-1 30 0 0,-1-1 137 0 0,1 1 92 0 0,1 0-16 0 0,0-1 94 0 0,1 1-87 0 0,1-1 29 0 0,-1 0 42 0 0,2 1 19 0 0,0-1 25 0 0,1 0-59 0 0,1-1-45 0 0,-1 1-51 0 0,0-1 60 0 0,0 1-32 0 0,0 0-61 0 0,-2 1-42 0 0,0 0-58 0 0,-2 2-13 0 0,0-1 35 0 0,-1 1 51 0 0,0 0 117 0 0,-1 1-23 0 0,1-1 32 0 0,0 1 42 0 0,1-1-71 0 0,1-1 28 0 0,1 0-14 0 0,2-1 16 0 0,0-2 55 0 0,1 0 0 0 0,1-1-10 0 0,1 0-69 0 0,-1-1 20 0 0,2 1-72 0 0,-1 0 18 0 0,1 0-23 0 0,-1-1-43 0 0,-1 1 12 0 0,1 0-7 0 0,-2 0-28 0 0,1-1 36 0 0,1 0 48 0 0,0 1 48 0 0,0-1-8 0 0,1 0 96 0 0,-1 0 8 0 0,1 0-10 0 0,0 0-39 0 0,1 0-49 0 0,-1 0 1 0 0,0-1-117 0 0,0 1-59 0 0,0 0-177 0 0,0 0-211 0 0,0 0-161 0 0,0 0-383 0 0,-1 0-445 0 0,-1 0-429 0 0,2 0 321 0 0,0 0 1922 0 0</inkml:trace>
  <inkml:trace contextRef="#ctx1" brushRef="#br84" timeOffset="91825.673">7785 4177 508,'0'0'0,"0"0"472,0 0-261,0 0-141,0 0 11,0 0-78,0 0 96,0 0 11,0 0-14,0 0 332,0 0-308,-9 5-1,0 1 28,0 0 57,1-1-202,3-1 18,2-2-896,0-1-575,1 0 1251</inkml:trace>
  <inkml:trace contextRef="#ctx0" brushRef="#br85" timeOffset="121496.909">5281 964 572 0 0,'0'0'0'0'0,"0"0"1320"0"0,0 0-1176 0 0,0 0-513 0 0,0 0-1069 0 0,0 0 1376 0 0</inkml:trace>
  <inkml:trace contextRef="#ctx0" brushRef="#br86" timeOffset="122156.481">4814 4516 6493 0 0,'0'0'0'0'0,"0"0"364"0"0,0 0 2240 0 0,0 0-2189 0 0,0 0 431 0 0,0 0-309 0 0,0 0-224 0 0,0 0-123 0 0,0 0-332 0 0,0 0-210 0 0,-11 1-149 0 0,-1 1-185 0 0,0 0-768 0 0,1 0-2045 0 0,3 0-1987 0 0</inkml:trace>
  <inkml:trace contextRef="#ctx0" brushRef="#br87" timeOffset="125836.483">7023 11592 104 0 0,'0'0'0'0'0,"0"0"352"0"0,0 0-14 0 0,0 0-136 0 0,0 0-97 0 0,0 0 186 0 0,0 0 12 0 0,0 0 26 0 0,0 0-81 0 0,0 0-84 0 0,0 0-68 0 0,-4-2-94 0 0,0 1 2 0 0,0-1 74 0 0,0 0 296 0 0,2 1 9 0 0,0 0-8 0 0,1 0-133 0 0,-1 1 87 0 0,0-1 11 0 0,1 1-133 0 0,0-1-106 0 0,0 1-97 0 0,1 0-271 0 0,-1 0-310 0 0,1 0-139 0 0,0-1-32 0 0,0 1-28 0 0,-1 0 100 0 0,-1-1 62 0 0,0 1 171 0 0,0 0 344 0 0,0 0 65 0 0</inkml:trace>
  <inkml:trace contextRef="#ctx0" brushRef="#br88" timeOffset="126536.117">6902 11587 432 0 0,'0'0'0'0'0,"0"0"832"0"0,0 0-999 0 0,0 0 39 0 0,0 0 445 0 0,0 0-76 0 0,0 0-91 0 0,0 0-54 0 0,0 0 53 0 0,0 0 146 0 0,-1-4 92 0 0,0-1 41 0 0,1 1-33 0 0,-1 1 14 0 0,0 0 9 0 0,1 2-354 0 0,0 0 485 0 0,0 1-99 0 0,0 0-369 0 0,0 1-47 0 0,0-1-164 0 0,0 0 39 0 0,0 1 14 0 0,0-1 85 0 0,0 0-12 0 0,0 0 80 0 0,0 0 52 0 0,0 0 84 0 0,0 0 90 0 0,0 0-293 0 0,0 0 323 0 0,0 0-11 0 0,0 0-377 0 0,0 0 109 0 0,0 0-140 0 0,0 0-88 0 0,0 0-112 0 0,-1 0-104 0 0,0 0-26 0 0,-1 0 70 0 0,0 0-46 0 0,0 0 62 0 0,1 0 17 0 0,-1 0 151 0 0,0 0 171 0 0,1 0-38 0 0,0 0 30 0 0,0 0-102 0 0,1 0-112 0 0,-1 0-67 0 0,0 0 53 0 0,0 1-27 0 0,1 0-39 0 0,-1 0-2 0 0,1 1 320 0 0,0 0-66 0 0,-1 0 38 0 0,-1 1-10 0 0,0 1-668 0 0,-1 0-267 0 0,0 0 809 0 0</inkml:trace>
  <inkml:trace contextRef="#ctx0" brushRef="#br89" timeOffset="126585.915">6902 11587 80 0 0,'0'0'0'0'0,"0"0"0"0"0</inkml:trace>
  <inkml:trace contextRef="#ctx0" brushRef="#br90" timeOffset="127458.439">6902 11587 80 0 0,'0'0'0'0'0,"-9"7"3104"0"0,-3 4-2543 0 0,1-2 773 0 0,2-2-288 0 0,3-1-700 0 0,3-3 254 0 0,4-1-675 0 0,1-2 2062 0 0,2-2-1456 0 0,0 1 37 0 0,1-1-363 0 0,-1 0-62 0 0,-1 1 9 0 0,-1 0 31 0 0,0 0 17 0 0,-1 0 5 0 0,0 1 11 0 0,0 0 18 0 0,-1 0 23 0 0,0-1-19 0 0,0 1 8 0 0,0 0-30 0 0,0 0-57 0 0,1-1-42 0 0,0 1-53 0 0,0-1-62 0 0,1 0 22 0 0,1 0 154 0 0,2 0 113 0 0,3 0-50 0 0,3 0-62 0 0,2-1-48 0 0,2 0-7 0 0,3 0-52 0 0,3-2-27 0 0,3 0-47 0 0,3-2-61 0 0,2 1-5 0 0,1-1-6 0 0,0 1 26 0 0,-1 0 53 0 0,-1 0-23 0 0,-2 1-40 0 0,-2 1 60 0 0,-3 1-11 0 0,-1 0 8 0 0,-1 1 0 0 0,-2 0 11 0 0,0 1 104 0 0,0 0 3 0 0,2 0-54 0 0,2 0-58 0 0,2 0 10 0 0,3 1 45 0 0,2-1-76 0 0,3 0 10 0 0,2 1 6 0 0,3-1-6 0 0,1 0-49 0 0,-1 0 70 0 0,1 0-23 0 0,-2 0 8 0 0,-2 0-56 0 0,-2 0 72 0 0,-1 0 37 0 0,-3 0-56 0 0,-1 0 21 0 0,-1 0-10 0 0,-1 0-9 0 0,0 0-49 0 0,0 2-52 0 0,0-1-157 0 0,1 2 147 0 0,0-1-14 0 0,0 2 140 0 0,0-1-38 0 0,-1 1 25 0 0,1 0-86 0 0,-2 1 109 0 0,0-1 100 0 0,-1 1-74 0 0,0-1 18 0 0,-1 0 26 0 0,0 1-52 0 0,-1-2-40 0 0,1 1 94 0 0,1 0-18 0 0,1 0-29 0 0,2 1-53 0 0,3-1-75 0 0,2 1-17 0 0,2 1 48 0 0,1-1 46 0 0,4 2-16 0 0,2-1-50 0 0,6 1 86 0 0,4 0 192 0 0,7 0-110 0 0,4-1-115 0 0,5 0 38 0 0,3-2-37 0 0,1-2 14 0 0,2 0-1 0 0,1-1 0 0 0,0-1-8 0 0,1-1-63 0 0,1 0-11 0 0,-1-2-19 0 0,0-1-28 0 0,-2 0-22 0 0,-2-1 4 0 0,-4-1 113 0 0,-4 1 27 0 0,-7 0 69 0 0,-6 1-81 0 0,-8 0 35 0 0,-8 1-12 0 0,-6 0 71 0 0,-8 1-94 0 0,-5 0 16 0 0,-4 1-108 0 0,-2 1-81 0 0,-2 0 63 0 0,2 0-61 0 0,0 0-27 0 0,2 0 3 0 0,3 0 75 0 0,2 0 154 0 0,1 0 8 0 0,0 0 100 0 0,0 0-5 0 0,0 0-19 0 0,-2 0 38 0 0,0 0 16 0 0,-1 0 43 0 0,-1 0-10 0 0,0 0 7 0 0,-2 0-79 0 0,1 0-15 0 0,2-1-5 0 0,2 0 98 0 0,3-1 152 0 0,5 0 61 0 0,6-2-104 0 0,6 0 0 0 0,6-2-95 0 0,4 0 53 0 0,2 0-111 0 0,1 1-111 0 0,0-1-23 0 0,-3 1-6 0 0,-4 1 68 0 0,-5 1-96 0 0,-5 1-118 0 0,-6 1 23 0 0,-6 0-79 0 0,-5 1 132 0 0,-3 0-70 0 0,-3 0-54 0 0,-1 1 56 0 0,-2-1-27 0 0,-1 0 6 0 0,1 0 28 0 0,-2 0-50 0 0,1 0 2 0 0,-1 0-34 0 0,-1 0-8 0 0,0 0-102 0 0,0 1-95 0 0,-2 0-251 0 0,-2 0-284 0 0,-4 1-473 0 0,-2 1-1069 0 0,-5-1-571 0 0,13-2-1811 0 0,3-2 5925 0 0</inkml:trace>
  <inkml:trace contextRef="#ctx0" brushRef="#br91" timeOffset="129099.961">10623 11578 1656 0 0,'0'0'0'0'0,"0"0"1108"0"0,0 0-452 0 0,0 0 2 0 0,0 0-14 0 0,0 0-521 0 0,0 0 980 0 0,0 0-586 0 0,0 0-273 0 0,0 0-114 0 0,0 0 6 0 0,0 0 344 0 0,-4 9 94 0 0,0 2 7 0 0,0 3-95 0 0,0 2-82 0 0,1 1-34 0 0,1 2 30 0 0,-1 1-92 0 0,1 1-6 0 0,0 2-76 0 0,-2 2 3 0 0,0 2-161 0 0,0 0-61 0 0,-1 3-62 0 0,0 0 19 0 0,-2 1 37 0 0,0 1-45 0 0,1 0 54 0 0,0 0 60 0 0,0 0-78 0 0,0-1 150 0 0,0 0-1 0 0,0-2 38 0 0,0 0-18 0 0,-1-2-24 0 0,0 0-34 0 0,-1-1-40 0 0,0 0 8 0 0,1 1-77 0 0,-1-1 15 0 0,1 0-13 0 0,1 1-55 0 0,0 0 66 0 0,1 0-27 0 0,1 0 14 0 0,1 0 2 0 0,1-2 4 0 0,1 0-1 0 0,0-2 6 0 0,1-1 82 0 0,0-1-56 0 0,0 0-34 0 0,0-1 6 0 0,-1 0-15 0 0,-1 1-242 0 0,-3 1 102 0 0,-2 1-92 0 0,0 1 52 0 0,-1 1 100 0 0,0 0 78 0 0,0 0-60 0 0,-1 0 85 0 0,1 0-18 0 0,0-1 62 0 0,2-1 64 0 0,0 0-98 0 0,1-1-7 0 0,0-1-19 0 0,2 1-89 0 0,0-1 32 0 0,0 1-1 0 0,2 0 11 0 0,0 0 59 0 0,0 2-7 0 0,1-1 72 0 0,0 1-17 0 0,0 0 23 0 0,1 0 29 0 0,-1 0-22 0 0,0-1-24 0 0,0 0-11 0 0,-1 0 20 0 0,-1-1-65 0 0,1-1 103 0 0,-1 0-60 0 0,-2-1 6 0 0,1 0 14 0 0,-1-1-67 0 0,0 0 15 0 0,1 0-16 0 0,1 0 6 0 0,0 0-8 0 0,0 1 8 0 0,1 0 95 0 0,0-1-41 0 0,0 1 4 0 0,1-1-59 0 0,0-1 11 0 0,0 1-2 0 0,0-2-17 0 0,0 0-144 0 0,1-1 21 0 0,0-1-57 0 0,1 0 9 0 0,0 0-34 0 0,0-1-25 0 0,0 1 53 0 0,0 0 23 0 0,-2 0 88 0 0,0 1 69 0 0,-2 0-13 0 0,-1 0 22 0 0,-2 1 77 0 0,-1-1-2 0 0,0 0-14 0 0,0-1-61 0 0,1 1 8 0 0,1-2 71 0 0,2 0-51 0 0,1-1-42 0 0,1 0 14 0 0,3-2-98 0 0,2 0 115 0 0,1-1-48 0 0,0-1 24 0 0,1-1-3 0 0,-2 0 94 0 0,0-2-115 0 0,0 0 34 0 0,-1-1-6 0 0,-1 0 95 0 0,-1-1 24 0 0,0 1 37 0 0,-1 0-101 0 0,1 0-46 0 0,0 1 83 0 0,0 0 14 0 0,1 1 39 0 0,0 0-33 0 0,0 1 0 0 0,1 1-126 0 0,-1 0 85 0 0,-1 1 57 0 0,0-1-94 0 0,-1 1 35 0 0,0 1-85 0 0,-1 0 20 0 0,0 0-10 0 0,0 1 61 0 0,-1 1-69 0 0,0 1 19 0 0,0 1 45 0 0,-1 1 3 0 0,0 0-58 0 0,0 0 5 0 0,0 0-8 0 0,1-1-58 0 0,-1 0 77 0 0,1 0-26 0 0,-1 0-33 0 0,1 0-53 0 0,-1 0 31 0 0,-1 0-29 0 0,1 1 35 0 0,0 1-10 0 0,1-1 69 0 0,-1 2-102 0 0,0 0 122 0 0,0 2-108 0 0,-1 1 33 0 0,1 1-159 0 0,0 1 103 0 0,0 1 36 0 0,-1 0-270 0 0,-2 0 71 0 0,1 0-112 0 0,-1 2 146 0 0,0 1 23 0 0,-1 2 236 0 0,0 2-119 0 0,1 0 117 0 0,-2 2-27 0 0,2 0 84 0 0,0 0 11 0 0,2 0-18 0 0,1-1 30 0 0,0 1-42 0 0,2-1-48 0 0,-1 0-1 0 0,1-1-126 0 0,1 0-239 0 0,-1-2-224 0 0,0 0-205 0 0,0-1 292 0 0,0 0-162 0 0,0-1-50 0 0,1 2 292 0 0,2 0 455 0 0,1 2 353 0 0,4 0 620 0 0,0 1-620 0 0,2-1 130 0 0,-1-2-193 0 0,-1-2 149 0 0,0-1-238 0 0,-1-3 36 0 0,0-2-310 0 0,-1-2 662 0 0,-1-1-539 0 0,0-1 144 0 0,-1-3-168 0 0,-2-1-60 0 0,0-2-114 0 0,-1-1-217 0 0,-1-2-89 0 0,0-2-185 0 0,0-2-288 0 0,-2-2-696 0 0,-1 0-678 0 0,-1-3-636 0 0,0 1 808 0 0</inkml:trace>
  <inkml:trace contextRef="#ctx0" brushRef="#br92" timeOffset="130873.746">10236 15652 1332 0 0,'0'0'0'0'0,"0"0"1524"0"0,0 0-485 0 0,0 0-104 0 0,0 0-80 0 0,0 0 54 0 0,0 0-142 0 0,0 0-127 0 0,0 0-132 0 0,0 0-130 0 0,0 0-27 0 0,-2 0 39 0 0,-1 0 21 0 0,1 0 42 0 0,-1 0-8 0 0,1 1 2 0 0,-2 0-68 0 0,0 1-121 0 0,-2 0-161 0 0,-1 1 48 0 0,-3 0 44 0 0,-1 1-39 0 0,-3 0-11 0 0,-1 1-9 0 0,-1-1-14 0 0,-1 1-12 0 0,-1 0-16 0 0,1-2 2 0 0,-1 1-90 0 0,-1-1 132 0 0,0-1-34 0 0,-1 1-11 0 0,-3-1-24 0 0,0-1-60 0 0,-2 0 80 0 0,-2-1-94 0 0,-2 1 33 0 0,0-1-15 0 0,-2 0-8 0 0,1 0 12 0 0,-1 0 47 0 0,-1 0-60 0 0,2 0 95 0 0,-1 0-107 0 0,3-1 85 0 0,0 1 1 0 0,2 0-79 0 0,1 1 26 0 0,2 0-20 0 0,-1 0 21 0 0,-2 0 31 0 0,-2 1-55 0 0,-2-1 23 0 0,-2 1-12 0 0,-4 0-8 0 0,-1-1-68 0 0,-2 0 89 0 0,-3 0-30 0 0,-1-1-46 0 0,-3 0 68 0 0,-1-1-28 0 0,1-1 18 0 0,1-1-4 0 0,1-1 63 0 0,4 0-74 0 0,2 1 21 0 0,3-1-8 0 0,3 1 0 0 0,1 0-60 0 0,1 1 16 0 0,0-1-3 0 0,1 1 54 0 0,-1-1-75 0 0,-2 0 76 0 0,-2 0-122 0 0,-3 0-48 0 0,-4-1 99 0 0,-1 1-24 0 0,-3-1-37 0 0,2 0 145 0 0,-1 0-39 0 0,-1-1 17 0 0,1-1-73 0 0,-2 1 86 0 0,-3-2-30 0 0,-4 0-55 0 0,-4-1 4 0 0,-6 0 75 0 0,-5 0-465 0 0,-5 1 586 0 0,0 1 159 0 0,2 1-73 0 0,4 3-42 0 0,4 0-112 0 0,4 2-50 0 0,3 1 11 0 0,3 1 126 0 0,3 2-10 0 0,3-1-104 0 0,4 1-24 0 0,1-1-74 0 0,3 0-16 0 0,0-1-6 0 0,0 0-162 0 0,-1-1 133 0 0,-1-1-48 0 0,0 0-5 0 0,-1-1-127 0 0,-1 0 17 0 0,-1-2 332 0 0,3-1-96 0 0,2 0 117 0 0,3 1-80 0 0,3 0 121 0 0,4 1-128 0 0,4 1 30 0 0,3 0 73 0 0,2 1 8 0 0,4 0-119 0 0,1 0 39 0 0,1 0-213 0 0,-1 0-33 0 0,-1 0-343 0 0,-1-1 351 0 0,-1 0-22 0 0,1-1 115 0 0,-1-1-48 0 0,2 0-50 0 0,1 0-72 0 0,0-1 122 0 0,0 0 41 0 0,0-1-93 0 0,0-1 139 0 0,-1 1-75 0 0,1-2 44 0 0,1 1 138 0 0,1 0-25 0 0,0 1 8 0 0,1 0-1 0 0,1 0-88 0 0,-1 1 67 0 0,0 0 22 0 0,1 0 6 0 0,-2 1 36 0 0,0 0-55 0 0,-1 0-88 0 0,-1 0 70 0 0,-1 0 32 0 0,0 0 82 0 0,-1-1-22 0 0,-1 1-69 0 0,-2 0 79 0 0,-4-1-89 0 0,-4 1-422 0 0,-4-1 492 0 0,-2 0-95 0 0,-1 0 362 0 0,0 1-111 0 0,2 0-62 0 0,0 0-152 0 0,0 1 30 0 0,2 1 321 0 0,2 0 22 0 0,2 0-167 0 0,3 1-62 0 0,2 0-25 0 0,3 0 56 0 0,0 0-102 0 0,2 0-53 0 0,1 0-6 0 0,1 0-67 0 0,-1 1-74 0 0,3-1 31 0 0,0 0-3 0 0,0 1-63 0 0,0-1 127 0 0,1 0 36 0 0,1 0 7 0 0,0 0 147 0 0,0 0-136 0 0,0 0 249 0 0,0 0-235 0 0,-1-1-9 0 0,-3 0 66 0 0,-2 0-16 0 0,-2-2-70 0 0,-1 0 24 0 0,-2 0-16 0 0,-4 0-7 0 0,-2 1-181 0 0,-5-1-472 0 0,-1 1 829 0 0,-2 0-6 0 0,1 1 79 0 0,2 0-94 0 0,3 1-89 0 0,2 0-58 0 0,0 0-328 0 0,1 1 414 0 0,1 0-62 0 0,2 0 20 0 0,0 0-48 0 0,2 0 17 0 0,1-1-23 0 0,1 0-150 0 0,-1 0 75 0 0,-1 0-555 0 0,1 1 790 0 0,0-1-430 0 0,-1 1 38 0 0,3 1-60 0 0,1-1 22 0 0,2 1-76 0 0,1 1-73 0 0,2-1-23 0 0,1 1 175 0 0,2-1 247 0 0,2 1-15 0 0,1-2 152 0 0,2 0-70 0 0,1 0-41 0 0,0 0 4 0 0,1-1-6 0 0,-1 0 77 0 0,1 0-27 0 0,-1 0-62 0 0,1 0 7 0 0,0 0-87 0 0,0 0 59 0 0,0 0-27 0 0,1 0-12 0 0,1 0-51 0 0,0 0-109 0 0,1 0-66 0 0,0 1-140 0 0,0-1-213 0 0,1 1-457 0 0,2 0-76 0 0,0 0-290 0 0,3 1-966 0 0,-5-2 2868 0 0,-1-1-789 0 0</inkml:trace>
  <inkml:trace contextRef="#ctx0" brushRef="#br93" timeOffset="133087.552">6983 11597 80 0 0,'0'0'0'0'0,"0"0"2804"0"0,0 0-1446 0 0,0 0-31 0 0,0 0-518 0 0,0 0-321 0 0,0 0-196 0 0,0 0-102 0 0,0 0-6 0 0,0 0-1 0 0,0 0 135 0 0,-15-1-24 0 0,-4-1-124 0 0,-3 1 154 0 0,-1 0 139 0 0,1 0 69 0 0,1 2-96 0 0,3 0-183 0 0,2 0-103 0 0,0 1-133 0 0,2 0 1 0 0,1 0-76 0 0,0 0 66 0 0,-1 0-74 0 0,-1 1 63 0 0,1-1-14 0 0,-1 0 18 0 0,-1 1 2 0 0,0-2 56 0 0,1 1-15 0 0,-1-2 27 0 0,1 1-85 0 0,-1-1-110 0 0,-1 0-48 0 0,-1 0-58 0 0,0-1-86 0 0,-2-1-72 0 0,-1 0 242 0 0,-2 0-37 0 0,-2-1 203 0 0,0 0 10 0 0,-2 0-41 0 0,-1 0 22 0 0,1 0 2 0 0,0 0 91 0 0,0 0-132 0 0,0 0-8 0 0,1 1-24 0 0,1 1 64 0 0,3 0-86 0 0,0-1 102 0 0,2 2-50 0 0,1-1-53 0 0,1 1 91 0 0,0-1-16 0 0,2 1 15 0 0,1-1 51 0 0,3 1-60 0 0,0 0 68 0 0,2 0-77 0 0,2 0 23 0 0,1 0-8 0 0,0 0 0 0 0,0 0 14 0 0,0 0-9 0 0,-1 0 4 0 0,1 0 46 0 0,1 0 33 0 0,0 0 7 0 0,2 0-58 0 0,2 0-36 0 0,0 0 2 0 0,1 0-20 0 0,0 0-118 0 0,-1 0-57 0 0,1 0-24 0 0,-2 0 25 0 0,0 0 113 0 0,-1-1-23 0 0,0 0 2 0 0,-1 0 42 0 0,1 0 58 0 0,0 0-11 0 0,0-1 5 0 0,2 1-8 0 0,-1 0-137 0 0,2 0 33 0 0,-1 1-28 0 0,2 0 26 0 0,-1 0 43 0 0,1 0 63 0 0,0 0 1 0 0,0 0 6 0 0,0 0-54 0 0,0 0-36 0 0,0 0-6 0 0,0 0-18 0 0,0 0-59 0 0,1 0-353 0 0,-1 0-641 0 0,0 0-61 0 0,0 1 65 0 0,0 0 147 0 0,0 1 231 0 0,0 1 106 0 0,0 1 770 0 0,0 0-46 0 0,-1 0 795 0 0,-1 0-111 0 0,0-1 404 0 0,-1-1-263 0 0,1-1-14 0 0,1-1-21 0 0,0 1-51 0 0,0-1-76 0 0,1 0-192 0 0,0-1-176 0 0,0 1-120 0 0,0 0-128 0 0,0 0-10 0 0,0 0-26 0 0,0 0-42 0 0,0 0 154 0 0,0 0 47 0 0,0 0 115 0 0,-2 1-68 0 0,0 0 124 0 0,-2 3-38 0 0,-2 1 34 0 0,-2 1-58 0 0,0 4-114 0 0,0 0-76 0 0,-1 3-138 0 0,2 2-1 0 0,2 2-4 0 0,1 3-90 0 0,2 1 114 0 0,1 3-220 0 0,1 3 112 0 0,2 1 49 0 0,2 3-19 0 0,2 0-29 0 0,0 2 115 0 0,1-1-17 0 0,-2 0 126 0 0,-1-1-162 0 0,-1 0 214 0 0,-2-1-219 0 0,-4 0 170 0 0,-2 1-155 0 0,-4 1 36 0 0,-1 1-13 0 0,0 1-10 0 0,-1 3-77 0 0,0 1 105 0 0,1 2-91 0 0,0 1 70 0 0,1 2-1 0 0,1 2-135 0 0,0 0 120 0 0,2 1-46 0 0,-2 0-34 0 0,1-1 106 0 0,-1-2-19 0 0,-1 0 102 0 0,0-2-99 0 0,1-2 152 0 0,-1-1-82 0 0,1-2-66 0 0,1 0 16 0 0,0-1-11 0 0,2-1 8 0 0,1-1 87 0 0,1-1-114 0 0,0 0 193 0 0,1-1-164 0 0,0 0 1 0 0,0-1-10 0 0,0 0 4 0 0,-1-1-12 0 0,0 0 3 0 0,-2 0 4 0 0,-3 0-2 0 0,-3 0-4 0 0,-4 0-115 0 0,-2 1 80 0 0,-2-1 34 0 0,-2 0-95 0 0,2-1 112 0 0,0 0-137 0 0,1-2 139 0 0,1 0-113 0 0,0-1 123 0 0,1 0 39 0 0,-1 1 112 0 0,1 0-84 0 0,0 1-100 0 0,0-1 29 0 0,1 0-28 0 0,1 0-3 0 0,0 1 15 0 0,-2 0-5 0 0,-2 1-17 0 0,0 1-92 0 0,-1 1 6 0 0,-1 1-8 0 0,2-1 11 0 0,0 0 10 0 0,0 0-44 0 0,2 0 75 0 0,-2 1 18 0 0,-1 0 44 0 0,0 3 160 0 0,0 0 15 0 0,3 1-127 0 0,3 0-43 0 0,1-1-54 0 0,3 0-9 0 0,0 0 56 0 0,1-1-188 0 0,-1-1 90 0 0,-3 0 13 0 0,-1 0-46 0 0,-2-1 143 0 0,-1 0-116 0 0,1-2 129 0 0,0-2-112 0 0,2-1 105 0 0,1-2-87 0 0,1 0 77 0 0,1-1-167 0 0,-1 0 189 0 0,2 0-61 0 0,-2 1-73 0 0,-1 1 73 0 0,0 0-130 0 0,0-1 200 0 0,2 0-61 0 0,0-2 23 0 0,2-2-14 0 0,2-1 18 0 0,-1-2 41 0 0,1-1-45 0 0,0-1 3 0 0,1-1-94 0 0,-1 0 57 0 0,2 1 38 0 0,0 1 29 0 0,1 1-45 0 0,2 1-117 0 0,0 2-29 0 0,1 1-20 0 0,0 2-31 0 0,1 2 70 0 0,2 0 136 0 0,1 2-17 0 0,0 1 22 0 0,1-2 212 0 0,1-1-275 0 0,0-2 92 0 0,0-4-106 0 0,2-2 96 0 0,0-3-111 0 0,1-2 10 0 0,-1-1-98 0 0,2-2 98 0 0,-1 0-142 0 0,2 1-80 0 0,0-1 10 0 0,1 1-80 0 0,-1 0-43 0 0,1 1 82 0 0,-1 0 17 0 0,-2 0-21 0 0,-1-1 77 0 0,-1 0 67 0 0,-3 0 153 0 0,-1-2 15 0 0,0-1-149 0 0,-2 0-83 0 0,0-1-422 0 0,-1 0-585 0 0,0 0-412 0 0,0-2 324 0 0</inkml:trace>
  <inkml:trace contextRef="#ctx1" brushRef="#br94" timeOffset="123168.204">6120 13933 1004,'0'0'0,"0"0"328,0 0 9,0 0 17,0 0-154,0 0 484,0 0-422,0 0 141,-8 18-81,0 3-160,4 3 229,5 0-138,4-2-293,6-3 56,3-1-189,2-3 132,2-2 40,0-2 2,-3-1 42,0-3-54,-2 0-151,-4-3-172,-2-2-384,-2 0-339,-3-2-3,0-1-112</inkml:trace>
  <inkml:trace contextRef="#ctx0" brushRef="#br95" timeOffset="135874.422">6140 14060 1408 0 0,'0'0'0'0'0,"0"0"2060"0"0,0 0-1185 0 0,0 0-623 0 0,0 0-422 0 0,0 0-5 0 0,0 0-71 0 0,0 0-338 0 0,0 0 101 0 0,0 0-101 0 0,3-9 230 0 0,1-3 375 0 0,-1-1-69 0 0,0 0 682 0 0,-3 1-36 0 0,-2 2 106 0 0,-2 2 140 0 0,-1 3 81 0 0,-2 2-387 0 0,1 2-324 0 0,-1 0-188 0 0,1 3-110 0 0,0 0 40 0 0,0 3 35 0 0,0 0-59 0 0,1 1-173 0 0,1 1 123 0 0,1 0 134 0 0,1 1 70 0 0,3 0 353 0 0,3 1-119 0 0,5 1 33 0 0,4 1-44 0 0,3 0-51 0 0,0-1 67 0 0,1-1-123 0 0,1-1-16 0 0,-2-1-59 0 0,0-2 28 0 0,-3-2 47 0 0,1-1 23 0 0,-2-2-268 0 0,-1-3-41 0 0,-2-2-124 0 0,0-2-286 0 0,-1-2-108 0 0,-2-1 17 0 0,-3-2 336 0 0,0 0-94 0 0,-3-2 390 0 0,-4 0-91 0 0,-4 0 132 0 0,-5 2-20 0 0,-3 1 100 0 0,-3 3 4 0 0,-1 2 172 0 0,-2 4-86 0 0,1 4 227 0 0,-1 4-9 0 0,1 5-431 0 0,1 3 195 0 0,3 3-34 0 0,2 3-51 0 0,4 1-27 0 0,4 1-54 0 0,3-1-78 0 0,4-1-118 0 0,4-3 160 0 0,4-2 41 0 0,4-4 103 0 0,3-3-107 0 0,1-2 75 0 0,1-3 47 0 0,-1-2-57 0 0,-2-1-160 0 0,-3-2-150 0 0,-2-1-31 0 0,-1-3 79 0 0,-2-2-16 0 0,-1-4-161 0 0,-2-3-57 0 0,-1-4 54 0 0,0-1 126 0 0,-5-3 4 0 0,-1 0 108 0 0,-3 2 62 0 0,-2 2 130 0 0,-1 4-5 0 0,0 3 126 0 0,-1 4 27 0 0,2 4-28 0 0,0 2-63 0 0,1 3-71 0 0,0 2 34 0 0,1 3-173 0 0,-1 1 271 0 0,1 1-203 0 0,0 0 66 0 0,3-1-8 0 0,1 0-119 0 0,1-1-7 0 0,1 0 37 0 0,0-1 113 0 0,2-1-27 0 0,1 0 78 0 0,2 0-50 0 0,1-1-37 0 0,1-1-82 0 0,-1-1 125 0 0,-1 0 120 0 0,0-1 30 0 0,-1 0-214 0 0,-1-1-55 0 0,0-2-84 0 0,-2 0-132 0 0,1-2 153 0 0,0-2-103 0 0,0-1-122 0 0,0-2 42 0 0,-1-1 46 0 0,0 2 205 0 0,0 0-49 0 0,0 2 119 0 0,0 2-95 0 0,0 2 103 0 0,0 3 63 0 0,-1 2 40 0 0,0 2-115 0 0,-2 3-86 0 0,-1 2-115 0 0,0 1 155 0 0,-2 2 18 0 0,1 0-59 0 0,1 1 22 0 0,2 0 115 0 0,0-1 100 0 0,1-1-7 0 0,1-2-74 0 0,3-2 9 0 0,1-2-124 0 0,2 0 31 0 0,1-2 25 0 0,1-2 35 0 0,-1 0-157 0 0,0 0-12 0 0,0-3-344 0 0,-1 0 145 0 0,0-3-37 0 0,1-1 182 0 0,-1-4 87 0 0,0-2-101 0 0,-2-3-90 0 0,-1-3 100 0 0,-2-3 29 0 0,-4 0 70 0 0,-4-1 95 0 0,-2 3 98 0 0,-4 2 60 0 0,0 3 23 0 0,-3 5 45 0 0,0 3-260 0 0,-1 6 31 0 0,0 4-97 0 0,-2 6-4 0 0,0 3-178 0 0,0 4 220 0 0,2 4-112 0 0,4 1-2 0 0,3 3-4 0 0,4 0 39 0 0,4-1-41 0 0,5 0 103 0 0,7-1 49 0 0,4-2-28 0 0,6-1-39 0 0,3-3 69 0 0,4-2-24 0 0,1-4 22 0 0,-1-2-79 0 0,-2-3 10 0 0,-2-2-68 0 0,-3-2-255 0 0,-4-4 116 0 0,-3-2-72 0 0,-3-5 106 0 0,-2-4-169 0 0,-4-5-3 0 0,-1-4-158 0 0,-1-5 157 0 0,-4-3 32 0 0,-2-2 207 0 0,-4 1 101 0 0,-2 1 198 0 0,-2 4 82 0 0,-2 4-32 0 0,0 5 39 0 0,0 5 174 0 0,-1 5 53 0 0,1 3-606 0 0,-1 5 215 0 0,0 4-122 0 0,0 4 614 0 0,-1 2-568 0 0,1 2 7 0 0,3 2 96 0 0,2 1-92 0 0,3 1 19 0 0,3 1 58 0 0,2 1 56 0 0,4-2-46 0 0,5 0 7 0 0,4 0-43 0 0,3-2 24 0 0,3-1-89 0 0,2-2-27 0 0,0-2-6 0 0,0-2-5 0 0,-2-3-164 0 0,-2-1-38 0 0,-2-3-4 0 0,-2 0-262 0 0,-2-4 66 0 0,1-1-29 0 0,-1-4 352 0 0,-2-4-199 0 0,0-3-215 0 0,-2-4 74 0 0,-2-4 270 0 0,-1-2 52 0 0,-3-1 92 0 0,-2 2 402 0 0,-6 2-207 0 0,-1 5 191 0 0,-3 4 198 0 0,0 5-102 0 0,0 6-133 0 0,-1 5-375 0 0,1 5 425 0 0,1 4-485 0 0,0 4 202 0 0,1 3-126 0 0,2 1 22 0 0,3 1-2 0 0,2-1-3 0 0,2-1 164 0 0,3-3 1 0 0,4-2-24 0 0,1-3-6 0 0,2-2 24 0 0,1-2-37 0 0,-1-3-124 0 0,1-1 39 0 0,-2-1-40 0 0,0-3-114 0 0,-1-1-296 0 0,1-3-44 0 0,-1-4 104 0 0,0-3-32 0 0,-1-6-68 0 0,-1-5 44 0 0,-2-4-54 0 0,-1-5 139 0 0,0-2 75 0 0,-3 0 172 0 0,-2 1 66 0 0,-2 3 96 0 0,-1 6 252 0 0,0 5 101 0 0,0 6 71 0 0,1 7 38 0 0,1 5-69 0 0,0 6-218 0 0,-1 5-271 0 0,1 4 45 0 0,0 5-29 0 0,1 2 8 0 0,1 3-16 0 0,1 0-8 0 0,3 0 16 0 0,3-1-6 0 0,2-2 21 0 0,3-4 111 0 0,2-2 11 0 0,0-4-84 0 0,0-4-57 0 0,0-3-155 0 0,0-2-264 0 0,0-5-162 0 0,1-3-58 0 0,-1-4 191 0 0,-2-5-195 0 0,-2-4-164 0 0,-2-3-377 0 0,-3-4-98 0 0,-4-1 361 0 0,-6 1 228 0 0,-5 2 239 0 0,-4 4 486 0 0,-2 6 2 0 0,-1 5 1456 0 0,0 7-1606 0 0,0 7 975 0 0,1 8-767 0 0,2 5 168 0 0,1 6-60 0 0,2 3 84 0 0,3 2-342 0 0,3 2 62 0 0,2-1-207 0 0,3-1-423 0 0,1-1-900 0 0,2-2-1159 0 0,0-5 1291 0 0</inkml:trace>
  <inkml:trace contextRef="#ctx0" brushRef="#br96" timeOffset="139369.392">4354 8026 1772 0 0,'0'0'0'0'0,"0"0"512"0"0,0 0-247 0 0,0 0-130 0 0,0 0 693 0 0,0 0 1666 0 0,0 0-1573 0 0,0 0-89 0 0,0 0-316 0 0,0 0-31 0 0,0 0-26 0 0,-12 3-65 0 0,-3 0 88 0 0,-1 1-75 0 0,0 0-18 0 0,1-1-88 0 0,3 0-50 0 0,1 0 30 0 0,2 0-30 0 0,0-1-35 0 0,0 1-55 0 0,0 1-44 0 0,-2 1-21 0 0,-2 2-5 0 0,-1 2-30 0 0,-4 2-68 0 0,-3 3 9 0 0,-3 3-9 0 0,-3 3 8 0 0,-2 2-2 0 0,-1 2 1 0 0,0 1 103 0 0,1 1 92 0 0,2 0-128 0 0,2-2 67 0 0,4-1 7 0 0,2-1-33 0 0,4-2 54 0 0,2-2-44 0 0,3 0-74 0 0,1 0-36 0 0,1-1 9 0 0,2 1-5 0 0,1 0 102 0 0,1 1-24 0 0,2 1 97 0 0,0 1 38 0 0,2 1-66 0 0,0 1-45 0 0,1 0-62 0 0,2-1 6 0 0,2 0 9 0 0,3-2-66 0 0,1 0 108 0 0,2-1-62 0 0,1-2 7 0 0,3 0 42 0 0,0 0-60 0 0,3 0-28 0 0,2 0 2 0 0,2 0 78 0 0,2-1-52 0 0,2 0-36 0 0,3 0 82 0 0,2-1-46 0 0,1 1-28 0 0,4-1 85 0 0,1 1-116 0 0,3-1 49 0 0,1 0-30 0 0,3-1 6 0 0,2 0-6 0 0,2-1-4 0 0,2-1 10 0 0,3 1-4 0 0,3 0 2 0 0,2 2-70 0 0,3-1 86 0 0,3 1-39 0 0,-1 1 22 0 0,0-1-5 0 0,-1 1 7 0 0,-1-1 12 0 0,-1-1 2 0 0,-2 0-18 0 0,-1-2-55 0 0,-1 0 75 0 0,-2-2-21 0 0,2-1 63 0 0,1-1-71 0 0,4-1 29 0 0,3 0-19 0 0,3-2 3 0 0,6 1-15 0 0,3-1 18 0 0,5 0 32 0 0,2 0-47 0 0,2 0-44 0 0,0 2 67 0 0,-2-1-24 0 0,0 2 13 0 0,-3 0-104 0 0,-4 0 81 0 0,-2 0 22 0 0,-3 0-8 0 0,-3 0-43 0 0,-1 0-37 0 0,-1 0 105 0 0,0 0-35 0 0,1-1 19 0 0,2 1 3 0 0,2-1-1 0 0,0 2 43 0 0,1-1-58 0 0,1 2 14 0 0,1 1-1 0 0,0 1 101 0 0,0 2 116 0 0,0 1-92 0 0,0 2-143 0 0,-1 1-31 0 0,-2 1-34 0 0,-2 1 101 0 0,-3-1-38 0 0,-1 0-55 0 0,-2 0 81 0 0,-2-1-28 0 0,-2 0 23 0 0,-2-2-4 0 0,-3 0 7 0 0,-1-1 3 0 0,-3 1-1 0 0,-2 0 11 0 0,-1 0-8 0 0,-4 2 44 0 0,-3 1-63 0 0,-3 2 20 0 0,-4 0-11 0 0,-3 1-79 0 0,-4 1 13 0 0,-2 0 66 0 0,-2 1-23 0 0,0 0 16 0 0,-2-1-6 0 0,1 2 1 0 0,-1-1 0 0 0,0 1 0 0 0,-1-1 5 0 0,-2 1 3 0 0,-2 0-57 0 0,-2-1 69 0 0,-1-1-14 0 0,-4 0 14 0 0,-1 0-6 0 0,-1 0 2 0 0,-2 2-4 0 0,0 0-4 0 0,-1 3 5 0 0,1 2-11 0 0,0 1-1 0 0,2 2-1 0 0,1 2-4 0 0,1-1-84 0 0,0 1 57 0 0,1-1 34 0 0,-2-1-57 0 0,1-2 76 0 0,0-1-17 0 0,-1-1 6 0 0,0-3 6 0 0,0 0 3 0 0,0-3-1 0 0,-2 0-8 0 0,0-3 2 0 0,0 0-75 0 0,-1-2-64 0 0,0 0 10 0 0,-1-2 49 0 0,0 0 24 0 0,0-1-17 0 0,-2-1 29 0 0,0-1 44 0 0,0-2-8 0 0,-1-1 20 0 0,0-1 86 0 0,0-2 51 0 0,0-1 33 0 0,0-1-57 0 0,-2-1 4 0 0,-1-1-27 0 0,-1 0-108 0 0,-2 0 20 0 0,0-1-88 0 0,-1-1 80 0 0,0 0-14 0 0,1 0 19 0 0,-1 0 59 0 0,0-1-81 0 0,0-1 18 0 0,-2-3-7 0 0,-3-3-61 0 0,-3-5 21 0 0,-7-5-192 0 0,-7-5 114 0 0,-8-6-100 0 0,-7-5-185 0 0,-4-4 6 0 0,-2 1-92 0 0,4 1-182 0 0,6 4-267 0 0,7 7-36 0 0,10 7-339 0 0,7 6-669 0 0,6 5-579 0 0,6 6-1686 0 0,2 2 4125 0 0</inkml:trace>
  <inkml:trace contextRef="#ctx0" brushRef="#br97" timeOffset="139704.58">8886 10965 2540 0 0,'0'0'0'0'0,"0"0"4789"0"0,0 0-3847 0 0,0 0 479 0 0,0 0-848 0 0,0 0 294 0 0,0 0 123 0 0,0 0-309 0 0,0 0-190 0 0,13-19-204 0 0,9-6-13 0 0,7-5-206 0 0,8-3-14 0 0,4 1-52 0 0,4-1 0 0 0,2 0-15 0 0,0 0-250 0 0,-2-1-587 0 0,-4 1-1061 0 0,-7 3-2497 0 0,-10 2-2481 0 0,-8 7 8367 0 0</inkml:trace>
  <inkml:trace contextRef="#ctx0" brushRef="#br98" timeOffset="141328.272">5934 14012 808 0 0,'0'0'0'0'0,"0"0"1632"0"0,0 0-1311 0 0,0 0 1074 0 0,0 0-1208 0 0,0 0 423 0 0,0 0-152 0 0,0 0-36 0 0,6 18 60 0 0,3 2-142 0 0,5 0-19 0 0,4-2 93 0 0,3-5-175 0 0,2-5 267 0 0,1-3-113 0 0,-1-3-175 0 0,-1-4 15 0 0,-3-1 163 0 0,-3-2-44 0 0,-2-1-43 0 0,-5-1-64 0 0,-3-2-158 0 0,-2-1 29 0 0,-3 0-51 0 0,-2-2-72 0 0,-4-2-206 0 0,-3 1 34 0 0,-2-1-40 0 0,-2 1 62 0 0,0 2 176 0 0,0 2 65 0 0,3 3 94 0 0,1 2 35 0 0,1 2 14 0 0,2 1 3 0 0,1 1-59 0 0,1 2 4 0 0,0 1-80 0 0,2 2 20 0 0,1 1 78 0 0,0 2 2 0 0,0 0-23 0 0,1 1-193 0 0,3 1 213 0 0,1-1-238 0 0,2 1-34 0 0,1-1-189 0 0,2-1 340 0 0,0-2 124 0 0,-1 0 36 0 0,0-2 91 0 0,-1-1 62 0 0,-1-1-146 0 0,-2-1-263 0 0,-1-1 27 0 0,-2-1-200 0 0,0-2 117 0 0,-1-2-27 0 0,1-2 47 0 0,-1-4-70 0 0,0-1-79 0 0,0-3-100 0 0,-1 0 229 0 0,0-1-77 0 0,0 2 147 0 0,-2 1-1 0 0,-1 3 217 0 0,-1 3 34 0 0,-2 2 139 0 0,0 3-11 0 0,-1 1-17 0 0,-1 3-18 0 0,1 1-70 0 0,0 1-105 0 0,-1 1-18 0 0,1 2-51 0 0,0 0 6 0 0,1 0-108 0 0,2 2 47 0 0,0-1-24 0 0,2 1-11 0 0,1-1-66 0 0,3 1-89 0 0,4-1 198 0 0,3-1-67 0 0,3-1 143 0 0,1-1-146 0 0,2-2 45 0 0,1-1-104 0 0,-2-2 99 0 0,1-2-76 0 0,-2-3-28 0 0,-2-3-15 0 0,-2-2-33 0 0,-3-3 19 0 0,-2-2 109 0 0,-3-1 1 0 0,-4-1 21 0 0,-4 2 132 0 0,-2 1-120 0 0,-1 2 370 0 0,-1 3-241 0 0,0 3 202 0 0,2 2 3 0 0,0 5-115 0 0,1 3-268 0 0,1 4 58 0 0,2 6-390 0 0,1 4 5 0 0,1 5-308 0 0,2 3-143 0 0,0 1-353 0 0,1 1-750 0 0,0-1-69 0 0,1-1-2693 0 0,0-6 1440 0 0</inkml:trace>
  <inkml:trace contextRef="#ctx0" brushRef="#br99" timeOffset="163304.16">20900 92 6141 0 0,'0'0'0'0'0,"0"0"664"0"0,0 0-19 0 0,0 0-326 0 0,0 0 667 0 0,0 0 73 0 0,0 0 61 0 0,0 0-229 0 0,0 0-157 0 0,0 0-168 0 0,0 0-136 0 0,0-2-49 0 0,0 0 52 0 0,0 0 22 0 0,0 0-94 0 0,0 1-76 0 0,0 0-112 0 0,3 0-49 0 0,1 1-63 0 0,2-2-1 0 0,5 0-11 0 0,5-1-52 0 0,6-1 10 0 0,6-1-7 0 0,5 0-51 0 0,6-1 66 0 0,2 0-23 0 0,3 1 4 0 0,2 1 5 0 0,1 2 8 0 0,2 0 67 0 0,1 1-97 0 0,2 0-28 0 0,0 1 57 0 0,1 1-89 0 0,-4 0 96 0 0,-1 1-127 0 0,-3 1 127 0 0,-4 0-35 0 0,-2 1 21 0 0,-5 2 142 0 0,-3 0-21 0 0,-3 2-59 0 0,-4 2 65 0 0,-2 2-54 0 0,-3 3-74 0 0,-3 1 118 0 0,-3 3-77 0 0,-2 2-41 0 0,-3 2 9 0 0,-3 0 1 0 0,-2 0-13 0 0,-2 0 9 0 0,0-1-2 0 0,-1 0 126 0 0,-1-1-167 0 0,1 0-14 0 0,-1-1 71 0 0,1 0-26 0 0,0 0 10 0 0,-1-2-5 0 0,-2 1 11 0 0,-1-1 1 0 0,-1 0 61 0 0,-3 1 12 0 0,-1-1-33 0 0,0 1-56 0 0,0 0 10 0 0,0 2-13 0 0,-1 0 10 0 0,0 2-3 0 0,0 2 131 0 0,-3 3-106 0 0,-1 2 33 0 0,-1 2-60 0 0,-2 0 10 0 0,-2 1-2 0 0,-2 0 55 0 0,-1-1-72 0 0,-1-1 28 0 0,-1-1 99 0 0,0 0-44 0 0,0 0-70 0 0,1-1 94 0 0,3 0-117 0 0,2 1 34 0 0,1-1-12 0 0,3 2-150 0 0,1-1 188 0 0,3 2-58 0 0,0 0 20 0 0,1 1 0 0 0,0 1 0 0 0,-1 0 4 0 0,-1 1 70 0 0,1 1-81 0 0,-3 0 70 0 0,1 1-63 0 0,-1 1 88 0 0,0 0-106 0 0,2 0 24 0 0,1 1-36 0 0,1 0 29 0 0,2 0-57 0 0,1 1 63 0 0,1-1-66 0 0,1 1 76 0 0,1-2-23 0 0,0 1 50 0 0,1-2-110 0 0,0 1 90 0 0,0-1-30 0 0,1-1-62 0 0,1 0 85 0 0,0 0-19 0 0,0-1 2 0 0,0 0 3 0 0,0 0-11 0 0,0 1-1 0 0,1-1 14 0 0,0 0-15 0 0,2 0 10 0 0,0 0-86 0 0,1 0 98 0 0,1 0-18 0 0,-1 0-4 0 0,2 1 15 0 0,1 1 66 0 0,-1 0-89 0 0,1 1 44 0 0,-1 1-19 0 0,0 0 8 0 0,-1 0 115 0 0,-1 0-154 0 0,0 0 159 0 0,-2 1-81 0 0,0-1-50 0 0,-1 0 7 0 0,0-1 39 0 0,1-1-61 0 0,1 0-69 0 0,1-1 103 0 0,0-1-37 0 0,1 0 12 0 0,2 0 4 0 0,-1 0 70 0 0,2 1-34 0 0,1-1-42 0 0,1 2 14 0 0,2-1-8 0 0,0 1-14 0 0,0 0 18 0 0,0 0-20 0 0,-1-1 15 0 0,-2 0 0 0 0,-1-1 1 0 0,-2 0-89 0 0,-1 0 26 0 0,0-1-55 0 0,-2 1 142 0 0,2-1-98 0 0,1 1 62 0 0,2-1-77 0 0,2 0 110 0 0,2 0 37 0 0,0-2-78 0 0,2-1 16 0 0,-1-3 8 0 0,1-3-20 0 0,-2-1-50 0 0,0-4 70 0 0,-1-2-99 0 0,-1-2 114 0 0,0-1-40 0 0,1-1 23 0 0,1-1 141 0 0,2 0-184 0 0,1-1 52 0 0,0 0-153 0 0,-1 0 178 0 0,0-2-56 0 0,-2 1 6 0 0,-1-1 4 0 0,0-1-7 0 0,0 1 20 0 0,-1 1 79 0 0,0-1-102 0 0,-1 0 31 0 0,-1-1-10 0 0,-1-2-1 0 0,-2-1 14 0 0,0-1-9 0 0,-2-2 13 0 0,1 0 76 0 0,-1-1-59 0 0,-1 0-24 0 0,1 0 50 0 0,-1-1-75 0 0,1-1 12 0 0,0 1-9 0 0,0-1 9 0 0,0 0 1 0 0,-1-1 5 0 0,0 1 4 0 0,0 0 0 0 0,0 0-10 0 0,-1 0-10 0 0,0 0-40 0 0,-1-1-9 0 0,-1-1-5 0 0,-1-1 78 0 0,-1-2-23 0 0,-1 1-50 0 0,-1-1 78 0 0,2 1-128 0 0,-2-1 75 0 0,-1-1 40 0 0,-2 0-13 0 0,-1-1-47 0 0,-1-1 16 0 0,-2-2-55 0 0,0-1 56 0 0,0 0 41 0 0,0 0-1 0 0,0 0 10 0 0,1 0 43 0 0,-2 0 6 0 0,0 0-8 0 0,-1-1-60 0 0,-1 2 4 0 0,-1-1 8 0 0,1 2 3 0 0,0 2 4 0 0,1 2 61 0 0,0 2-77 0 0,2 1 68 0 0,1 2-63 0 0,2 0 13 0 0,1 0-4 0 0,1 0-6 0 0,2 1-3 0 0,1-1-4 0 0,2 0-4 0 0,0 0 10 0 0,1 0 1 0 0,0 1 80 0 0,1 0-18 0 0,-1 0 39 0 0,-1 1 6 0 0,-1 1-28 0 0,-3 0 5 0 0,-1 1-91 0 0,-3 1 20 0 0,-1 2-2 0 0,-1 0-8 0 0,1 2 7 0 0,1 0-1 0 0,0 0-5 0 0,2 1-8 0 0,1 0 3 0 0,0 2 2 0 0,3 0 84 0 0,0 2-104 0 0,2 1 40 0 0,-1 1-26 0 0,1 1-6 0 0,-1 2-50 0 0,0 1 74 0 0,1 1-38 0 0,0 2 21 0 0,0 2 0 0 0,-1 1-4 0 0,0 0 2 0 0,0 3-6 0 0,-3-1 2 0 0,1 2 3 0 0,-1 1-10 0 0,1 0-10 0 0,-1 2 25 0 0,0 2 1 0 0,0 0 5 0 0,2 0-4 0 0,0-1 2 0 0,2 0-6 0 0,0-2-82 0 0,1-1 107 0 0,-1-1-36 0 0,1-2 170 0 0,-1 0-142 0 0,1-2-11 0 0,0 0-104 0 0,0 0 27 0 0,1 0 16 0 0,0 0 62 0 0,-1 0-12 0 0,2 0 5 0 0,-1 1-115 0 0,1 1 89 0 0,1 0-29 0 0,0 1 12 0 0,2 1 46 0 0,-1 0-222 0 0,1 1 150 0 0,0 2 2 0 0,0 1 61 0 0,0 1-6 0 0,0 1-304 0 0,-1 2 407 0 0,0 0-37 0 0,-1 0-2 0 0,0 0-60 0 0,-1 1 21 0 0,0-1-17 0 0,-1 0-54 0 0,0-1 75 0 0,-3 0-24 0 0,-1 0 17 0 0,-1-1-21 0 0,-2 1 16 0 0,0-2-10 0 0,0 1-77 0 0,0 0 102 0 0,1-1-39 0 0,-1 0-244 0 0,2 0 278 0 0,-1-1-212 0 0,-1 0 151 0 0,1-1-84 0 0,-1-1 25 0 0,-2-1 36 0 0,0-1 21 0 0,-1-2 38 0 0,1-1 7 0 0,0-2 63 0 0,1 0-72 0 0,3-1 81 0 0,0-1-70 0 0,1-1 109 0 0,1 0-64 0 0,0-2 68 0 0,1-1-46 0 0,-1-1-8 0 0,1 0-63 0 0,-1 0 1 0 0,-2-1 5 0 0,-1 2-20 0 0,0-1-59 0 0,-2 2-2 0 0,-1 0 98 0 0,0 1-46 0 0,-1 0-83 0 0,1 1-48 0 0,0 1-8 0 0,0-1 36 0 0,3 0 75 0 0,1-1-76 0 0,1-1 71 0 0,2 0-94 0 0,0 0-30 0 0,2 0 6 0 0,1 0-115 0 0,1 1 119 0 0,2 2-97 0 0,0-1-36 0 0,1 2-419 0 0,-2 0 575 0 0,0 1-118 0 0,0-1 11 0 0,-1 0-12 0 0,-1-2-65 0 0,0 1-92 0 0,0-1-195 0 0,-1-1 621 0 0,-1-2-60 0 0,-1-1 44 0 0,0-1 19 0 0,-2-2-154 0 0,0 0 198 0 0,0-1 55 0 0,-2 0-31 0 0,0 1 14 0 0,0 1-94 0 0,-2 1-68 0 0,0 1 46 0 0,-2 1 38 0 0,-1 2-74 0 0,-1 2-211 0 0,-1 0 87 0 0,2 2-107 0 0,-1 1-184 0 0,1 1-75 0 0,1 1-354 0 0,2 1 156 0 0,0-1-12 0 0,1 0-81 0 0,2 0 193 0 0,2-3 190 0 0,1-1 190 0 0,1-1-788 0 0,1-3 1039 0 0,0-2-394 0 0,0-2 204 0 0,-1-3 246 0 0,-3-2-69 0 0,-3-1-128 0 0,-4-1 109 0 0,-4-1-56 0 0,-3 0-337 0 0,-6 0 219 0 0,-1 1 131 0 0,-3 1-78 0 0,-1 0 195 0 0,0 1-21 0 0,0 1-14 0 0,0 0 54 0 0,1 1-44 0 0,1 0 425 0 0,-2 1 354 0 0,0 1-310 0 0,-1 0 13 0 0,0 0 48 0 0,-2 0-91 0 0,1 0 140 0 0,-1-2-98 0 0,1 0 1 0 0,0 0-41 0 0,1-1 123 0 0,1 0-276 0 0,1-1 18 0 0,2 1-150 0 0,2-2 151 0 0,2 0 20 0 0,2-1-3 0 0,4-2-140 0 0,3-1-110 0 0,1-1-53 0 0,3-2-84 0 0,0 0-43 0 0,-1-2-66 0 0,0-1-21 0 0,-3 1-108 0 0,-3-2-305 0 0,-3 1 0 0 0,-3 0-463 0 0,-2 0-405 0 0,2 0-1071 0 0,2 2 2216 0 0,6 0-179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3:52.52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9177.0625"/>
      <inkml:brushProperty name="anchorY" value="-474543.2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0711.5"/>
      <inkml:brushProperty name="anchorY" value="-476695.5625"/>
      <inkml:brushProperty name="scaleFactor" value="0.5"/>
    </inkml:brush>
    <inkml:context xml:id="ctx1">
      <inkml:inkSource xml:id="inkSrc2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2:13:53.405"/>
    </inkml:context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3317.875"/>
      <inkml:brushProperty name="anchorY" value="-478628.0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5759.5625"/>
      <inkml:brushProperty name="anchorY" value="-479784.5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6122.875"/>
      <inkml:brushProperty name="anchorY" value="-471179.15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7896.9375"/>
      <inkml:brushProperty name="anchorY" value="-472462.03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1618"/>
      <inkml:brushProperty name="anchorY" value="-467855.21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3385.125"/>
      <inkml:brushProperty name="anchorY" value="-470185.0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7585.4375"/>
      <inkml:brushProperty name="anchorY" value="-464656.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9909.75"/>
      <inkml:brushProperty name="anchorY" value="-465823.8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5775.3125"/>
      <inkml:brushProperty name="anchorY" value="-469800.4687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4441.3125"/>
      <inkml:brushProperty name="anchorY" value="-468397.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8027.5"/>
      <inkml:brushProperty name="anchorY" value="-480987.5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9496.5625"/>
      <inkml:brushProperty name="anchorY" value="-498224.68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2702.4375"/>
      <inkml:brushProperty name="anchorY" value="-499400.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1358.5"/>
      <inkml:brushProperty name="anchorY" value="-498297.18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9058.75"/>
      <inkml:brushProperty name="anchorY" value="-496324.7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1159.1875"/>
      <inkml:brushProperty name="anchorY" value="-497477.906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9616.6875"/>
      <inkml:brushProperty name="anchorY" value="-494164.2187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0996.875"/>
      <inkml:brushProperty name="anchorY" value="-496202.843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5632.6875"/>
      <inkml:brushProperty name="anchorY" value="-493057.156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7391.1875"/>
      <inkml:brushProperty name="anchorY" value="-492862.2812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1707.6875"/>
      <inkml:brushProperty name="anchorY" value="-500092.9062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3736.1875"/>
      <inkml:brushProperty name="anchorY" value="-501357.312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5888.5625"/>
      <inkml:brushProperty name="anchorY" value="-502611.437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4108.1875"/>
      <inkml:brushProperty name="anchorY" value="-500111.9687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6865.375"/>
      <inkml:brushProperty name="anchorY" value="-507519.937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9154"/>
      <inkml:brushProperty name="anchorY" value="-508662.437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6822.3125"/>
      <inkml:brushProperty name="anchorY" value="-505575.7812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8569.5625"/>
      <inkml:brushProperty name="anchorY" value="-507491.562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5499"/>
      <inkml:brushProperty name="anchorY" value="-512241.4687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7665.5625"/>
      <inkml:brushProperty name="anchorY" value="-513336.5937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0499.4375"/>
      <inkml:brushProperty name="anchorY" value="-510423.15625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9016.25"/>
      <inkml:brushProperty name="anchorY" value="-507939.562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1153.375"/>
      <inkml:brushProperty name="anchorY" value="-508940.8437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3672.5625"/>
      <inkml:brushProperty name="anchorY" value="-510497.937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9815.1875"/>
      <inkml:brushProperty name="anchorY" value="-514514.87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6195.75"/>
      <inkml:brushProperty name="anchorY" value="-523619.375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1349.8125"/>
      <inkml:brushProperty name="anchorY" value="-529311.3125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200.375"/>
      <inkml:brushProperty name="anchorY" value="-529604.5625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4752.75"/>
      <inkml:brushProperty name="anchorY" value="-532487.4375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193"/>
      <inkml:brushProperty name="anchorY" value="-531784.875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3000.1875"/>
      <inkml:brushProperty name="anchorY" value="-515821.65625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4454.875"/>
      <inkml:brushProperty name="anchorY" value="-521571.6875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9565.9375"/>
      <inkml:brushProperty name="anchorY" value="-527718.75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2046.25"/>
      <inkml:brushProperty name="anchorY" value="-529463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482.75"/>
      <inkml:brushProperty name="anchorY" value="-531196.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7947.6875"/>
      <inkml:brushProperty name="anchorY" value="-525803.5625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5467.4375"/>
      <inkml:brushProperty name="anchorY" value="-530862.625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956.375"/>
      <inkml:brushProperty name="anchorY" value="-529742.6875"/>
      <inkml:brushProperty name="scaleFactor" value="0.5"/>
    </inkml:brush>
    <inkml:brush xml:id="br5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4496.125"/>
      <inkml:brushProperty name="anchorY" value="-533067.375"/>
      <inkml:brushProperty name="scaleFactor" value="0.5"/>
    </inkml:brush>
    <inkml:brush xml:id="br5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160"/>
      <inkml:brushProperty name="anchorY" value="-531249.1875"/>
      <inkml:brushProperty name="scaleFactor" value="0.5"/>
    </inkml:brush>
    <inkml:brush xml:id="br5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5051.125"/>
      <inkml:brushProperty name="anchorY" value="-532253.1875"/>
      <inkml:brushProperty name="scaleFactor" value="0.5"/>
    </inkml:brush>
    <inkml:brush xml:id="br5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9125.625"/>
      <inkml:brushProperty name="anchorY" value="-539898.125"/>
      <inkml:brushProperty name="scaleFactor" value="0.5"/>
    </inkml:brush>
    <inkml:brush xml:id="br5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7498.25"/>
      <inkml:brushProperty name="anchorY" value="-462637.78125"/>
      <inkml:brushProperty name="scaleFactor" value="0.5"/>
    </inkml:brush>
    <inkml:brush xml:id="br5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5243"/>
      <inkml:brushProperty name="anchorY" value="-460486.4375"/>
      <inkml:brushProperty name="scaleFactor" value="0.5"/>
    </inkml:brush>
    <inkml:brush xml:id="br5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9371.6875"/>
      <inkml:brushProperty name="anchorY" value="-464836.84375"/>
      <inkml:brushProperty name="scaleFactor" value="0.5"/>
    </inkml:brush>
    <inkml:brush xml:id="br5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1008.9375"/>
      <inkml:brushProperty name="anchorY" value="-486094.125"/>
      <inkml:brushProperty name="scaleFactor" value="0.5"/>
    </inkml:brush>
    <inkml:brush xml:id="br5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1940.375"/>
      <inkml:brushProperty name="anchorY" value="-489916.65625"/>
      <inkml:brushProperty name="scaleFactor" value="0.5"/>
    </inkml:brush>
    <inkml:brush xml:id="br5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4335.9375"/>
      <inkml:brushProperty name="anchorY" value="-491063.875"/>
      <inkml:brushProperty name="scaleFactor" value="0.5"/>
    </inkml:brush>
    <inkml:brush xml:id="br6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2630.625"/>
      <inkml:brushProperty name="anchorY" value="-487945.125"/>
      <inkml:brushProperty name="scaleFactor" value="0.5"/>
    </inkml:brush>
    <inkml:brush xml:id="br6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4447.125"/>
      <inkml:brushProperty name="anchorY" value="-489879.65625"/>
      <inkml:brushProperty name="scaleFactor" value="0.5"/>
    </inkml:brush>
    <inkml:brush xml:id="br6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6513.9375"/>
      <inkml:brushProperty name="anchorY" value="-502154.4375"/>
      <inkml:brushProperty name="scaleFactor" value="0.5"/>
    </inkml:brush>
    <inkml:brush xml:id="br6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7975.6875"/>
      <inkml:brushProperty name="anchorY" value="-504020.5625"/>
      <inkml:brushProperty name="scaleFactor" value="0.5"/>
    </inkml:brush>
    <inkml:brush xml:id="br6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9065.125"/>
      <inkml:brushProperty name="anchorY" value="-506846.28125"/>
      <inkml:brushProperty name="scaleFactor" value="0.5"/>
    </inkml:brush>
    <inkml:brush xml:id="br6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1169.4375"/>
      <inkml:brushProperty name="anchorY" value="-508038.46875"/>
      <inkml:brushProperty name="scaleFactor" value="0.5"/>
    </inkml:brush>
    <inkml:brush xml:id="br6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9259.3125"/>
      <inkml:brushProperty name="anchorY" value="-505309.625"/>
      <inkml:brushProperty name="scaleFactor" value="0.5"/>
    </inkml:brush>
    <inkml:brush xml:id="br6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0940.625"/>
      <inkml:brushProperty name="anchorY" value="-507451.78125"/>
      <inkml:brushProperty name="scaleFactor" value="0.5"/>
    </inkml:brush>
    <inkml:brush xml:id="br6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9845.5625"/>
      <inkml:brushProperty name="anchorY" value="-507357.21875"/>
      <inkml:brushProperty name="scaleFactor" value="0.5"/>
    </inkml:brush>
    <inkml:brush xml:id="br6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8095.5625"/>
      <inkml:brushProperty name="anchorY" value="-506842.96875"/>
      <inkml:brushProperty name="scaleFactor" value="0.5"/>
    </inkml:brush>
    <inkml:brush xml:id="br7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8614.5625"/>
      <inkml:brushProperty name="anchorY" value="-571049.5"/>
      <inkml:brushProperty name="scaleFactor" value="0.5"/>
    </inkml:brush>
    <inkml:brush xml:id="br7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7614.5625"/>
      <inkml:brushProperty name="anchorY" value="-543317.4375"/>
      <inkml:brushProperty name="scaleFactor" value="0.5"/>
    </inkml:brush>
    <inkml:brush xml:id="br7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9471.25"/>
      <inkml:brushProperty name="anchorY" value="-544637.75"/>
      <inkml:brushProperty name="scaleFactor" value="0.5"/>
    </inkml:brush>
    <inkml:brush xml:id="br7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190.0625"/>
      <inkml:brushProperty name="anchorY" value="-565184.4375"/>
      <inkml:brushProperty name="scaleFactor" value="0.5"/>
    </inkml:brush>
    <inkml:brush xml:id="br7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8714.75"/>
      <inkml:brushProperty name="anchorY" value="-561949.5625"/>
      <inkml:brushProperty name="scaleFactor" value="0.5"/>
    </inkml:brush>
    <inkml:brush xml:id="br7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5427.75"/>
      <inkml:brushProperty name="anchorY" value="-579769.25"/>
      <inkml:brushProperty name="scaleFactor" value="0.5"/>
    </inkml:brush>
    <inkml:brush xml:id="br7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514"/>
      <inkml:brushProperty name="anchorY" value="-581684.3125"/>
      <inkml:brushProperty name="scaleFactor" value="0.5"/>
    </inkml:brush>
    <inkml:brush xml:id="br7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5825.5625"/>
      <inkml:brushProperty name="anchorY" value="-581277.125"/>
      <inkml:brushProperty name="scaleFactor" value="0.5"/>
    </inkml:brush>
    <inkml:brush xml:id="br7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610.75"/>
      <inkml:brushProperty name="anchorY" value="-583401.3125"/>
      <inkml:brushProperty name="scaleFactor" value="0.5"/>
    </inkml:brush>
    <inkml:brush xml:id="br7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6010.25"/>
      <inkml:brushProperty name="anchorY" value="-582828.625"/>
      <inkml:brushProperty name="scaleFactor" value="0.5"/>
    </inkml:brush>
    <inkml:brush xml:id="br8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977.625"/>
      <inkml:brushProperty name="anchorY" value="-583263.125"/>
      <inkml:brushProperty name="scaleFactor" value="0.5"/>
    </inkml:brush>
    <inkml:brush xml:id="br8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0140.9375"/>
      <inkml:brushProperty name="anchorY" value="-585141.125"/>
      <inkml:brushProperty name="scaleFactor" value="0.5"/>
    </inkml:brush>
    <inkml:brush xml:id="br8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3906.125"/>
      <inkml:brushProperty name="anchorY" value="-586564.5"/>
      <inkml:brushProperty name="scaleFactor" value="0.5"/>
    </inkml:brush>
    <inkml:brush xml:id="br8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7861.3125"/>
      <inkml:brushProperty name="anchorY" value="-588028.375"/>
      <inkml:brushProperty name="scaleFactor" value="0.5"/>
    </inkml:brush>
    <inkml:brush xml:id="br8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9146.5625"/>
      <inkml:brushProperty name="anchorY" value="-589315"/>
      <inkml:brushProperty name="scaleFactor" value="0.5"/>
    </inkml:brush>
    <inkml:brush xml:id="br8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00069.5"/>
      <inkml:brushProperty name="anchorY" value="-589787.4375"/>
      <inkml:brushProperty name="scaleFactor" value="0.5"/>
    </inkml:brush>
    <inkml:brush xml:id="br8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07237.5625"/>
      <inkml:brushProperty name="anchorY" value="-592613.0625"/>
      <inkml:brushProperty name="scaleFactor" value="0.5"/>
    </inkml:brush>
  </inkml:definitions>
  <inkml:trace contextRef="#ctx0" brushRef="#br0">14297 1182 40 0 0,'0'0'0'0'0,"0"0"8025"0"0,0 0-7216 0 0,0 0 1208 0 0,0 0-1044 0 0,0 0-305 0 0,0 0 14 0 0,0 0 16 0 0,0 0 11 0 0,0 0 51 0 0,0 0-408 0 0,-32 7-76 0 0,-9 5-98 0 0,-10 7 136 0 0,-6 6 73 0 0,-2 9 179 0 0,-2 8-62 0 0,1 8-86 0 0,2 7-85 0 0,7 7-129 0 0,5 3-171 0 0,10 3-12 0 0,11-1-173 0 0,11-3 95 0 0,15-5-95 0 0,16-4 10 0 0,17-7-4 0 0,18-7-16 0 0,16-6-66 0 0,14-8-220 0 0,14-6-101 0 0,8-9-343 0 0,6-7-855 0 0,-1-9-1417 0 0,-7-7-3350 0 0,-22-1 2080 0 0</inkml:trace>
  <inkml:trace contextRef="#ctx0" brushRef="#br1" timeOffset="489.064">15450 1091 10757 0 0,'0'0'0'0'0,"0"0"2220"0"0,0 0-1106 0 0,0 0-356 0 0,0 0 118 0 0,0 0 53 0 0,45-5-219 0 0,16-2-302 0 0,13-3-240 0 0,6-1-149 0 0,4 1-48 0 0,-3-1-30 0 0,-1 1-44 0 0,-5 2 27 0 0,-6 2-118 0 0,-8 3 52 0 0,-8 2 22 0 0,-10 3 4 0 0,-11 5 16 0 0,-10 5 110 0 0,-10 6-40 0 0,-15 6-55 0 0,-13 7 34 0 0,-15 4 55 0 0,-14 5-14 0 0,-12 3 10 0 0,-11 3 0 0 0,-8 3-14 0 0,-5 1-66 0 0,-3 1 102 0 0,-2 0-30 0 0,0 0 16 0 0,2-1 74 0 0,4-2 45 0 0,5-2 57 0 0,9-3 37 0 0,11-6-3 0 0,12-6-97 0 0,13-6-129 0 0,12-7 26 0 0,14-5-189 0 0,15-5 145 0 0,13-3 13 0 0,15-3 5 0 0,12-1 77 0 0,11-3-33 0 0,9-2 18 0 0,7-2-58 0 0,8-2 67 0 0,6-2 141 0 0,8 0 54 0 0,6-1-27 0 0,6 0-152 0 0,2 1-71 0 0,-1 2-136 0 0,-4 0-232 0 0,-7 4-157 0 0,-10 0-1350 0 0,-15 3-1242 0 0,-11 3-3360 0 0,-19 0 322 0 0</inkml:trace>
  <inkml:trace contextRef="#ctx1" brushRef="#br2">18062 1420 9097,'0'0'0,"0"0"2016,0 0-882,0 0-401,0 0 46,0 0 84,0 0 154,0 0-16,0 0-199,44 1-158,17-1-132,19-1-82,11 0-127,8-1-149,4-2-100,3-1-43,-1-3-419,-3-2-565,-6-3-263,-6-3-959,-10-2-2149,-13-2-2966,-19 4 4820</inkml:trace>
  <inkml:trace contextRef="#ctx0" brushRef="#br3" timeOffset="1071.262">18324 1089 10717 0 0,'0'0'0'0'0,"0"0"3140"0"0,0 0-2100 0 0,0 0-142 0 0,0 0-377 0 0,52-1-266 0 0,20-2-173 0 0,23 0-66 0 0,13-2-3 0 0,9-1-438 0 0,3-1-924 0 0,2-3-957 0 0,-8 0-3153 0 0,-3-2-2094 0 0,-24 2 9233 0 0</inkml:trace>
  <inkml:trace contextRef="#ctx1" brushRef="#br4" timeOffset="-1634.282">11781 1690 704,'0'0'0,"0"0"6749,0 0-5858,0 0 848,0 0-498,0 0-857,47 3-366,11 2-38,10 1-1000,1-2 101,-4 0-642,-4-2-1615,-8-3-1361,-5-4 5543,-13-1-2627</inkml:trace>
  <inkml:trace contextRef="#ctx0" brushRef="#br5" timeOffset="-546.614">12213 1451 496 0 0,'0'0'0'0'0,"0"0"10873"0"0,0 0-10622 0 0,-19 19 2353 0 0,-6 8-1822 0 0,-3 10 237 0 0,-2 7 74 0 0,3 7-277 0 0,5 5-236 0 0,5 5-202 0 0,6 4-201 0 0,4 2-173 0 0,4 1-153 0 0,9-2-141 0 0,6-5-375 0 0,9-5-503 0 0,10-8-966 0 0,7-9-2133 0 0,10-11-1814 0 0,-5-10 2001 0 0</inkml:trace>
  <inkml:trace contextRef="#ctx0" brushRef="#br6" timeOffset="-4260.405">10144 1024 2764 0 0,'0'0'0'0'0,"0"0"8337"0"0,0 0-7738 0 0,0 0 1277 0 0,0 0-1343 0 0,0 0 287 0 0,0 0 432 0 0,0 0-398 0 0,26 19-138 0 0,9 11-201 0 0,8 11-233 0 0,5 9-77 0 0,1 6-46 0 0,-2 5-108 0 0,-3 3-46 0 0,-6 1-84 0 0,-4 0-8 0 0,-4-1-66 0 0,-4-3-318 0 0,-3-3-77 0 0,-2-3-243 0 0,-3-3-235 0 0,-3-1-616 0 0,-4-3-725 0 0,-5 0-535 0 0,-3-1-1486 0 0,-4-3 374 0 0,-8 1 4427 0 0,-1-9-1326 0 0</inkml:trace>
  <inkml:trace contextRef="#ctx0" brushRef="#br7" timeOffset="-4025.197">10100 2783 9909 0 0,'0'0'0'0'0,"0"0"2380"0"0,0 0-1050 0 0,0 0-432 0 0,0 0-408 0 0,0 0 383 0 0,0 0 80 0 0,25-26-380 0 0,10-13-183 0 0,10-14-254 0 0,7-11-116 0 0,6-11-129 0 0,4-9-26 0 0,5-8 35 0 0,4-8 10 0 0,3-7-114 0 0,2-6-86 0 0,3-5 108 0 0,1-3-145 0 0,-1 1-183 0 0,-4 3-990 0 0,-6 7-945 0 0,-8 10-2322 0 0,-13 12-1577 0 0,-10 14 6846 0 0,-12 20-1914 0 0</inkml:trace>
  <inkml:trace contextRef="#ctx0" brushRef="#br8" timeOffset="-4926.024">8092 1515 1212 0 0,'0'0'0'0'0,"0"0"8641"0"0,0 0-8214 0 0,0 0 1707 0 0,0 0-1714 0 0,0 0-15 0 0,0 0 437 0 0,0 0 109 0 0,0 0-258 0 0,41 1-150 0 0,16-1-232 0 0,18-1-105 0 0,12-2-203 0 0,8-3 25 0 0,3-1-185 0 0,1-2-162 0 0,-2-1-337 0 0,-7 0-301 0 0,-9 0-547 0 0,-11 0-965 0 0,-10 0-2110 0 0,-13 0-1201 0 0,-12 0 6989 0 0,-12 2-2915 0 0</inkml:trace>
  <inkml:trace contextRef="#ctx0" brushRef="#br9" timeOffset="-4725.416">8762 1209 652 0 0,'0'0'0'0'0,"0"0"10373"0"0,0 0-9437 0 0,0 0 1586 0 0,0 0-1396 0 0,-1 21-581 0 0,4 9 183 0 0,5 9 63 0 0,7 7-338 0 0,7 5-407 0 0,4 5 15 0 0,6 3-165 0 0,4 2-236 0 0,3-1-181 0 0,2 0-390 0 0,1-1-645 0 0,-1-4-1280 0 0,-2-4-2151 0 0,-2-6-1682 0 0,-4-6 7659 0 0,-8-10-2267 0 0</inkml:trace>
  <inkml:trace contextRef="#ctx0" brushRef="#br10" timeOffset="-1855.913">9439 993 40 0 0,'0'0'0'0'0,"0"0"428"0"0,0 0-909 0 0,-14-24 533 0 0,-2-9-72 0 0,-2-7 1 0 0,2 4 19 0 0</inkml:trace>
  <inkml:trace contextRef="#ctx0" brushRef="#br11" timeOffset="-1401.643">9306 608 156 0 0,'0'0'0'0'0,"0"0"444"0"0,0 0-261 0 0,0 0 4 0 0,0 0-190 0 0,0 0 3144 0 0,0 0-2583 0 0,0 0 477 0 0,0 0 99 0 0,0 0-278 0 0,0 0-90 0 0,-15-11-53 0 0,-1-2-95 0 0,0 2-46 0 0,4 3 94 0 0,6 6-96 0 0,7 8-151 0 0,10 8-167 0 0,7 10-22 0 0,9 9-37 0 0,8 12-11 0 0,6 8 46 0 0,5 9-33 0 0,2 8 7 0 0,0 5 124 0 0,-4 5 6 0 0,-3 3 30 0 0,-6 2-100 0 0,-7-1-89 0 0,-6 0-8 0 0,-7-4-111 0 0,-4-4 20 0 0,-5-6-9 0 0,-2-7-67 0 0,-2-7 10 0 0,-1-8-21 0 0,-1-8-39 0 0,1-5 52 0 0,-1-8-8 0 0,0-4 7 0 0,-1-7 10 0 0,1-4-12 0 0,0-5 4 0 0,0-3-103 0 0,0-2-88 0 0,0-2 18 0 0,0 0 26 0 0,0-3 49 0 0,0-1-16 0 0,0-3 126 0 0,0-4-34 0 0,-1-3 22 0 0,0-5-2 0 0,-1-5-8 0 0,0-4-119 0 0,0-5-13 0 0,1-3-65 0 0,7-3-36 0 0,4-1-243 0 0,6 1 74 0 0,6 2 143 0 0,3 4 34 0 0,1 6-12 0 0,1 7 63 0 0,-1 6 208 0 0,-2 6 214 0 0,0 6 89 0 0,0 7-36 0 0,1 5-115 0 0,0 7-81 0 0,1 4 36 0 0,-2 6-140 0 0,-3 5 97 0 0,-1 3 22 0 0,-4 2 101 0 0,-4 3-52 0 0,-3 1 6 0 0,-5 2 0 0 0,-7 1 73 0 0,-8 0-36 0 0,-10 0 15 0 0,-10-1-240 0 0,-12-2 54 0 0,-9-4-781 0 0,-8-7-478 0 0,-4-6-1451 0 0,-5-9-4162 0 0,12-7 4035 0 0</inkml:trace>
  <inkml:trace contextRef="#ctx0" brushRef="#br12" timeOffset="2369.291">21751 1362 11169 0 0,'0'0'0'0'0,"0"0"1808"0"0,0 0-863 0 0,0 0-454 0 0,0 0-128 0 0,0 0 14 0 0,0 0 44 0 0,0 0 127 0 0,0 0-56 0 0,0 0-290 0 0,0 0-188 0 0,0 0 15 0 0,0-15-25 0 0,-3-6-5 0 0,-5-9 10 0 0,-8-6 82 0 0,-8-6-117 0 0,-9-5-30 0 0,-10-5-13 0 0,-9-3 84 0 0,-6-2 29 0 0,-6 1 0 0 0,-1 3 3 0 0,0 7 20 0 0,3 8 167 0 0,5 10-46 0 0,4 12-23 0 0,4 12-187 0 0,4 13-15 0 0,0 13-47 0 0,3 13-68 0 0,2 10 9 0 0,3 10-78 0 0,7 7 51 0 0,6 7-98 0 0,7 3 60 0 0,6 3-11 0 0,4 1 137 0 0,9-1 79 0 0,7-4-9 0 0,8-4 20 0 0,8-6 79 0 0,7-8-9 0 0,6-9-34 0 0,5-9-42 0 0,5-9 80 0 0,6-9 89 0 0,6-7-84 0 0,7-9 20 0 0,9-9-61 0 0,9-11-47 0 0,9-12-149 0 0,7-12-113 0 0,8-12-54 0 0,5-14-43 0 0,5-10-119 0 0,3-10 14 0 0,-3-10 104 0 0,-2-8 193 0 0,-8-8 166 0 0,-7-6 340 0 0,-11-6-131 0 0,-11-4 125 0 0,-15 1 60 0 0,-14 5-100 0 0,-16 10-24 0 0,-13 14-24 0 0,-10 21 131 0 0,-9 23 43 0 0,-9 23-11 0 0,-8 24-112 0 0,-9 23 30 0 0,-9 22-16 0 0,-6 21-169 0 0,-7 19-144 0 0,-5 18 32 0 0,-3 15 14 0 0,-1 14 146 0 0,2 12 18 0 0,-1 10-22 0 0,2 10-54 0 0,1 6-143 0 0,0 6-62 0 0,4 1-271 0 0,5-3-168 0 0,6-6-346 0 0,7-10-314 0 0,6-13-764 0 0,3-12-1389 0 0,2-17-4322 0 0,5-28 4820 0 0</inkml:trace>
  <inkml:trace contextRef="#ctx0" brushRef="#br13" timeOffset="15045.558">15567 5077 2508 0 0,'0'0'0'0'0,"0"0"7677"0"0,0 0-6660 0 0,0 0 1170 0 0,0 0-1340 0 0,0 0 57 0 0,0 0 104 0 0,0 0-115 0 0,0 0-386 0 0,0 0-305 0 0,0 0-120 0 0,51 11-60 0 0,17 0-15 0 0,15 2-62 0 0,5-3 10 0 0,-1-1 40 0 0,-8-3-130 0 0,-9-2 26 0 0,-13-1-13 0 0,-13-1-21 0 0,-14-1 169 0 0,-12 1 77 0 0,-9 1-139 0 0,-10 2 54 0 0,-9 1 84 0 0,-7 4-33 0 0,-6 3-17 0 0,-8 4-57 0 0,-6 2 1 0 0,-6 4-95 0 0,-5 2 24 0 0,-4 2-55 0 0,-5 2 86 0 0,-4 1 30 0 0,-1 1 8 0 0,-3 1 116 0 0,1 0 77 0 0,2 0 84 0 0,3-2-55 0 0,7-2-21 0 0,7-2-118 0 0,10-2-60 0 0,8-3 96 0 0,8-2-126 0 0,8-2 24 0 0,5-2-19 0 0,6-2-106 0 0,5-2 81 0 0,4-3 35 0 0,6-1 147 0 0,2-2 35 0 0,4-1 160 0 0,3-1 8 0 0,4 0 52 0 0,5-1-90 0 0,4-1-73 0 0,7 0-80 0 0,7 0-48 0 0,10 0-29 0 0,10-2-92 0 0,9-1-82 0 0,9-1 64 0 0,3-1-57 0 0,1-1-232 0 0,-4-2-672 0 0,-8 1-164 0 0,-10 0-727 0 0,-13 1-2476 0 0,-13 0-3537 0 0,-15 1 4638 0 0</inkml:trace>
  <inkml:trace contextRef="#ctx0" brushRef="#br14" timeOffset="14179.456">13950 5015 3800 0 0,'0'0'0'0'0,"0"0"848"0"0,0 0 528 0 0,0 0 2980 0 0,0 0-3736 0 0,-17 24 926 0 0,-5 8-529 0 0,-3 8 0 0 0,-1 5-210 0 0,3 2-229 0 0,4 1-137 0 0,6 1-135 0 0,4-2-40 0 0,4-1-25 0 0,7-2-2 0 0,7-2-50 0 0,8-3 32 0 0,8-3 17 0 0,7-4 64 0 0,7-4-119 0 0,5-5-72 0 0,4-4-58 0 0,3-4-50 0 0,3-6-93 0 0,2-3-27 0 0,1-7-28 0 0,0-6 117 0 0,0-9-55 0 0,-1-9-2 0 0,-3-7-28 0 0,-4-9-153 0 0,-7-7-62 0 0,-8-7 67 0 0,-8-4 95 0 0,-9-3 79 0 0,-10-1 86 0 0,-11 1 141 0 0,-12 3-170 0 0,-10 5 62 0 0,-10 8-34 0 0,-10 8 120 0 0,-6 12-268 0 0,-7 9 126 0 0,-5 11-756 0 0,-6 12-449 0 0,-3 10-449 0 0,0 11-250 0 0,3 8-576 0 0,8 6-474 0 0,7 7 111 0 0,14-8-265 0 0</inkml:trace>
  <inkml:trace contextRef="#ctx0" brushRef="#br15" timeOffset="14452.594">14680 5532 11945 0 0,'0'0'0'0'0,"0"0"2232"0"0,0 0-1115 0 0,0 0 123 0 0,0 0-254 0 0,0 0 16 0 0,0 0-349 0 0,-19 24-336 0 0,-7 13-124 0 0,-8 13-79 0 0,-2 10-105 0 0,0 9 17 0 0,2 8-14 0 0,4 5 0 0 0,3 6-14 0 0,5 2-80 0 0,2 2 8 0 0,4-3-27 0 0,3-3-6 0 0,2-7 38 0 0,-1-8-194 0 0,-2-8-149 0 0,-3-11-195 0 0,-6-10-156 0 0,-6-13-510 0 0,-7-9-565 0 0,-4-11-2344 0 0,-12-13-3086 0 0,7-4 5076 0 0</inkml:trace>
  <inkml:trace contextRef="#ctx0" brushRef="#br16" timeOffset="13326.904">11797 5381 10937 0 0,'0'0'0'0'0,"0"0"2104"0"0,0 0-1358 0 0,0 0 164 0 0,0 0-60 0 0,0 0-187 0 0,42 0-115 0 0,17 0-136 0 0,19-3-228 0 0,9-2-181 0 0,7-3-362 0 0,2-4-580 0 0,-4-2-226 0 0,-4-4-743 0 0,-11 0-1456 0 0,-9-3-3388 0 0,-18 3 4389 0 0</inkml:trace>
  <inkml:trace contextRef="#ctx0" brushRef="#br17" timeOffset="13518.909">12007 5087 6129 0 0,'0'0'0'0'0,"0"0"5888"0"0,0 0-5362 0 0,0 0 1136 0 0,-4 24-747 0 0,1 10-179 0 0,5 10 464 0 0,5 6-188 0 0,7 4-556 0 0,6 1-442 0 0,5 2 72 0 0,5-1-355 0 0,2-1-260 0 0,2-2-452 0 0,0-3-617 0 0,-2-4-1375 0 0,-3-3-4031 0 0,-8-11 1851 0 0</inkml:trace>
  <inkml:trace contextRef="#ctx0" brushRef="#br18" timeOffset="12732.063">10342 4882 5244 0 0,'0'0'0'0'0,"0"0"9329"0"0,0 0-9077 0 0,0 0 1244 0 0,0 0-1252 0 0,0 0 311 0 0,0 0 586 0 0,6 22-236 0 0,2 11-420 0 0,2 10-344 0 0,3 7-93 0 0,-1 5-138 0 0,2 4-23 0 0,-2 1-48 0 0,-1 1-77 0 0,-2 0-225 0 0,-3-2-194 0 0,-1-3-164 0 0,-2-3-417 0 0,-2-4-748 0 0,0-6-970 0 0,-2-6-3265 0 0,1-10 1408 0 0</inkml:trace>
  <inkml:trace contextRef="#ctx0" brushRef="#br19" timeOffset="12960.003">10914 4983 6809 0 0,'0'0'0'0'0,"0"0"6772"0"0,0 0-5483 0 0,0 0 470 0 0,0 0-648 0 0,0 0-325 0 0,0 0 173 0 0,0 0-401 0 0,-20 24-214 0 0,-11 14-154 0 0,-11 15-190 0 0,-6 12 85 0 0,-3 9-45 0 0,-1 7-48 0 0,1 6 2 0 0,3 4-88 0 0,2 3-109 0 0,5 2-189 0 0,4 1-111 0 0,2-1-151 0 0,4-1-236 0 0,1-3-592 0 0,1-2-821 0 0,1-8-2088 0 0,1-5-1995 0 0,6-17 3430 0 0</inkml:trace>
  <inkml:trace contextRef="#ctx0" brushRef="#br20" timeOffset="12270.523">9096 5589 1304 0 0,'0'0'0'0'0,"0"0"6233"0"0,0 0-4490 0 0,0 0-85 0 0,0 0-209 0 0,0 0-575 0 0,0 0 372 0 0,0 0-375 0 0,0 0-158 0 0,0 0-159 0 0,0 0-196 0 0,0 0 19 0 0,19-4-102 0 0,4-2-92 0 0,3-1-40 0 0,1-2-73 0 0,-2-1 31 0 0,-5-3-43 0 0,-4-3-9 0 0,-5-3 16 0 0,-5-5-63 0 0,-5-5 13 0 0,-6-4-11 0 0,-8-5-4 0 0,-5-6-111 0 0,-7-5 54 0 0,-7-7-78 0 0,-7-7-79 0 0,-7-6 29 0 0,-7-5 72 0 0,-5-6-51 0 0,-4-3 20 0 0,1-2 80 0 0,2 1-38 0 0,8 0 114 0 0,8 3-35 0 0,11 4 11 0 0,10 6-41 0 0,13 7 67 0 0,13 7 94 0 0,13 7-57 0 0,13 8 44 0 0,16 7 19 0 0,13 7-95 0 0,13 5-12 0 0,8 7-43 0 0,6 4-27 0 0,2 5-150 0 0,-1 4-199 0 0,-2 5-589 0 0,-6 5-637 0 0,-9 6 45 0 0,-10 3-1085 0 0,-13 6-2910 0 0,-14-2 1531 0 0</inkml:trace>
  <inkml:trace contextRef="#ctx0" brushRef="#br21" timeOffset="12493.309">8762 4852 6445 0 0,'0'0'0'0'0,"0"0"5852"0"0,0 0-5292 0 0,0 0 761 0 0,0 0-672 0 0,0 0 228 0 0,0 0 643 0 0,0 0-352 0 0,0 0-440 0 0,42 5-316 0 0,18 1-412 0 0,17-1-56 0 0,9-1-268 0 0,5 0-95 0 0,0-2-151 0 0,1-1-265 0 0,-1 1-565 0 0,0-1-1412 0 0,-6 0-2765 0 0,-2 0-2017 0 0,-17-1 8870 0 0</inkml:trace>
  <inkml:trace contextRef="#ctx0" brushRef="#br22" timeOffset="15374.107">17433 5311 5092 0 0,'0'0'0'0'0,"0"0"4565"0"0,0 0-607 0 0,0 0-2903 0 0,0 0 335 0 0,0 0-556 0 0,0 0 300 0 0,0 0-200 0 0,46 6-172 0 0,13 1-387 0 0,11 1-295 0 0,4-2-37 0 0,-1-1-190 0 0,-2-1-260 0 0,-3-2 9 0 0,-4-3-208 0 0,-5-2-353 0 0,-4-3-795 0 0,-7-3-1428 0 0,-7-4-2910 0 0,-10 1-797 0 0</inkml:trace>
  <inkml:trace contextRef="#ctx0" brushRef="#br23" timeOffset="15925.402">17442 4926 5368 0 0,'0'0'0'0'0,"0"0"4213"0"0,0 0-2297 0 0,0 0 302 0 0,0 0-937 0 0,0 0-478 0 0,0 0-37 0 0,0 0-25 0 0,0 0 63 0 0,0 0-473 0 0,43 4 25 0 0,22 1-148 0 0,20-1-226 0 0,14-1 53 0 0,5-3-451 0 0,1-2-375 0 0,-6-2-460 0 0,-7-2-914 0 0,-13 0-2854 0 0,-15-2-4383 0 0,-17 2 10824 0 0</inkml:trace>
  <inkml:trace contextRef="#ctx0" brushRef="#br24" timeOffset="17427.451">19219 5734 3920 0 0,'0'0'0'0'0,"0"0"8005"0"0,0 0-7724 0 0,0 0 1553 0 0,0 0-1239 0 0,0 0-187 0 0,0 0 230 0 0,0 0 116 0 0,0 0-153 0 0,0 0-430 0 0,-7-19-352 0 0,-5-11 279 0 0,-8-10-86 0 0,-5-8 321 0 0,-8-6-192 0 0,-5-4 117 0 0,-5-4-173 0 0,-6-3 15 0 0,-3-3-109 0 0,-5-3 23 0 0,0-2-154 0 0,3-1-40 0 0,4 0-24 0 0,8 3-88 0 0,9 3-130 0 0,10 5-169 0 0,8 5-95 0 0,11 6-281 0 0,8 6-510 0 0,9 6-386 0 0,6 6-417 0 0,3 6-817 0 0,3 8-1190 0 0,-4 7 3123 0 0</inkml:trace>
  <inkml:trace contextRef="#ctx0" brushRef="#br25" timeOffset="17712.046">18965 5220 5593 0 0,'0'0'0'0'0,"0"0"2940"0"0,0 0-1377 0 0,0 0-217 0 0,0 0-345 0 0,0 0 421 0 0,0 0-166 0 0,0 0-332 0 0,45-10-284 0 0,16-4-265 0 0,17-5-31 0 0,8-2 34 0 0,3 0 146 0 0,-1 1-73 0 0,-2 4-64 0 0,-2 4-38 0 0,-3 4-1 0 0,-4 7 110 0 0,-3 8-63 0 0,-4 9-92 0 0,-4 11-68 0 0,-5 12 67 0 0,-7 11-58 0 0,-7 10-208 0 0,-9 9-15 0 0,-9 5-94 0 0,-10 4-34 0 0,-7 0-63 0 0,-7-1 6 0 0,-6-4-259 0 0,-9-6-330 0 0,-7-5-496 0 0,-6-8-1462 0 0,-10-6-4234 0 0,3-13-2858 0 0</inkml:trace>
  <inkml:trace contextRef="#ctx0" brushRef="#br26" timeOffset="26414.864">9886 8952 3544 0 0,'0'0'0'0'0,"0"0"8281"0"0,0 0-7440 0 0,0 0 927 0 0,0 0-1215 0 0,0 0 557 0 0,0 0-23 0 0,0 0-61 0 0,53 2-259 0 0,20-1-268 0 0,18-1-249 0 0,10-2-247 0 0,2-3 38 0 0,-3-2-144 0 0,-4-2-138 0 0,-9-3-355 0 0,-7-1-160 0 0,-9-2-278 0 0,-11-2-1129 0 0,-11-1-2953 0 0,-16 0-3348 0 0,-11 4 8243 0 0</inkml:trace>
  <inkml:trace contextRef="#ctx0" brushRef="#br27" timeOffset="26613.196">10314 8726 14541 0 0,'0'0'0'0'0,"0"0"2489"0"0,0 0-1546 0 0,0 0-468 0 0,-1 20 67 0 0,0 10-87 0 0,1 9 50 0 0,3 7-261 0 0,3 3-256 0 0,4 4-468 0 0,2 0-428 0 0,1 1-610 0 0,0-2-1253 0 0,-1 0-3453 0 0,-4-10-2545 0 0</inkml:trace>
  <inkml:trace contextRef="#ctx0" brushRef="#br28" timeOffset="25808.418">8145 8679 5641 0 0,'0'0'0'0'0,"0"0"4772"0"0,0 0-3677 0 0,0 0 593 0 0,0 0-684 0 0,0 0 274 0 0,0 0-124 0 0,0 0-595 0 0,0 0-54 0 0,0 0-42 0 0,0 0-364 0 0,29 25-75 0 0,11 10-14 0 0,9 9-62 0 0,2 7-79 0 0,0 3-69 0 0,-4 0-85 0 0,-3 1-88 0 0,-6-2-260 0 0,-5-3-136 0 0,-4-2-277 0 0,-7-3-578 0 0,-4-4-534 0 0,-5-5-2096 0 0,-5-4-360 0 0,-3-9 2881 0 0</inkml:trace>
  <inkml:trace contextRef="#ctx0" brushRef="#br29" timeOffset="26056.818">8943 8724 11101 0 0,'0'0'0'0'0,"0"0"2864"0"0,0 0-1423 0 0,0 0-499 0 0,0 0-290 0 0,0 0 474 0 0,0 0-227 0 0,0 0-198 0 0,2 25-256 0 0,1 12-203 0 0,-5 14-118 0 0,-5 11-112 0 0,-7 8 13 0 0,-7 7-12 0 0,-7 7-16 0 0,-6 4-42 0 0,-5 3-137 0 0,-4 2-255 0 0,0-1 21 0 0,1-2-222 0 0,3-4-198 0 0,4-5-479 0 0,5-7-335 0 0,6-9-884 0 0,6-9-1836 0 0,5-11-1389 0 0,6-14 3878 0 0</inkml:trace>
  <inkml:trace contextRef="#ctx0" brushRef="#br30" timeOffset="29152.298">15583 8916 7265 0 0,'0'0'0'0'0,"0"0"4420"0"0,0 0-3154 0 0,0 0 616 0 0,0 0-514 0 0,0 0-233 0 0,55-3-513 0 0,20-3-150 0 0,17-3-201 0 0,9-3-286 0 0,-1-2-72 0 0,-3-3-524 0 0,-8-1-58 0 0,-9 0-114 0 0,-12 0-541 0 0,-13 0-815 0 0,-14 2-1929 0 0,-14 2-854 0 0,-11 2 966 0 0</inkml:trace>
  <inkml:trace contextRef="#ctx0" brushRef="#br31" timeOffset="29335.653">15772 8518 10197 0 0,'0'0'0'0'0,"0"0"2340"0"0,0 0-620 0 0,0 0-253 0 0,46-4-371 0 0,20-3-77 0 0,19-1-258 0 0,13-1-339 0 0,3 0-440 0 0,0-1 36 0 0,-5 1-1183 0 0,-7-1-363 0 0,-11 0-1839 0 0,-9 1-5783 0 0,-18 2 5976 0 0</inkml:trace>
  <inkml:trace contextRef="#ctx0" brushRef="#br32" timeOffset="27880.645">12225 9271 6005 0 0,'0'0'0'0'0,"0"0"4616"0"0,0 0-3388 0 0,0 0 296 0 0,0 0-1010 0 0,0 0-8 0 0,0 0-219 0 0,0 0-137 0 0,-15-17-63 0 0,-1-9-87 0 0,-2-10-48 0 0,3-7-10 0 0,2-6-18 0 0,3-7-12 0 0,0-6 91 0 0,0-6-70 0 0,-1-5 77 0 0,-1-6-68 0 0,-1-3-3 0 0,0-3-60 0 0,-1 0 18 0 0,1 3-70 0 0,2 4-179 0 0,1 7-320 0 0,3 7-363 0 0,3 9-640 0 0,1 11-424 0 0,5 9-1999 0 0,0 12-140 0 0</inkml:trace>
  <inkml:trace contextRef="#ctx0" brushRef="#br33" timeOffset="28130.446">12019 8655 4060 0 0,'0'0'0'0'0,"0"0"2969"0"0,0 0-1691 0 0,0 0 204 0 0,0 0-330 0 0,0 0 17 0 0,0 0 133 0 0,0 0-250 0 0,52-3-133 0 0,16-3-85 0 0,14-3-207 0 0,6-5-214 0 0,0-3-446 0 0,-5-3 89 0 0,-5-4-472 0 0,-7-1-316 0 0,-7-2-154 0 0,-8-1-526 0 0,-8 0-772 0 0,-9 2-1875 0 0,-9 3-366 0 0,-10 5 1478 0 0</inkml:trace>
  <inkml:trace contextRef="#ctx0" brushRef="#br34" timeOffset="28358.866">12132 8815 4456 0 0,'0'0'0'0'0,"0"0"5445"0"0,0 0-4458 0 0,0 0 948 0 0,0 0-1221 0 0,0 0 366 0 0,6 19-122 0 0,11 4-171 0 0,17 3 33 0 0,18 0-268 0 0,20-3-77 0 0,18-2 1 0 0,16-4-150 0 0,10-1-136 0 0,4-3-198 0 0,-3 0-39 0 0,-8-1-406 0 0,-10-1-258 0 0,-13 1-131 0 0,-15 0-551 0 0,-14 0-1166 0 0,-13 0-2158 0 0,-12-1-1670 0 0,-11-3 4974 0 0</inkml:trace>
  <inkml:trace contextRef="#ctx0" brushRef="#br35" timeOffset="28773.93">13870 8708 10305 0 0,'0'0'0'0'0,"0"0"1840"0"0,0 0-1087 0 0,0 0-362 0 0,0 0 65 0 0,0 0-150 0 0,41-1-203 0 0,9 1-79 0 0,7 0 68 0 0,-1 3-111 0 0,-7 1-50 0 0,-7 3-86 0 0,-9 2 195 0 0,-9 2 9 0 0,-10 3 121 0 0,-6 2-65 0 0,-7 2-45 0 0,-8 2-51 0 0,-10 2 102 0 0,-9 3-23 0 0,-9 1 104 0 0,-11 2 58 0 0,-7 1-70 0 0,-8 2 131 0 0,-5-1 51 0 0,-4 0 69 0 0,-2-1-136 0 0,2-2-201 0 0,5-2-68 0 0,8-4 65 0 0,11-3-111 0 0,10-5 31 0 0,11-3-175 0 0,11-4 52 0 0,6-3-24 0 0,11-2 158 0 0,9 0-16 0 0,12-2 0 0 0,11 0 68 0 0,10 1-37 0 0,10-1-33 0 0,8-1 90 0 0,6 0 41 0 0,6-1 51 0 0,1 1-216 0 0,1 0 58 0 0,-3 1-124 0 0,-3 0-7 0 0,-7 2-177 0 0,-7 0-301 0 0,-7 2-140 0 0,-9 0-810 0 0,-4 0-3460 0 0,-10 0-4515 0 0</inkml:trace>
  <inkml:trace contextRef="#ctx0" brushRef="#br36" timeOffset="31504.521">17933 9156 4000 0 0,'0'0'0'0'0,"0"0"404"0"0,0 0 2567 0 0,0 0-2348 0 0,0 0 749 0 0,0 0-540 0 0,0 0-342 0 0,14-19-261 0 0,5-8-198 0 0,5-7 177 0 0,3-6-74 0 0,3-4-72 0 0,2-4 120 0 0,1-4 92 0 0,3-4 218 0 0,-1-5 94 0 0,3-2-67 0 0,0-3-51 0 0,0-3-63 0 0,1-1-46 0 0,-1 0-27 0 0,-2-1-28 0 0,-4 1-192 0 0,-4 1-92 0 0,-5 1 12 0 0,-3 1 36 0 0,-5 1-67 0 0,-4 3 13 0 0,-3 1 117 0 0,-2 4-163 0 0,-4 2 110 0 0,0 3-24 0 0,-2 4-5 0 0,-1 2 14 0 0,-1 5 47 0 0,-3 2-37 0 0,-5 4 5 0 0,-4 3 32 0 0,-3 3-132 0 0,-4 3 175 0 0,-1 4-192 0 0,-1 4 376 0 0,1 5-194 0 0,3 4-90 0 0,2 4-27 0 0,2 4 27 0 0,2 3-64 0 0,1 4 8 0 0,-1 6 6 0 0,-2 6 187 0 0,-1 8 161 0 0,-2 8-211 0 0,0 10-2 0 0,-2 9-58 0 0,2 10-29 0 0,4 10-50 0 0,3 9 6 0 0,5 8 96 0 0,8 8-123 0 0,11 5 149 0 0,11 3-35 0 0,13 1 120 0 0,10 0-34 0 0,11-3 63 0 0,8-4-32 0 0,3-7-30 0 0,5-8-5 0 0,2-7-30 0 0,2-9-41 0 0,1-8-14 0 0,2-8-18 0 0,2-7-68 0 0,3-7 3 0 0,4-6-16 0 0,4-5-176 0 0,3-6-146 0 0,0-6-376 0 0,-2-4-323 0 0,-3-4-855 0 0,-10-4-2444 0 0,-6-4-975 0 0,-19-2-891 0 0</inkml:trace>
  <inkml:trace contextRef="#ctx0" brushRef="#br37" timeOffset="56761.541">12850 11811 3412 0 0,'0'0'0'0'0,"0"0"3049"0"0,0 0-2055 0 0,0 0-66 0 0,0 0-3 0 0,0 0 100 0 0,0 0-189 0 0,0 0-77 0 0,0 0-132 0 0,0 0-70 0 0,3 21 18 0 0,4 7-45 0 0,5 7-41 0 0,2 4-4 0 0,3 2 67 0 0,0 1-78 0 0,0 2-109 0 0,-1 1-119 0 0,-1 2-88 0 0,-1 1-51 0 0,-3 3-31 0 0,-1 1-74 0 0,-1 3 68 0 0,-1 1-86 0 0,-2 0 25 0 0,0 0-14 0 0,-2-3-82 0 0,0-5 55 0 0,-1-7-53 0 0,-1-8 0 0 0,0-10 17 0 0,0-8-25 0 0,-1-8-53 0 0,0-7-23 0 0,-1-7 129 0 0,-3-8-127 0 0,-6-7 202 0 0,-5-7-58 0 0,-4-6 14 0 0,0-5-142 0 0,1-3 123 0 0,4-2 22 0 0,4 0-92 0 0,9-1 20 0 0,11 2 86 0 0,10 1-34 0 0,11 2 28 0 0,10 3 1 0 0,8 5 210 0 0,5 5-273 0 0,4 6 81 0 0,2 7-18 0 0,2 6 33 0 0,0 6-47 0 0,0 9-86 0 0,-2 6 51 0 0,-4 8 44 0 0,-6 7-123 0 0,-5 6 12 0 0,-9 5-11 0 0,-7 2 146 0 0,-8 3 87 0 0,-8 1 218 0 0,-6 0 17 0 0,-7 0 5 0 0,-7 0-29 0 0,-7-2 98 0 0,-7 0 166 0 0,-5-2-217 0 0,-5-2-123 0 0,-4-4-149 0 0,-2-5-85 0 0,-2-6-223 0 0,0-6-356 0 0,0-6-118 0 0,0-8-126 0 0,1-7-619 0 0,2-9-781 0 0,3-6-1940 0 0,6-11-1769 0 0,6 3 3623 0 0</inkml:trace>
  <inkml:trace contextRef="#ctx0" brushRef="#br38" timeOffset="59590.9">12523 14751 5641 0 0,'0'0'0'0'0,"0"0"5552"0"0,0 0-5245 0 0,0 0 906 0 0,0 0-819 0 0,0 0 92 0 0,0 0 284 0 0,0 0-46 0 0,0 0-78 0 0,0 0-214 0 0,0 0-266 0 0,11-21-238 0 0,2-6 113 0 0,2-4-124 0 0,-2-3 41 0 0,-1 1-82 0 0,-4 0-52 0 0,-2-1-209 0 0,-6-1 108 0 0,-6-2 0 0 0,-7-2 78 0 0,-7-2 133 0 0,-8-2-46 0 0,-4 0 129 0 0,-3 1 29 0 0,-2 3 142 0 0,1 2-121 0 0,4 4-57 0 0,5 5 124 0 0,7 4-8 0 0,8 4-38 0 0,8 2 51 0 0,12 1-76 0 0,13 0 63 0 0,11-1-34 0 0,13-1-18 0 0,9-1 6 0 0,9-2 24 0 0,7 0-8 0 0,2 0-98 0 0,0 1 14 0 0,-1 0-98 0 0,-5 3-178 0 0,-7 1-63 0 0,-8 3-30 0 0,-10 2-226 0 0,-8 2-520 0 0,-10 3-595 0 0,-10 3-658 0 0,-5 1-2326 0 0,-5 2 42 0 0</inkml:trace>
  <inkml:trace contextRef="#ctx0" brushRef="#br39" timeOffset="59785.937">12229 14234 3604 0 0,'0'0'0'0'0,"0"0"6849"0"0,0 0-6530 0 0,0 0 1465 0 0,0 0-907 0 0,0 0 476 0 0,40 7 80 0 0,18 0-340 0 0,17 1-371 0 0,11-2-546 0 0,9-2-117 0 0,4-3-302 0 0,3-4-182 0 0,0-2-338 0 0,-3-3-821 0 0,-8-2-1220 0 0,-6 0-4444 0 0,-20 1 2196 0 0</inkml:trace>
  <inkml:trace contextRef="#ctx0" brushRef="#br40" timeOffset="63467.426">12233 15472 3756 0 0,'0'0'0'0'0,"0"0"4845"0"0,0 0-4140 0 0,0 0 529 0 0,0 0-816 0 0,0 0 356 0 0,0 0 220 0 0,0 0-96 0 0,0 0-175 0 0,0 0-123 0 0,0 0-318 0 0,0 0 98 0 0,20 9-32 0 0,5 3 81 0 0,4 5-45 0 0,2 2-41 0 0,0 3-75 0 0,-2 2-95 0 0,-2 3-103 0 0,-2 3-64 0 0,-2 2 10 0 0,-2 3 53 0 0,-4 2-88 0 0,0 2-32 0 0,-3 0 54 0 0,-2 1-7 0 0,-2-2 6 0 0,-2-2-3 0 0,-2-2 16 0 0,-2-2 41 0 0,-2-2-71 0 0,-1-2 24 0 0,-1-2-19 0 0,-2-2-90 0 0,-2-1-147 0 0,-2-3-6 0 0,-2-3 43 0 0,-1-2-22 0 0,-2-3 92 0 0,0-2 36 0 0,-1-3 56 0 0,-2-1 47 0 0,-3-1-16 0 0,-2-1 15 0 0,-4-1-12 0 0,-4-1 17 0 0,-5-1-257 0 0,-3-1 4 0 0,-2-2 45 0 0,-3-2-224 0 0,1-3 70 0 0,-2-3 68 0 0,1-2-251 0 0,0-5-127 0 0,0-4-445 0 0,1-4-1024 0 0,3-3-917 0 0,2-5-2192 0 0,8 4 3958 0 0</inkml:trace>
  <inkml:trace contextRef="#ctx0" brushRef="#br41" timeOffset="63904.557">12180 15175 4820 0 0,'0'0'0'0'0,"0"0"6313"0"0,0 0-5195 0 0,0 0 607 0 0,0 0-632 0 0,0 0 51 0 0,0 0-307 0 0,0 0-432 0 0,0 0-563 0 0,0 0-362 0 0,4-1-212 0 0,0 1-336 0 0,1 2-574 0 0,1 0-1711 0 0,2 3-3741 0 0,-2-1 4752 0 0</inkml:trace>
  <inkml:trace contextRef="#ctx0" brushRef="#br42" timeOffset="50052.92">8528 11514 912 0 0,'0'0'0'0'0,"0"0"4428"0"0,0 0-3569 0 0,0 0 239 0 0,0 0-403 0 0,0 0-461 0 0,0 0 139 0 0,0 0 1095 0 0,0 0-65 0 0,0 0-753 0 0,0 0 102 0 0,4-5-304 0 0,1-2 195 0 0,4 0-11 0 0,-1 0-100 0 0,1 1-139 0 0,-1 0-174 0 0,0 3-77 0 0,-2 0-30 0 0,-1 2-50 0 0,-1 1-57 0 0,-1-1 12 0 0,-1 2-18 0 0,0-1-7 0 0,-2 0 11 0 0,0 1 0 0 0,0 0 10 0 0,0-1 53 0 0,0 0-4 0 0,0 0 28 0 0,-1 0 9 0 0,1 0-15 0 0,0 0 20 0 0,0 0-48 0 0,0 0-10 0 0,0 0-50 0 0,0 0-63 0 0,-1 1-42 0 0,-3-1-23 0 0,-3 0 41 0 0,-2 1 27 0 0,-4-1 60 0 0,-3 0-126 0 0,-2-1 89 0 0,-2 0 36 0 0,-1-1-3 0 0,-1-1 76 0 0,-1 1-74 0 0,-1-1 26 0 0,0 0 86 0 0,1 2-18 0 0,-2-1-46 0 0,1 1-38 0 0,0 0 60 0 0,1 0 23 0 0,1 1-47 0 0,0 0-34 0 0,3 0 5 0 0,1 1-6 0 0,1 0 3 0 0,1 2-5 0 0,2 0-3 0 0,0 2-9 0 0,-1 2 3 0 0,0 0 7 0 0,0 1 2 0 0,1 0 5 0 0,0 0 4 0 0,0 1 42 0 0,0 0-50 0 0,1 0 13 0 0,0 1-14 0 0,0-1 54 0 0,0 0 16 0 0,0 0-76 0 0,1 0 26 0 0,2-1 35 0 0,0 0-64 0 0,1 0 26 0 0,1 1-13 0 0,0 0-8 0 0,0 1 3 0 0,1 0-16 0 0,1 1-43 0 0,1 1 2 0 0,2 0 6 0 0,1 0 56 0 0,0 2-6 0 0,1 2 10 0 0,-1 1 47 0 0,1 3 16 0 0,0 3-7 0 0,0 2 24 0 0,1 3-33 0 0,-1 4-60 0 0,-1 3 16 0 0,0 3-15 0 0,1 3-3 0 0,0 4-83 0 0,0 1 102 0 0,0 0-34 0 0,2 2 20 0 0,1 0 2 0 0,3 0-4 0 0,0 0-3 0 0,1 1 5 0 0,0 0 13 0 0,0 0 154 0 0,-2 0-210 0 0,-1 1 65 0 0,-1-1 38 0 0,0 1-22 0 0,-2 2 28 0 0,-1 2-66 0 0,-1 3 211 0 0,0 1-269 0 0,-1 3 31 0 0,1 1 42 0 0,0 1-24 0 0,1 0 22 0 0,1 0-18 0 0,0-2-50 0 0,1-2 70 0 0,1-3-15 0 0,1-3-4 0 0,1-4 89 0 0,0-4-50 0 0,1-4-13 0 0,-1-2-8 0 0,1-1-25 0 0,1 0 15 0 0,-1-1-6 0 0,1 3-13 0 0,0 0-57 0 0,2 0-8 0 0,0 0 36 0 0,2 0-70 0 0,0-2 128 0 0,1-1-43 0 0,-1-2-21 0 0,0-2 57 0 0,-2-1-84 0 0,-2 0 96 0 0,-1-1-40 0 0,-1 0-61 0 0,-2 0 1 0 0,0 2 9 0 0,-1 1-35 0 0,-1 0-46 0 0,0 2 82 0 0,0-1 60 0 0,3 0-103 0 0,-1 0 80 0 0,2-3 31 0 0,0-1-1 0 0,1-3 57 0 0,1-2-69 0 0,0-3 27 0 0,1-2 43 0 0,1-1-70 0 0,0 0 23 0 0,1 0-22 0 0,0 2-66 0 0,0 1 97 0 0,0 2-42 0 0,0 3-56 0 0,0 1 104 0 0,1 2-45 0 0,0 0-92 0 0,0 1 146 0 0,-1-1 45 0 0,-2 1 32 0 0,-1 0 24 0 0,-3-1-42 0 0,0-1-102 0 0,-2-1 28 0 0,-1-1-22 0 0,-2 1 2 0 0,-1 1 3 0 0,-3 2 0 0 0,-1 1 14 0 0,-2 1-18 0 0,0 0 10 0 0,-2 1 44 0 0,1-2 39 0 0,-1 0 94 0 0,-1-2-40 0 0,1-3 24 0 0,0-2-69 0 0,0-2-46 0 0,2-3-37 0 0,0-1-10 0 0,0-3-59 0 0,1 0-19 0 0,1 0-40 0 0,0 1-35 0 0,0 0 34 0 0,2 0 70 0 0,-1 1-48 0 0,1 0 94 0 0,-1-1-10 0 0,1 1 71 0 0,0-2-26 0 0,-1 0 87 0 0,0-2 38 0 0,1-2-53 0 0,0 0-67 0 0,0-3 23 0 0,-1 0-74 0 0,1-1-38 0 0,-2-1-7 0 0,-1 0-9 0 0,1 0-24 0 0,0 0-59 0 0,0 0 165 0 0,2 0-43 0 0,0-1 23 0 0,0 0 1 0 0,2-1 4 0 0,1 0 4 0 0,0-1 107 0 0,1-1-16 0 0,0 0-17 0 0,0-2-23 0 0,1 0-50 0 0,-1-1 15 0 0,1 0-13 0 0,1 0-8 0 0,-1-1-2 0 0,0 0-75 0 0,0 0-7 0 0,0 0 43 0 0,0 0 26 0 0,0 1-62 0 0,0-1 92 0 0,0 2-14 0 0,0-1 48 0 0,0 1 22 0 0,0-1 35 0 0,0-1-2 0 0,0 1-9 0 0,0-1-10 0 0,0 0 2 0 0,0 0-7 0 0,0 0 6 0 0,0 0-48 0 0,1 0-33 0 0,0-1 11 0 0,3 0 226 0 0,1 1 134 0 0,4-1-159 0 0,5 1-86 0 0,7 0-4 0 0,7 1 42 0 0,8 2-123 0 0,8 1-32 0 0,6 1 61 0 0,4 1-87 0 0,1 0 16 0 0,1 0-57 0 0,-1 0-5 0 0,-2-1 58 0 0,-2 1-169 0 0,-2-1-135 0 0,-2 0-197 0 0,-3 0-381 0 0,-3 0-1080 0 0,-5-2-2256 0 0,-6-1-3225 0 0,-9-1 3991 0 0</inkml:trace>
  <inkml:trace contextRef="#ctx0" brushRef="#br43" timeOffset="55282.393">9415 12295 6141 0 0,'0'0'0'0'0,"0"0"468"0"0,0 0-486 0 0,0 0 3061 0 0,0 0-1940 0 0,0 0-1 0 0,0 0-518 0 0,0 0-180 0 0,0 0-70 0 0,0 0-83 0 0,0 0 15 0 0,11-5 31 0 0,2-3-141 0 0,3-1 126 0 0,0-2 313 0 0,1 0-136 0 0,0 0 3 0 0,-2 0-55 0 0,0 2-45 0 0,-2 1-22 0 0,0 3-89 0 0,0 2 40 0 0,0 2-64 0 0,5 2-152 0 0,5 2-67 0 0,8 5-90 0 0,7 3-138 0 0,8 5-143 0 0,6 4 28 0 0,3 4 87 0 0,1 4-42 0 0,-3 1 10 0 0,-6 3 48 0 0,-6 1 121 0 0,-8 2-5 0 0,-7 1 129 0 0,-9 2-20 0 0,-7 2 13 0 0,-6 2 68 0 0,-7 2-85 0 0,-8 2 103 0 0,-4 0 35 0 0,-5-1 15 0 0,-3-2-96 0 0,-2-4-28 0 0,2-5 142 0 0,2-6-43 0 0,5-7-23 0 0,3-6-30 0 0,5-6-13 0 0,3-4-56 0 0,3-3-90 0 0,1-2 68 0 0,2-2 29 0 0,-1-1 74 0 0,1-2-82 0 0,1-1 13 0 0,-1-2-4 0 0,1-1-22 0 0,0-2-134 0 0,-1-3 4 0 0,-1 0 3 0 0,-4-2 170 0 0,-4 1 6 0 0,-7 0 164 0 0,-5 1-82 0 0,-8 1-31 0 0,-6 1-11 0 0,-7 1 12 0 0,-5 2-13 0 0,-5 2 139 0 0,-2 2-212 0 0,-2 2 22 0 0,2 3-189 0 0,0 4 77 0 0,4 3-95 0 0,4 4 82 0 0,5 5 63 0 0,7 4-35 0 0,7 4 3 0 0,9 4 30 0 0,6 1 42 0 0,9 1-16 0 0,9 0-108 0 0,10-3-28 0 0,11-2 5 0 0,9-4 28 0 0,12-4 36 0 0,10-4-269 0 0,12-5-483 0 0,10-6-1090 0 0,5-5-999 0 0,9-6-4054 0 0,-16-2 5101 0 0</inkml:trace>
  <inkml:trace contextRef="#ctx0" brushRef="#br44" timeOffset="58912.238">8798 14644 3000 0 0,'0'0'0'0'0,"0"0"5253"0"0,0 0-3921 0 0,0 0-126 0 0,0 0-115 0 0,0 0-400 0 0,0 0-71 0 0,0 0 73 0 0,0 0-131 0 0,0 0-324 0 0,33-5-83 0 0,11-1-21 0 0,10-3 102 0 0,4 0-56 0 0,0-2-48 0 0,-1 1-136 0 0,-4 0 25 0 0,-4 0-80 0 0,-4-1 20 0 0,-3 1 42 0 0,-3 0-19 0 0,-3 0-1 0 0,-4 1-82 0 0,-4 0-33 0 0,-3 1-28 0 0,-6 1 56 0 0,-3 1 13 0 0,-6 1 45 0 0,-3 0 33 0 0,-4 1-257 0 0,-5-1 92 0 0,-5-1-68 0 0,-8-1 38 0 0,-8-2 142 0 0,-8-1 58 0 0,-7-1 8 0 0,-8 0-4 0 0,-4 1 258 0 0,-4 1-60 0 0,-2 3 121 0 0,-1 3-75 0 0,2 5-276 0 0,1 5 37 0 0,2 7 7 0 0,2 7-13 0 0,3 6 4 0 0,5 6 11 0 0,6 5 178 0 0,7 3-152 0 0,8 2 36 0 0,7 2-75 0 0,10-1 72 0 0,13-1-85 0 0,14-2-64 0 0,15-3-278 0 0,17-3-492 0 0,16-4-199 0 0,17-4-881 0 0,9-6-2465 0 0,16-7-2144 0 0,-18-5 7663 0 0</inkml:trace>
  <inkml:trace contextRef="#ctx0" brushRef="#br45" timeOffset="62356.581">9201 15609 4984 0 0,'0'0'0'0'0,"0"0"4445"0"0,0 0-3706 0 0,0 0 601 0 0,0 0-646 0 0,0 0 290 0 0,0 0-121 0 0,0 0-201 0 0,0 0-156 0 0,0 0-278 0 0,0 0-210 0 0,3 1 18 0 0,1 0 158 0 0,3 2 59 0 0,1 3-34 0 0,4 5-91 0 0,2 6-126 0 0,3 6 80 0 0,1 7-98 0 0,-1 4-32 0 0,0 6-113 0 0,-4 2-48 0 0,-2 1-123 0 0,-2 0-156 0 0,-3-3-213 0 0,-1-3-278 0 0,-2-5-587 0 0,-2-6-1519 0 0,0-6-3520 0 0,0-6 5008 0 0</inkml:trace>
  <inkml:trace contextRef="#ctx1" brushRef="#br46" timeOffset="61687.983">9310 15427 12597,'0'0'0,"0"0"2376,0 0-1526,0 0-161,0 0-407,0 0 167,0 0-216,0 0-737,0 0-561,0 0-574,0 0-1022,0 10-3020,0 1-413</inkml:trace>
  <inkml:trace contextRef="#ctx0" brushRef="#br47" timeOffset="57458.924">17143 12115 5885 0 0,'0'0'0'0'0,"0"0"2832"0"0,0 0-1251 0 0,0 0-1 0 0,0 0-441 0 0,0 0-119 0 0,0 0-274 0 0,0 0-83 0 0,0 0-149 0 0,0 0-65 0 0,0 0-85 0 0,0 0-123 0 0,-10-6-29 0 0,-8 1 52 0 0,-10 0-52 0 0,-8 2 44 0 0,-8 2-73 0 0,-5 3 40 0 0,-5 4-88 0 0,-4 6 10 0 0,-4 5-166 0 0,-3 8-3 0 0,-3 8-93 0 0,-4 8-25 0 0,0 9 0 0 0,0 7-62 0 0,4 6 16 0 0,8 5 43 0 0,12 1 79 0 0,15-1 65 0 0,19-4 45 0 0,22-7-51 0 0,24-10 68 0 0,24-9-75 0 0,24-10-156 0 0,20-9 6 0 0,18-9-178 0 0,12-9 0 0 0,8-8-330 0 0,4-7-615 0 0,-4-6-423 0 0,-10-2-1695 0 0,-9-4-4196 0 0,-29 5 6374 0 0</inkml:trace>
  <inkml:trace contextRef="#ctx0" brushRef="#br48" timeOffset="60881.732">16458 14080 3464 0 0,'0'0'0'0'0,"0"0"768"0"0,0 0 2297 0 0,0 0-1320 0 0,0 0-686 0 0,0 0-264 0 0,0 0-147 0 0,0 0 171 0 0,0 0 35 0 0,0 0-109 0 0,0 0-224 0 0,0 0 47 0 0,-11 6-122 0 0,-1 1-104 0 0,-4 2-246 0 0,-2 3 96 0 0,-1 2-12 0 0,0 2 4 0 0,1 4-25 0 0,3 4-99 0 0,3 4 4 0 0,3 4 76 0 0,7 4 102 0 0,8 3-80 0 0,7 0-41 0 0,9 1-47 0 0,7-4 39 0 0,6-4-59 0 0,5-4-59 0 0,3-6-157 0 0,2-6-31 0 0,2-6-52 0 0,1-4-118 0 0,1-6 33 0 0,-2-4-56 0 0,-1-6 207 0 0,-4-6 70 0 0,-7-6-56 0 0,-8-5 3 0 0,-9-7-114 0 0,-9-5-135 0 0,-12-4-58 0 0,-11-2 71 0 0,-13-2 267 0 0,-12 1-48 0 0,-10 2 110 0 0,-7 5 71 0 0,-4 5-19 0 0,-3 8-33 0 0,2 8-352 0 0,1 9-23 0 0,3 11-200 0 0,5 9-268 0 0,5 11 242 0 0,7 9-945 0 0,10 5-1196 0 0,9 6-1462 0 0,9-5 2878 0 0</inkml:trace>
  <inkml:trace contextRef="#ctx0" brushRef="#br49" timeOffset="61147.542">16752 14334 9169 0 0,'0'0'0'0'0,"0"0"2156"0"0,0 0-1167 0 0,0 0-118 0 0,0 0-356 0 0,-5 20 190 0 0,0 9-130 0 0,-1 10-185 0 0,-1 9-45 0 0,0 5-124 0 0,0 5 25 0 0,-2 4 56 0 0,-1 1 3 0 0,-3 2 4 0 0,-4-1-58 0 0,-4 0-24 0 0,-3-3-114 0 0,-6-3-117 0 0,-4-2-115 0 0,-8-4-406 0 0,-6-5-463 0 0,-10-4-413 0 0,-8-5-531 0 0,-6-7-1023 0 0,-14-8-3392 0 0,13-7 3271 0 0</inkml:trace>
  <inkml:trace contextRef="#ctx0" brushRef="#br50" timeOffset="64717.626">15829 16189 1720 0 0,'0'0'0'0'0,"0"0"1344"0"0,0 0 3006 0 0,0 0-2133 0 0,0 0-537 0 0,0 0-437 0 0,0 0-418 0 0,0 0 35 0 0,0 0 111 0 0,0 0-10 0 0,0 0-444 0 0,0 0 90 0 0,13-8-183 0 0,4-4 12 0 0,1-6-97 0 0,0-5-101 0 0,-4-3-144 0 0,-3-4-87 0 0,-4-2 5 0 0,-3-1-99 0 0,-3-2 41 0 0,-5 1-63 0 0,-5-1-171 0 0,-5-2-252 0 0,-4 0-137 0 0,-5-1-459 0 0,-2 1-742 0 0,1 2-744 0 0,2 3-634 0 0,4 6-1767 0 0,6 6 1993 0 0</inkml:trace>
  <inkml:trace contextRef="#ctx0" brushRef="#br51" timeOffset="64942.724">15805 16014 7189 0 0,'0'0'0'0'0,"0"0"4036"0"0,0 0-3005 0 0,0 0 37 0 0,0 0-204 0 0,0 0 357 0 0,0 0-487 0 0,0 0 99 0 0,0 0-101 0 0,48-14-326 0 0,16-6-246 0 0,12-6-139 0 0,1-1-312 0 0,-4-2-122 0 0,-8 1-39 0 0,-8 1-378 0 0,-10 3-574 0 0,-9 3-555 0 0,-9 3-491 0 0,-6 3-713 0 0,-8 5-2088 0 0,-6 3 3610 0 0</inkml:trace>
  <inkml:trace contextRef="#ctx0" brushRef="#br52" timeOffset="65190.353">15970 16084 3056 0 0,'0'0'0'0'0,"0"0"7749"0"0,0 0-6782 0 0,0 0 1108 0 0,0 0-1097 0 0,0 0 52 0 0,0 0-319 0 0,0 0-148 0 0,0 0-129 0 0,0 0 8 0 0,0 0-63 0 0,0 0 123 0 0,29 0 18 0 0,11 0-187 0 0,14 2-167 0 0,6 3-92 0 0,4 2-65 0 0,1 3-326 0 0,-1 2-364 0 0,-1 3-311 0 0,-2 2-713 0 0,-5 0-1584 0 0,-4 1-3124 0 0,-12-3-332 0 0</inkml:trace>
  <inkml:trace contextRef="#ctx0" brushRef="#br53" timeOffset="70146.66">17381 11485 3320 0 0,'0'0'0'0'0,"0"0"288"0"0,0 0 1746 0 0,0 0-938 0 0,0 0-437 0 0,0 0-312 0 0,0 0 204 0 0,0 0 402 0 0,0 0-45 0 0,0 0-120 0 0,44-13-266 0 0,6-2-281 0 0,3 0-82 0 0,-5 1 30 0 0,-10 4 48 0 0,-9 2 12 0 0,-9 3-72 0 0,-7 3-109 0 0,-6 1-61 0 0,-1 0 5 0 0,1 1-12 0 0,1 0 14 0 0,2-1-8 0 0,2-1 12 0 0,2 0 80 0 0,0 0 146 0 0,1-1 20 0 0,0 1 64 0 0,1 0 39 0 0,0 0 97 0 0,1 0-65 0 0,1 2-38 0 0,0-1-30 0 0,1 1-43 0 0,2 0-31 0 0,2 0-61 0 0,2 0-47 0 0,2-1-34 0 0,1 0-39 0 0,1-1-13 0 0,2 0-61 0 0,1 0 15 0 0,-1 0-9 0 0,0 1 4 0 0,-2 0-5 0 0,-1 0 48 0 0,-4 0-69 0 0,-2 1 31 0 0,-3 1-6 0 0,-5 1 75 0 0,-3 1 50 0 0,-3 0 120 0 0,-3 0-68 0 0,-2 0-45 0 0,-1 0-54 0 0,-2-1-85 0 0,0 1 8 0 0,-1 0-10 0 0,1 1-2 0 0,2 1 51 0 0,0 3-66 0 0,1 3-61 0 0,0 4 11 0 0,0 4 64 0 0,0 4-17 0 0,-2 4 19 0 0,0 3-2 0 0,0 2 15 0 0,-2 4 154 0 0,-1 1-84 0 0,-1 3 76 0 0,0 1-88 0 0,0 2-68 0 0,-1 3 8 0 0,1 1-85 0 0,1 4-4 0 0,0 3 6 0 0,1 2-16 0 0,1 2-28 0 0,4 1 22 0 0,2 1 5 0 0,3 0 44 0 0,2-1 46 0 0,1 0-1 0 0,-1-2 85 0 0,0 0 21 0 0,0 0-62 0 0,-2 0-32 0 0,0 0 95 0 0,-1 3-51 0 0,3 1 139 0 0,0 2-70 0 0,2 1-48 0 0,2 0-72 0 0,1 0 5 0 0,1-1-93 0 0,1-1 3 0 0,0-2 92 0 0,-2 0-41 0 0,-3 0 22 0 0,-2-1-2 0 0,-2 1-66 0 0,-4-1 85 0 0,-1 0-28 0 0,-3 1 18 0 0,-1-1-2 0 0,-2-1 1 0 0,-1-1 0 0 0,-2-2 0 0 0,-1-2 0 0 0,1-3 0 0 0,1-2-126 0 0,1-3 101 0 0,-1 0-74 0 0,2-2-143 0 0,-2 1 42 0 0,0 1-38 0 0,-1 1 18 0 0,-1 2 152 0 0,0 2-56 0 0,-1 0 86 0 0,-1 1 38 0 0,0 0-18 0 0,-1 0 12 0 0,-1-2-110 0 0,0 0 74 0 0,-2-1 42 0 0,-2-3-10 0 0,0 0 5 0 0,0-1 11 0 0,0-2-3 0 0,1-1 10 0 0,2 0-7 0 0,0 0-7 0 0,1 0-39 0 0,2 0-93 0 0,-1 0-79 0 0,1 1-65 0 0,0 1 186 0 0,0-1-100 0 0,-1 0 88 0 0,0-1 105 0 0,2-2-102 0 0,0-2 122 0 0,0-2-34 0 0,1-3 8 0 0,2-3 5 0 0,0-3 8 0 0,2-1-12 0 0,1-1 4 0 0,0-1-117 0 0,0 0 93 0 0,1 2-127 0 0,-1 2 185 0 0,1 2 251 0 0,0 0-136 0 0,1 2-57 0 0,0 1-92 0 0,0-1 6 0 0,2 1-4 0 0,0-2 471 0 0,0-1-348 0 0,2-4-133 0 0,0-4-72 0 0,0-3-37 0 0,1-5 137 0 0,-1-3-46 0 0,1-3-35 0 0,0-2 63 0 0,0-2-64 0 0,-1 0 66 0 0,-1-2-20 0 0,-2 0 7 0 0,0-1 10 0 0,-1 0 1 0 0,-1 0 56 0 0,0 0-75 0 0,-1 0 29 0 0,1 0 0 0 0,-2 0 72 0 0,-3 0 41 0 0,-3-1 124 0 0,-5 1-308 0 0,-5 0 298 0 0,-7 0-50 0 0,-8 0-26 0 0,-9-1-29 0 0,-12-1-62 0 0,-10-1 125 0 0,-12 0-201 0 0,-10 0 29 0 0,-8 2-32 0 0,-9 3-284 0 0,-3 3 373 0 0,0 6-125 0 0,8 3-537 0 0,10 5 586 0 0,16 2-1324 0 0,16 0-715 0 0,19-1-5374 0 0,14-4 1446 0 0</inkml:trace>
  <inkml:trace contextRef="#ctx0" brushRef="#br54" timeOffset="-6083.702">3730 1147 2768 0 0,'0'0'0'0'0,"0"0"300"0"0,0 0 5400 0 0,0 0-6145 0 0,0 0 2115 0 0,0 0-1301 0 0,0 0 83 0 0,0 0-5 0 0,0 0 254 0 0,0 0-46 0 0,43-10-88 0 0,14-4-172 0 0,14-2-181 0 0,7-1-68 0 0,0 2-36 0 0,-5 2 41 0 0,-5 4-4 0 0,-8 2-85 0 0,-6 4 40 0 0,-4 5-118 0 0,-5 5-82 0 0,-3 7 0 0 0,-4 6-16 0 0,-2 9-146 0 0,-5 9 54 0 0,-6 6-14 0 0,-6 7 22 0 0,-6 4 209 0 0,-6 2-53 0 0,-5 2 43 0 0,-5 0 7 0 0,-5-2 78 0 0,-4-1-96 0 0,-3-2 18 0 0,-2-3-6 0 0,0-1-76 0 0,0-4 20 0 0,3-4-145 0 0,1-4 71 0 0,5-7-76 0 0,2-5-70 0 0,3-6-102 0 0,1-6 21 0 0,3-5 25 0 0,2-4 217 0 0,2-3 29 0 0,2-3 82 0 0,1-4 94 0 0,0-3-42 0 0,-2-4-58 0 0,-1-6-219 0 0,-4-5 183 0 0,-8-5 33 0 0,-10-4-35 0 0,-9-2 54 0 0,-11-2 300 0 0,-11 0-230 0 0,-9 2 68 0 0,-8 3 162 0 0,-8 4-62 0 0,-6 4-286 0 0,-3 6 560 0 0,-1 6-431 0 0,1 6 289 0 0,4 7-332 0 0,4 7-27 0 0,7 7-184 0 0,9 8-7 0 0,11 5 201 0 0,12 6-339 0 0,12 5 370 0 0,13 2-407 0 0,15 2 46 0 0,17 0-412 0 0,18-2-6 0 0,18-2-362 0 0,18-5 183 0 0,16-5-622 0 0,14-8-78 0 0,10-6-889 0 0,1-7-352 0 0,5-8 3279 0 0,-23-3-886 0 0</inkml:trace>
  <inkml:trace contextRef="#ctx0" brushRef="#br55" timeOffset="-7174.624">5847 1321 5076 0 0,'0'0'0'0'0,"0"0"4577"0"0,0 0-3669 0 0,0 0 292 0 0,0 0-443 0 0,0 0-490 0 0,0 0 750 0 0,0 0-143 0 0,0 0-30 0 0,32 19 9 0 0,15 11-233 0 0,14 9-173 0 0,12 8-96 0 0,8 8-104 0 0,4 4-25 0 0,1 4-65 0 0,1 1-170 0 0,-4 2 38 0 0,-4-3-127 0 0,-7-3-9 0 0,-8-4-255 0 0,-8-5-18 0 0,-9-6-73 0 0,-9-6-144 0 0,-11-6-129 0 0,-9-6-348 0 0,-8-5-472 0 0,-7-6-1006 0 0,-8-4-2295 0 0,-8-4-351 0 0,-10-3 5692 0 0,0-3-1360 0 0</inkml:trace>
  <inkml:trace contextRef="#ctx0" brushRef="#br56" timeOffset="-5579.469">6834 1001 2812 0 0,'0'0'0'0'0,"0"0"588"0"0,0 0 4649 0 0,0 0-5767 0 0,0 0 2408 0 0,0 0-1027 0 0,0 0 553 0 0,-24 22-10 0 0,-7 10-277 0 0,-7 13-123 0 0,-3 10-215 0 0,-3 9-236 0 0,-1 8-134 0 0,2 5-188 0 0,0 4-230 0 0,3 2-51 0 0,2-1-216 0 0,5-1-216 0 0,4-5-342 0 0,6-6-295 0 0,5-7-315 0 0,6-8-909 0 0,4-8-1785 0 0,4-10-1967 0 0,2-8 6938 0 0,2-10-2574 0 0</inkml:trace>
  <inkml:trace contextRef="#ctx0" brushRef="#br57" timeOffset="8801.634">3275 5324 40 0 0,'0'0'0'0'0,"0"0"1852"0"0,0 0-760 0 0,0 0-563 0 0,0 0 254 0 0,0 0 382 0 0,0 0 217 0 0,36-17-715 0 0,11-7-98 0 0,9-7-228 0 0,2-3 347 0 0,-1-1-412 0 0,-6-1-53 0 0,-6 1-157 0 0,-6 0 97 0 0,-6 2-41 0 0,-5 0 140 0 0,-6 2-261 0 0,-7 2 97 0 0,-5 2 25 0 0,-5 4 31 0 0,-6 4-38 0 0,-8 3 166 0 0,-7 5 121 0 0,-5 3 62 0 0,-8 3-273 0 0,-4 3 418 0 0,-6 2-133 0 0,-5 4-415 0 0,-3 3 310 0 0,-4 3-248 0 0,-2 5-64 0 0,-2 6 261 0 0,-2 4-251 0 0,-1 8 35 0 0,1 7 111 0 0,0 6 42 0 0,3 8-20 0 0,2 5 91 0 0,6 5-201 0 0,4 4-27 0 0,6 1 13 0 0,7 1-118 0 0,8-1 147 0 0,7-3-62 0 0,10-3-95 0 0,12-6-30 0 0,11-5-186 0 0,13-6 156 0 0,11-8-39 0 0,13-6-167 0 0,10-7-376 0 0,8-6-52 0 0,6-6-289 0 0,4-5-300 0 0,1-4-151 0 0,-1-5-559 0 0,-4-4-2579 0 0,-17-1 1262 0 0</inkml:trace>
  <inkml:trace contextRef="#ctx0" brushRef="#br58" timeOffset="9943.755">6460 5429 4924 0 0,'0'0'0'0'0,"0"0"4217"0"0,0 0-2857 0 0,0 0 433 0 0,0 0 150 0 0,52-5-911 0 0,23-2 20 0 0,17-3-685 0 0,10-1-344 0 0,2-1-116 0 0,0 1-19 0 0,-4-1-295 0 0,-4 1-49 0 0,-6 1-473 0 0,-7 1-588 0 0,-9 1-469 0 0,-10 1-2159 0 0,-12 1-1017 0 0,-15 2 3779 0 0</inkml:trace>
  <inkml:trace contextRef="#ctx0" brushRef="#br59" timeOffset="10150.864">7282 4981 5593 0 0,'0'0'0'0'0,"0"0"7540"0"0,0 0-6794 0 0,0 0 1054 0 0,-18 20-867 0 0,-7 10-163 0 0,-5 9 300 0 0,0 7-320 0 0,2 6-468 0 0,5 4-256 0 0,7 2-73 0 0,5 0-264 0 0,7 0-181 0 0,9-1-144 0 0,10-2-388 0 0,11-3-755 0 0,9-6-1287 0 0,6-6-2486 0 0,7-7-894 0 0,-6-10 7333 0 0</inkml:trace>
  <inkml:trace contextRef="#ctx0" brushRef="#br60" timeOffset="9337.788">4932 4983 1616 0 0,'0'0'0'0'0,"0"0"836"0"0,0 0 6464 0 0,0 0-7428 0 0,0 0 1920 0 0,0 0-1047 0 0,0 0 357 0 0,0 0-184 0 0,4 18-146 0 0,8 8-172 0 0,7 8-127 0 0,7 6-9 0 0,8 3-301 0 0,6 2 222 0 0,7 0-301 0 0,3 0-10 0 0,2-1-70 0 0,0-1-125 0 0,-4-3-33 0 0,-4-2-85 0 0,-6-3-373 0 0,-8-2-73 0 0,-6-4-231 0 0,-8-3-454 0 0,-6-4-807 0 0,-5-2-1082 0 0,-3-4-2442 0 0,-5-3 4368 0 0,-1-4 1061 0 0</inkml:trace>
  <inkml:trace contextRef="#ctx0" brushRef="#br61" timeOffset="9657.554">5714 4705 300 0 0,'0'0'0'0'0,"0"0"92"0"0,0 0 7080 0 0,0 0-6195 0 0,0 0 425 0 0,-33 20-349 0 0,-13 10-418 0 0,-13 14 372 0 0,-9 10 293 0 0,-5 9-101 0 0,-4 7-173 0 0,0 5-99 0 0,-3 3-132 0 0,1 3-211 0 0,-3 2-137 0 0,1 0-65 0 0,0-1-231 0 0,0 0-16 0 0,3-3-144 0 0,5-5-84 0 0,8-5-95 0 0,9-7-92 0 0,10-9-274 0 0,12-9-268 0 0,10-10-623 0 0,12-10-998 0 0,12-9-2720 0 0,15-6 419 0 0,11-8 1109 0 0,1-3 4074 0 0</inkml:trace>
  <inkml:trace contextRef="#ctx0" brushRef="#br62" timeOffset="22047.918">2819 8793 1864 0 0,'0'0'0'0'0,"0"0"1620"0"0,0 0-536 0 0,0 0-548 0 0,0 0-408 0 0,0 0 3086 0 0,0 0-1363 0 0,0 0-618 0 0,0 0-393 0 0,0 0-261 0 0,-1 1 205 0 0,0 1-43 0 0,1 0-140 0 0,0 2-129 0 0,2 2-12 0 0,5 2 5 0 0,3 3-63 0 0,4 4-57 0 0,3 3-19 0 0,4 4-25 0 0,1 2-44 0 0,1 3-191 0 0,0 2-52 0 0,-3 2-97 0 0,-2 0 50 0 0,-4 3-90 0 0,-4 1-255 0 0,-4 2 28 0 0,-3 1 28 0 0,-2-1-289 0 0,-1 0 67 0 0,0-4-62 0 0,-1-3-115 0 0,0-5-432 0 0,0-4-762 0 0,-1-4-876 0 0,-4-5-2286 0 0,0-3 1776 0 0</inkml:trace>
  <inkml:trace contextRef="#ctx0" brushRef="#br63" timeOffset="22257.849">2944 8511 1332 0 0,'0'0'0'0'0,"0"0"10529"0"0,0 0-10048 0 0,0 0 1834 0 0,0 0-1839 0 0,0 0 318 0 0,0 0 231 0 0,0 0-355 0 0,0 0-278 0 0,0 0-504 0 0,0 0-121 0 0,0-1-65 0 0,0 0-178 0 0,0 1-181 0 0,2 2-310 0 0,2 2-626 0 0,1 3-1303 0 0,1 4-3200 0 0,-7-11 1512 0 0,-1-3 5347 0 0</inkml:trace>
  <inkml:trace contextRef="#ctx0" brushRef="#br64" timeOffset="23245.088">5351 8961 4760 0 0,'0'0'0'0'0,"0"0"4761"0"0,0 0-3524 0 0,0 0 656 0 0,0 0-641 0 0,0 0 107 0 0,0 0-531 0 0,0 0 8 0 0,0 0-206 0 0,0 0 41 0 0,0 0 23 0 0,37-1-256 0 0,17-1-171 0 0,15 1-211 0 0,8-1-30 0 0,4-1-147 0 0,-1 0-84 0 0,-3-1-277 0 0,-4-1-217 0 0,-4-1-184 0 0,-7-2-561 0 0,-7-1-1442 0 0,-9-1-2676 0 0,-13-3-2281 0 0,-12 2 9570 0 0</inkml:trace>
  <inkml:trace contextRef="#ctx0" brushRef="#br65" timeOffset="23434.49">5839 8605 4652 0 0,'0'0'0'0'0,"0"0"8869"0"0,0 0-8471 0 0,0 0 1926 0 0,0 0-1779 0 0,-8 21 315 0 0,-1 8-98 0 0,-1 8-168 0 0,0 7-617 0 0,1 4 112 0 0,2 3-627 0 0,2 2 3 0 0,1 0-153 0 0,1-1-67 0 0,2-3-372 0 0,1-2-733 0 0,1-5-2548 0 0,4-6-1859 0 0,1-9 3882 0 0</inkml:trace>
  <inkml:trace contextRef="#ctx0" brushRef="#br66" timeOffset="22693.205">3835 8559 1632 0 0,'0'0'0'0'0,"0"0"5957"0"0,0 0-4668 0 0,0 0 559 0 0,0 0-902 0 0,0 0 150 0 0,0 0 247 0 0,0 0-239 0 0,23 19-265 0 0,9 10-213 0 0,6 11-164 0 0,3 9-159 0 0,-1 7-142 0 0,-1 4-19 0 0,-4 3-157 0 0,-4 0 31 0 0,-3 0-145 0 0,-3-4 63 0 0,-4-3-82 0 0,-4-3-153 0 0,-2-5-164 0 0,-5-4-78 0 0,-1-6-197 0 0,-4-4-258 0 0,-2-5-564 0 0,-2-5-519 0 0,0-4-1302 0 0,-2-5-2186 0 0,-1-5 4354 0 0</inkml:trace>
  <inkml:trace contextRef="#ctx0" brushRef="#br67" timeOffset="22893.593">4411 8791 3756 0 0,'0'0'0'0'0,"0"0"8917"0"0,0 0-7967 0 0,0 0 1114 0 0,0 0-1473 0 0,0 0 347 0 0,0 0-291 0 0,-39 25-330 0 0,-13 10-319 0 0,-11 13-13 0 0,-5 6-206 0 0,2 6-52 0 0,3 2-148 0 0,6 1-128 0 0,6-1-247 0 0,7-1-384 0 0,7-4-1015 0 0,8-5-2068 0 0,7-3-1738 0 0,8-13 4308 0 0</inkml:trace>
  <inkml:trace contextRef="#ctx0" brushRef="#br68" timeOffset="25007.5">7314 8655 2844 0 0,'0'0'0'0'0,"0"0"4181"0"0,0 0-3240 0 0,0 0 207 0 0,0 0-448 0 0,0 0 394 0 0,0 0-288 0 0,0 0-216 0 0,0 0-139 0 0,0 0-195 0 0,0 0-254 0 0,8 19 46 0 0,3 8 175 0 0,4 6 83 0 0,2 6-109 0 0,3 4-30 0 0,4 3-6 0 0,1 4 40 0 0,2 3-34 0 0,1 3 58 0 0,-2 3-16 0 0,-1 1 17 0 0,-3 0-13 0 0,-5-3-28 0 0,-5-1 35 0 0,-4-5-7 0 0,-5-4-63 0 0,-6-5 29 0 0,-7-3 25 0 0,-6-5 47 0 0,-5-3-53 0 0,-4-4-97 0 0,-4-4-89 0 0,-1-3 3 0 0,-3-5-13 0 0,-2-4-166 0 0,-3-4-78 0 0,-2-4 240 0 0,-3-5-36 0 0,-5-5-64 0 0,-5-5-106 0 0,-3-7-52 0 0,0-7-169 0 0,-1-5-327 0 0,3-6-447 0 0,6-1-1330 0 0,6-6-2715 0 0,11 8-872 0 0</inkml:trace>
  <inkml:trace contextRef="#ctx0" brushRef="#br69" timeOffset="25263.064">7625 8283 12257 0 0,'0'0'0'0'0,"0"0"2872"0"0,0 0-1619 0 0,0 0-251 0 0,0 0-280 0 0,0 0-292 0 0,0 0-651 0 0,0 0-694 0 0,0 0-504 0 0,0 0-1537 0 0,-2 1-3356 0 0,0 1-606 0 0</inkml:trace>
  <inkml:trace contextRef="#ctx0" brushRef="#br70" timeOffset="94416.141">3129 73 1172 0 0,'0'0'0'0'0,"0"0"4825"0"0,0 0-4113 0 0,0 0-173 0 0,0 0-296 0 0,0 0 49 0 0,0 0 285 0 0,0 0-21 0 0,0 0-61 0 0,0 0-278 0 0,0 0-64 0 0,-21 3-66 0 0,-2 0 105 0 0,0-1 129 0 0,2 1 23 0 0,3-2 69 0 0,3 0 37 0 0,2-1-56 0 0,-2 0-2 0 0,-2-2-174 0 0,-4 0-83 0 0,-5-1-63 0 0,-5 0 30 0 0,-5 0-120 0 0,-4-1-28 0 0,-4 0-26 0 0,-4 0 89 0 0,-1-1-30 0 0,0 1 27 0 0,2-1-13 0 0,2 2 0 0 0,4 0-127 0 0,3 2 162 0 0,3 0-40 0 0,3 0 0 0 0,2 2 6 0 0,4 1-16 0 0,0 2-43 0 0,2 1 63 0 0,-1 3-12 0 0,1 1 5 0 0,-1 2-13 0 0,0 1 13 0 0,0 1 1 0 0,-1 1 88 0 0,0 2 8 0 0,0 1 59 0 0,-1 1 8 0 0,-1 1-44 0 0,-1 2 29 0 0,1 2 121 0 0,-1 2 44 0 0,0 2-229 0 0,0 3-59 0 0,2 3 48 0 0,1 3-87 0 0,2 2 18 0 0,5 3-92 0 0,4 2 113 0 0,4 2-38 0 0,4 0 27 0 0,2 0 1 0 0,2 0 52 0 0,0 0 4 0 0,0-1-72 0 0,-1-1 79 0 0,0-2 12 0 0,-1 0 6 0 0,-1-2 49 0 0,0 0-175 0 0,0-1 58 0 0,-2-1-20 0 0,-1 1 79 0 0,-2-1-23 0 0,0-1-67 0 0,-1 1 27 0 0,0 0 62 0 0,1 1-105 0 0,-1 1 45 0 0,0 1-20 0 0,0 1-7 0 0,0 0 2 0 0,1-1-10 0 0,1 0-110 0 0,1-2 153 0 0,2-1-5 0 0,0-2-42 0 0,2 1 19 0 0,0-1 4 0 0,1 1 57 0 0,-1 0 64 0 0,-1 2-108 0 0,0 2 34 0 0,-2 2-64 0 0,-2 2 0 0 0,-2 3 11 0 0,-4 3 60 0 0,-2 2 108 0 0,-5 0-40 0 0,0 0-155 0 0,0-1-8 0 0,0-1 1 0 0,0-2 35 0 0,2 0 282 0 0,0-1-137 0 0,1 0 175 0 0,1-1-200 0 0,3 0-125 0 0,3 1 138 0 0,1 0-67 0 0,2 2 135 0 0,-1 1 8 0 0,1 1-71 0 0,-1 1-56 0 0,0 1-90 0 0,-2 1 78 0 0,-2 1-8 0 0,0 1-78 0 0,-2 0 22 0 0,-1 0-62 0 0,-1 2-9 0 0,0 0-24 0 0,0 1 97 0 0,0 1-26 0 0,2 0-6 0 0,1-1 15 0 0,4 0 4 0 0,1-2 64 0 0,2-3-69 0 0,2-3 127 0 0,1-2-36 0 0,0-3 42 0 0,-1-3 62 0 0,-1-2-58 0 0,0 0 68 0 0,-1-2-51 0 0,0 0-157 0 0,-2 0 40 0 0,0 2-33 0 0,1 2-81 0 0,0 1 17 0 0,0 3-24 0 0,0 1 21 0 0,1-1 68 0 0,1 0-98 0 0,0-1 122 0 0,2-4-22 0 0,1-2 3 0 0,1-4-6 0 0,0-5 3 0 0,1-3 7 0 0,0-4 63 0 0,-1-3-22 0 0,0-2-59 0 0,1-1 14 0 0,0-2-102 0 0,-1-1 50 0 0,0-1-2 0 0,0 0 45 0 0,-2-1-15 0 0,0 0-53 0 0,0 0 77 0 0,-2 0-21 0 0,0 1 12 0 0,-1-1 4 0 0,0-1 88 0 0,0-1-113 0 0,1-3-9 0 0,0-1-83 0 0,1-2 133 0 0,0-1-30 0 0,0-1 68 0 0,-3-1-70 0 0,0 1-79 0 0,-2-1 36 0 0,-2 1 69 0 0,-1-1 62 0 0,0 1-45 0 0,-2-1-25 0 0,0-1 9 0 0,-1 0-3 0 0,-2-1 51 0 0,-1 0-70 0 0,-2 0 18 0 0,-3-3-81 0 0,-1 0 95 0 0,-3-1-115 0 0,-2-1 1 0 0,-1-1-30 0 0,0 0 105 0 0,1 1 10 0 0,1 1 2 0 0,1 1 62 0 0,2 1-58 0 0,3 1 136 0 0,3 1-169 0 0,6 0 54 0 0,5 0-117 0 0,4 0 126 0 0,3 0 18 0 0,2 0-49 0 0,0 0 8 0 0,0 1-59 0 0,0-2-42 0 0,-1 0 120 0 0,0 0 90 0 0,-1-1-76 0 0,1 1-41 0 0,1-1 4 0 0,0 2 2 0 0,1-1 0 0 0,1 1 1 0 0,0 0 9 0 0,0 0 58 0 0,0 0-20 0 0,0 0-60 0 0,0 0 14 0 0,0 0-74 0 0,0 0 14 0 0,0 0 10 0 0,2 0-24 0 0,-1-1 82 0 0,2 1 117 0 0,1 0-26 0 0,0-1-36 0 0,1 1-59 0 0,2 0 88 0 0,2 1 6 0 0,4 0 18 0 0,5 2 1 0 0,5 3-68 0 0,3 0-41 0 0,4 3 64 0 0,2 0-81 0 0,2 1 10 0 0,1 1-60 0 0,0 0 14 0 0,0 0-18 0 0,-1 1 69 0 0,-1-1-20 0 0,-2 0 9 0 0,-2 0-10 0 0,-3 0 4 0 0,-3 1 7 0 0,-2 1-16 0 0,-3 0-65 0 0,-2 3-29 0 0,-2 0 46 0 0,-4 2 69 0 0,-1 2-18 0 0,-4 0 68 0 0,-1 1-72 0 0,-3 1 42 0 0,0 1 39 0 0,-2 3-68 0 0,-2 0 65 0 0,-1 3-76 0 0,-2 1 22 0 0,-2 3-8 0 0,-2 1 140 0 0,0 2 25 0 0,0 0-199 0 0,1 1 62 0 0,0-1-32 0 0,0 1 5 0 0,1 0 83 0 0,1 0-20 0 0,0-1-63 0 0,1 1 120 0 0,1-1 7 0 0,0 0-68 0 0,1 2 21 0 0,1 0-32 0 0,-2 2-45 0 0,0 2 7 0 0,-2 1-11 0 0,0 3 1 0 0,0 2-1 0 0,0 1-5 0 0,-1 0 6 0 0,-1 2 8 0 0,2-1 44 0 0,-1 0-63 0 0,2-2 22 0 0,0 0 38 0 0,1-2-59 0 0,1-2 15 0 0,1-1-10 0 0,1 0 1 0 0,-1 1-1 0 0,-1 0-10 0 0,0 2-52 0 0,-1 3 28 0 0,-5 0-31 0 0,-2 3 78 0 0,-3 1-19 0 0,-4 2 10 0 0,-2 1-42 0 0,-2 1 54 0 0,-2 1-4 0 0,-1 0 72 0 0,1-1-42 0 0,0-2 41 0 0,1-2 8 0 0,2-2-6 0 0,1-2-20 0 0,3-1-63 0 0,2-2 11 0 0,2 0-22 0 0,2 0 7 0 0,0 1-7 0 0,2 1-68 0 0,1 1 89 0 0,1 1-26 0 0,2 2-56 0 0,1 1 85 0 0,2-1-24 0 0,1 2 4 0 0,1-2 2 0 0,2 0-6 0 0,3-1 2 0 0,1-1 3 0 0,2-1 9 0 0,2 0-2 0 0,1 0 1 0 0,0 0 0 0 0,0 1 4 0 0,-1 0-5 0 0,0 1-8 0 0,-2 1 7 0 0,1 0-170 0 0,-2 0 136 0 0,-1 0 31 0 0,-1 0-15 0 0,-1 0 8 0 0,-1-2 1 0 0,-1-2-43 0 0,0 0-30 0 0,-1-3 90 0 0,0-2-26 0 0,-1-2 16 0 0,1-2 4 0 0,0-1 0 0 0,0-1 14 0 0,0 0 42 0 0,0-1-57 0 0,0 0 15 0 0,1 0-15 0 0,0 0-86 0 0,2-1 98 0 0,1-1-89 0 0,1-1 82 0 0,1-3-20 0 0,-1-1-44 0 0,1-3-8 0 0,-1-3 28 0 0,0-1 34 0 0,-1-2 1 0 0,0-3 4 0 0,0-1 1 0 0,-1-1 0 0 0,-1-1-19 0 0,0-1 15 0 0,-1-1 4 0 0,-1 0-15 0 0,0-1-107 0 0,0 0 95 0 0,0 1-90 0 0,0-1 127 0 0,-1 0-134 0 0,1 0 51 0 0,0 0-16 0 0,-2-1 89 0 0,0-1-20 0 0,1 0 21 0 0,-1-2-7 0 0,2-1 7 0 0,-1-2 69 0 0,1 0-2 0 0,1-1 24 0 0,6 0-110 0 0,5 2-97 0 0,8 1 152 0 0,8 1 33 0 0,6 1 3 0 0,8 1 42 0 0,5 0 35 0 0,5 1 66 0 0,5-2 51 0 0,5 0-4 0 0,5-2 65 0 0,5-2 40 0 0,6-2-22 0 0,3-1-119 0 0,1 0-249 0 0,-4-2-124 0 0,-7 0-230 0 0,-10-3-415 0 0,-14 0-1313 0 0,-15-2-3947 0 0,-12 0-5571 0 0</inkml:trace>
  <inkml:trace contextRef="#ctx0" brushRef="#br71" timeOffset="78682.787">23674 13805 2232 0 0,'0'0'0'0'0,"0"0"0"0"0,0 0 6019 0 0,0 0-4033 0 0,0 0-651 0 0,0 0-264 0 0,0 0 103 0 0,0 0-291 0 0,0 0 28 0 0,1 8-156 0 0,2 1-163 0 0,1 0-114 0 0,1-1-73 0 0,3-2-85 0 0,1-2 59 0 0,1-1 12 0 0,0-1 42 0 0,1-1-40 0 0,0 0-40 0 0,1 0-78 0 0,1 0-52 0 0,-1 0-40 0 0,0 0-75 0 0,1-1-74 0 0,1 1-27 0 0,3 0-141 0 0,6 0 71 0 0,6 0-39 0 0,7 0-40 0 0,6 0-113 0 0,5-1-172 0 0,0 1-16 0 0,0-1-46 0 0,-4 0 58 0 0,-7 0-63 0 0,-6 0-466 0 0,-8-1-707 0 0,-8 0-692 0 0,-5-1-1965 0 0,-9-2-1626 0 0,-3 1 3741 0 0</inkml:trace>
  <inkml:trace contextRef="#ctx0" brushRef="#br72" timeOffset="78880.424">23654 13388 3252 0 0,'0'0'0'0'0,"0"0"8733"0"0,0 0-7864 0 0,0 0 1486 0 0,0 0-1457 0 0,0 0-129 0 0,0 0 80 0 0,50 2-696 0 0,14 0-105 0 0,15-2-224 0 0,5-2-554 0 0,0-2-1082 0 0,-6-1-1420 0 0,-6-3-4106 0 0,-16 1 2980 0 0</inkml:trace>
  <inkml:trace contextRef="#ctx0" brushRef="#br73" timeOffset="89521.505">21961 11391 716 0 0,'0'0'0'0'0,"0"0"236"0"0,0 0-140 0 0,0 0 5342 0 0,0 0-5138 0 0,0 0 1483 0 0,0 0-735 0 0,0 0-45 0 0,0 0 94 0 0,0 0-143 0 0,0 0-180 0 0,0 0-104 0 0,-4 2-76 0 0,1 0-77 0 0,2-1-120 0 0,2 0-49 0 0,2-1-54 0 0,3-1-12 0 0,1 0-22 0 0,0-1 21 0 0,1 1-26 0 0,0 0-6 0 0,0 0 1 0 0,0 0-49 0 0,0 0-24 0 0,-1 1-61 0 0,0-1-108 0 0,-1 0 7 0 0,1 0-87 0 0,2 1 93 0 0,4-1 25 0 0,6 1 96 0 0,6-1-48 0 0,9 0-48 0 0,7 0-45 0 0,7 0 22 0 0,6-1 29 0 0,4 0-52 0 0,2 0 88 0 0,1 0-101 0 0,-1-1 22 0 0,-1 1-7 0 0,-5 0-12 0 0,-5 0-113 0 0,-8 1 69 0 0,-9 0 47 0 0,-8 0-71 0 0,-8 1 86 0 0,-6-1-15 0 0,-5 1 6 0 0,-3 1 1 0 0,-2-1-5 0 0,-2 0 2 0 0,1 0-6 0 0,0 0 6 0 0,0 0-1 0 0,0 0-10 0 0,1 0 8 0 0,-1 1-2 0 0,1 2 9 0 0,0 2 49 0 0,0 5-55 0 0,1 5 9 0 0,0 8-72 0 0,1 6 83 0 0,0 8-80 0 0,1 7-22 0 0,1 8-36 0 0,-1 7-65 0 0,2 7 56 0 0,1 7-50 0 0,1 5 37 0 0,-1 6 55 0 0,1 3-48 0 0,0 4 19 0 0,0 1 139 0 0,1 1-40 0 0,0 0 76 0 0,-1 0-58 0 0,0 1 6 0 0,-2 0-91 0 0,-2 1-46 0 0,-1 2 7 0 0,-1 2-10 0 0,0 2-61 0 0,-3 3 4 0 0,-1 2-71 0 0,1 1 13 0 0,-1 1 108 0 0,1-1 153 0 0,2-3 122 0 0,2-3 89 0 0,4-5-23 0 0,6-5-12 0 0,2-4-96 0 0,4-4-92 0 0,3-2 5 0 0,-1-1-9 0 0,0 0-2 0 0,0 0 9 0 0,-2-1 12 0 0,-1 0-13 0 0,-3 0 6 0 0,-2-3-7 0 0,-2-1-3 0 0,-2-5-9 0 0,-3-4 7 0 0,-1-6 7 0 0,-1-7-21 0 0,1-8-31 0 0,0-6-38 0 0,2-6-7 0 0,2-5 8 0 0,-2-3-104 0 0,0-2-54 0 0,-1-1-111 0 0,-2 0-66 0 0,-1 2-352 0 0,-1 1 459 0 0,0 3 25 0 0,-2 1-3 0 0,-3 1 325 0 0,0 2-132 0 0,-2 0 111 0 0,0-1-17 0 0,0-2-8 0 0,1-3 19 0 0,0-2 97 0 0,2-3 61 0 0,1-4 8 0 0,1-1-100 0 0,1 0-55 0 0,0-1 9 0 0,0 1 35 0 0,0 1-74 0 0,1 3 37 0 0,-1 2 63 0 0,0 3 102 0 0,0 2-15 0 0,0 3 19 0 0,0 0 145 0 0,0-1 48 0 0,0-4-182 0 0,0-5 45 0 0,0-5-2 0 0,0-4-157 0 0,0-5-39 0 0,0-1-43 0 0,0-3-70 0 0,0-1 10 0 0,0-1-10 0 0,0 1 24 0 0,0-1 44 0 0,0 0 2 0 0,1 0 93 0 0,0-1 4 0 0,0 1 19 0 0,-1 0 10 0 0,1 0 36 0 0,-1 0 61 0 0,-1 0-62 0 0,-3 0-14 0 0,-7-1-126 0 0,-11-1-15 0 0,-12-3-15 0 0,-15-3-64 0 0,-16-2 86 0 0,-14-1 41 0 0,-12-3-80 0 0,-9 1-87 0 0,-2 1-18 0 0,3 3-225 0 0,8 3-111 0 0,10 4-155 0 0,14 4-480 0 0,13 4-1215 0 0,13 3-3470 0 0,13 0-609 0 0</inkml:trace>
  <inkml:trace contextRef="#ctx0" brushRef="#br74" timeOffset="87961.323">20219 11458 612 0 0,'0'0'0'0'0,"0"0"2740"0"0,0 0-812 0 0,0 0-435 0 0,0 0-233 0 0,0 0-358 0 0,0 0 84 0 0,0 0-30 0 0,0 0-41 0 0,0 0-163 0 0,0 0-67 0 0,2 0-86 0 0,0 0-78 0 0,1-1-105 0 0,-1-2-120 0 0,0 1-102 0 0,-1-2-91 0 0,-1 0-2 0 0,-3-1-99 0 0,-4 0 22 0 0,-2 0 49 0 0,-2 0-88 0 0,-3-1 99 0 0,-1 1-104 0 0,-2-1-91 0 0,-2-1 132 0 0,-1 0-81 0 0,-3-1 71 0 0,-2 0-18 0 0,-2 0-2 0 0,1 1-91 0 0,-1 1 123 0 0,3 1-185 0 0,1 1 199 0 0,5 1-113 0 0,3 1-86 0 0,3 2-61 0 0,3 1-21 0 0,2 1 24 0 0,1 3 105 0 0,-1 2 110 0 0,0 3-13 0 0,-1 2 26 0 0,0 3 138 0 0,-2 2-42 0 0,-2 3-17 0 0,-3 2 20 0 0,-2 4-37 0 0,-3 4-69 0 0,0 2 18 0 0,-2 6-15 0 0,-2 2 10 0 0,1 5 57 0 0,0 3 26 0 0,0 4 44 0 0,2 1-82 0 0,1 1 102 0 0,1 2-106 0 0,1-1 13 0 0,1 1-20 0 0,2 0-54 0 0,0 1-60 0 0,1 1-104 0 0,1 1 8 0 0,2 2-58 0 0,0 2 57 0 0,4 2 8 0 0,1 2 93 0 0,3 1 60 0 0,2 2 0 0 0,0-1 120 0 0,2 0-142 0 0,2-2 114 0 0,1-2-101 0 0,1-3 75 0 0,2-2 29 0 0,1-2-107 0 0,0-2 27 0 0,-1 0-152 0 0,-2 1 91 0 0,-1 1-50 0 0,-2 2-34 0 0,0 4 104 0 0,-2 3 22 0 0,-2 4 50 0 0,-1 3 30 0 0,-3 4 10 0 0,-3 1 138 0 0,-2 1-159 0 0,-2 1 87 0 0,-1-3 15 0 0,-1-1-7 0 0,0-4-40 0 0,1-5 45 0 0,0-3-76 0 0,2-4-7 0 0,2-3-88 0 0,3-2-54 0 0,3 1 69 0 0,1 0-84 0 0,2 3-26 0 0,3 2 123 0 0,3 3-36 0 0,3 3 11 0 0,2 1 11 0 0,1 1 1 0 0,2-1 80 0 0,0-2-51 0 0,1-3-26 0 0,-1-4-6 0 0,0-5-2 0 0,-1-5-11 0 0,-1-4-152 0 0,0-6 90 0 0,0-4-22 0 0,-1-4-99 0 0,1-3 86 0 0,1-3-53 0 0,0-3-37 0 0,0-1 2 0 0,0-1 51 0 0,1-3 53 0 0,-3 0 26 0 0,-1-2 68 0 0,-2-1-4 0 0,-3-2 2 0 0,-2 0-2 0 0,-1-1 0 0 0,0-1-135 0 0,-2-1 43 0 0,1 0-25 0 0,-1 0 62 0 0,1 2 57 0 0,-1 0-3 0 0,-1 2-2 0 0,0 2 4 0 0,-2 1-1 0 0,0-1 178 0 0,-2-1-66 0 0,1-1-26 0 0,-1-1-79 0 0,0-2 18 0 0,0-1 62 0 0,1-1-106 0 0,-1 0 40 0 0,1-2-18 0 0,1-1-3 0 0,0-2-9 0 0,2-1-49 0 0,1-1 65 0 0,0-2-13 0 0,1 1 9 0 0,0-2 70 0 0,0 1 23 0 0,0-2 45 0 0,1 1 67 0 0,-1-1-33 0 0,0 0 15 0 0,-1 0-100 0 0,0 1-23 0 0,1 0 5 0 0,-2-1-23 0 0,1 2-41 0 0,0-1-4 0 0,0 1-6 0 0,0-1-114 0 0,2 1 102 0 0,1 0 11 0 0,3 0 202 0 0,2 0 8 0 0,2 0-76 0 0,2-1 43 0 0,0 0-11 0 0,0-1 5 0 0,-2 0-66 0 0,0 0-111 0 0,-1 1 13 0 0,3 0-51 0 0,0 0 60 0 0,4 0-11 0 0,4 1-5 0 0,4 0-14 0 0,5 0-155 0 0,4 1-177 0 0,4-1-412 0 0,2 0-547 0 0,1-2-650 0 0,-1-3-997 0 0,-3-4-2477 0 0,-8 0 2283 0 0</inkml:trace>
  <inkml:trace contextRef="#ctx0" brushRef="#br75" timeOffset="102100.045">20590 11842 3584 0 0,'0'0'0'0'0,"0"0"792"0"0,0 0 491 0 0,0 0 1753 0 0,0 0-2253 0 0,0 0 533 0 0,0 0-577 0 0,0 0 86 0 0,0 0-118 0 0,0 0-118 0 0,0 0-30 0 0,-1 2-96 0 0,3 1-14 0 0,6 0 70 0 0,6 2-86 0 0,7 2-70 0 0,7 2-210 0 0,6 4 84 0 0,3 5-83 0 0,5 5-17 0 0,3 7-10 0 0,2 8-1 0 0,0 6-30 0 0,1 6-25 0 0,-2 5-18 0 0,-2 2-16 0 0,-1 0-40 0 0,-3-3-150 0 0,-2-4 40 0 0,-1-7-84 0 0,-3-6-108 0 0,-2-9-67 0 0,-2-8-84 0 0,-5-6-80 0 0,-2-7-290 0 0,-5-3-286 0 0,-3-4-454 0 0,-5-4-586 0 0,-4-2-663 0 0,-3-2-2030 0 0,-3 0 3025 0 0</inkml:trace>
  <inkml:trace contextRef="#ctx0" brushRef="#br76" timeOffset="102370.662">21272 11815 5581 0 0,'0'0'0'0'0,"0"0"4048"0"0,0 0-3215 0 0,0 0 666 0 0,0 0-788 0 0,0 0 414 0 0,0 0-246 0 0,-24 22-154 0 0,-5 11-70 0 0,-2 10-142 0 0,0 10-70 0 0,2 7-227 0 0,2 4 82 0 0,0 4-70 0 0,0 2 12 0 0,0 0-280 0 0,-1-2-88 0 0,1-3-300 0 0,1-3-347 0 0,1-5-683 0 0,2-7-1191 0 0,2-6-3446 0 0,4-11-524 0 0</inkml:trace>
  <inkml:trace contextRef="#ctx0" brushRef="#br77" timeOffset="103039.162">20163 13683 4456 0 0,'0'0'0'0'0,"0"0"2537"0"0,0 0-869 0 0,0 0-242 0 0,0 0-306 0 0,0 0-104 0 0,0 0-397 0 0,0 0-20 0 0,0 0 38 0 0,0 0-43 0 0,0 0 105 0 0,0 0-183 0 0,32 21 49 0 0,8 7-117 0 0,8 10 114 0 0,1 7-202 0 0,-1 4 88 0 0,-6 4-74 0 0,-3 3-148 0 0,-7 1-47 0 0,-4 0-194 0 0,-4 1-88 0 0,-4-1-28 0 0,-2-2-171 0 0,-3-3-117 0 0,-1-3-128 0 0,-1-4-283 0 0,-1-7-663 0 0,-2-5-217 0 0,0-8-542 0 0,-1-6-174 0 0,-2-7-2668 0 0,-2-4 1474 0 0</inkml:trace>
  <inkml:trace contextRef="#ctx0" brushRef="#br78" timeOffset="103379.709">20981 13968 5549 0 0,'0'0'0'0'0,"0"0"1120"0"0,0 0-822 0 0,0 0-21 0 0,0 0 422 0 0,0 0 120 0 0,0 0-63 0 0,0 0-234 0 0,0 0 0 0 0,0 0 79 0 0,0 0 311 0 0,0 0-226 0 0,3 15 263 0 0,-3 5-60 0 0,-3 7-67 0 0,-3 3-160 0 0,-3 3-57 0 0,-4 2-209 0 0,-2 3-15 0 0,-4 2-185 0 0,-2 1-34 0 0,-3 3-171 0 0,-2 1 32 0 0,-1 0-74 0 0,1 0-32 0 0,-1-1-27 0 0,2-3-156 0 0,3-3-76 0 0,3-6-223 0 0,4-5-281 0 0,3-6-587 0 0,4-5-1076 0 0,1-5-2509 0 0,2-5-1684 0 0,1-2 7878 0 0</inkml:trace>
  <inkml:trace contextRef="#ctx0" brushRef="#br79" timeOffset="104171.971">20288 14971 1968 0 0,'0'0'0'0'0,"0"0"1464"0"0,0 0-723 0 0,0 0-167 0 0,0 0-1 0 0,0 0 69 0 0,0 0 119 0 0,0 0 29 0 0,0 0-36 0 0,0 0-32 0 0,0 0-65 0 0,3-3-107 0 0,1 1-38 0 0,3-3 164 0 0,1-1 136 0 0,4-3-31 0 0,4-4-85 0 0,5-3-14 0 0,6-6 10 0 0,7-6 0 0 0,9-7-118 0 0,7-7-101 0 0,4-5 32 0 0,4-7-414 0 0,-3-3-60 0 0,-2-3-184 0 0,-6-1-216 0 0,-7 0-190 0 0,-5 0-402 0 0,-4 2-445 0 0,-3 3-951 0 0,-2 4-1673 0 0,-1 3-1218 0 0,-5 11 3373 0 0</inkml:trace>
  <inkml:trace contextRef="#ctx0" brushRef="#br80" timeOffset="105292.393">20570 15458 2508 0 0,'0'0'0'0'0,"0"0"4289"0"0,0 0-2960 0 0,0 0 510 0 0,0 0-668 0 0,0 0-29 0 0,0 0-153 0 0,0 0-199 0 0,0 0-229 0 0,0 0-112 0 0,0 0-102 0 0,0 0-10 0 0,2 5-53 0 0,3 0 1 0 0,0-1-36 0 0,1-1 17 0 0,0-2 25 0 0,-1 0-54 0 0,-1-1-10 0 0,-1-1 15 0 0,1 0 20 0 0,-1 0-25 0 0,0 0-42 0 0,0 0-6 0 0,2 0-44 0 0,2 1-33 0 0,4-1-13 0 0,6 1-103 0 0,7 0 31 0 0,7 0-29 0 0,6 0 4 0 0,4 0-12 0 0,3 0-113 0 0,0 1-1 0 0,-2 0-35 0 0,-2 1 17 0 0,-2 0 62 0 0,-4 0 70 0 0,-3 1-56 0 0,-4 0 66 0 0,-3 0-65 0 0,-4 1 66 0 0,-3 0-75 0 0,-3 2 92 0 0,-2 0 42 0 0,-3 2 8 0 0,-1 2 29 0 0,-1 1-56 0 0,0 1-42 0 0,-1 3-46 0 0,-2 1 49 0 0,-2 2-118 0 0,0 2 57 0 0,-5 3-30 0 0,-5 0-26 0 0,-7 2-62 0 0,-7 2-18 0 0,-8 0 74 0 0,-7 2 129 0 0,-8 0-30 0 0,-5-1 22 0 0,-5 0 0 0 0,-2-2-14 0 0,0-1-85 0 0,4-4 24 0 0,6-2 75 0 0,7-4-113 0 0,10-3 42 0 0,9-3 10 0 0,7-3-34 0 0,6-2-17 0 0,5-2-38 0 0,2-1 50 0 0,2 0-56 0 0,0 0 181 0 0,3 3-132 0 0,2 2 121 0 0,4 1-23 0 0,3 2 12 0 0,5 0 215 0 0,4 1-79 0 0,4 0 12 0 0,8 0-28 0 0,6-2 20 0 0,7-1-23 0 0,7 0 48 0 0,8-3-126 0 0,6-1-37 0 0,3-2-270 0 0,3-2-151 0 0,-3-1-420 0 0,-4-3-623 0 0,-9-1-951 0 0,-7-1-2861 0 0,-14 1-2050 0 0</inkml:trace>
  <inkml:trace contextRef="#ctx0" brushRef="#br81" timeOffset="112364.745">20058 10830 2152 0 0,'0'0'0'0'0,"0"0"1172"0"0,0 0-270 0 0,0 0-927 0 0,0 0 230 0 0,0 0-153 0 0,0 0 96 0 0,0 0 1669 0 0,0 0-1339 0 0,0 0 172 0 0,0 0-154 0 0,6-2-57 0 0,0-1-65 0 0,2-1-50 0 0,-1 1 84 0 0,-1-1 104 0 0,0 0 155 0 0,-1 1-145 0 0,-2 0 58 0 0,-2 0-105 0 0,0 1-34 0 0,0 0 3 0 0,-1 0-59 0 0,-1 1-56 0 0,1 0-136 0 0,0 0-103 0 0,0 0-11 0 0,-1-1-85 0 0,0-1-58 0 0,0-2-50 0 0,0-2 25 0 0,1-3 0 0 0,-1-3-33 0 0,1-2 141 0 0,1-3-42 0 0,1-2-27 0 0,2 0 64 0 0,0 1 39 0 0,2-1 51 0 0,-1 2 61 0 0,1 0-39 0 0,-1 2 18 0 0,0 1-50 0 0,1 0-30 0 0,1 0 34 0 0,3 0-51 0 0,1 1-51 0 0,1-1-108 0 0,3 2 133 0 0,0 1-49 0 0,0 2-58 0 0,-1 2 20 0 0,-1 3-10 0 0,-1 2 0 0 0,0 1 89 0 0,1 2 44 0 0,1 3 87 0 0,2 1-78 0 0,0 2 105 0 0,1 1-104 0 0,1 1 120 0 0,0 0-138 0 0,0 0 83 0 0,1 0-152 0 0,1-2 42 0 0,1-1-13 0 0,0 0 92 0 0,3-3-115 0 0,1 0 216 0 0,2-1-64 0 0,1-1 26 0 0,0 0 14 0 0,0 0-92 0 0,-1 0-16 0 0,-3 0-70 0 0,-3-1 24 0 0,-3 1 28 0 0,-4 0-52 0 0,-1 0 4 0 0,-1 0-2 0 0,0 1 3 0 0,3 0 87 0 0,0 1-118 0 0,4 1-63 0 0,1 0 104 0 0,2-1-26 0 0,1 1 9 0 0,1-2 16 0 0,-2 0 38 0 0,-1 0-47 0 0,-3-1-2 0 0,-2 0-5 0 0,-3-1-16 0 0,-3 1-38 0 0,-2 0 57 0 0,0-1-20 0 0,-3 0 12 0 0,1-1 3 0 0,-1-1-52 0 0,1-1 71 0 0,2 0-9 0 0,1-3 107 0 0,2 0-37 0 0,1-2-81 0 0,1-2 18 0 0,0-2-105 0 0,-1 0-12 0 0,-3-2 11 0 0,-1 0-27 0 0,-2 0-3 0 0,-1-2-60 0 0,-3 1 1 0 0,0-1 85 0 0,-2-1-18 0 0,0 1-28 0 0,1-2 22 0 0,0 0-4 0 0,1-2-4 0 0,1 1 90 0 0,1-1 35 0 0,3 0 9 0 0,0 1-4 0 0,0 1 70 0 0,0 4 45 0 0,-1 1 32 0 0,0 4 12 0 0,-2 3-16 0 0,-1 3 11 0 0,-2 1-4 0 0,0 2-31 0 0,-1 1-15 0 0,1 1-110 0 0,0 0 20 0 0,-1-1-74 0 0,1 1 71 0 0,-1 0-19 0 0,0-1 81 0 0,1 0 7 0 0,0 0 3 0 0,0 0-84 0 0,0 0 80 0 0,-1 1-37 0 0,0-1 38 0 0,0 2 10 0 0,0 0-100 0 0,0 2 27 0 0,0 2 66 0 0,0 2-51 0 0,0 3-28 0 0,0 4 61 0 0,0 5-73 0 0,1 2 13 0 0,0 5-4 0 0,1 1-54 0 0,-1 3 67 0 0,0 1-22 0 0,0 0 2 0 0,0 0 2 0 0,-1 0 3 0 0,-1-1 9 0 0,-2-2 2 0 0,-1-1 47 0 0,-1-4 16 0 0,-1-2-35 0 0,1-3-28 0 0,2-4-7 0 0,0-3-54 0 0,1-4-10 0 0,1-3 65 0 0,1-3-22 0 0,0-1-38 0 0,2-2 70 0 0,2 0-23 0 0,5-2 236 0 0,3 0-46 0 0,4 0-14 0 0,4-1-33 0 0,4 1 26 0 0,3 0 12 0 0,3 1-18 0 0,1 0-105 0 0,4 1 20 0 0,1 0-78 0 0,1 1 4 0 0,1-1-2 0 0,0 1 7 0 0,1 0-7 0 0,0-1 17 0 0,1 0 32 0 0,1-1-55 0 0,1-1 28 0 0,-1-1-5 0 0,0 0 99 0 0,-1-2-66 0 0,-1-1-35 0 0,-2 0 82 0 0,-3-2-11 0 0,-1-1 34 0 0,-1-1 106 0 0,-1-1 121 0 0,2 0-218 0 0,-1 1-115 0 0,1 0 18 0 0,-1 2-29 0 0,1 2-98 0 0,-1 2 13 0 0,0 2-34 0 0,-1 2 1 0 0,-2 2 86 0 0,-3 1 21 0 0,-1 2-47 0 0,-3 1 62 0 0,-3 1-15 0 0,-2-1 15 0 0,-4-1 100 0 0,-3 1-32 0 0,-2-1 6 0 0,-2 0-2 0 0,0 1 18 0 0,-1 1 4 0 0,3 1-24 0 0,1 2-66 0 0,2 1 97 0 0,1-1-122 0 0,1 1 41 0 0,1-2-9 0 0,0 0-5 0 0,3-1 95 0 0,-2 0-13 0 0,1-1-94 0 0,-3-1 74 0 0,-1 0-69 0 0,-1-1 18 0 0,-2-1-16 0 0,-3 0 4 0 0,0-1-2 0 0,-2-1 0 0 0,-1 0 0 0 0,-1-1 9 0 0,1 0-12 0 0,-1 0 5 0 0,0 0-2 0 0,-1 0 0 0 0,0 0 4 0 0,0 0 65 0 0,-1 0-37 0 0,1 0 29 0 0,-1 0-3 0 0,-1 1-3 0 0,1 0 16 0 0,0 0-80 0 0,0 2 14 0 0,0 2-63 0 0,-1 3 70 0 0,-1 3-108 0 0,-2 3 41 0 0,-3 4-38 0 0,-1 4-66 0 0,-3 4 18 0 0,-2 3-67 0 0,-4 4 16 0 0,-3 2-69 0 0,-2 2-122 0 0,-1-2-175 0 0,0-3-474 0 0,2-5-1157 0 0,2-7-2742 0 0,4-7-5504 0 0</inkml:trace>
  <inkml:trace contextRef="#ctx0" brushRef="#br82" timeOffset="114661.201">19909 10921 28 0 0,'0'0'0'0'0,"0"0"924"0"0,0 0 94 0 0,0 0-88 0 0,0 0 30 0 0,0 0 510 0 0,0 0 226 0 0,0 0-295 0 0,0 0 8 0 0,0 0-317 0 0,0 0-165 0 0,0 0-164 0 0,0-7-120 0 0,0 0-164 0 0,0-2-324 0 0,0-1 15 0 0,0 0-169 0 0,1-1 180 0 0,3-1-156 0 0,0-1 114 0 0,2 0-65 0 0,1-1 107 0 0,1 0-16 0 0,2-1 28 0 0,0 1 20 0 0,0-2 28 0 0,1 1-20 0 0,-1-1-37 0 0,0-1-22 0 0,0 2-35 0 0,0 0-82 0 0,-2 0-41 0 0,0 2-70 0 0,-1 1 12 0 0,-1 3 51 0 0,-1 1-78 0 0,-1 2 91 0 0,-1 2-74 0 0,0 1 78 0 0,-1 1-12 0 0,2 0 65 0 0,-1 1-72 0 0,1 0 100 0 0,1 0-58 0 0,-1 0-27 0 0,1 0 88 0 0,0 0-53 0 0,1 0-33 0 0,-1 1 7 0 0,2-1-7 0 0,2 1 1 0 0,0 0-1 0 0,3 0-14 0 0,1 1-6 0 0,1 0-64 0 0,2 2 41 0 0,0 0 35 0 0,2 0-7 0 0,1 1 105 0 0,2 1-75 0 0,-1 0-24 0 0,3 0 107 0 0,1 1-64 0 0,1-1 50 0 0,0 0-115 0 0,1 1 104 0 0,0-2-105 0 0,0 0 20 0 0,1-1 3 0 0,1-1 42 0 0,1-1-39 0 0,0-1 65 0 0,0 0 159 0 0,-2-2-1 0 0,-2-1-71 0 0,-3 1-45 0 0,-3-1-23 0 0,-2 0-25 0 0,-3 1-58 0 0,-2 0 14 0 0,-2 1-9 0 0,0-1-10 0 0,1 1 4 0 0,1-1-7 0 0,1-1-8 0 0,3 1-2 0 0,0-1-56 0 0,3 0-18 0 0,1-1 44 0 0,2 1 34 0 0,0-1-55 0 0,0 0 67 0 0,-1 1-24 0 0,-1 0 8 0 0,-1 1 3 0 0,-3 0 9 0 0,-1 0 68 0 0,-1-1-1 0 0,-1 1-27 0 0,-1-1 44 0 0,0 0-32 0 0,0-1-46 0 0,0-2 8 0 0,2 0-2 0 0,-1 0-15 0 0,0-1-10 0 0,-1 0-40 0 0,-1 1 10 0 0,-1 0-11 0 0,-3 2 48 0 0,-1 0-9 0 0,-2 0 15 0 0,0 2 2 0 0,-2 0 57 0 0,0 0-63 0 0,-2 2 78 0 0,1-1-33 0 0,1 0-40 0 0,0 0 60 0 0,2-1-62 0 0,1-2 78 0 0,2 0-97 0 0,2-2 20 0 0,1-1 2 0 0,1-1-18 0 0,0 0 9 0 0,0-1 7 0 0,-2 0-2 0 0,-1 0-4 0 0,-1 0-8 0 0,-2 0-39 0 0,-1-1 56 0 0,-2 0-70 0 0,0 0 26 0 0,-2-1-8 0 0,0 0-33 0 0,0-1 84 0 0,0-2-86 0 0,-1-1 18 0 0,1-1 65 0 0,0-1-69 0 0,0 0 70 0 0,0 0-108 0 0,0 1 125 0 0,0 1-30 0 0,0 2 15 0 0,0 2 1 0 0,0 2 9 0 0,0 3 40 0 0,0 3-11 0 0,0 1-50 0 0,0 1 2 0 0,0 1-74 0 0,0 0 88 0 0,0 1-35 0 0,0 0 21 0 0,0 0 1 0 0,0 0 1 0 0,0 0 0 0 0,0 1 4 0 0,0-1 14 0 0,0 0-18 0 0,0 0-8 0 0,0 1 2 0 0,0 1 12 0 0,0 2 66 0 0,0 1-32 0 0,0 3-42 0 0,0 0 4 0 0,0 1 0 0 0,0 2 2 0 0,0 0-70 0 0,0 1 90 0 0,0 1-26 0 0,0 2 5 0 0,-1 1-12 0 0,-1 2 17 0 0,1 2-2 0 0,-2 2 58 0 0,1 0-72 0 0,-1 1 89 0 0,0 1-22 0 0,1 0-61 0 0,0-1 29 0 0,1-1 30 0 0,0-4-53 0 0,1-2 13 0 0,1-5-9 0 0,1-3 1 0 0,1-3 8 0 0,3-3 54 0 0,3-2 59 0 0,4-3 188 0 0,5-1 145 0 0,5-3-92 0 0,5-2-196 0 0,3-2-66 0 0,4-2-46 0 0,3 0-56 0 0,1-2 13 0 0,1-1-13 0 0,0 0-3 0 0,-1 1-4 0 0,1 0 5 0 0,-2 0 3 0 0,0 1 0 0 0,0 0-5 0 0,-2 1 6 0 0,-2 2-6 0 0,-2 1 6 0 0,-2 2-1 0 0,-3 1-5 0 0,-3 3-8 0 0,-1 1 12 0 0,-2 1 84 0 0,0 1-112 0 0,0 1 38 0 0,2 2-74 0 0,0 2 8 0 0,1 1-5 0 0,1 0 58 0 0,0 2-96 0 0,2-1 22 0 0,-1 0 76 0 0,1 0-17 0 0,-1-1 0 0 0,0-1-42 0 0,-1-1 72 0 0,-2-1-28 0 0,-2-1 5 0 0,-2 0 1 0 0,-2 0 8 0 0,-3-1 7 0 0,-1 1 3 0 0,-3-1 47 0 0,0 1-17 0 0,-1 0-44 0 0,-1 0 24 0 0,0 0-15 0 0,0 0-7 0 0,0 0-7 0 0,2-1 6 0 0,-1 1 2 0 0,0-1 14 0 0,1-1-4 0 0,0 1-3 0 0,0-1 2 0 0,0 0-6 0 0,0 1 2 0 0,1-1-1 0 0,-1 1-5 0 0,1-1 2 0 0,-1 2-1 0 0,0-1 4 0 0,1 0 4 0 0,0 1 0 0 0,0 1 0 0 0,1-1 9 0 0,-1 1-21 0 0,1 0 7 0 0,0 1-64 0 0,0 0 74 0 0,-1 0-35 0 0,1 0-72 0 0,0 1 45 0 0,-1 0 0 0 0,1 1-1 0 0,0 0 48 0 0,-1 0-3 0 0,0 2 4 0 0,-2-1 15 0 0,-1 1 94 0 0,-3 0-129 0 0,-2 0 123 0 0,-1 1-14 0 0,-1 2 9 0 0,-1 0-16 0 0,-2 2-78 0 0,-3 1 25 0 0,-4 1-26 0 0,-3 4-1 0 0,-2 2 51 0 0,-3 3-67 0 0,-1 4-33 0 0,-1 4 54 0 0,0 4-86 0 0,0 1 86 0 0,1 1-68 0 0,1 0-55 0 0,2-2-124 0 0,1-3-233 0 0,1-4-308 0 0,1-5-789 0 0,1-3-1655 0 0,-3-3-4443 0 0,2-6 2801 0 0</inkml:trace>
  <inkml:trace contextRef="#ctx0" brushRef="#br83" timeOffset="128567.696">20820 13575 3012 0 0,'0'0'0'0'0,"0"0"824"0"0,0 0-266 0 0,0 0-283 0 0,0 0-178 0 0,0 0 59 0 0,0 0-172 0 0,0 0 187 0 0,0 0-64 0 0,0 0 297 0 0,0 0-322 0 0,0 10 11 0 0,1 0-82 0 0,0 1 64 0 0,2-3 1396 0 0,-1-2-963 0 0,1-3-60 0 0,-1-1-459 0 0,0-3-267 0 0,0-1-406 0 0,0-1-617 0 0,1-1-546 0 0,-1-2-744 0 0,-5-3 1174 0 0,-2 1 1551 0 0</inkml:trace>
  <inkml:trace contextRef="#ctx0" brushRef="#br84" timeOffset="130168.298">10499 12031 3448 0 0,'0'0'0'0'0,"0"0"4"0"0,0 0 3230 0 0,0 0-3037 0 0,0 0 430 0 0,0 0-438 0 0,0 0-107 0 0,0 0 256 0 0,0 0-13 0 0,17-21-92 0 0,8-4 99 0 0,8-5-55 0 0,6-2 131 0 0,7 1-70 0 0,5-1-15 0 0,7 1-161 0 0,5 0-19 0 0,7-2-99 0 0,7-2-39 0 0,4-1-11 0 0,5-2-97 0 0,4-1-65 0 0,3-1 13 0 0,3-1 24 0 0,5 1 149 0 0,6 0 379 0 0,7 1 491 0 0,7 1-458 0 0,8 1-329 0 0,8 2-49 0 0,5 1-36 0 0,6 0-14 0 0,4 2-213 0 0,7 0 182 0 0,4-1-185 0 0,5-1-38 0 0,4-1-126 0 0,4-2 114 0 0,0 0-166 0 0,1 0 332 0 0,1 1 83 0 0,-3 1-11 0 0,-2 2 87 0 0,-5 3-65 0 0,-5 2 9 0 0,-8 4-8 0 0,-8 3-145 0 0,-9 4-188 0 0,-7 5-441 0 0,-8 3-873 0 0,-7 4 490 0 0,-8 4 125 0 0,-6 2 203 0 0,-5 4 324 0 0,-4 3 545 0 0,-2 2 44 0 0,-2 1 221 0 0,0 1 154 0 0,0-2-119 0 0,1 0 24 0 0,0-2-247 0 0,1-2 32 0 0,-1-1-7 0 0,1-1 61 0 0,1-2 19 0 0,-2 1 56 0 0,-1-1 7 0 0,-2 1-90 0 0,-3 0-3 0 0,-5 2 61 0 0,-2 0-117 0 0,-4 1 51 0 0,-2 1-205 0 0,-1 0 46 0 0,1-1-37 0 0,2-1-166 0 0,3-1 46 0 0,5-2 4 0 0,2 0 136 0 0,3-2-41 0 0,3 0 36 0 0,0 0 46 0 0,-2-1 25 0 0,-2 0 165 0 0,-3 2 83 0 0,-6 2-64 0 0,-4 3-69 0 0,-7 3-86 0 0,-7 1 31 0 0,-6 3-53 0 0,-4 1-72 0 0,-3 0 5 0 0,1 0-13 0 0,2-1 9 0 0,7 0 244 0 0,6-3 458 0 0,6-1-521 0 0,6-1 56 0 0,3-2-67 0 0,2-1-112 0 0,0 0 238 0 0,-2-1-170 0 0,-3 1-4 0 0,-6-1-144 0 0,-6 2-42 0 0,-8 0 66 0 0,-7 2-108 0 0,-5 1 12 0 0,-5 1 93 0 0,-3 1-115 0 0,-2 0 127 0 0,-2 1-33 0 0,-1 0 11 0 0,-1 0 66 0 0,-1-2-23 0 0,-1 0-40 0 0,-3-2 13 0 0,-2 0-2 0 0,-2-2 59 0 0,-1-1-92 0 0,-2 0 26 0 0,-2-1-9 0 0,-1-1-57 0 0,-3-1-91 0 0,-2 0-169 0 0,-2 0-129 0 0,-1 1-12 0 0,-2 1 4 0 0,0 0 61 0 0,0 2-228 0 0,-2 0-490 0 0,0 1-636 0 0,-1 1-285 0 0,-1-2-1052 0 0</inkml:trace>
  <inkml:trace contextRef="#ctx0" brushRef="#br85" timeOffset="131294.875">14269 11821 4332 0 0,'0'0'0'0'0,"0"0"2853"0"0,0 0-1677 0 0,0 0-267 0 0,0 0-460 0 0,0 0 162 0 0,0 0 167 0 0,0 0-192 0 0,0 0-152 0 0,0 0-28 0 0,0 0 64 0 0,0 0 9 0 0,24 0 13 0 0,12 0-86 0 0,10-1-109 0 0,6 0-34 0 0,4 0-133 0 0,3-2-79 0 0,2 1-44 0 0,-1-2-3 0 0,1 1-134 0 0,2 0 64 0 0,1 0 2 0 0,4 1-4 0 0,3 0 23 0 0,7 1-10 0 0,4 0-39 0 0,6 1 26 0 0,6-1 70 0 0,5 2-12 0 0,5-1 8 0 0,3 1 2 0 0,2 0-18 0 0,1 0 9 0 0,1 2-4 0 0,-1 0 15 0 0,0 1-106 0 0,1 0 124 0 0,1 2-107 0 0,1 1-10 0 0,1 1-1 0 0,2 0-15 0 0,-1 2 12 0 0,0 0 42 0 0,-4 0 49 0 0,-1 1-11 0 0,-6 0 23 0 0,-3-1-8 0 0,-7 0 12 0 0,-6-1-4 0 0,-7 1 7 0 0,-7-1 78 0 0,-6 0-111 0 0,-5 0 32 0 0,-3 0-16 0 0,-4 0-18 0 0,0 1-28 0 0,0 1 72 0 0,2 1-28 0 0,1 1 10 0 0,3 2-9 0 0,3 1-2 0 0,0 2 4 0 0,0 1-67 0 0,-1 1 80 0 0,-2 1-17 0 0,-4 1 5 0 0,-2 0-2 0 0,-4 1 5 0 0,-2-1 3 0 0,-4 1-10 0 0,-2-1 3 0 0,-3 0-52 0 0,-3 0-130 0 0,-2-1 131 0 0,-1 1 60 0 0,-2 0 71 0 0,0 0-84 0 0,2 2 19 0 0,2 1-6 0 0,5 2-11 0 0,3 2-226 0 0,4 1 124 0 0,3 1 128 0 0,1 2-103 0 0,1 0 56 0 0,0 0-339 0 0,-3 1 96 0 0,-2-1 116 0 0,-3 0 164 0 0,-3-2 108 0 0,-2 1-147 0 0,-1-2 101 0 0,-4 0-78 0 0,-2-2 29 0 0,-3 1-18 0 0,-3-2 73 0 0,-4 0-21 0 0,-3-2 52 0 0,-2-1-68 0 0,-1-2-25 0 0,-3-1 6 0 0,0-1-16 0 0,-1-2 2 0 0,-1-1 8 0 0,-1-1 87 0 0,2 0-11 0 0,-2-1 28 0 0,-1 0-4 0 0,-1 1-132 0 0,-1 0-27 0 0,-2 1-159 0 0,-2 0-114 0 0,0 0-22 0 0,-1 0-224 0 0,-2-1-261 0 0,-1 1-678 0 0,-2-2-1408 0 0,-7-1-2465 0 0,1-3 5002 0 0</inkml:trace>
  <inkml:trace contextRef="#ctx0" brushRef="#br86" timeOffset="132257.957">17321 12915 5216 0 0,'0'0'0'0'0,"0"0"2861"0"0,0 0-1690 0 0,0 0-423 0 0,0 0-366 0 0,0 0 163 0 0,0 0-60 0 0,0 0 54 0 0,0 0-38 0 0,0 0-105 0 0,0 0-45 0 0,31 13-39 0 0,9 4-138 0 0,6 3-124 0 0,1 0-22 0 0,-2 1 65 0 0,-1 0-56 0 0,-4 1 94 0 0,-3 0-58 0 0,-1 1-9 0 0,-1 0-70 0 0,-2 2 12 0 0,1 0-10 0 0,1 1-4 0 0,2 0-112 0 0,4 2 140 0 0,3 1-122 0 0,5 2 111 0 0,5 2-74 0 0,4 0 75 0 0,3 3-68 0 0,3 0 72 0 0,2 1-17 0 0,-1 0 16 0 0,-1 0-12 0 0,-1-2 0 0 0,-3 0-94 0 0,-3-2-2 0 0,-5-1-47 0 0,-4-1-34 0 0,-3 0 62 0 0,-3 0 20 0 0,-3-2 90 0 0,-2 1-68 0 0,-2-2 87 0 0,0 0-24 0 0,0 0 9 0 0,0-1 0 0 0,0 0-14 0 0,0 1-24 0 0,1 0 34 0 0,-1 1-100 0 0,0 1-93 0 0,-1 1 55 0 0,-1 2 43 0 0,-2 2 46 0 0,-2 2 39 0 0,-2 3-140 0 0,0 1 134 0 0,-2 3-54 0 0,-2 2 80 0 0,0 1-14 0 0,-1 0-170 0 0,0-1 228 0 0,2-1 0 0 0,3-2-67 0 0,1-2 26 0 0,3-2-227 0 0,3-1 145 0 0,2-1 20 0 0,3-1 51 0 0,1-1-96 0 0,2 1-147 0 0,0-2 188 0 0,0 0-157 0 0,-1-1-135 0 0,-2-1-787 0 0,-3-2 1003 0 0,-3-1-494 0 0,-3-2 670 0 0,-4 0-1498 0 0,-2-2 887 0 0,-4 0-1178 0 0,-2 0 2130 0 0,-3 0-187 0 0,-1-1 914 0 0,-2 1-1401 0 0,-3-2 575 0 0,-1-1-316 0 0,-3-1-149 0 0,-1-1-432 0 0,-2-3-383 0 0,0-1-379 0 0,1-1-418 0 0,0-2 1019 0 0,0-3-301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5:13.10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1307.75"/>
      <inkml:brushProperty name="anchorY" value="-545885.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2811"/>
      <inkml:brushProperty name="anchorY" value="-552018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5085.375"/>
      <inkml:brushProperty name="anchorY" value="-553476.6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078.6875"/>
      <inkml:brushProperty name="anchorY" value="-555015.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4357.125"/>
      <inkml:brushProperty name="anchorY" value="-553780.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2987.125"/>
      <inkml:brushProperty name="anchorY" value="-551695.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11401"/>
      <inkml:brushProperty name="anchorY" value="-596413.4375"/>
      <inkml:brushProperty name="scaleFactor" value="0.5"/>
    </inkml:brush>
  </inkml:definitions>
  <inkml:trace contextRef="#ctx0" brushRef="#br0">581 622 3708 0 0,'0'0'0'0'0,"0"0"80"0"0,0 0 4933 0 0,0 0-5073 0 0,0 0 1430 0 0,0 0-796 0 0,0 0 119 0 0,0 0-131 0 0,0 0 36 0 0,0 0-85 0 0,0 0-53 0 0,0 0-8 0 0,-5 0 22 0 0,-2 0 79 0 0,0-1 20 0 0,-3 0 11 0 0,-1 0-109 0 0,-2-1-89 0 0,-2 0-116 0 0,-3 0-62 0 0,-2-1-99 0 0,-2-1-66 0 0,-1 0-38 0 0,-3 0-68 0 0,-2-2-76 0 0,-1 0 30 0 0,-3-2 11 0 0,-1 1 106 0 0,-1 0-33 0 0,-1 0 22 0 0,2 2 3 0 0,2 0 4 0 0,2 1 65 0 0,2 1 14 0 0,5 0-32 0 0,3 2 0 0 0,3 0-57 0 0,5 1 0 0 0,2-1-51 0 0,4 1-12 0 0,1 0-4 0 0,2 0 16 0 0,1 0 60 0 0,-1 1-12 0 0,2 0 65 0 0,-1 0-63 0 0,1 1 101 0 0,0 1-20 0 0,-1 1-15 0 0,1 2-10 0 0,0 2 221 0 0,1 4-196 0 0,-1 2-15 0 0,0 4-56 0 0,2 3 6 0 0,4 4-9 0 0,4 3 0 0 0,4 3 0 0 0,5 3 70 0 0,3 4-34 0 0,3 2 18 0 0,3 4 49 0 0,0 4-52 0 0,1 3 0 0 0,1 5 32 0 0,-2 3-91 0 0,-1 4 18 0 0,-1 3-8 0 0,-3 2-16 0 0,0 3-99 0 0,-3 0 28 0 0,-1 2-11 0 0,-1-1-19 0 0,0 1-22 0 0,-1 0 61 0 0,-1 0-20 0 0,-2 2 101 0 0,-4 2-17 0 0,-3 2 85 0 0,-3 2 79 0 0,-2 3 56 0 0,-4 1-25 0 0,-2 0-96 0 0,-2 0-4 0 0,-2 1-34 0 0,0-1 49 0 0,0 1-16 0 0,1 1 29 0 0,2 1-44 0 0,1 0-74 0 0,2 0 29 0 0,1 1 59 0 0,1 0 13 0 0,0-2 58 0 0,-2 0 16 0 0,-2-2 0 0 0,-4-3 46 0 0,-4-2-12 0 0,-3-4-97 0 0,-2-4-101 0 0,-1-5 14 0 0,-1-4-101 0 0,3-3-5 0 0,1-3-182 0 0,3-3 211 0 0,2-2-147 0 0,2-1 143 0 0,3-1-63 0 0,1 0-11 0 0,1-2 62 0 0,0 0-17 0 0,-1-1 106 0 0,1-1-28 0 0,-2-1 18 0 0,1-1-5 0 0,-1-2-3 0 0,-1-2-97 0 0,1-1-43 0 0,0-2-120 0 0,0-1 77 0 0,0-1-172 0 0,-1-2 229 0 0,1 0-110 0 0,-1-2-70 0 0,-1-1 376 0 0,-1 0-116 0 0,0-1 110 0 0,-1 1-7 0 0,-1-1-8 0 0,-1 1-51 0 0,-1 0-70 0 0,-1 0 100 0 0,1-2-36 0 0,1-1-100 0 0,2-3-76 0 0,2-2 48 0 0,3-3 32 0 0,1-3-12 0 0,2-3 124 0 0,1-3-32 0 0,0-1 30 0 0,1-2 80 0 0,0-1 24 0 0,1 0-131 0 0,2 0-73 0 0,0 1-69 0 0,1 2 2 0 0,0 0-57 0 0,-1 2-58 0 0,-1 1-60 0 0,0 1 52 0 0,-1 1 174 0 0,0 0 90 0 0,-1 0-49 0 0,1-1 86 0 0,0 0 77 0 0,2 0 176 0 0,0-2 14 0 0,0-1-58 0 0,1-1-74 0 0,-1-2-89 0 0,0-1-49 0 0,0-2 13 0 0,-1 0-22 0 0,-2-2 0 0 0,0 1-5 0 0,0-1-9 0 0,-1 1 2 0 0,0-1 13 0 0,-1 1 62 0 0,1-1-13 0 0,0 0 32 0 0,0-1 49 0 0,0 1-30 0 0,0-1 41 0 0,0-1-11 0 0,0 1 50 0 0,0-1 16 0 0,1 1-7 0 0,0-1-60 0 0,1 1-47 0 0,1-1 0 0 0,2 1 152 0 0,3 0-121 0 0,3 0-73 0 0,3 0 23 0 0,3 0 29 0 0,2 1-26 0 0,3 0-65 0 0,3 1 6 0 0,4 0 221 0 0,4-1-94 0 0,5 0 26 0 0,4-1-66 0 0,3-2-104 0 0,2-1-175 0 0,0-2-147 0 0,0-1-339 0 0,-4-2-273 0 0,-2-2-685 0 0,-6 0-1092 0 0,-4-2-2374 0 0,-5 0-1775 0 0,-4-1 7990 0 0,-8 2-2681 0 0</inkml:trace>
  <inkml:trace contextRef="#ctx0" brushRef="#br1" timeOffset="1908.991">2283 1477 872 0 0,'0'0'0'0'0,"0"0"5613"0"0,0 0-4262 0 0,0 0 742 0 0,0 0-506 0 0,0 0-805 0 0,0 0 177 0 0,0 0-234 0 0,0 0-194 0 0,0 0-207 0 0,0 0-137 0 0,0 0-177 0 0,6 2 76 0 0,2-1-45 0 0,1-3 320 0 0,0-3 13 0 0,-2-5-27 0 0,-2-5-52 0 0,-2-5-86 0 0,-3-4-85 0 0,-6-3-74 0 0,-8-4-31 0 0,-8-2-15 0 0,-9-2-58 0 0,-8-1-47 0 0,-8 0 10 0 0,-7 2 5 0 0,-6 2 98 0 0,-4 4-22 0 0,-2 5 18 0 0,-2 6-10 0 0,0 6 18 0 0,1 7 157 0 0,3 7-222 0 0,6 7 75 0 0,7 9-87 0 0,9 6-24 0 0,10 8 91 0 0,10 6-21 0 0,8 5 14 0 0,9 5 1 0 0,11 3-10 0 0,9 1-90 0 0,10 1 58 0 0,9-2-69 0 0,7-2-29 0 0,6-4-8 0 0,3-5 45 0 0,3-6-6 0 0,-1-6 27 0 0,-2-5 74 0 0,-3-6-1 0 0,-3-5 25 0 0,-3-4 95 0 0,-6-4-39 0 0,-3-4 0 0 0,-4-3-21 0 0,-2-6 32 0 0,-3-8-99 0 0,-1-8 28 0 0,-2-9-264 0 0,-1-12 166 0 0,-2-11-110 0 0,-2-10 12 0 0,-1-10 26 0 0,0-8 65 0 0,1-6 99 0 0,3-5-23 0 0,1-2 237 0 0,3-2 11 0 0,2 3 10 0 0,1 3-21 0 0,-2 6-118 0 0,-2 10-14 0 0,-3 10-94 0 0,-4 12 4 0 0,-3 12-68 0 0,-4 13 89 0 0,-2 12 96 0 0,-3 9 158 0 0,-1 9-185 0 0,-4 9-14 0 0,-2 10 30 0 0,-2 8-53 0 0,-2 10 121 0 0,-2 9-26 0 0,-1 11-81 0 0,0 10-65 0 0,2 10 9 0 0,3 11-82 0 0,2 10-121 0 0,3 11-50 0 0,7 7-328 0 0,3 3-220 0 0,6 0-222 0 0,5-5-291 0 0,4-9-225 0 0,4-13 6 0 0,1-12-602 0 0,0-12-1166 0 0,-3-14-893 0 0,-5-11 4827 0 0,-6-13-1804 0 0</inkml:trace>
  <inkml:trace contextRef="#ctx0" brushRef="#br2" timeOffset="3683.9">1738 5173 1068 0 0,'0'0'0'0'0,"0"0"4400"0"0,0 0 10 0 0,0 0-3386 0 0,0 0 332 0 0,0 0-707 0 0,0 0-54 0 0,0 0 81 0 0,0 0-166 0 0,0 0-159 0 0,0 0-87 0 0,46-19-50 0 0,9-6-81 0 0,7-5 75 0 0,-2-2 60 0 0,-6 0 44 0 0,-9 1-107 0 0,-8 3-42 0 0,-9 1-94 0 0,-7 2-66 0 0,-7 1-66 0 0,-5 0-32 0 0,-5 1-41 0 0,-2-1 48 0 0,-2 1-4 0 0,-2-1-55 0 0,-2 0-32 0 0,-2 2 128 0 0,-1 0 32 0 0,-1 1-50 0 0,-1 3 84 0 0,1 2-10 0 0,-1 3 155 0 0,1 3 19 0 0,1 4 56 0 0,0 2-34 0 0,1 2-102 0 0,0 1-45 0 0,0 2-51 0 0,1 0-112 0 0,-1 1 142 0 0,0 2-3 0 0,0 1 60 0 0,-1 3-99 0 0,1 3 122 0 0,-1 3-243 0 0,0 5 202 0 0,0 5-94 0 0,1 7 287 0 0,3 7-237 0 0,0 7 55 0 0,4 7 83 0 0,5 5-4 0 0,5 4 10 0 0,6 3-43 0 0,3 0-75 0 0,3-2-51 0 0,3-5 7 0 0,0-7-122 0 0,2-8-290 0 0,2-8-377 0 0,1-8-332 0 0,2-7-711 0 0,3-5-877 0 0,4-6-1643 0 0,-1-4-399 0 0,6-2 4248 0 0,-8-2-986 0 0</inkml:trace>
  <inkml:trace contextRef="#ctx0" brushRef="#br3" timeOffset="5168.374">3270 1 380 0 0,'0'0'0'0'0,"0"0"508"0"0,0 0 2875 0 0,0 0-2175 0 0,0 0 368 0 0,0 0-364 0 0,0 0-216 0 0,0 0 152 0 0,0 0-98 0 0,0 0-207 0 0,0 0-17 0 0,0 0-146 0 0,-1 6-211 0 0,1 1-44 0 0,-1 0-8 0 0,0-1-87 0 0,1-2-40 0 0,2-1-50 0 0,0-1 22 0 0,2-1 105 0 0,1 1 25 0 0,2-2-47 0 0,2 2-81 0 0,0-1-122 0 0,2 0-29 0 0,2-1-5 0 0,3 1-8 0 0,4-1-19 0 0,6-1-18 0 0,4 0-56 0 0,5-1 9 0 0,3-1-12 0 0,3 1 1 0 0,1 0-6 0 0,0 0 2 0 0,-2 1-11 0 0,-1 1 4 0 0,-4 1-96 0 0,-3 2-56 0 0,-2 1 94 0 0,-3 1-4 0 0,-1 0-15 0 0,-2 2 89 0 0,-1 0-25 0 0,1 1-50 0 0,-2-1 27 0 0,2 2 35 0 0,-1-1-11 0 0,0 0-36 0 0,1 0 49 0 0,-2 1-2 0 0,1 1-9 0 0,-2 2-36 0 0,0 2 66 0 0,-1 4-22 0 0,-1 5 8 0 0,-2 6-10 0 0,-1 8-1 0 0,-1 8-75 0 0,-1 8 25 0 0,-2 11-77 0 0,-1 9-18 0 0,0 11-17 0 0,0 9 121 0 0,-2 8-42 0 0,1 7 107 0 0,0 4-25 0 0,-1 3 21 0 0,0 1-12 0 0,0 0-70 0 0,0 1 80 0 0,1-1-130 0 0,1 1 56 0 0,1 0 60 0 0,3 1-2 0 0,4 3 67 0 0,3 0-61 0 0,5 1 166 0 0,3 0-15 0 0,2-1-21 0 0,1-2 88 0 0,-1-3-39 0 0,-2-3 37 0 0,-3-4-148 0 0,-4-2-60 0 0,-2-3-70 0 0,-4-1 18 0 0,-2 0-248 0 0,-3-1-6 0 0,0-1-59 0 0,-1-1 30 0 0,-1-2 5 0 0,2-3 82 0 0,0-3-49 0 0,2-4 137 0 0,-1-5 168 0 0,0-6-29 0 0,-1-6 157 0 0,-2-5-73 0 0,-2-4-78 0 0,-4-4-91 0 0,-1-1-71 0 0,-1-3 97 0 0,-2 0-140 0 0,-1-2 37 0 0,0-1-275 0 0,-1-1 186 0 0,1-3 160 0 0,0 0-54 0 0,4-3 47 0 0,2 0-32 0 0,4-3-64 0 0,2-1 138 0 0,3-3 71 0 0,0-2-16 0 0,0-2 64 0 0,-2-3-60 0 0,-1-2-116 0 0,-2-2-248 0 0,-2-2 210 0 0,-1-2-175 0 0,-2-1 14 0 0,-2-2-134 0 0,-1-1-135 0 0,-1-2 118 0 0,0-1 6 0 0,0-1 272 0 0,-1-1 201 0 0,-1-1 87 0 0,-1 0 208 0 0,-1-2 142 0 0,-2 0-9 0 0,0 1 50 0 0,-2 0-90 0 0,-2 1-434 0 0,-1 1 610 0 0,1 0 280 0 0,1-1-135 0 0,1-1-369 0 0,1-3-331 0 0,2-2 59 0 0,1-1 48 0 0,0-2 15 0 0,1-1 2 0 0,1-1-53 0 0,-2-1-77 0 0,1 0 98 0 0,-2-1 38 0 0,-3 0 46 0 0,-5-1 56 0 0,-8-1 121 0 0,-12-2-29 0 0,-12 0-139 0 0,-16-2-208 0 0,-16-1-6 0 0,-16 2-286 0 0,-15 1-328 0 0,-7 1 690 0 0,-3 4-129 0 0,5 4 58 0 0,10 6-45 0 0,13 5-539 0 0,13 6-643 0 0,15 3-1612 0 0,12 4-3924 0 0,15-3 3479 0 0</inkml:trace>
  <inkml:trace contextRef="#ctx0" brushRef="#br4" timeOffset="2654.468">1908 3593 6261 0 0,'0'0'0'0'0,"0"0"2068"0"0,0 0-1036 0 0,0 0-133 0 0,0 0-147 0 0,0 0 34 0 0,0 0-175 0 0,0 0-114 0 0,0 0 40 0 0,0 0 43 0 0,0 0-8 0 0,0-3-124 0 0,0-1 80 0 0,0-1-62 0 0,0 0 5 0 0,0-1-53 0 0,0-1 0 0 0,0-3-51 0 0,0-4 12 0 0,0-5-143 0 0,-3-7-54 0 0,-1-8-118 0 0,-2-9-58 0 0,-2-10-4 0 0,-2-7-69 0 0,0-6 25 0 0,-2-4-123 0 0,1 0 19 0 0,1 2-54 0 0,1 5-93 0 0,4 8-84 0 0,1 7-165 0 0,2 11-137 0 0,1 8-341 0 0,1 9-405 0 0,0 9-493 0 0,1 4-449 0 0,-2 7-1864 0 0,0 2-108 0 0,-1 6 4799 0 0,0 0-1722 0 0</inkml:trace>
  <inkml:trace contextRef="#ctx0" brushRef="#br5" timeOffset="2939.075">1887 3311 1148 0 0,'0'0'0'0'0,"0"0"1420"0"0,0 0 3482 0 0,0 0-4453 0 0,0 0 776 0 0,0 0-465 0 0,0 0 355 0 0,15-17-113 0 0,5-9-361 0 0,7-8-251 0 0,3-5-107 0 0,2-2 57 0 0,2 0 75 0 0,-1 1 32 0 0,-1 5-17 0 0,-1 5 12 0 0,-3 7 45 0 0,-2 7-74 0 0,-2 6 19 0 0,-2 6 81 0 0,-1 8-30 0 0,4 6-304 0 0,4 9-105 0 0,4 8-56 0 0,2 8-78 0 0,2 6 19 0 0,-3 7-36 0 0,0 4-24 0 0,-2 4-22 0 0,-2 4-39 0 0,-2 2 3 0 0,-1 2-42 0 0,-2 0-97 0 0,-2 0-297 0 0,-3-3-161 0 0,-3-4-290 0 0,-5-8-786 0 0,-4-8-1041 0 0,-5-9-3150 0 0,-1-11 2624 0 0</inkml:trace>
  <inkml:trace contextRef="#ctx0" brushRef="#br6" timeOffset="57201.74">1670 394 1812 0 0,'0'0'0'0'0,"0"0"1984"0"0,0 0-1101 0 0,0 0 137 0 0,0 0-414 0 0,0 0-652 0 0,0 0 360 0 0,0 0 2049 0 0,-41 14-1227 0 0,-10 5-249 0 0,-7 3-269 0 0,-1 1-181 0 0,3 1 3 0 0,5 0-19 0 0,3 1 147 0 0,5 1 19 0 0,2 3-33 0 0,4 4-111 0 0,2 4-207 0 0,0 7-141 0 0,1 5-78 0 0,-1 5 57 0 0,0 6-39 0 0,3 5-41 0 0,0 3 13 0 0,5 1-7 0 0,5 2 10 0 0,7-1 6 0 0,5 0 138 0 0,8-1-33 0 0,8-1-89 0 0,8-1-25 0 0,10-1-13 0 0,6-1-4 0 0,8-1-62 0 0,6-2 82 0 0,4-1-135 0 0,5-3 40 0 0,3-2 41 0 0,4-3-11 0 0,4-6 2 0 0,3-4 1 0 0,4-8-42 0 0,4-6-16 0 0,4-7-44 0 0,6-8 97 0 0,6-8-223 0 0,5-7 142 0 0,7-9-184 0 0,3-7-39 0 0,3-6-130 0 0,1-7-48 0 0,0-5-92 0 0,-3-4 2 0 0,-3-3 150 0 0,-4-4 195 0 0,-3-2 102 0 0,-5-3 54 0 0,-2-3-100 0 0,-3-1 109 0 0,-4-3 72 0 0,-3-1-1 0 0,-3-3 51 0 0,-4-1 5 0 0,-4-2 273 0 0,-4-3 106 0 0,-8-1 15 0 0,-8-2 111 0 0,-8-1-87 0 0,-13-1-44 0 0,-9-1 74 0 0,-14-2-1 0 0,-17 0-17 0 0,-16-2-94 0 0,-20-2-226 0 0,-19 1-105 0 0,-18 0-190 0 0,-18 3-228 0 0,-15 3 51 0 0,-12 6-43 0 0,-11 8 239 0 0,-9 11 142 0 0,-10 12-12 0 0,-8 13 35 0 0,-9 15-9 0 0,-8 15-207 0 0,-9 15-646 0 0,-10 15-355 0 0,-9 12-861 0 0,5 8-665 0 0,-4 15-2062 0 0,43-9 4547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6:15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7294 2082 6837 0 0,'0'0'2607'0'0,"0"0"-1067"0"0,0 0-742 0 0,0 0-257 0 0,0 0 1 0 0,0 0-136 0 0,0 0-140 0 0,0 0-120 0 0,9 0-63 0 0,24 1 44 0 0,1 2 0 0 0,-1 1 0 0 0,0 1 1 0 0,0 3-1 0 0,0 0 0 0 0,-1 2 0 0 0,0 1 0 0 0,2 3-127 0 0,52 15-6 0 0,239 80-460 0 0,196 98 466 0 0,176 61-1831 0 0,-120-138 1020 0 0,-138-74 1979 0 0,-177-47-1614 0 0,-214 7 450 0 0,-46 0-4743 0 0,-12-5-73 0 0</inkml:trace>
  <inkml:trace contextRef="#ctx0" brushRef="#br0" timeOffset="-2339.061">1 1717 1528 0 0,'0'0'959'0'0,"0"0"-690"0"0,0 0-167 0 0,0 0 384 0 0,0 0 1470 0 0,0 0-563 0 0,0 0-777 0 0,0 0-380 0 0,0 0 21 0 0,12-3 2821 0 0,40-8-2298 0 0,30-8-595 0 0,-2-3 0 0 0,-1-3-1 0 0,-1-4 1 0 0,-1-4 0 0 0,7-6-185 0 0,283-104-288 0 0,532-50 1381 0 0,-832 180-1075 0 0,252-45 106 0 0,1 13 1 0 0,3 15-1 0 0,0 14 0 0 0,187 19-124 0 0,-313 7 100 0 0,1-9 0 0 0,0-8 1 0 0,125-24-101 0 0,845-150 356 0 0,-91 18 124 0 0,-274 72-696 0 0,-246 33 125 0 0,43-31 91 0 0,-92-43 701 0 0,-236 91-541 0 0,366-75 127 0 0,-605 108-276 0 0,20-5 8 0 0,0-2 0 0 0,-1-2 0 0 0,0-2 0 0 0,-2-3-1 0 0,23-14-18 0 0,-56 24-833 0 0,-36 11-5105 0 0,-10 7 90 0 0</inkml:trace>
  <inkml:trace contextRef="#ctx0" brushRef="#br0" timeOffset="-1104.761">3617 1686 3920 0 0,'0'0'2578'0'0,"0"0"-829"0"0,0 0-621 0 0,0 0-291 0 0,0 0-93 0 0,0 0-84 0 0,0 0-128 0 0,0 0-102 0 0,0 0-77 0 0,0 0-60 0 0,10 0 34 0 0,714-2 806 0 0,-107-62-768 0 0,-339 26-711 0 0,807-88-32 0 0,-763 92 218 0 0,45-6-318 0 0,192 11 478 0 0,6 84-254 0 0,350-48 147 0 0,-437 5 171 0 0,44 10-287 0 0,-484-18-249 0 0,-1-1-1 0 0,0-2 1 0 0,1-2-1 0 0,-1-1 1 0 0,0-2-1 0 0,0-2 1 0 0,4-2 472 0 0,-38 7-874 0 0,-2 1-2620 0 0,-4 0-1118 0 0</inkml:trace>
  <inkml:trace contextRef="#ctx0" brushRef="#br0" timeOffset="1630.234">12507 2685 3420 0 0,'0'0'710'0'0,"0"0"-129"0"0,0 0 992 0 0,0 0-544 0 0,0 0-551 0 0,0 0-345 0 0,0 0 133 0 0,0 0 157 0 0,0 0 43 0 0,-1 6-77 0 0,-2 19-94 0 0,3-18-42 0 0,0-7 1 0 0,38 0 2075 0 0,97-1-1678 0 0,-1-5 0 0 0,0-7-1 0 0,119-26-650 0 0,-82-6-268 0 0,-3-7 0 0 0,114-54 268 0 0,-138 50-221 0 0,10 8 602 0 0,1 6-1 0 0,3 7 1 0 0,146-12-381 0 0,5-2-183 0 0,-300 47 184 0 0,386-71-821 0 0,271-92 820 0 0,224-50 343 0 0,-354 114-1268 0 0,-484 94 942 0 0,178-19-537 0 0,-214 20-308 0 0,-73 17 1109 0 0,-8-7-7507 0 0,204-22 2150 0 0</inkml:trace>
  <inkml:trace contextRef="#ctx0" brushRef="#br0" timeOffset="2543.116">18437 1046 40 0 0,'0'0'3062'0'0,"0"0"-1126"0"0,0 0-822 0 0,0 0-366 0 0,0 0 56 0 0,0 0 183 0 0,0 0-36 0 0,0 0-217 0 0,0 0-199 0 0,0 0-141 0 0,-10-4-40 0 0,-110-13 1141 0 0,90 21-1242 0 0,0 1 0 0 0,1 2-1 0 0,0 0 1 0 0,0 2 0 0 0,1 1 0 0 0,0 2 0 0 0,1 0-1 0 0,0 2 1 0 0,1 1 0 0 0,1 1 0 0 0,0 1 0 0 0,1 1 0 0 0,1 2-1 0 0,1 0 1 0 0,-6 8-253 0 0,17-16 88 0 0,-11 7-22 0 0,1 0 0 0 0,2 1 1 0 0,0 1-1 0 0,1 0 0 0 0,1 2 0 0 0,1 0 0 0 0,1 1 1 0 0,1 0-1 0 0,1 1 0 0 0,1 1 0 0 0,1 0 0 0 0,2 0 1 0 0,0 1-1 0 0,2 1 0 0 0,-2 19-66 0 0,14-33 2 0 0,0 1-1 0 0,2-1 1 0 0,-1-1 0 0 0,2 1 0 0 0,0-1-1 0 0,0 0 1 0 0,1-1 0 0 0,1 0-1 0 0,0 0 1 0 0,1-1 0 0 0,0 0 0 0 0,1-1-1 0 0,0-1 1 0 0,0 0 0 0 0,1 0 0 0 0,0-1-1 0 0,0-1 1 0 0,1 0 0 0 0,0-1-1 0 0,1 0 1 0 0,-1-1 0 0 0,3 0-2 0 0,1 3 1 0 0,41 21-70 0 0,2-4 0 0 0,0-2-1 0 0,1-2 1 0 0,1-4-1 0 0,1-2 1 0 0,1-3 0 0 0,-1-3-1 0 0,2-2 1 0 0,-1-4 0 0 0,0-2-1 0 0,1-4 1 0 0,-1-2-1 0 0,0-3 1 0 0,0-2 0 0 0,-1-4-1 0 0,-1-2 1 0 0,28-13 69 0 0,-15-1-77 0 0,-2-3 0 0 0,-1-3 0 0 0,-2-4 0 0 0,-2-2 0 0 0,-2-4 0 0 0,-1-2 0 0 0,-3-3 1 0 0,-3-3-1 0 0,-1-3 0 0 0,-3-2 0 0 0,11-19 77 0 0,-58 69 29 0 0,0-1 0 0 0,0 1-1 0 0,-1-2 1 0 0,-1 1 0 0 0,1-1 0 0 0,-2 0 0 0 0,0 0 0 0 0,0-1 0 0 0,-1 0 0 0 0,0 0-1 0 0,-1 0 1 0 0,0 0 0 0 0,-1-1 0 0 0,-1 0 0 0 0,0 1 0 0 0,-1-1 0 0 0,0 0 0 0 0,-1 0-1 0 0,0 0 1 0 0,-1 0 0 0 0,0 0 0 0 0,-1 1 0 0 0,-1-1 0 0 0,0 0 0 0 0,-1 1 0 0 0,0 0 0 0 0,-1 0-1 0 0,0 0 1 0 0,-1 0 0 0 0,0 1 0 0 0,-1 0 0 0 0,-3-4-29 0 0,-25-13-19 0 0,-1 1 1 0 0,-2 1-1 0 0,0 2 1 0 0,-2 2-1 0 0,0 2 0 0 0,-2 1 1 0 0,0 2-1 0 0,-1 3 1 0 0,0 1-1 0 0,-1 1 0 0 0,-1 3 1 0 0,1 2-1 0 0,-1 2 1 0 0,-1 1-1 0 0,1 3 0 0 0,0 2 1 0 0,-39 5 18 0 0,-1-1-160 0 0,2 4 0 0 0,-1 3 0 0 0,1 4 0 0 0,1 4 0 0 0,1 3 0 0 0,1 3 0 0 0,-50 26 160 0 0,21-2-1844 0 0,2 4 0 0 0,3 6 0 0 0,-10 11 1844 0 0,-22 24-3960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6:21.72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09422"/>
      <inkml:brushProperty name="anchorY" value="-595188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21531.25"/>
      <inkml:brushProperty name="anchorY" value="-592972.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30322.0625"/>
      <inkml:brushProperty name="anchorY" value="-592195.75"/>
      <inkml:brushProperty name="scaleFactor" value="0.5"/>
    </inkml:brush>
  </inkml:definitions>
  <inkml:trace contextRef="#ctx0" brushRef="#br0">26 3486 612 0 0,'0'0'0'0'0,"0"0"444"0"0,0 0-107 0 0,0 0 488 0 0,0 0 1874 0 0,0 0-2196 0 0,0 0 261 0 0,0 0-273 0 0,0 0 53 0 0,0 0-233 0 0,-5 10-235 0 0,0 2 12 0 0,0-1-15 0 0,1 0 35 0 0,1-3 83 0 0,1-2 96 0 0,1-3 121 0 0,1-1 60 0 0,0-1-46 0 0,1-1-23 0 0,1 0-48 0 0,0-1-145 0 0,0 0-137 0 0,1-1-56 0 0,-1 0-122 0 0,0 0-67 0 0,0 0-70 0 0,-1 0 121 0 0,1 1 22 0 0,0-1 110 0 0,2 1 262 0 0,2-1-80 0 0,3-1 92 0 0,0 0-2 0 0,4-2-30 0 0,3-1-16 0 0,3-2-114 0 0,4-1-124 0 0,5-2 27 0 0,5 0-13 0 0,3-2-11 0 0,6-1-2 0 0,3-2-4 0 0,5-1 10 0 0,5-2 25 0 0,5-2 100 0 0,3-1-73 0 0,3-2 136 0 0,3-1-42 0 0,0-1 143 0 0,0-1-42 0 0,-2 0-176 0 0,-2 0-61 0 0,-4 0-85 0 0,0 1 99 0 0,-4 0-170 0 0,1 0 107 0 0,0 2-54 0 0,1 0 33 0 0,1 1-98 0 0,3 1 192 0 0,3 0-26 0 0,5 2-20 0 0,5-1 6 0 0,8 0 6 0 0,7-2 44 0 0,8-1 122 0 0,8-4-82 0 0,7-3 52 0 0,6-3 197 0 0,5-4-43 0 0,4-4 22 0 0,2-2-203 0 0,2-3-105 0 0,-2 0-132 0 0,-2-2-111 0 0,-4 2-209 0 0,-6 0-19 0 0,-4 3 107 0 0,-7 1 46 0 0,-6 3 215 0 0,-6 3-79 0 0,-5 2 143 0 0,-6 1 22 0 0,-4 3-6 0 0,-1 0 1 0 0,-3 0-144 0 0,1 0 204 0 0,0-1-62 0 0,1 0 166 0 0,2-1 52 0 0,3-2 37 0 0,3-1 178 0 0,2-1-11 0 0,2-2 71 0 0,2 0-295 0 0,1 0-89 0 0,-1-1 43 0 0,-1 1-53 0 0,-1-1-5 0 0,-1 2-12 0 0,0 0 16 0 0,0 1 41 0 0,0 0-16 0 0,2 1-72 0 0,5 0-20 0 0,4-1-3 0 0,5 1 50 0 0,5-2-62 0 0,5 1 109 0 0,3 0-60 0 0,3 0 91 0 0,3 1 144 0 0,-1 1-145 0 0,1-1-90 0 0,-1 1-31 0 0,-2 0-8 0 0,-2 0-8 0 0,0 1 0 0 0,-2-1 5 0 0,-2 1 8 0 0,0 0-7 0 0,-1 0 68 0 0,1 1 8 0 0,1-1-86 0 0,1 1 117 0 0,2 0-38 0 0,2 1-15 0 0,0 0 78 0 0,1 2-168 0 0,-3 0 55 0 0,-2 3-12 0 0,-4 1 2 0 0,-6 2 52 0 0,-8 1-85 0 0,-8 3 89 0 0,-9 0-37 0 0,-6 2-40 0 0,-8 0 4 0 0,-4 0 0 0 0,-4 1 2 0 0,-1-1-5 0 0,0 1-69 0 0,1-1 81 0 0,0 0-28 0 0,1 0-33 0 0,2 0 68 0 0,-1 2-106 0 0,-1 0 116 0 0,-4 2-36 0 0,-4 1 8 0 0,-5 2-56 0 0,-6 1-12 0 0,-8 2 19 0 0,-5 2-14 0 0,-7 1-57 0 0,-4 1 7 0 0,-3 1-24 0 0,-3 0 8 0 0,0 0 48 0 0,-1 0 32 0 0,2-1 50 0 0,0 0-4 0 0,1-1 6 0 0,1 1 11 0 0,0-1-4 0 0,1 1 7 0 0,0-1 73 0 0,-1 0-100 0 0,-1 0 85 0 0,0 1-78 0 0,-1 0 22 0 0,0 0-16 0 0,-2 0 2 0 0,0 0-1 0 0,-1 1 0 0 0,0 0 0 0 0,-1 0-14 0 0,0 0-84 0 0,-1 0-10 0 0,2 0-209 0 0,1 0-34 0 0,2 0-196 0 0,2 0-247 0 0,1 0 218 0 0,1 0-255 0 0,-3 1-732 0 0,-4 0-1194 0 0,-4 1-1970 0 0,-3 0 2979 0 0</inkml:trace>
  <inkml:trace contextRef="#ctx0" brushRef="#br1" timeOffset="1429.57">3497 3580 560 0 0,'0'0'0'0'0,"0"0"2284"0"0,0 0-1647 0 0,0 0-211 0 0,0 0 2736 0 0,0 0-1474 0 0,0 0-407 0 0,0 0-417 0 0,0 0-268 0 0,0 0-136 0 0,0 0-215 0 0,0 0-108 0 0,5 0-44 0 0,1-1 65 0 0,-1 0 75 0 0,1 0 148 0 0,-1 0 51 0 0,-1 0-28 0 0,-2 0-68 0 0,1 0 16 0 0,-1 1-26 0 0,0-1-38 0 0,2 0-125 0 0,2-1 32 0 0,3 0 9 0 0,6-2-50 0 0,6-2-58 0 0,8-2 33 0 0,9-4-34 0 0,8-5 110 0 0,11-5-92 0 0,10-5 18 0 0,11-5 41 0 0,10-7-5 0 0,10-5-80 0 0,8-4-17 0 0,8-4 37 0 0,4-3 16 0 0,5-1-59 0 0,1-1-69 0 0,3 0 18 0 0,2-1-116 0 0,2 0 118 0 0,2 0-198 0 0,3 1 58 0 0,4 0-42 0 0,4 0 38 0 0,3 1-142 0 0,1 1 186 0 0,2 0-64 0 0,-2 3 26 0 0,-3 1 54 0 0,-5 1 69 0 0,-5 2-20 0 0,-4 1 17 0 0,-7 1-53 0 0,-4 1 71 0 0,-3 2-13 0 0,-3 2-5 0 0,-1 1-10 0 0,-1 2-43 0 0,0 3 62 0 0,-1 2-73 0 0,-2 3 78 0 0,-1 2-27 0 0,-4 2-52 0 0,-2 3 35 0 0,-4 0 28 0 0,-3 3 1 0 0,-6 1-142 0 0,-2 3 178 0 0,-5 0-200 0 0,-1 1 126 0 0,-3 2-30 0 0,0-1 67 0 0,-1 2-48 0 0,0-1 64 0 0,1 0-8 0 0,0 1-6 0 0,-1-1-5 0 0,-2 1 1 0 0,-5 0 4 0 0,-4 1-2 0 0,-6 1 6 0 0,-8 1 8 0 0,-6 1-12 0 0,-7 1 4 0 0,-5 0-5 0 0,-6 2-4 0 0,-4 0-65 0 0,-4 1 37 0 0,-2 1 23 0 0,0 1-74 0 0,-1 0 34 0 0,1 0 53 0 0,1 0-22 0 0,1 1-46 0 0,3-1 86 0 0,2 0-18 0 0,2 0 86 0 0,2-1-110 0 0,1-1 41 0 0,1 1-18 0 0,1 0 1 0 0,1 0 0 0 0,1 0 0 0 0,3 2 173 0 0,5 0 11 0 0,5 0-217 0 0,7 1 64 0 0,9 1 134 0 0,7-1 7 0 0,10 1-136 0 0,6-1-26 0 0,5 0-4 0 0,0-2-14 0 0,-2 0 10 0 0,-7-1-13 0 0,-10 0-42 0 0,-15 0-376 0 0,-16 1-316 0 0,-15 1-182 0 0,-15 3-443 0 0,-16 2-409 0 0,-12 2-2992 0 0,-18 5-1364 0 0,0-2 7455 0 0</inkml:trace>
  <inkml:trace contextRef="#ctx0" brushRef="#br2" timeOffset="2587.545">7021 3508 5533 0 0,'0'0'0'0'0,"0"0"4712"0"0,0 0-3995 0 0,0 0 209 0 0,0 0-650 0 0,0 0-170 0 0,0 0-25 0 0,0 0 74 0 0,0 0-369 0 0,0 0-160 0 0,0 0 29 0 0,16 0 152 0 0,6-1 203 0 0,7 0 140 0 0,5 0 170 0 0,4-1-55 0 0,7-1-26 0 0,6-1-121 0 0,9-2-4 0 0,12-2 38 0 0,13-1 728 0 0,13-3-53 0 0,13-2-763 0 0,10-1 109 0 0,8-2-155 0 0,3-2 6 0 0,1 0 137 0 0,-3 0-197 0 0,-5 0 160 0 0,-6 1-64 0 0,-9 2-14 0 0,-7 1-50 0 0,-9 3 8 0 0,-9 2-92 0 0,-7 2-111 0 0,-7 3-44 0 0,-3 2 57 0 0,-2 2-110 0 0,0 2 56 0 0,1 1 148 0 0,3 2-62 0 0,3 2 75 0 0,5 0 68 0 0,3 0-7 0 0,2 1-85 0 0,0-2 56 0 0,-1-1-198 0 0,-2-1 68 0 0,-4-1-48 0 0,-3-2-225 0 0,-3-3-572 0 0,-6-1 70 0 0,-5-2 127 0 0,-6 0-301 0 0,-5 0-362 0 0,-6 1 130 0 0,-5 1 434 0 0,-3 1 531 0 0,-1 2 124 0 0,-1 1-720 0 0,1 3-500 0 0,-5-1 86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6:26.66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35262.4375"/>
      <inkml:brushProperty name="anchorY" value="-593221.8125"/>
      <inkml:brushProperty name="scaleFactor" value="0.5"/>
    </inkml:brush>
  </inkml:definitions>
  <inkml:trace contextRef="#ctx0" brushRef="#br0">986 77 3756 0 0,'0'0'0'0'0,"0"0"848"0"0,0 0-868 0 0,0 0 673 0 0,0 0 1547 0 0,0 0-1535 0 0,0 0-368 0 0,0 0-200 0 0,0 0 7 0 0,0 0-31 0 0,-4-16 213 0 0,-1 0 215 0 0,-1-1 148 0 0,-3 4 86 0 0,0 3 133 0 0,-1 6-32 0 0,-4 5 7 0 0,-2 4-328 0 0,-4 4 190 0 0,-7 3-191 0 0,-7 4 14 0 0,-7 3-199 0 0,-7 3-94 0 0,-5 3-117 0 0,-5 3-49 0 0,-1 4 178 0 0,0 3-14 0 0,1 2 50 0 0,5 3 14 0 0,3 2-4 0 0,6 1-24 0 0,5 1-35 0 0,8 2-67 0 0,5 0 2 0 0,7 0-91 0 0,7 1-67 0 0,4-1 0 0 0,7 0 0 0 0,6 0-9 0 0,8 0-2 0 0,8 0-4 0 0,8 1-83 0 0,8 1 55 0 0,6 0 26 0 0,7 0-4 0 0,3 0-46 0 0,2-1-73 0 0,3-2 4 0 0,2-2-51 0 0,1-2-93 0 0,2-4 94 0 0,1-3-133 0 0,3-5-98 0 0,3-5-147 0 0,5-6 123 0 0,4-5-5 0 0,5-6-56 0 0,5-3 19 0 0,3-6-264 0 0,2-4 282 0 0,0-4-217 0 0,-1-5 269 0 0,-2-5-33 0 0,-2-4 124 0 0,-1-5 93 0 0,-3-6 163 0 0,-1-4-82 0 0,-1-6 147 0 0,-3-5-233 0 0,-3-6 38 0 0,-5-4 1 0 0,-4-3-44 0 0,-8-1 88 0 0,-8 0 66 0 0,-9 2 74 0 0,-11 2 183 0 0,-10 3 181 0 0,-10 2 118 0 0,-11 4-105 0 0,-15 2-31 0 0,-14 2-61 0 0,-16 3 37 0 0,-16 3-153 0 0,-15 3-46 0 0,-14 4-27 0 0,-13 6 118 0 0,-11 7 91 0 0,-10 6-104 0 0,-9 9-227 0 0,-9 9 358 0 0,-7 9 354 0 0,-4 9-864 0 0,-6 9 83 0 0,-4 6-453 0 0,-2 7 67 0 0,1 4-81 0 0,2 6-195 0 0,7 2-459 0 0,8 4-579 0 0,16-1-1208 0 0,15 3-2160 0 0,29-12 5049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6:32.84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33007.0625"/>
      <inkml:brushProperty name="anchorY" value="-592618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35605"/>
      <inkml:brushProperty name="anchorY" value="-593833.5625"/>
      <inkml:brushProperty name="scaleFactor" value="0.5"/>
    </inkml:brush>
  </inkml:definitions>
  <inkml:trace contextRef="#ctx0" brushRef="#br0">1 1082 2492 0 0,'0'0'0'0'0,"0"0"2188"0"0,0 0-1502 0 0,0 0-332 0 0,0 0 367 0 0,0 0 2690 0 0,0 0-2449 0 0,0 0 193 0 0,0 0-510 0 0,0 0 67 0 0,3-3-21 0 0,1-1-29 0 0,1-2-216 0 0,1 0-110 0 0,1-1-72 0 0,0 1 0 0 0,0-1-58 0 0,-1 0 31 0 0,0 0-30 0 0,0 0-6 0 0,-2-1-55 0 0,0 0-47 0 0,-2-2-93 0 0,0-1 7 0 0,0-3-95 0 0,-1-4-53 0 0,2-4-79 0 0,2-5-88 0 0,0-5 68 0 0,5-4 22 0 0,0-5 81 0 0,2-3-8 0 0,2-4 28 0 0,1-3 52 0 0,2-2 62 0 0,-1-1-14 0 0,2-1 175 0 0,0 0-108 0 0,-1 1-48 0 0,0 1 72 0 0,-1 2-93 0 0,-1 3 22 0 0,-1 4-4 0 0,-2 5 3 0 0,1 6 4 0 0,0 5-15 0 0,0 7 19 0 0,1 4-20 0 0,1 5-8 0 0,-1 4-72 0 0,0 1 18 0 0,2 3 9 0 0,2 0 50 0 0,2 1 1 0 0,2 0 4 0 0,4 0 124 0 0,2 1-12 0 0,3 1-18 0 0,2 1-2 0 0,2 3-23 0 0,1 4-75 0 0,1 4-69 0 0,2 5-61 0 0,0 4 120 0 0,1 6 5 0 0,1 4 2 0 0,-1 3-63 0 0,1 2-22 0 0,-1 1 58 0 0,-1-1 39 0 0,-2-1 4 0 0,-3-3 192 0 0,-2-1-14 0 0,-3-1-3 0 0,-4 0 15 0 0,-3 1 34 0 0,-3 2-10 0 0,-3 2-98 0 0,-2 2-26 0 0,-3 3-46 0 0,-1 3 10 0 0,-3 1 2 0 0,0 1 16 0 0,-1-1-3 0 0,-2-2-22 0 0,1-2-58 0 0,-1-4-68 0 0,1-4-33 0 0,-1-3-87 0 0,0-3-112 0 0,0-4-106 0 0,-1-3-117 0 0,0-3-320 0 0,-2-4-637 0 0,0-3-997 0 0,-2-3-2736 0 0,-1-3-698 0 0</inkml:trace>
  <inkml:trace contextRef="#ctx0" brushRef="#br1" timeOffset="301.524">234 523 7477 0 0,'0'0'0'0'0,"0"0"1892"0"0,0 0-625 0 0,0 0 113 0 0,0 0 69 0 0,0 0 54 0 0,0 0-318 0 0,42-4-120 0 0,18 0-224 0 0,19-2-256 0 0,14 0-115 0 0,9 0-102 0 0,6 1-342 0 0,2 1 14 0 0,-1 1-217 0 0,-2 0-171 0 0,-6 3-511 0 0,-7 2-566 0 0,-10 3-1621 0 0,-8 3-3462 0 0,-19 1-931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6:35.16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38096.375"/>
      <inkml:brushProperty name="anchorY" value="-595086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0084.125"/>
      <inkml:brushProperty name="anchorY" value="-596943"/>
      <inkml:brushProperty name="scaleFactor" value="0.5"/>
    </inkml:brush>
  </inkml:definitions>
  <inkml:trace contextRef="#ctx0" brushRef="#br0">1 96 640 0 0,'0'0'0'0'0,"0"0"2596"0"0,0 0-1325 0 0,0 0-1054 0 0,0 0 373 0 0,0 0 303 0 0,0 0 2133 0 0,0 0-1704 0 0,0 0 144 0 0,0 0-442 0 0,0 0-78 0 0,0 0-33 0 0,17 4-104 0 0,4 3-196 0 0,7 4-206 0 0,4 4-5 0 0,5 5-126 0 0,3 6-117 0 0,3 4-153 0 0,3 5 18 0 0,2 3-22 0 0,2 2-119 0 0,1 0 34 0 0,-2 0-31 0 0,0-2 36 0 0,-5-1 13 0 0,-4-3 2 0 0,-5-3-44 0 0,-7-4-164 0 0,-5-2-110 0 0,-6-5-125 0 0,-6-3-196 0 0,-4-2-566 0 0,-3-3-651 0 0,-2-3-1050 0 0,-4 0-1864 0 0,-1-3 754 0 0</inkml:trace>
  <inkml:trace contextRef="#ctx0" brushRef="#br1" timeOffset="234.353">61 573 3208 0 0,'0'0'0'0'0,"0"0"2609"0"0,0 0-1574 0 0,0 0 557 0 0,0 0-185 0 0,0 0-103 0 0,0 0-536 0 0,0 0-153 0 0,0 0-145 0 0,0 0-80 0 0,0 0 137 0 0,6-9 24 0 0,9-5-20 0 0,14-8 361 0 0,16-8-255 0 0,16-8-94 0 0,17-8-379 0 0,14-6-138 0 0,9-5-63 0 0,6-1-163 0 0,1 2-489 0 0,-5 4-568 0 0,-7 6-748 0 0,-14 7-2376 0 0,-11 7-2889 0 0,-20 10 6707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6:41.70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2399.1875"/>
      <inkml:brushProperty name="anchorY" value="-597640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4206.8125"/>
      <inkml:brushProperty name="anchorY" value="-599562.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2407.8125"/>
      <inkml:brushProperty name="anchorY" value="-599078.0625"/>
      <inkml:brushProperty name="scaleFactor" value="0.5"/>
    </inkml:brush>
  </inkml:definitions>
  <inkml:trace contextRef="#ctx0" brushRef="#br0">1 157 964 0 0,'0'0'0'0'0,"0"0"404"0"0,0 0 4677 0 0,0 0-5075 0 0,0 0 1633 0 0,0 0-1055 0 0,0 0-39 0 0,0 0 1 0 0,0 0-197 0 0,0 0 78 0 0,6-5-106 0 0,1 1-7 0 0,-1-1 60 0 0,0 1 38 0 0,-2 1 19 0 0,-1 2-31 0 0,0 0-16 0 0,1 2-42 0 0,2 4 260 0 0,5 5-36 0 0,5 7-116 0 0,4 7-271 0 0,5 9 80 0 0,1 7-226 0 0,2 7-18 0 0,0 5-107 0 0,0 3 112 0 0,0 0-210 0 0,-1-1 95 0 0,-1-4-24 0 0,1-5-83 0 0,-1-6-48 0 0,1-6-38 0 0,-2-6-12 0 0,-2-5-286 0 0,-1-4-160 0 0,-3-4-140 0 0,-2-2-457 0 0,-2-4-740 0 0,-2-1-1112 0 0,-4-3-2384 0 0,-3-1 6773 0 0</inkml:trace>
  <inkml:trace contextRef="#ctx0" brushRef="#br1" timeOffset="479.707">1262 0 1392 0 0,'0'0'0'0'0,"0"0"1240"0"0,0 0 2959 0 0,0 0-4126 0 0,0 0 1640 0 0,0 0-1076 0 0,0 0 157 0 0,0 0-51 0 0,0 0 33 0 0,0 0 18 0 0,0 0-184 0 0,-11 21-23 0 0,-7 8-32 0 0,-8 9 39 0 0,-6 6-20 0 0,-7 5-68 0 0,-4 3-129 0 0,-2 4-93 0 0,-2 1-126 0 0,2 1-165 0 0,3 0 34 0 0,3-1-331 0 0,3-2-141 0 0,6-5-315 0 0,4-5-290 0 0,6-7-223 0 0,6-7-574 0 0,5-8-1025 0 0,4-7-1705 0 0,4-7 1194 0 0</inkml:trace>
  <inkml:trace contextRef="#ctx0" brushRef="#br2" timeOffset="932.394">642 613 964 0 0,'0'0'0'0'0,"0"0"668"0"0,0 0 3860 0 0,0 0-3908 0 0,0 0 1535 0 0,0 0-14 0 0,0 0-1220 0 0,0 0 449 0 0,0 0-273 0 0,0 0-211 0 0,0 0-209 0 0,0 0-486 0 0,-1 11-9 0 0,-2 8 6 0 0,-2 10-21 0 0,1 11 36 0 0,-1 11-21 0 0,3 12-81 0 0,4 13-32 0 0,5 10-72 0 0,6 11-262 0 0,7 7-473 0 0,2 5-893 0 0,0-1-2570 0 0,-3 2-3499 0 0,-5-21 5618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7:54.13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4175.9375"/>
      <inkml:brushProperty name="anchorY" value="-617816.25"/>
      <inkml:brushProperty name="scaleFactor" value="0.5"/>
    </inkml:brush>
  </inkml:definitions>
  <inkml:trace contextRef="#ctx0" brushRef="#br0">1 63 6097 0 0,'0'0'0'0'0,"0"0"2636"0"0,0 0-929 0 0,0 0-275 0 0,0 0-16 0 0,0 0 8 0 0,0 0-335 0 0,0 0-3 0 0,55-1-351 0 0,21 0-120 0 0,19-3-140 0 0,10 0-74 0 0,-2-1-178 0 0,-5-1-237 0 0,-12 0-21 0 0,-15 1-214 0 0,-15 0-245 0 0,-16 1-178 0 0,-13 1-250 0 0,-11 0-631 0 0,-9 0-1163 0 0,-4 0-2380 0 0,-4-2-1916 0 0,-1 1 7457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7:54.30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6280.6875"/>
      <inkml:brushProperty name="anchorY" value="-619023.75"/>
      <inkml:brushProperty name="scaleFactor" value="0.5"/>
    </inkml:brush>
  </inkml:definitions>
  <inkml:trace contextRef="#ctx0" brushRef="#br0">0 2 7777 0 0,'0'0'0'0'0,"0"0"2232"0"0,0 0-607 0 0,0 0-180 0 0,0 0 592 0 0,0 0-822 0 0,45 0-309 0 0,14 0-602 0 0,15 0-261 0 0,6 0-414 0 0,3 0-717 0 0,0 0-377 0 0,-3 0-1148 0 0,0 0-2729 0 0,-16-1-1703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7:55.26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8198.5"/>
      <inkml:brushProperty name="anchorY" value="-620292.3125"/>
      <inkml:brushProperty name="scaleFactor" value="0.5"/>
    </inkml:brush>
  </inkml:definitions>
  <inkml:trace contextRef="#ctx0" brushRef="#br0">1495 164 6857 0 0,'0'0'0'0'0,"0"0"2052"0"0,0 0-723 0 0,0 0-247 0 0,0 0-94 0 0,0 0 7 0 0,0 0-52 0 0,0 0-156 0 0,0 0-207 0 0,0 0-143 0 0,0 0-140 0 0,-5-9-136 0 0,-3-4 11 0 0,-1-1 136 0 0,-3-1-42 0 0,-1 0-114 0 0,-2 1 16 0 0,-2 0-106 0 0,-3 2-60 0 0,-4 0 5 0 0,-3 1-164 0 0,-5 2-102 0 0,-7 0-200 0 0,-5 2 318 0 0,-6 2-185 0 0,-4 1 116 0 0,-5 4-7 0 0,-1 3 114 0 0,-1 7 93 0 0,-1 4-6 0 0,1 6 19 0 0,0 6 126 0 0,0 4-63 0 0,0 4 26 0 0,-2 5-97 0 0,1 5 82 0 0,-1 4-94 0 0,1 5 22 0 0,1 2-74 0 0,2 4 88 0 0,5 3 60 0 0,3 1-95 0 0,7 1 208 0 0,7 0-9 0 0,6-2 38 0 0,7-3-57 0 0,8-4 220 0 0,6-5 94 0 0,7-6-7 0 0,7-5-162 0 0,7-6-111 0 0,6-5-20 0 0,6-3-12 0 0,5-4-34 0 0,5-3-39 0 0,4-2 56 0 0,4-3-61 0 0,4-2 13 0 0,3-1-28 0 0,4-2-82 0 0,0-2 22 0 0,3-2-18 0 0,1-1 6 0 0,-1-1 8 0 0,0-1 72 0 0,-1-3-5 0 0,-1-1-4 0 0,0-4 15 0 0,-2-1-4 0 0,-2-3-22 0 0,-3-3-13 0 0,-2-2-44 0 0,-3-2 2 0 0,-3-4-178 0 0,-2-1 39 0 0,-2-4-82 0 0,-3-2 58 0 0,-5-2-35 0 0,-3-2 108 0 0,-5-2 30 0 0,-5 0-77 0 0,-5-1 90 0 0,-3 1-13 0 0,-5 1-29 0 0,-5 3 30 0 0,-5 2-14 0 0,-3 3-6 0 0,-4 3-44 0 0,-2 4 44 0 0,-1 3-20 0 0,-1 4 164 0 0,1 3-101 0 0,-1 3 52 0 0,2 2 62 0 0,1 3-4 0 0,-1 2-97 0 0,-1 3-29 0 0,-2 5-35 0 0,-2 4 101 0 0,-2 6 73 0 0,-1 5-21 0 0,3 2 12 0 0,3 3-97 0 0,6-1-62 0 0,4 0-114 0 0,5-2-155 0 0,3-4-36 0 0,4-3-76 0 0,3-3-70 0 0,2-4-197 0 0,1-2-581 0 0,1-4-1068 0 0,1-3-3261 0 0,-1-1-1455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7:55.78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6310.75"/>
      <inkml:brushProperty name="anchorY" value="-619757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7741.5625"/>
      <inkml:brushProperty name="anchorY" value="-62158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80095.625"/>
      <inkml:brushProperty name="anchorY" value="-622259.9375"/>
      <inkml:brushProperty name="scaleFactor" value="0.5"/>
    </inkml:brush>
  </inkml:definitions>
  <inkml:trace contextRef="#ctx0" brushRef="#br0">0 45 1436 0 0,'0'0'0'0'0,"0"0"7369"0"0,0 0-6623 0 0,0 0 954 0 0,0 0-916 0 0,0 0 802 0 0,0 0-258 0 0,0 0-266 0 0,0 0-275 0 0,0 0-32 0 0,0 0-427 0 0,10 19-2 0 0,2 6-74 0 0,0 7-39 0 0,0 3-14 0 0,0 1-14 0 0,0-1-55 0 0,-3-1-47 0 0,0-1 28 0 0,-1-2-74 0 0,-1-2-36 0 0,0-2-45 0 0,1-3-30 0 0,0-1 78 0 0,-1-4-110 0 0,1-1-41 0 0,-1-3 10 0 0,0-3-67 0 0,-1 0-101 0 0,-2-3-119 0 0,-1 0-153 0 0,-1 0-39 0 0,-1 1-296 0 0,-1 0-473 0 0,0 1-566 0 0,-2 1-197 0 0,-1-1-717 0 0,1 0-1741 0 0,-1-2 1892 0 0</inkml:trace>
  <inkml:trace contextRef="#ctx0" brushRef="#br1" timeOffset="321.989">81 598 6673 0 0,'0'0'0'0'0,"0"0"2596"0"0,0 0-812 0 0,0 0-235 0 0,0 0 228 0 0,0 0-131 0 0,40-18-333 0 0,14-5-331 0 0,14-6-241 0 0,8-3-215 0 0,4-2-176 0 0,2-1-150 0 0,0 0-96 0 0,-1 0-14 0 0,-2-1-100 0 0,-5 1 23 0 0,-5-2-256 0 0,-6 0-304 0 0,-6 0 31 0 0,-8 1-234 0 0,-7 2-300 0 0,-8 3-582 0 0,-10 5-1011 0 0,-7 4-1725 0 0,-8 7-557 0 0,-5 5 1477 0 0</inkml:trace>
  <inkml:trace contextRef="#ctx0" brushRef="#br2" timeOffset="611.22">226 424 2520 0 0,'0'0'0'0'0,"0"0"6001"0"0,0 0-5260 0 0,0 0 858 0 0,0 0-553 0 0,0 0 212 0 0,0 0-184 0 0,0 0-376 0 0,0 0-245 0 0,0 0-139 0 0,0 0-206 0 0,7-3-9 0 0,2 2 39 0 0,1 5 539 0 0,1 7-186 0 0,1 8-78 0 0,1 10-13 0 0,0 8 108 0 0,0 10 254 0 0,0 8-82 0 0,-3 7-257 0 0,-2 8-131 0 0,-4 5-177 0 0,-3 5-106 0 0,-6 4-41 0 0,-7 2-80 0 0,-5 2-116 0 0,-5-2-188 0 0,-3-2-373 0 0,-4-4-187 0 0,-2-5-466 0 0,-3-4-820 0 0,-1-8-857 0 0,-4-5-3397 0 0,7-13 1709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7:53.24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69966"/>
      <inkml:brushProperty name="anchorY" value="-615603.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1821.8125"/>
      <inkml:brushProperty name="anchorY" value="-617184.4375"/>
      <inkml:brushProperty name="scaleFactor" value="0.5"/>
    </inkml:brush>
  </inkml:definitions>
  <inkml:trace contextRef="#ctx0" brushRef="#br0">133 296 3472 0 0,'0'0'0'0'0,"0"0"704"0"0,0 0-816 0 0,0 0 354 0 0,0 0 2364 0 0,0 0-1583 0 0,0 0-257 0 0,0 0-527 0 0,0 0-228 0 0,22-17 430 0 0,3-6-303 0 0,2-4 255 0 0,-3-2 96 0 0,-4 1 177 0 0,-4 2 96 0 0,-6 2 150 0 0,-4 3 1 0 0,-3 3-83 0 0,-2 3-117 0 0,-1 3-121 0 0,-1 2-109 0 0,0 3-36 0 0,0 1-17 0 0,0 3-4 0 0,2 2 7 0 0,0 0-44 0 0,1 2-221 0 0,1 0-36 0 0,2 2 8 0 0,1 2-37 0 0,4 2 255 0 0,6 6 57 0 0,8 6-249 0 0,8 6-27 0 0,8 9-53 0 0,3 6-92 0 0,3 4 5 0 0,1 4-56 0 0,-1-1 68 0 0,-5 0-103 0 0,-6-4-15 0 0,-6-3-64 0 0,-5-4-179 0 0,-7-6-99 0 0,-6-4 56 0 0,-5-5-89 0 0,-3-4-128 0 0,-3-5-95 0 0,-4-2-447 0 0,-2-5-338 0 0,-2-1-699 0 0,-3-3-579 0 0,-1-1-2434 0 0,1-1 1413 0 0</inkml:trace>
  <inkml:trace contextRef="#ctx0" brushRef="#br1" timeOffset="249.415">0 639 3980 0 0,'0'0'0'0'0,"0"0"2153"0"0,0 0-888 0 0,0 0-129 0 0,0 0-157 0 0,0 0 74 0 0,0 0-65 0 0,0 0-102 0 0,0 0-123 0 0,0 0-276 0 0,0 0 64 0 0,28-14 354 0 0,11-7 171 0 0,15-7-113 0 0,13-7-298 0 0,11-5-152 0 0,8-5-132 0 0,5-2-145 0 0,2-2-254 0 0,-3 1-45 0 0,-8 2-192 0 0,-9 3-85 0 0,-10 4-130 0 0,-8 4-244 0 0,-8 1-346 0 0,-5 2-959 0 0,-6 3-2290 0 0,-2-1-2133 0 0,-8 7 3609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9:57.08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80817.5"/>
      <inkml:brushProperty name="anchorY" value="-624145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83113.6875"/>
      <inkml:brushProperty name="anchorY" value="-625296.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85339.4375"/>
      <inkml:brushProperty name="anchorY" value="-626536.0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87324.8125"/>
      <inkml:brushProperty name="anchorY" value="-627753.25"/>
      <inkml:brushProperty name="scaleFactor" value="0.5"/>
    </inkml:brush>
  </inkml:definitions>
  <inkml:trace contextRef="#ctx0" brushRef="#br0">0 2398 3952 0 0,'0'0'0'0'0,"0"0"1601"0"0,0 0-1411 0 0,0 0 222 0 0,0 0 27 0 0,0 0 367 0 0,0 0-73 0 0,0 0-235 0 0,13-20 74 0 0,3-5-10 0 0,2-2 18 0 0,-1-1 1 0 0,-2 3-21 0 0,-3 3-7 0 0,-4 3-27 0 0,-2 4-73 0 0,-2 2-42 0 0,-2 2-27 0 0,0 0-28 0 0,0 2-28 0 0,-1-2-24 0 0,0-1-70 0 0,2-2-72 0 0,0-5-60 0 0,2-2 27 0 0,2-5-48 0 0,2-4-7 0 0,3-4-74 0 0,3-5 65 0 0,1-5-70 0 0,0-4 94 0 0,3-3-112 0 0,1-4 35 0 0,2-3 16 0 0,2-3 95 0 0,2-2-54 0 0,1-3 23 0 0,1-1 57 0 0,1-3-74 0 0,1 0-77 0 0,0-1 16 0 0,-1 0-14 0 0,2 2-210 0 0,-2 2 200 0 0,2 6 0 0 0,-1 6 61 0 0,0 8 2 0 0,0 9 220 0 0,1 7 20 0 0,-2 7 36 0 0,0 6-39 0 0,-2 5-59 0 0,1 4-45 0 0,-1 2-119 0 0,1 2-53 0 0,0 2-4 0 0,3 2-13 0 0,1 3-84 0 0,3 5 55 0 0,2 7 36 0 0,1 8-12 0 0,-1 10 8 0 0,-1 10-52 0 0,-5 9-31 0 0,-4 9 15 0 0,-6 6-9 0 0,-5 5 38 0 0,-6 3 41 0 0,-4 2 121 0 0,-4 0-57 0 0,-3 0 40 0 0,-6-1 1 0 0,-4-1-52 0 0,-6-3-2 0 0,-4-1-49 0 0,-2-2 1 0 0,-2-3-13 0 0,1-2-45 0 0,0-2 12 0 0,2-3-40 0 0,2-4-121 0 0,5-4-149 0 0,3-5-107 0 0,4-7-89 0 0,4-6-51 0 0,2-6-366 0 0,1-7-534 0 0,2-7-469 0 0,1-5-1134 0 0,2-7-1754 0 0,-1-2 1878 0 0</inkml:trace>
  <inkml:trace contextRef="#ctx0" brushRef="#br1" timeOffset="220.07">162 1589 9141 0 0,'0'0'0'0'0,"0"0"2348"0"0,0 0-1391 0 0,0 0-446 0 0,0 0 401 0 0,48 6 201 0 0,23 0-392 0 0,25-1-463 0 0,19-2-220 0 0,11-5-790 0 0,8-5-494 0 0,-3-3-1084 0 0,-1-6-3526 0 0,-26 1-103 0 0</inkml:trace>
  <inkml:trace contextRef="#ctx0" brushRef="#br2" timeOffset="878.418">1440 307 4316 0 0,'0'0'0'0'0,"0"0"4281"0"0,0 0-2778 0 0,0 0 663 0 0,0 0-1012 0 0,0 0 111 0 0,0 0-455 0 0,0 0-119 0 0,0 0-10 0 0,0 0-152 0 0,0 0 37 0 0,43-1-312 0 0,12 0-178 0 0,9 0-50 0 0,3 1-19 0 0,-2 0-90 0 0,-5 1 18 0 0,-4-1-80 0 0,-5 0-327 0 0,-4-2-246 0 0,-3-1-286 0 0,-3-2-639 0 0,-3-3-952 0 0,-4-2-1702 0 0,-5-2-1705 0 0,-8 2 5430 0 0</inkml:trace>
  <inkml:trace contextRef="#ctx0" brushRef="#br3" timeOffset="1362.351">2194 369 7553 0 0,'0'0'0'0'0,"0"0"3956"0"0,0 0-3556 0 0,0 0 750 0 0,0 0-693 0 0,0 0 615 0 0,0 0-235 0 0,0 0-240 0 0,0 0-274 0 0,0 0-92 0 0,31-19-98 0 0,9-7-71 0 0,8-7-61 0 0,1-3-80 0 0,-3-3 30 0 0,-4 1 43 0 0,-5 2-56 0 0,-6 3 76 0 0,-7 3-18 0 0,-4 5 17 0 0,-5 5 58 0 0,-5 5-6 0 0,-4 5 99 0 0,-3 5-189 0 0,-2 3 47 0 0,-2 1-95 0 0,1 2 10 0 0,-1 2-171 0 0,0 2 130 0 0,0 4 115 0 0,0 4-44 0 0,-2 6 27 0 0,-2 5-7 0 0,-1 6 6 0 0,-2 5-2 0 0,1 6 6 0 0,1 4 3 0 0,1 3 4 0 0,2 2 9 0 0,2 2 40 0 0,0-2-7 0 0,1-1 34 0 0,-1-3-83 0 0,-1-4 26 0 0,-1-4 77 0 0,-2-6-57 0 0,-2-4 26 0 0,-1-6 23 0 0,-2-4-27 0 0,-2-5-60 0 0,-3-4 3 0 0,-3-3-366 0 0,-4-3 78 0 0,-4-3-292 0 0,-4-1 389 0 0,-4-4-145 0 0,-2-3-234 0 0,0-2 685 0 0,2-2-396 0 0,3 0-281 0 0,8 1 472 0 0,6 2 61 0 0,7 3 198 0 0,8 2-120 0 0,7 2-60 0 0,10 4-335 0 0,10 2 112 0 0,12 2 255 0 0,16 2-146 0 0,15 0-401 0 0,10 0-1687 0 0,13 0-2866 0 0,-13-2-795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9:55.18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8668.0625"/>
      <inkml:brushProperty name="anchorY" value="-622294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6592.9375"/>
      <inkml:brushProperty name="anchorY" value="-621643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78805.9375"/>
      <inkml:brushProperty name="anchorY" value="-622892.6875"/>
      <inkml:brushProperty name="scaleFactor" value="0.5"/>
    </inkml:brush>
  </inkml:definitions>
  <inkml:trace contextRef="#ctx0" brushRef="#br0">1468 347 1800 0 0,'0'0'0'0'0,"0"0"4229"0"0,0 0-3814 0 0,0 0 735 0 0,0 0-1199 0 0,0 0 1205 0 0,0 0 1500 0 0,-5-18-1908 0 0,-1-4-24 0 0,-1-5-302 0 0,-1-1-24 0 0,0-1-60 0 0,-1 2-5 0 0,1 1-4 0 0,0 2-295 0 0,1 0 70 0 0,-2 2-52 0 0,-2 2 72 0 0,-2 1 95 0 0,-5 2 130 0 0,-4 2-64 0 0,-6 3-24 0 0,-7 3 44 0 0,-8 3-125 0 0,-10 5-198 0 0,-9 6 24 0 0,-9 7-59 0 0,-8 8-93 0 0,-6 8 169 0 0,-6 9-42 0 0,-1 7 134 0 0,0 8-3 0 0,2 6 8 0 0,3 5-141 0 0,6 4 317 0 0,7 2-286 0 0,8 3 4 0 0,8-1-160 0 0,10 0 89 0 0,11-2-11 0 0,9-4 18 0 0,10-4-89 0 0,8-5-19 0 0,10-6 61 0 0,8-5 14 0 0,8-5 77 0 0,7-4-4 0 0,3-4 102 0 0,2-3 12 0 0,0-2-25 0 0,-1-2 143 0 0,0-2-59 0 0,-2-3-42 0 0,-1-2 68 0 0,-1-3 223 0 0,1-4-133 0 0,0-3-95 0 0,3-3-195 0 0,0-2 30 0 0,3-2-15 0 0,0-1 50 0 0,3-1 42 0 0,3-3-106 0 0,5-2 124 0 0,3-3-127 0 0,4-2 38 0 0,0-3 33 0 0,1-3-8 0 0,-1-1-60 0 0,-2-3-50 0 0,0-2 70 0 0,-1-2-73 0 0,-2-2-109 0 0,-3-2 31 0 0,-3-1-66 0 0,-5 0 102 0 0,-7 1-27 0 0,-6 1 152 0 0,-8 3-31 0 0,-4 3 125 0 0,-5 4-29 0 0,-6 4 71 0 0,-4 2-86 0 0,-5 4-75 0 0,-6 0 6 0 0,-2 2-58 0 0,-6 1-86 0 0,-3 1 35 0 0,-5 1 42 0 0,-3 1-5 0 0,-2 1-50 0 0,-1 1-39 0 0,0 3-53 0 0,2 2-252 0 0,4 3-232 0 0,5 5-793 0 0,8 3-1039 0 0,7 4-3066 0 0,14 3-894 0 0,5-3 7846 0 0</inkml:trace>
  <inkml:trace contextRef="#ctx0" brushRef="#br1" timeOffset="802.076">1948 922 2752 0 0,'0'0'0'0'0,"0"0"4709"0"0,0 0-2633 0 0,0 0 369 0 0,0 0-1190 0 0,0 0 32 0 0,0 0-119 0 0,0 0-80 0 0,44 6-145 0 0,17 0-375 0 0,16 2-176 0 0,5-2-145 0 0,2 0-262 0 0,-5-2-68 0 0,-5-1-41 0 0,-7-1-165 0 0,-5-1-189 0 0,-5-1-163 0 0,-5-2-109 0 0,-3-1-322 0 0,-5-4-685 0 0,-5-2-760 0 0,-7-3-2316 0 0,-8-4-1139 0 0,-8 2 6479 0 0</inkml:trace>
  <inkml:trace contextRef="#ctx0" brushRef="#br2" timeOffset="967.055">2298 658 7777 0 0,'0'0'0'0'0,"0"0"2800"0"0,0 0-1559 0 0,0 0-81 0 0,0 0-185 0 0,0 0 83 0 0,0 0-350 0 0,0 0-262 0 0,0 0-264 0 0,0 0-57 0 0,55 1-127 0 0,20 1-174 0 0,19-1-343 0 0,10 0-446 0 0,5-3-473 0 0,-1-3-1294 0 0,1-3-3099 0 0,-21 1 1063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0:08.29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88890.125"/>
      <inkml:brushProperty name="anchorY" value="-630927.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91410.3125"/>
      <inkml:brushProperty name="anchorY" value="-632027.3125"/>
      <inkml:brushProperty name="scaleFactor" value="0.5"/>
    </inkml:brush>
  </inkml:definitions>
  <inkml:trace contextRef="#ctx0" brushRef="#br0">1385 599 9293 0 0,'0'0'0'0'0,"0"0"2140"0"0,0 0-938 0 0,0 0-427 0 0,0 0 46 0 0,0 0 563 0 0,44-3-343 0 0,21-2-111 0 0,21-4-202 0 0,15-3-366 0 0,11-3-79 0 0,7-2-288 0 0,2-2 85 0 0,-2 0-90 0 0,-8 1-474 0 0,-10 2-67 0 0,-14 2-404 0 0,-16 4-622 0 0,-17 3-1278 0 0,-17 3-2737 0 0,-15 2-1764 0 0</inkml:trace>
  <inkml:trace contextRef="#ctx0" brushRef="#br1" timeOffset="217.168">1316 174 14605 0 0,'0'0'0'0'0,"0"0"1560"0"0,0 0-709 0 0,0 0 347 0 0,55 6-562 0 0,25 2-5 0 0,24 1-709 0 0,14-2-71 0 0,8-1-494 0 0,4-5-196 0 0,2-3-343 0 0,0-5-979 0 0,-7-2-2345 0 0,-3-3-2106 0 0,-27 0 3784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0:10.60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93899.375"/>
      <inkml:brushProperty name="anchorY" value="-633293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96166.3125"/>
      <inkml:brushProperty name="anchorY" value="-634413.875"/>
      <inkml:brushProperty name="scaleFactor" value="0.5"/>
    </inkml:brush>
  </inkml:definitions>
  <inkml:trace contextRef="#ctx0" brushRef="#br0">275 1785 2540 0 0,'0'0'0'0'0,"0"0"1888"0"0,0 0 4061 0 0,0 0-5814 0 0,0 0 2246 0 0,0 0-1190 0 0,0 0-376 0 0,0 0-199 0 0,0 0-334 0 0,-20-21-30 0 0,-2-8-70 0 0,-4-7-27 0 0,0-6-102 0 0,4-5 124 0 0,3-6-85 0 0,2-7-30 0 0,4-7 52 0 0,4-7-6 0 0,3-7-129 0 0,3-6-343 0 0,1-5 469 0 0,4-2-159 0 0,2-2 49 0 0,5 0-68 0 0,5 3-79 0 0,7 2 116 0 0,8 3-99 0 0,8 6 55 0 0,10 4 92 0 0,9 5-93 0 0,5 7 100 0 0,5 5-24 0 0,1 8 4 0 0,-2 8-101 0 0,-4 9-14 0 0,-6 11-76 0 0,-6 10 234 0 0,-5 12-18 0 0,-3 13 82 0 0,-1 12 12 0 0,0 14-68 0 0,-2 13-22 0 0,0 12 152 0 0,-1 11-64 0 0,-3 9 83 0 0,-1 7 9 0 0,-5 6 42 0 0,-2 4-36 0 0,-4 1-47 0 0,-4 0 74 0 0,-3-2-287 0 0,-4-3 56 0 0,-2-4-203 0 0,-3-4-29 0 0,-2-6-106 0 0,0-6-84 0 0,0-6-37 0 0,2-7-289 0 0,1-9-163 0 0,1-8-603 0 0,0-10-801 0 0,0-11-1967 0 0,-2-8-1356 0 0,-2-7 5753 0 0</inkml:trace>
  <inkml:trace contextRef="#ctx0" brushRef="#br1" timeOffset="231.886">1 1047 7797 0 0,'0'0'0'0'0,"0"0"1192"0"0,0 0-289 0 0,0 0 563 0 0,56-5 50 0 0,26-4-174 0 0,28-6-547 0 0,16-5-437 0 0,10-3-332 0 0,4-4-290 0 0,-3 0-162 0 0,-7-1-237 0 0,-10 2-518 0 0,-14 3-524 0 0,-17 4-1341 0 0,-20 3-2802 0 0,-21 4 4069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0:16.18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02987.3125"/>
      <inkml:brushProperty name="anchorY" value="-638199.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04916.5625"/>
      <inkml:brushProperty name="anchorY" value="-640366.8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07056.625"/>
      <inkml:brushProperty name="anchorY" value="-640912.6875"/>
      <inkml:brushProperty name="scaleFactor" value="0.5"/>
    </inkml:brush>
  </inkml:definitions>
  <inkml:trace contextRef="#ctx0" brushRef="#br0">1 0 6181 0 0,'0'0'0'0'0,"0"0"1260"0"0,0 0 1932 0 0,0 0-2213 0 0,0 0 354 0 0,0 0-162 0 0,0 0-125 0 0,0 0-155 0 0,0 0-168 0 0,0 0-217 0 0,0 1-154 0 0,3-1-106 0 0,1 2-20 0 0,3 2-1 0 0,5 3 241 0 0,7 7 75 0 0,6 6-243 0 0,6 10-34 0 0,5 7-119 0 0,2 10-73 0 0,0 7-70 0 0,0 7-94 0 0,-3 4-5 0 0,-1 4-68 0 0,-3 0-56 0 0,-3-2 95 0 0,-2-3-263 0 0,-1-6-6 0 0,-1-6-261 0 0,1-7-57 0 0,0-7-208 0 0,1-8-224 0 0,1-6 61 0 0,-2-6-499 0 0,-1-6-680 0 0,-3-5-2251 0 0,-3-5-302 0 0,-4-1 4539 0 0</inkml:trace>
  <inkml:trace contextRef="#ctx0" brushRef="#br1" timeOffset="510.128">585 822 2784 0 0,'0'0'0'0'0,"0"0"4073"0"0,0 0-3161 0 0,0 0 657 0 0,0 0-550 0 0,0 0 372 0 0,0 0-18 0 0,0 0-186 0 0,0 0-52 0 0,0 0-259 0 0,0 0-86 0 0,0 0-245 0 0,16-3-187 0 0,6-2-178 0 0,7-2-68 0 0,7-4-40 0 0,6-4-63 0 0,5-4 12 0 0,6-6-23 0 0,5-4-6 0 0,3-7-148 0 0,3-4 14 0 0,2-6-14 0 0,0-5 5 0 0,-1-3-128 0 0,-5-2-150 0 0,-7-1-216 0 0,-9 2-287 0 0,-10 3-384 0 0,-10 6-84 0 0,-8 5-507 0 0,-7 8-593 0 0,-5 8-3171 0 0,-3 7 3312 0 0</inkml:trace>
  <inkml:trace contextRef="#ctx0" brushRef="#br2" timeOffset="1019.658">662 748 1292 0 0,'0'0'0'0'0,"0"0"1096"0"0,0 0-275 0 0,0 0 293 0 0,0 0-45 0 0,0 0-376 0 0,0 0 86 0 0,0 0 75 0 0,0 0-25 0 0,0 0 41 0 0,0 0 36 0 0,-7-2-41 0 0,1-1-91 0 0,-2 0-171 0 0,2 1-155 0 0,1 0-18 0 0,2 1 26 0 0,1 2 132 0 0,1 2 14 0 0,1 2-124 0 0,3 4 100 0 0,3 5-1 0 0,5 7 106 0 0,5 6 58 0 0,3 8-84 0 0,1 9-158 0 0,-1 9-58 0 0,-3 9 16 0 0,-5 9 65 0 0,-6 9-106 0 0,-8 9-337 0 0,-10 9-46 0 0,-11 6-242 0 0,-8 6-136 0 0,-6 4-280 0 0,-6 0-178 0 0,-2-4-461 0 0,2-5-907 0 0,2-11-2474 0 0,5-11-2641 0 0,9-20 3857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1:05.56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05523.9375"/>
      <inkml:brushProperty name="anchorY" value="-641138.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14115.75"/>
      <inkml:brushProperty name="anchorY" value="-644638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11901.5"/>
      <inkml:brushProperty name="anchorY" value="-643583.0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14959.0625"/>
      <inkml:brushProperty name="anchorY" value="-644757.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16950.3125"/>
      <inkml:brushProperty name="anchorY" value="-646033.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15632.4375"/>
      <inkml:brushProperty name="anchorY" value="-645393.1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19370.75"/>
      <inkml:brushProperty name="anchorY" value="-646708.1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21860.9375"/>
      <inkml:brushProperty name="anchorY" value="-647890.875"/>
      <inkml:brushProperty name="scaleFactor" value="0.5"/>
    </inkml:brush>
  </inkml:definitions>
  <inkml:trace contextRef="#ctx0" brushRef="#br0">784 1444 208 0 0,'0'0'0'0'0,"0"0"2728"0"0,0 0-1269 0 0,0 0 106 0 0,0 0-654 0 0,0 0-115 0 0,0 0-314 0 0,0 0-156 0 0,9-18 319 0 0,2-2-573 0 0,0 0 1200 0 0,-1 3-933 0 0,-2 5 563 0 0,-2 3-79 0 0,-2 4 5 0 0,-2 3-117 0 0,0 2-119 0 0,0 0-202 0 0,0 1-98 0 0,0-1-113 0 0,-1 0-46 0 0,2 0 18 0 0,-1 0-32 0 0,1-1-49 0 0,0 1 84 0 0,-2-1 24 0 0,1 1-24 0 0,-1 0-48 0 0,0-1 15 0 0,0 2-23 0 0,0 1-38 0 0,-1 3 47 0 0,1 2-72 0 0,-1 6-35 0 0,-2 5 3 0 0,-1 8-104 0 0,-4 8 13 0 0,-1 8-80 0 0,-2 6 41 0 0,1 6 30 0 0,1 3 5 0 0,1 3-13 0 0,3 2-11 0 0,1 1 63 0 0,2 1 46 0 0,0-1-1 0 0,1-2 95 0 0,1-2 9 0 0,1-4-1 0 0,1-4-51 0 0,2-5-30 0 0,3-3 79 0 0,2-5-116 0 0,1-4 26 0 0,1-3-178 0 0,1-3 61 0 0,0-3-28 0 0,0 0-26 0 0,-1-1 27 0 0,-1-1 154 0 0,-2 1-40 0 0,1-1 27 0 0,-1 1-1 0 0,0-2-3 0 0,0-2 0 0 0,0-2 5 0 0,0-3 3 0 0,2-3 65 0 0,1-3-89 0 0,1-3 30 0 0,2-1 42 0 0,2-3 22 0 0,1 0-22 0 0,1-2 15 0 0,2 0 66 0 0,3-2-163 0 0,2-1 64 0 0,3-2 23 0 0,2-1 21 0 0,2-3 7 0 0,1-3 72 0 0,2-3 41 0 0,3-4-34 0 0,1-6-92 0 0,5-6 46 0 0,3-9-20 0 0,7-11-68 0 0,3-12-27 0 0,3-12-188 0 0,-1-13 81 0 0,-3-11-83 0 0,-6-9-197 0 0,-10-5-16 0 0,-10-2-266 0 0,-10 4-488 0 0,-9 7-277 0 0,-6 12-1028 0 0,-4 15-2843 0 0,-1 20 317 0 0</inkml:trace>
  <inkml:trace contextRef="#ctx0" brushRef="#br1" timeOffset="7523.597">4082 1583 3132 0 0,'0'0'0'0'0,"0"0"756"0"0,0 0-700 0 0,0 0 2674 0 0,0 0-1657 0 0,0 0-29 0 0,0 0-339 0 0,0 0-65 0 0,0 0 86 0 0,0 0-150 0 0,-6-2-51 0 0,-2-1-178 0 0,-4-2-35 0 0,-2 0-56 0 0,-3-2 22 0 0,-4-1 20 0 0,-4 0 166 0 0,-5-3-31 0 0,-5 0-81 0 0,-4-1-77 0 0,-7 0-12 0 0,-3 0-77 0 0,-7 2-49 0 0,-3 0-146 0 0,-3 2 49 0 0,-2 3 26 0 0,0 1 5 0 0,1 3 30 0 0,0 2 0 0 0,3 5-119 0 0,3 3-35 0 0,2 5-15 0 0,2 5 83 0 0,4 6 42 0 0,4 5-2 0 0,4 7-52 0 0,4 6 13 0 0,4 5-17 0 0,4 5-49 0 0,3 5 4 0 0,2 2 47 0 0,2 2-166 0 0,4-1 148 0 0,5-2 3 0 0,3-4-48 0 0,5-5 16 0 0,2-4 50 0 0,2-5-11 0 0,2-3 16 0 0,3-4-12 0 0,2-2 0 0 0,2-2-85 0 0,1-3 52 0 0,1-2-90 0 0,1-1 66 0 0,0-2-36 0 0,0-1 113 0 0,1-2-36 0 0,1-1 15 0 0,2-1 5 0 0,0-2 115 0 0,1-2-47 0 0,1-3-77 0 0,1-2 213 0 0,0-3-226 0 0,1-3 39 0 0,1 0-135 0 0,1-3 35 0 0,1-2 93 0 0,2-2-26 0 0,1-5 103 0 0,0-4 64 0 0,1-7-134 0 0,-2-7-9 0 0,-1-8-5 0 0,-3-8-59 0 0,-4-8-168 0 0,-4-8 50 0 0,-4-5-102 0 0,-5-4-11 0 0,-7-3 73 0 0,-6 2-338 0 0,-6 5-241 0 0,-2 7 89 0 0,-1 10-58 0 0,2 13-452 0 0,4 13-626 0 0,3 12-1422 0 0,3 7-2355 0 0</inkml:trace>
  <inkml:trace contextRef="#ctx0" brushRef="#br2" timeOffset="8402.01">4630 1660 2648 0 0,'0'0'0'0'0,"0"0"652"0"0,0 0 257 0 0,0 0 2311 0 0,0 0-2348 0 0,0 0 189 0 0,0 0-459 0 0,0 0 144 0 0,0 0 114 0 0,0 0 20 0 0,0 0-161 0 0,0 0-241 0 0,0 5-70 0 0,0 0-57 0 0,1 2 29 0 0,3 4-7 0 0,3 3-55 0 0,4 7-112 0 0,6 6-93 0 0,6 8-12 0 0,6 9 5 0 0,5 8-115 0 0,6 8 28 0 0,3 5-5 0 0,1 4 85 0 0,2 1-24 0 0,-2 2 32 0 0,-2-2-66 0 0,-2-1-41 0 0,-4-3 8 0 0,-2-4-8 0 0,-4-5-4 0 0,-2-6-144 0 0,-1-5 82 0 0,-3-6-111 0 0,-1-7-93 0 0,-3-6-23 0 0,-2-6 145 0 0,-2-5 11 0 0,-2-5 135 0 0,-3-5-75 0 0,-2-2 17 0 0,1-4-72 0 0,0-4 163 0 0,2-3 79 0 0,2-7 133 0 0,2-7 153 0 0,2-10-193 0 0,2-10-222 0 0,4-11-247 0 0,1-12-98 0 0,4-9 286 0 0,5-9-85 0 0,7-7 32 0 0,10-5 78 0 0,14-4 53 0 0,13 1 36 0 0,14 1-49 0 0,9 6-46 0 0,4 9-468 0 0,-3 11-1184 0 0,-9 14-2345 0 0,-16 13-1105 0 0,-22 15 2200 0 0</inkml:trace>
  <inkml:trace contextRef="#ctx0" brushRef="#br3" timeOffset="8996.395">6698 1050 7089 0 0,'0'0'0'0'0,"0"0"2128"0"0,0 0-779 0 0,0 0-128 0 0,0 0-291 0 0,0 0 91 0 0,52 5-188 0 0,13 2-295 0 0,11 1-272 0 0,3-2-260 0 0,-3-1 20 0 0,-6-2-418 0 0,-5-1 50 0 0,-5-2-14 0 0,-9-2-16 0 0,-7-1-280 0 0,-9 0-368 0 0,-9-1-355 0 0,-8 1-470 0 0,-8-1-1078 0 0,-5 0-1745 0 0,-9 0 4690 0 0,-3 1-1505 0 0</inkml:trace>
  <inkml:trace contextRef="#ctx0" brushRef="#br4" timeOffset="9186.762">7162 1060 508 0 0,'0'0'0'0'0,"0"0"10257"0"0,0 0-8947 0 0,0 0 1478 0 0,0 0-1637 0 0,0 0-374 0 0,0 20 232 0 0,0 9-283 0 0,0 7-216 0 0,0 8-426 0 0,-2 4-33 0 0,-1 6-308 0 0,-2 4-252 0 0,-1 6-170 0 0,-2 6-495 0 0,0 0-1709 0 0,-1 5-3982 0 0,2-13-95 0 0</inkml:trace>
  <inkml:trace contextRef="#ctx0" brushRef="#br5" timeOffset="14041.802">2 1026 1736 0 0,'0'0'0'0'0,"0"0"104"0"0,0 0 6987 0 0,0 0-8013 0 0,0 0 2410 0 0,0 0-875 0 0,0 0-5 0 0,0 0 16 0 0,0 0-60 0 0,0 0-98 0 0,-1-4 111 0 0,5-3-55 0 0,6-6-30 0 0,8-5-92 0 0,7-6-132 0 0,6-3-86 0 0,6-4-195 0 0,3-2-9 0 0,1-1-99 0 0,0-2 22 0 0,0 0 42 0 0,-2-1-29 0 0,-1 1 12 0 0,-3 0-16 0 0,-2 0 46 0 0,-2 3 47 0 0,-4 4-12 0 0,-2 3-75 0 0,-3 7-22 0 0,-4 5 56 0 0,-1 5 53 0 0,-1 5 444 0 0,2 4-284 0 0,1 4-168 0 0,4 4 43 0 0,2 1-36 0 0,3 3-16 0 0,2 2 14 0 0,1 0-15 0 0,3 2-61 0 0,3 1 97 0 0,3 1-23 0 0,3 0 74 0 0,2 0-83 0 0,1 1 33 0 0,2-2 134 0 0,-2-1-139 0 0,-3-2 77 0 0,-2-2-106 0 0,-4-4 33 0 0,-3-2 38 0 0,-2-3-19 0 0,-2-2 130 0 0,-1-4 128 0 0,-1-3-286 0 0,1-2 31 0 0,-1-3 48 0 0,2-3-103 0 0,2-3 21 0 0,2-1-68 0 0,3 0 1 0 0,0 0-32 0 0,3 1-8 0 0,-1 3-46 0 0,-1 3 127 0 0,-2 2 7 0 0,-2 3 59 0 0,-2 2 85 0 0,-4 2-38 0 0,-3 2 37 0 0,-3-1-40 0 0,-4 2-91 0 0,-1-1 10 0 0,-2 1-5 0 0,0-1 1 0 0,1 0-5 0 0,2 1-3 0 0,2-1 5 0 0,2 1 50 0 0,1 1-71 0 0,1 1 24 0 0,1 1 123 0 0,-2 2-154 0 0,0 1 140 0 0,-2 1-56 0 0,-3 0-62 0 0,-3 3 142 0 0,-1 1-42 0 0,-3 3-58 0 0,-1 2 17 0 0,0 3-47 0 0,1 3 90 0 0,-1 4 23 0 0,3 3-143 0 0,1 4 37 0 0,3 3-30 0 0,1 2-115 0 0,3 2 88 0 0,0-2-300 0 0,0-2-456 0 0,1-4-784 0 0,-4-5-2579 0 0,-2-8-4064 0 0,-4-5 7924 0 0</inkml:trace>
  <inkml:trace contextRef="#ctx0" brushRef="#br6" timeOffset="14849.042">2771 830 2916 0 0,'0'0'0'0'0,"0"0"196"0"0,0 0 5391 0 0,0 0-5298 0 0,0 0 1219 0 0,0 0-709 0 0,0 0-190 0 0,0 0 115 0 0,0 0-255 0 0,7-18-274 0 0,3-6-60 0 0,4-6-134 0 0,5-5 21 0 0,2-2-14 0 0,3-2 107 0 0,2-1 30 0 0,2-1 134 0 0,0 3-217 0 0,1 1-49 0 0,-1 2-1 0 0,-1 3-141 0 0,0 3 161 0 0,-2 2-63 0 0,-1 1-82 0 0,-2 2 9 0 0,2 2 23 0 0,-1 1-30 0 0,1 2-19 0 0,2 2 25 0 0,2 3 60 0 0,1 2 39 0 0,1 4-6 0 0,3 2 13 0 0,2 4 82 0 0,3 4 145 0 0,3 5-110 0 0,2 7-58 0 0,1 5 18 0 0,1 4 75 0 0,-1 5-100 0 0,0 2 80 0 0,-1 2-145 0 0,-1 0 116 0 0,-2 0-53 0 0,-2-1-59 0 0,-4-2 18 0 0,-1-1 51 0 0,-4-1-69 0 0,-2-1 14 0 0,-4 0 14 0 0,-6-1-25 0 0,-3-1-7 0 0,-6-1-128 0 0,-3-1-120 0 0,-4-3-356 0 0,-5-2-497 0 0,-4-4-1013 0 0,-8-3-4144 0 0,1-3 2655 0 0</inkml:trace>
  <inkml:trace contextRef="#ctx0" brushRef="#br7" timeOffset="16183.464">4473 844 1788 0 0,'0'0'0'0'0,"0"0"692"0"0,0 0-793 0 0,0 0 609 0 0,0 0 2830 0 0,0 0-2489 0 0,0 0 88 0 0,0 0-213 0 0,0 0-58 0 0,0 0 357 0 0,0 0-54 0 0,0 0-218 0 0,7-13-277 0 0,4-4-56 0 0,5-4-35 0 0,2-3-83 0 0,3-2-136 0 0,1 0 258 0 0,0 0-202 0 0,2-1 74 0 0,0-1-1 0 0,1-1-111 0 0,2-1 108 0 0,1-1-65 0 0,3-1 211 0 0,1 0-195 0 0,1 0-139 0 0,2 1 54 0 0,0 2-179 0 0,-1 1-78 0 0,-1 3 52 0 0,-2 2 56 0 0,-2 2-29 0 0,-2 3-92 0 0,-1 2 58 0 0,-2 2-11 0 0,1 1 71 0 0,0 1-22 0 0,2 1 6 0 0,2 0-60 0 0,3 2 2 0 0,2 0 71 0 0,3 1-80 0 0,3 1 37 0 0,2 0-54 0 0,2 2 103 0 0,4-1-18 0 0,0 1 19 0 0,1 0 64 0 0,1 1 52 0 0,-1 0-47 0 0,-1 0-82 0 0,0 2 107 0 0,-1 0 33 0 0,-2 0-79 0 0,0 1 2 0 0,0 0-63 0 0,0 0 70 0 0,1 1-72 0 0,2 0 26 0 0,0 0-21 0 0,1 1-52 0 0,1 0-33 0 0,-2 0-32 0 0,0 0 140 0 0,1-1-152 0 0,-1 1 55 0 0,0-3 81 0 0,0 0-73 0 0,-1-2 78 0 0,1-1-12 0 0,-2 0 0 0 0,0-1 7 0 0,0 1-2 0 0,-1 0 11 0 0,-1 0-18 0 0,-1 1 6 0 0,-1 1-11 0 0,-1 0-147 0 0,-1 1 191 0 0,0-1-186 0 0,0 0 70 0 0,0-1 82 0 0,0 0-70 0 0,-1-1 69 0 0,-1 0-8 0 0,0-1 2 0 0,-2 1 7 0 0,-1 0 12 0 0,-3 1 58 0 0,-2 0-81 0 0,-1 0 135 0 0,-1 1-153 0 0,-1 0 100 0 0,1 1-18 0 0,-1 0-66 0 0,-1 0 22 0 0,-1 0-10 0 0,-1 1 75 0 0,0 0 34 0 0,-1 0-28 0 0,1 1 38 0 0,-2 0 4 0 0,-1 0-15 0 0,0 2 52 0 0,0 3-19 0 0,-1 2-62 0 0,1 4 0 0 0,-1 4-14 0 0,0 3 113 0 0,-2 3-104 0 0,-2 3 8 0 0,-1 3 12 0 0,1 1 1 0 0,-1 2-112 0 0,-1 1 33 0 0,2 2-100 0 0,-1 0-23 0 0,2-1-115 0 0,-2-1-407 0 0,0-2-225 0 0,-2-4-984 0 0,-2-3-3108 0 0,-3-3-3337 0 0,-3-5 8735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0:11.38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98785.625"/>
      <inkml:brushProperty name="anchorY" value="-635434.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0760.30469"/>
      <inkml:brushProperty name="anchorY" value="-71702.25"/>
      <inkml:brushProperty name="scaleFactor" value="0.5"/>
    </inkml:brush>
  </inkml:definitions>
  <inkml:trace contextRef="#ctx0" brushRef="#br0">0 624 4688 0 0,'0'0'0'0'0,"0"0"2217"0"0,0 0-407 0 0,0 0-402 0 0,0 0 155 0 0,0 0-54 0 0,0 0-255 0 0,0 0-211 0 0,0 0-252 0 0,0 0-64 0 0,0 0-91 0 0,0 0-48 0 0,18-2-104 0 0,6 1-79 0 0,7-1-56 0 0,5 2-51 0 0,5-1 132 0 0,4 1-389 0 0,5 0-10 0 0,2 0-18 0 0,2-1-123 0 0,1-1-4 0 0,-4-1-29 0 0,-2-1-86 0 0,-3-2-109 0 0,-5-1-265 0 0,-3 0-453 0 0,-5 0-814 0 0,-4-1-1388 0 0,-4-1-2831 0 0,-7 2-562 0 0</inkml:trace>
  <inkml:trace contextRef="#ctx0" brushRef="#br1" timeOffset="8223.993">952 383 3940 0 0,'0'0'0'0'0,"0"0"1837"0"0,0 0-1569 0 0,0 0 424 0 0,0 0 521 0 0,0 0 173 0 0,0 0-668 0 0,0 0-58 0 0,0 0-177 0 0,11-17 47 0 0,4-6-50 0 0,4-5 99 0 0,3-2 14 0 0,3-2-17 0 0,0 0-36 0 0,0 1-64 0 0,0 0-219 0 0,-3 2-79 0 0,-1 1-69 0 0,-2 3-59 0 0,-3 4-45 0 0,-2 3 2 0 0,-3 3-11 0 0,-3 5 5 0 0,-1 3 50 0 0,-3 4 51 0 0,-1 1 63 0 0,-1 2-58 0 0,1 3-33 0 0,-1 2 38 0 0,0 3-123 0 0,0 4 25 0 0,1 5-27 0 0,-2 6 3 0 0,2 6-123 0 0,1 6 128 0 0,0 6-3 0 0,1 3 2 0 0,0 4-3 0 0,-1 0-91 0 0,-1 1 25 0 0,0-2 39 0 0,-1-1 36 0 0,0-3 48 0 0,0-3 67 0 0,-1-5-9 0 0,0-3 19 0 0,0-5 16 0 0,-1-4-50 0 0,0-4 16 0 0,-2-3-110 0 0,-1-4 16 0 0,-4-2-16 0 0,-2-2-155 0 0,-4-3 12 0 0,-4-2 42 0 0,-4-1 116 0 0,-5-2-134 0 0,-4 0-124 0 0,-3-2 193 0 0,-2-1 47 0 0,0 0-11 0 0,3 0 251 0 0,5 1 128 0 0,5 3-250 0 0,5 2-108 0 0,5 5-260 0 0,4 3 57 0 0,4 5 108 0 0,2 1 88 0 0,4 2-6 0 0,5 1 95 0 0,7-2 95 0 0,8-1 142 0 0,9-3-63 0 0,9-3 47 0 0,11-2 261 0 0,8-2-317 0 0,8-2-270 0 0,3-2-231 0 0,1-2-708 0 0,-5-1-1032 0 0,-8-4-3795 0 0,-15 1-3704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4:39.90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2623.59375"/>
      <inkml:brushProperty name="anchorY" value="-73479.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4672.71875"/>
      <inkml:brushProperty name="anchorY" value="-75623.75781"/>
      <inkml:brushProperty name="scaleFactor" value="0.5"/>
    </inkml:brush>
  </inkml:definitions>
  <inkml:trace contextRef="#ctx0" brushRef="#br0">766 1 6809 0 0,'0'0'0'0'0,"0"0"1700"0"0,0 0 868 0 0,0 0-1825 0 0,12 24 154 0 0,11 14-660 0 0,12 13 80 0 0,11 9-233 0 0,10 7 89 0 0,5 5-204 0 0,4 1 41 0 0,1-2-290 0 0,1-2-89 0 0,-3-5-272 0 0,-4-5-130 0 0,-5-7 14 0 0,-6-6 118 0 0,-7-5-406 0 0,-6-7-860 0 0,-11-4-1096 0 0,-8-7-1320 0 0</inkml:trace>
  <inkml:trace contextRef="#ctx0" brushRef="#br1" timeOffset="253.792">0 1183 7113 0 0,'0'0'0'0'0,"0"0"1880"0"0,0 0-1195 0 0,0 0 48 0 0,0 0-400 0 0,0 0 664 0 0,0 0 87 0 0,0 0 126 0 0,0 0-211 0 0,0 0-41 0 0,57-19-146 0 0,28-12-301 0 0,29-17-64 0 0,22-15-180 0 0,18-15-274 0 0,8-13 49 0 0,1-10-442 0 0,-7-5-470 0 0,-13-3-1048 0 0,-22 7-906 0 0,-19 6-1921 0 0,-29 22-3060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17:38.33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66419.4375"/>
      <inkml:brushProperty name="anchorY" value="-614983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3777.1875"/>
      <inkml:brushProperty name="anchorY" value="-601340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6343.125"/>
      <inkml:brushProperty name="anchorY" value="-602330.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8536.625"/>
      <inkml:brushProperty name="anchorY" value="-605499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51128.3125"/>
      <inkml:brushProperty name="anchorY" value="-606842.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64591.8125"/>
      <inkml:brushProperty name="anchorY" value="-614582.3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63080.9375"/>
      <inkml:brushProperty name="anchorY" value="-614130.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7408.57813"/>
      <inkml:brushProperty name="anchorY" value="-75976.07813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9555.125"/>
      <inkml:brushProperty name="anchorY" value="-78429.27344"/>
      <inkml:brushProperty name="scaleFactor" value="0.5"/>
    </inkml:brush>
  </inkml:definitions>
  <inkml:trace contextRef="#ctx0" brushRef="#br0">2498 557 4912 0 0,'0'0'0'0'0,"0"0"2097"0"0,0 0-1387 0 0,0 0 64 0 0,0 0-546 0 0,0 0-126 0 0,0 0 747 0 0,0 0 671 0 0,0 0-883 0 0,0 0-319 0 0,2 1 28 0 0,1-1 48 0 0,0 0 199 0 0,0 1 32 0 0,-1-1-110 0 0,0 0-178 0 0,-1-1-111 0 0,-1 1-34 0 0,1 0 4 0 0,-1 0-80 0 0,-1-1 4 0 0,1 1-85 0 0,0 0-31 0 0,0-1-141 0 0,-3-1 33 0 0,-5 0-318 0 0,-7-2 266 0 0,-8-2 107 0 0,-9 0-102 0 0,-7-2 31 0 0,-6 2 139 0 0,-5 0-319 0 0,-3 2 99 0 0,-2 1-85 0 0,-1 3 87 0 0,-1 2-46 0 0,0 4 109 0 0,-1 4-76 0 0,0 4 115 0 0,0 2 104 0 0,1 4-17 0 0,1 2 82 0 0,0 3-18 0 0,0 3 10 0 0,1 1-60 0 0,0 4 63 0 0,0 2-82 0 0,1 4 5 0 0,-1 3-102 0 0,2 4 82 0 0,1 5 17 0 0,3 4-155 0 0,4 3 17 0 0,5 2-22 0 0,6 1 157 0 0,8-2 0 0 0,8-3 112 0 0,7-2-4 0 0,6-5-98 0 0,6-3 29 0 0,6-2-15 0 0,6-4 38 0 0,3-1-58 0 0,3-1 14 0 0,0-2-1 0 0,2 0 64 0 0,1-3-9 0 0,-2-2 81 0 0,1-3-6 0 0,0-3 7 0 0,2-4 77 0 0,0-4 20 0 0,1-3-29 0 0,2-3-60 0 0,3-1 30 0 0,1-3 5 0 0,3 0-55 0 0,3 0-34 0 0,1-1-44 0 0,2 0-49 0 0,1 1-47 0 0,-1-2-10 0 0,-1 1 66 0 0,-2-1-17 0 0,-1-1-66 0 0,-2-2 96 0 0,0 0 38 0 0,1-1 38 0 0,1-3-18 0 0,1-3-40 0 0,2-3-39 0 0,1-3-128 0 0,1-4 78 0 0,0-2-33 0 0,0-4-7 0 0,-2-1 4 0 0,-2-1-90 0 0,-4-2 6 0 0,-1 0 44 0 0,-4-1 34 0 0,-2-1 90 0 0,-3 0-85 0 0,-4-1 107 0 0,-2 1-35 0 0,-4-2 16 0 0,-1 1-76 0 0,-4-1 40 0 0,-2 0 22 0 0,-2-1-79 0 0,-2-1 40 0 0,-3-1 56 0 0,-3 0-106 0 0,-4 0 128 0 0,-6 2-30 0 0,-5 1 122 0 0,-3 3-34 0 0,-4 5-86 0 0,1 4 490 0 0,0 6-239 0 0,0 5-202 0 0,2 5-17 0 0,0 7-372 0 0,-1 6 196 0 0,-1 6-119 0 0,0 4-76 0 0,0 5 28 0 0,3 2-170 0 0,5 2-660 0 0,5 0-1925 0 0,6 2-3224 0 0,3-7 4749 0 0</inkml:trace>
  <inkml:trace contextRef="#ctx0" brushRef="#br1" timeOffset="-51163.087">3840 1949 4180 0 0,'0'0'0'0'0,"0"0"1345"0"0,0 0-1131 0 0,0 0 464 0 0,0 0-328 0 0,0 0 956 0 0,0 0 683 0 0,0 0-1117 0 0,0 0 214 0 0,0 0-263 0 0,0 0 229 0 0,8 2-244 0 0,2-1-192 0 0,-1 0-67 0 0,-1-2-3 0 0,-1-2 38 0 0,0-3-166 0 0,0-4-112 0 0,2-5-72 0 0,1-7-43 0 0,4-10-136 0 0,4-10-47 0 0,5-12-113 0 0,5-12-62 0 0,6-11 16 0 0,7-13 177 0 0,9-9 31 0 0,6-11-81 0 0,8-7-95 0 0,6-6 142 0 0,7-3-37 0 0,6-1 68 0 0,4 2-61 0 0,3 3 129 0 0,0 8-23 0 0,0 9 81 0 0,-5 12-191 0 0,-7 14 32 0 0,-11 13-218 0 0,-12 16-63 0 0,-14 13 61 0 0,-12 14 97 0 0,-12 10 88 0 0,-8 7-262 0 0,-6 9-57 0 0,-3 7 150 0 0,-2 8 200 0 0,-1 11 6 0 0,1 11 58 0 0,-1 12 77 0 0,-1 14-22 0 0,-1 11-146 0 0,1 12 194 0 0,0 10-103 0 0,2 7-84 0 0,0 8 18 0 0,1 4-23 0 0,-1 2-278 0 0,-2 0-67 0 0,0-5-199 0 0,-1-9-206 0 0,-1-10-277 0 0,1-13-396 0 0,1-12-514 0 0,0-14-739 0 0,-2-10-1696 0 0,0-14 515 0 0</inkml:trace>
  <inkml:trace contextRef="#ctx0" brushRef="#br2" timeOffset="-50840.917">4006 892 2568 0 0,'0'0'0'0'0,"0"0"2672"0"0,0 0-1399 0 0,0 0 1029 0 0,0 0-1033 0 0,0 0 355 0 0,40 9-54 0 0,14 1-123 0 0,14 1-206 0 0,6-1-258 0 0,4 0-352 0 0,0-2-396 0 0,-2 0-209 0 0,-2 0-69 0 0,-4 0-195 0 0,-5 1-49 0 0,-3 1-593 0 0,-5 2-548 0 0,-6-1-1377 0 0,-5 1-2782 0 0,-11-3-1262 0 0</inkml:trace>
  <inkml:trace contextRef="#ctx0" brushRef="#br3" timeOffset="-48430.129">10605 1733 5521 0 0,'0'0'0'0'0,"0"0"2184"0"0,0 0-70 0 0,0 0-349 0 0,0 0-282 0 0,0 0-103 0 0,43 4-215 0 0,20 1 237 0 0,25 3-800 0 0,18 0-188 0 0,15 1-304 0 0,7 0-80 0 0,4 0-243 0 0,-2-2-198 0 0,-7-1-311 0 0,-11-2-268 0 0,-15-2-622 0 0,-17 0-818 0 0,-21-2-2701 0 0,-19 0-1898 0 0</inkml:trace>
  <inkml:trace contextRef="#ctx0" brushRef="#br4" timeOffset="-48192.917">10972 1400 12881 0 0,'0'0'0'0'0,"0"0"1896"0"0,0 0-1171 0 0,0 0-193 0 0,0 0-175 0 0,0 0 301 0 0,0 0-94 0 0,0 0-221 0 0,0 0-127 0 0,47-3-221 0 0,21-3-105 0 0,20-2-152 0 0,13-1 109 0 0,6-1-29 0 0,6 0-114 0 0,1-1-294 0 0,0 0-469 0 0,-1 1-1160 0 0,-8 1-2871 0 0,-6 1-3544 0 0,-22 2 10445 0 0</inkml:trace>
  <inkml:trace contextRef="#ctx0" brushRef="#br5" timeOffset="2217.255">13476 334 820 0 0,'0'0'0'0'0,"0"0"1268"0"0,0 0-261 0 0,0 0-38 0 0,0 0 121 0 0,0 0-51 0 0,0 0-595 0 0,0 0-142 0 0,0 0 158 0 0,0 0-81 0 0,0 0 1583 0 0,2 0-1434 0 0,1 0 34 0 0,-1-1-82 0 0,1 1 62 0 0,-1 0 76 0 0,0 0-51 0 0,-1-1-110 0 0,0 1-73 0 0,-1 0 25 0 0,0 0 14 0 0,0 0-59 0 0,0 0-79 0 0,0 0-53 0 0,0-1-26 0 0,0 0-30 0 0,0-1-150 0 0,0 0-11 0 0,0-2-283 0 0,-2 0 169 0 0,-2-2-53 0 0,-3-1 29 0 0,-4 0-22 0 0,-3-2-91 0 0,-3-1 283 0 0,-4 0-92 0 0,-2 0 47 0 0,-4 0-74 0 0,-2 0 83 0 0,-4 1-182 0 0,0 0 156 0 0,-1 2 9 0 0,1 3-3 0 0,2 0-5 0 0,3 3-201 0 0,2 2-65 0 0,1 4 94 0 0,0 3 88 0 0,-1 5-20 0 0,-2 5 125 0 0,0 4-21 0 0,-3 4 101 0 0,-1 4-10 0 0,0 4 70 0 0,0 2 59 0 0,0 2-45 0 0,2 2-37 0 0,2 1-6 0 0,2 2-120 0 0,5 2 35 0 0,3 3-27 0 0,6 3-1 0 0,4 3 83 0 0,3 1-56 0 0,3 0 53 0 0,4 0-28 0 0,3-2 51 0 0,2-2-42 0 0,2-3 0 0 0,1-3 42 0 0,1-3-121 0 0,1-2 27 0 0,-1-3-22 0 0,0-2 1 0 0,0-2-5 0 0,0 0-42 0 0,0 0 68 0 0,0-1-12 0 0,1-1 0 0 0,-1 0 2 0 0,1-1-4 0 0,0-2 5 0 0,-1 0 82 0 0,0-2-23 0 0,2-2-2 0 0,1-2 32 0 0,1-2-38 0 0,0-2 26 0 0,2-2-26 0 0,0-3 11 0 0,0-1 10 0 0,0-1-35 0 0,-1-3 15 0 0,-1-2-52 0 0,-3-1 74 0 0,-1-1-84 0 0,-2-2 86 0 0,-1 0-12 0 0,0-1 20 0 0,1 0-17 0 0,2-1 34 0 0,4 1-113 0 0,3-1 76 0 0,4 0-79 0 0,5-1 78 0 0,2-1-15 0 0,4-3-55 0 0,3-3 28 0 0,2-4-25 0 0,1-4 0 0 0,2-3-5 0 0,-2-5-13 0 0,-2-2-49 0 0,-3-3 70 0 0,-3-1-85 0 0,-5-3 86 0 0,-3 0-86 0 0,-3-2-12 0 0,-2-1 12 0 0,-3-2-69 0 0,-1-1 60 0 0,-2-1 13 0 0,-2-1 20 0 0,-2-1 63 0 0,-2 0-6 0 0,-2 2 100 0 0,-2 2-40 0 0,-1 2 107 0 0,-1 5 1 0 0,-1 4-43 0 0,-1 4-10 0 0,-1 5 1 0 0,1 4-32 0 0,0 4-20 0 0,-1 3-15 0 0,0 2-54 0 0,0 2 8 0 0,-1 0-90 0 0,-1 0-89 0 0,-2 0 62 0 0,-2 1 28 0 0,-1-1 78 0 0,-1 1-16 0 0,-1 0 12 0 0,-1 1 9 0 0,-1 1-68 0 0,-4 2-176 0 0,-3 1 164 0 0,-4 3 88 0 0,-5 4-27 0 0,-2 1 27 0 0,-3 4 3 0 0,1 1-10 0 0,2 1-1 0 0,4 0-113 0 0,2 1 18 0 0,5-1-72 0 0,4-1 0 0 0,4 0-106 0 0,4-1-492 0 0,3-1-622 0 0,3 0-1211 0 0,1-1-2845 0 0,2-3 309 0 0</inkml:trace>
  <inkml:trace contextRef="#ctx0" brushRef="#br6" timeOffset="5967.776">313 1947 4468 0 0,'0'0'0'0'0,"0"0"860"0"0,0 0-821 0 0,0 0 2722 0 0,0 0-1864 0 0,0 0 301 0 0,0 0-188 0 0,0 0-285 0 0,0 0-222 0 0,0 0-103 0 0,0 0 5 0 0,-2 3 67 0 0,0 0-57 0 0,1 0-86 0 0,-1-1-90 0 0,1 0-53 0 0,1 1-61 0 0,0 0 41 0 0,-1 3-65 0 0,1 2-39 0 0,0 3-64 0 0,-2 4 8 0 0,-4 4-14 0 0,-2 4 10 0 0,-4 3-4 0 0,-2 3 16 0 0,-3 2 57 0 0,-1 0-76 0 0,-3 2 156 0 0,-2 0-27 0 0,0-1-61 0 0,-1-1 37 0 0,-1-2-32 0 0,2 0-78 0 0,0-3-90 0 0,4-1-87 0 0,2-1 28 0 0,4-3 28 0 0,3-1-2 0 0,4-2 36 0 0,7-3-45 0 0,6-3 160 0 0,7-3-42 0 0,5-3-153 0 0,6-2 49 0 0,2-2 154 0 0,3 0 158 0 0,2 0-99 0 0,5-1 170 0 0,4 1-119 0 0,9 0 141 0 0,7-1-203 0 0,9 1 33 0 0,7 0 116 0 0,10-1-70 0 0,7 0-29 0 0,8-1 55 0 0,9 0-68 0 0,8 0 6 0 0,9-1 25 0 0,5 0 8 0 0,4-3 9 0 0,2 1-10 0 0,-1-2-28 0 0,-4 0-53 0 0,-4 0-71 0 0,-6 1 5 0 0,-6 1-55 0 0,-7 2 63 0 0,-5 0-105 0 0,-5 0 35 0 0,-4 2 53 0 0,-1 0-70 0 0,-1 1 81 0 0,-1 1-24 0 0,1 0-81 0 0,0-1 119 0 0,0 0-30 0 0,1 0 1 0 0,-1-2-33 0 0,-1 1 56 0 0,0-1-18 0 0,-4 0 6 0 0,-4 0-56 0 0,-2-1 58 0 0,-5 0-16 0 0,-3 0-102 0 0,-3 0 18 0 0,-3-1-101 0 0,-4 1 70 0 0,-1 0 30 0 0,-2-1 108 0 0,-2 1-40 0 0,-1-1-114 0 0,1-1 22 0 0,1 0-29 0 0,2-1 63 0 0,3 0 83 0 0,2 0-21 0 0,3-1-31 0 0,2 0 64 0 0,0 1-87 0 0,0 2 101 0 0,-1 0-31 0 0,-3 1 7 0 0,-3 2-51 0 0,-5 2 66 0 0,-4 2-121 0 0,-5 2 22 0 0,-7 0 46 0 0,-5 1-32 0 0,-5 0 31 0 0,-5 1 48 0 0,-3-2-17 0 0,-3 1-48 0 0,1-2 16 0 0,-1 0 48 0 0,0 0-11 0 0,2-2-3 0 0,0 0-62 0 0,1 0 87 0 0,1 0-24 0 0,0-1 69 0 0,0-1-63 0 0,0 1 124 0 0,-2-1 11 0 0,-2-1 71 0 0,-3 1 48 0 0,-3-1 20 0 0,-4-1-50 0 0,-4 1-121 0 0,-2-1-29 0 0,-3 0-58 0 0,-1 0 53 0 0,-1 0-11 0 0,-1-1 22 0 0,1 1-92 0 0,-1 0-28 0 0,1 0-72 0 0,-1 0 130 0 0,1-1-29 0 0,0-3 12 0 0,0-1 165 0 0,0-2 80 0 0,0-5-41 0 0,1-2-91 0 0,0-4 44 0 0,3-4 53 0 0,2-4-37 0 0,4-3 104 0 0,5-5-55 0 0,4-3-256 0 0,6-3 34 0 0,3-1-187 0 0,0 2-49 0 0,1 3-203 0 0,-4 6-327 0 0,-6 7-772 0 0,-7 8-2532 0 0,-10 7-4080 0 0,-5 5 6023 0 0</inkml:trace>
  <inkml:trace contextRef="#ctx0" brushRef="#br7" timeOffset="172076.539">7021 365 548 0 0,'0'0'0'0'0,"0"0"6325"0"0,0 0-5634 0 0,0 0 1195 0 0,0 0-482 0 0,0 0-420 0 0,0 0 17 0 0,0 0-5 0 0,0 0-153 0 0,0 0-86 0 0,0 0-90 0 0,2-3-57 0 0,3 1-178 0 0,5 2 0 0 0,5 5 98 0 0,6 8-1 0 0,6 10-92 0 0,7 12-196 0 0,8 12-79 0 0,4 13-84 0 0,3 11-77 0 0,1 10 11 0 0,-3 5-82 0 0,-2 3 85 0 0,-4-1-98 0 0,-2-3 33 0 0,-3-6-43 0 0,-1-7 56 0 0,-2-7-17 0 0,-3-8-69 0 0,0-8 68 0 0,-3-7-70 0 0,-2-7-181 0 0,-2-6-248 0 0,-1-7-340 0 0,1-5-191 0 0,-2-4-28 0 0,-1-4-197 0 0,-1-2-467 0 0,-1-3-191 0 0,-4-2-207 0 0,-2 0-252 0 0,-4-1 344 0 0,-3-1-567 0 0,-2 0 2423 0 0</inkml:trace>
  <inkml:trace contextRef="#ctx0" brushRef="#br8" timeOffset="172316.54">8166 374 4576 0 0,'0'0'0'0'0,"0"0"5877"0"0,0 0-5335 0 0,0 0 493 0 0,0 0-267 0 0,-16 23-480 0 0,-12 15 373 0 0,-15 15 259 0 0,-17 14 108 0 0,-18 14-81 0 0,-16 11-157 0 0,-14 11-74 0 0,-11 6-50 0 0,-7 5-240 0 0,-2 2-80 0 0,1 0-382 0 0,6-2-6 0 0,7-3-560 0 0,12-6-716 0 0,10-6-934 0 0,15-10-2458 0 0,10-8-2984 0 0,17-21 5448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4:50.73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6735.34375"/>
      <inkml:brushProperty name="anchorY" value="-78730.9609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38383.75"/>
      <inkml:brushProperty name="anchorY" value="-80433.41406"/>
      <inkml:brushProperty name="scaleFactor" value="0.5"/>
    </inkml:brush>
  </inkml:definitions>
  <inkml:trace contextRef="#ctx0" brushRef="#br0">165 45 1604 0 0,'0'0'0'0'0,"0"0"7533"0"0,0 0-7444 0 0,0 0 2042 0 0,0 0-1487 0 0,0 0 32 0 0,0 0 114 0 0,16 19-51 0 0,5 8-213 0 0,7 7-189 0 0,3 5-180 0 0,3 3-81 0 0,-1 1-66 0 0,0 0-1 0 0,-1-2-9 0 0,-1-3-4 0 0,-2-6-256 0 0,-4-5-334 0 0,-2-7-540 0 0,-4-5-1254 0 0,-5-7-4737 0 0,-4-3 3653 0 0</inkml:trace>
  <inkml:trace contextRef="#ctx0" brushRef="#br1" timeOffset="254.466">919 1 7097 0 0,'0'0'0'0'0,"0"0"5608"0"0,0 0-6025 0 0,0 0 2170 0 0,0 0-1171 0 0,0 0 23 0 0,-17 23 178 0 0,-7 9 76 0 0,-7 10-193 0 0,-6 8-185 0 0,-4 6-134 0 0,-2 6-74 0 0,-5 6-47 0 0,-5 6 75 0 0,-5 6-60 0 0,-5 5-251 0 0,-4 3 45 0 0,-2 4-391 0 0,1 2-316 0 0,0-1-628 0 0,3-1-691 0 0,6-6-2980 0 0,-1-4-3186 0 0,13-19 7089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4:14.19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308.34375"/>
      <inkml:brushProperty name="anchorY" value="-16634.2714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7094.12109"/>
      <inkml:brushProperty name="anchorY" value="-18721.67969"/>
      <inkml:brushProperty name="scaleFactor" value="0.5"/>
    </inkml:brush>
  </inkml:definitions>
  <inkml:trace contextRef="#ctx0" brushRef="#br0">1 1 4456 0 0,'0'0'0'0'0,"0"0"2981"0"0,0 0-1312 0 0,0 0-270 0 0,0 0-339 0 0,0 0-117 0 0,9 18-303 0 0,5 5-219 0 0,4 5-110 0 0,3 2-100 0 0,3 1 49 0 0,3 2-26 0 0,3 0-8 0 0,3 2-10 0 0,2 2 72 0 0,2 2-138 0 0,2 1 322 0 0,0 2-21 0 0,-2 0-61 0 0,-1 1 1 0 0,-4-2-72 0 0,-3 0-74 0 0,-4-3-26 0 0,-4-1-193 0 0,-4-3-6 0 0,-4-3-17 0 0,-3-3-104 0 0,-2-2-15 0 0,-4-4-100 0 0,-1-4 17 0 0,-2-3-82 0 0,-1-4-56 0 0,0-3-63 0 0,-2-3-200 0 0,-3-3-449 0 0,-2-2-816 0 0,-2-3-2243 0 0,-4-2-650 0 0,2-1 918 0 0</inkml:trace>
  <inkml:trace contextRef="#ctx0" brushRef="#br1" timeOffset="312.405">876 140 796 0 0,'0'0'0'0'0,"0"0"3252"0"0,0 0 985 0 0,0 0-3352 0 0,0 0 640 0 0,0 0-536 0 0,0 0 107 0 0,0 0-40 0 0,0 0-439 0 0,0 0 85 0 0,0 0-126 0 0,10 21 28 0 0,2 7-18 0 0,-1 6-277 0 0,-1 3 107 0 0,-6 3 26 0 0,-5 3 105 0 0,-8 2 8 0 0,-7 5-584 0 0,-6 4 360 0 0,-6 5-394 0 0,-5 6 30 0 0,-3 5-204 0 0,-2 3-129 0 0,0 2-169 0 0,1-1-259 0 0,3-3-458 0 0,2-7-1155 0 0,4-7-2163 0 0,4-10-3023 0 0,4-10 7392 0 0,6-12-1042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4:03.48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0"/>
      <inkml:brushProperty name="anchorY" value="0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160.45752"/>
      <inkml:brushProperty name="anchorY" value="-1190.302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461.58203"/>
      <inkml:brushProperty name="anchorY" value="-18521.34961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6778.07227"/>
      <inkml:brushProperty name="anchorY" value="-20031.33984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279.41016"/>
      <inkml:brushProperty name="anchorY" value="-28913.38477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6816.23828"/>
      <inkml:brushProperty name="anchorY" value="-30250.82617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8101.22461"/>
      <inkml:brushProperty name="anchorY" value="-32025.33594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6829.21484"/>
      <inkml:brushProperty name="anchorY" value="-31085.36133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108.48438"/>
      <inkml:brushProperty name="anchorY" value="-30275.20117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791.81445"/>
      <inkml:brushProperty name="anchorY" value="-28960.38477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2461.82617"/>
      <inkml:brushProperty name="anchorY" value="-27750.31641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172.77539"/>
      <inkml:brushProperty name="anchorY" value="-26534.26758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9805.54883"/>
      <inkml:brushProperty name="anchorY" value="-25232.40039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159.34766"/>
      <inkml:brushProperty name="anchorY" value="-26530.14648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2731.46875"/>
      <inkml:brushProperty name="anchorY" value="-28284.75391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659.86719"/>
      <inkml:brushProperty name="anchorY" value="-28236.96484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534.01563"/>
      <inkml:brushProperty name="anchorY" value="-28343.8125"/>
      <inkml:brushProperty name="scaleFactor" value="0.5"/>
    </inkml:brush>
  </inkml:definitions>
  <inkml:trace contextRef="#ctx0" brushRef="#br0">666 10483 1512 0 0,'0'0'0'0'0,"0"0"1460"0"0,0 0-392 0 0,0 0 33 0 0,0 0 116 0 0,0 0-236 0 0,0 0-357 0 0,0 0-565 0 0,0 0 851 0 0,0 0-903 0 0,-10 4 1250 0 0,-1 0-798 0 0,0-1 109 0 0,2 0-93 0 0,3-2 145 0 0,3 0-109 0 0,1-2-149 0 0,3 0-175 0 0,0 1-66 0 0,1-1-21 0 0,0 0-24 0 0,-1 0-26 0 0,1 0-40 0 0,-1 1 4 0 0,0 0-6 0 0,0-1 66 0 0,0 1 8 0 0,0-1 63 0 0,0 0 103 0 0,2 0 8 0 0,0 0-39 0 0,3 0-57 0 0,4 1-14 0 0,3-1-6 0 0,5 1-153 0 0,5 0 33 0 0,6 1 42 0 0,6 0 51 0 0,5 2 213 0 0,5 0-292 0 0,5 0 86 0 0,2 1-76 0 0,2-2 29 0 0,0 0-30 0 0,0-1 12 0 0,-1 0 24 0 0,-1-1-91 0 0,0 0 122 0 0,0-2-138 0 0,1 0 28 0 0,-1 0 4 0 0,1 0 8 0 0,3-1 54 0 0,0 0-65 0 0,3 0 149 0 0,1-1-86 0 0,2-1-3 0 0,1 0 8 0 0,0-1-10 0 0,1 0 95 0 0,0 0-32 0 0,1 0-88 0 0,0 0-27 0 0,0 1-4 0 0,-1 0-86 0 0,0 1 107 0 0,-2 0-102 0 0,-2 0 92 0 0,-1 1-22 0 0,-2 1 8 0 0,-2 0 9 0 0,-1 0 105 0 0,-1 0-146 0 0,0 1 109 0 0,-1-1-94 0 0,-1 1 26 0 0,-1-1-9 0 0,-1 0-19 0 0,1 1 20 0 0,1 0-3 0 0,0 0 2 0 0,3 1 18 0 0,3 0-23 0 0,0 0 78 0 0,3 0-33 0 0,-1 0 37 0 0,1 1 24 0 0,-12-1-108 0 0</inkml:trace>
  <inkml:trace contextRef="#ctx0" brushRef="#br1" timeOffset="2109.416">3331 10495 1016 0 0,'0'0'0'0'0,"0"0"3040"0"0,0 0-1815 0 0,0 0-74 0 0,0 0-408 0 0,0 0 63 0 0,0 0-151 0 0,0 0-106 0 0,0 0-122 0 0,0 0-132 0 0,0 0 56 0 0,0 0 43 0 0,6 3-260 0 0,3-1 291 0 0,2 2 101 0 0,1-1 63 0 0,2 0 12 0 0,0 0 23 0 0,1 0-137 0 0,2 0-62 0 0,0-1-37 0 0,4 0-48 0 0,1 0 6 0 0,3-1 64 0 0,1-1-178 0 0,2 0 13 0 0,1 0-86 0 0,1 0-31 0 0,3 0-11 0 0,1 0-73 0 0,1-1 50 0 0,-1-1-107 0 0,1 1 39 0 0,2-1 27 0 0,-1-1-58 0 0,3 1 10 0 0,0-2-3 0 0,1 1 7 0 0,1-2-12 0 0,1 0 0 0 0,0-1 4 0 0,0 0 8 0 0,0 1-12 0 0,-1 0-37 0 0,1 0 52 0 0,0 1 38 0 0,0 2-66 0 0,2 0 24 0 0,0 1 34 0 0,1 0-54 0 0,0 1-48 0 0,2-1 79 0 0,0 1-14 0 0,1-2 51 0 0,3 0-57 0 0,3 0 122 0 0,2-2-96 0 0,2 0-10 0 0,0-1-25 0 0,0 0 16 0 0,-1-1-18 0 0,-2 0 15 0 0,0 1-93 0 0,-1 0 36 0 0,0 1 59 0 0,-1 2-99 0 0,1 0 118 0 0,-1 1-32 0 0,3 1 12 0 0,1 0-5 0 0,3-1-8 0 0,1-1-44 0 0,3-1-21 0 0,1-3 45 0 0,0-2 20 0 0,1-2 5 0 0,1-1 3 0 0,0 0-9 0 0,0-1 8 0 0,1 1-7 0 0,2 1-148 0 0,1 0 127 0 0,4 2-42 0 0,1 1 72 0 0,3 2-68 0 0,2 1 70 0 0,4 0-16 0 0,2 0 15 0 0,1-1-72 0 0,0 0 91 0 0,-3-2-143 0 0,-1 0 155 0 0,-3-2 51 0 0,-3 0-93 0 0,-2 0 19 0 0,-2 1-25 0 0,-2 1 17 0 0,0 1-12 0 0,0 1-76 0 0,0 2 8 0 0,0 1-72 0 0,3 1 82 0 0,1 1 60 0 0,2 0-76 0 0,2 0 99 0 0,-1 0-102 0 0,1-2 110 0 0,-1 0-29 0 0,-1-2 90 0 0,-3 0-97 0 0,-2-1 23 0 0,-4 0 6 0 0,-4 1-19 0 0,-3 0 6 0 0,-3 1-16 0 0,-1 1 9 0 0,0 1-8 0 0,1 0 15 0 0,2 1-13 0 0,1 0-75 0 0,0 0 54 0 0,0 1 35 0 0,0 0-11 0 0,-1 1 8 0 0,-3 0 5 0 0,1 0-6 0 0,-3 1 1 0 0,1 0 75 0 0,0 0-96 0 0,1-1 41 0 0,2 2-23 0 0,2-1 0 0 0,0 1-15 0 0,1 0-122 0 0,1 1 48 0 0,1 0 34 0 0,1 0 5 0 0,1 1 58 0 0,0 0-13 0 0,1 0 60 0 0,0-1-58 0 0,0 1 86 0 0,-1-1-91 0 0,-1 1 33 0 0,-2-1-25 0 0,-2 1-23 0 0,-1 1-54 0 0,-2 0 92 0 0,-1 1-200 0 0,0 1 135 0 0,-1 1-32 0 0,1 1 7 0 0,1 0 91 0 0,0 0-16 0 0,1 0 61 0 0,1 0 70 0 0,1-1-100 0 0,1 0 64 0 0,0-1 55 0 0,2-1-78 0 0,2 0-5 0 0,2-2-9 0 0,2 0-6 0 0,1 0 107 0 0,2 0-106 0 0,2-1 32 0 0,0 0-33 0 0,2 1 81 0 0,0 0-29 0 0,1-1 58 0 0,0 1 43 0 0,0 0-57 0 0,0 1-34 0 0,0-1-113 0 0,-3 0 18 0 0,-3-1-84 0 0,-2 0 13 0 0,-2-2-50 0 0,-1 0-92 0 0,1-2 98 0 0,1 0 25 0 0,2-1 59 0 0,3-1-71 0 0,3-1 106 0 0,4-1-32 0 0,2 0-39 0 0,1 0-23 0 0,2 1 87 0 0,1 0-24 0 0,2 1-4 0 0,1 0-116 0 0,1 1 51 0 0,-1 1-125 0 0,-2 2 106 0 0,-1 0-82 0 0,-3 1-79 0 0,-1-1-66 0 0,0 0-36 0 0,1-1-116 0 0,3-1 218 0 0,1 0 92 0 0,4-1 116 0 0,2-1 36 0 0,2-2 14 0 0,0-1 126 0 0,1-1 64 0 0,-2-1-173 0 0,-1-1 9 0 0,0 0 71 0 0,0-1-105 0 0,2-1 32 0 0,3-1 37 0 0,5 1 89 0 0,3 0-23 0 0,1 2-148 0 0,0 1-635 0 0,-4 3-772 0 0,-5 0-574 0 0,9 2-7580 0 0,-20 1 10029 0 0</inkml:trace>
  <inkml:trace contextRef="#ctx0" brushRef="#br2" timeOffset="13983.708">3952 10461 260 0 0,'0'0'0'0'0,"0"0"720"0"0,0 0-448 0 0,0 0 11 0 0,0 0 1674 0 0,0 0-234 0 0,0 0-851 0 0,0 0-328 0 0,0 0-350 0 0,0 0 172 0 0,0 0 63 0 0,2-3-24 0 0,0-1-24 0 0,1 0 18 0 0,0 0 77 0 0,1 0-5 0 0,-1-1 34 0 0,1 1 70 0 0,-1 0 24 0 0,-1 0-1 0 0,-1 1-27 0 0,0 1-64 0 0,0 1-31 0 0,-1 1-44 0 0,0 0 6 0 0,0 0 36 0 0,-1 2-133 0 0,1 2-296 0 0,0 2-9 0 0,-1 3-28 0 0,1 3-68 0 0,-1 3 77 0 0,0 3-26 0 0,1 3 9 0 0,2 3-56 0 0,4 2 72 0 0,3 2-24 0 0,3 0 13 0 0,4 0-11 0 0,2-3 8 0 0,1-1-77 0 0,1-4-7 0 0,2-4-2 0 0,-1-3-50 0 0,1-5 45 0 0,-1-2 101 0 0,0-4 32 0 0,-2-2-47 0 0,-1-4 17 0 0,-1-3 130 0 0,-4-3 40 0 0,-1-5-106 0 0,-1-3-81 0 0,-4-4-96 0 0,-1-3-223 0 0,-2-4-274 0 0,-2-3 194 0 0,-1-1-58 0 0,-3-2 40 0 0,-5 2 304 0 0,-5 1 98 0 0,-5 4 67 0 0,-3 5 140 0 0,-3 4 60 0 0,0 6 50 0 0,-1 5 16 0 0,0 5-49 0 0,0 5-113 0 0,1 5-106 0 0,-1 5-36 0 0,1 5-166 0 0,1 5 202 0 0,1 3-71 0 0,2 3 38 0 0,2 1 146 0 0,4 1-102 0 0,3 0 234 0 0,3-1-185 0 0,2-2 30 0 0,3-3 38 0 0,1-3-4 0 0,1-3-202 0 0,1-5 4 0 0,1-4-106 0 0,2-3 140 0 0,4-3-21 0 0,1-4 155 0 0,4-4-182 0 0,1-4 61 0 0,3-3-20 0 0,0-4 10 0 0,0-4-4 0 0,-3-3 7 0 0,-1-1-16 0 0,-4-2-55 0 0,-2 0 61 0 0,-4 1-8 0 0,-1 2 3 0 0,-4 2 7 0 0,-2 4-2 0 0,-3 3 11 0 0,-2 3 99 0 0,-3 4 33 0 0,0 3-17 0 0,-2 3-150 0 0,0 4-180 0 0,-2 4 74 0 0,0 4 33 0 0,0 4 100 0 0,2 2 80 0 0,2 2-41 0 0,3 1 23 0 0,2-1-64 0 0,4 0 119 0 0,1-2 9 0 0,1-3 25 0 0,1-2-113 0 0,1-2-38 0 0,0-4-66 0 0,2-1-64 0 0,2-3 52 0 0,1-1 81 0 0,2-1 51 0 0,1-2-77 0 0,2-1 36 0 0,2-3 54 0 0,0-3-84 0 0,1-4 33 0 0,1-4-25 0 0,-1-3-79 0 0,-1-3-24 0 0,-2-2 28 0 0,-4 1-14 0 0,-1 1 107 0 0,-3 3 22 0 0,-2 3-47 0 0,-1 5 235 0 0,-1 4 119 0 0,-2 4-27 0 0,-1 2-38 0 0,-2 3-317 0 0,-3 3 39 0 0,-1 3 8 0 0,1 5-66 0 0,-1 4 71 0 0,2 2-31 0 0,2 3 6 0 0,3 1-47 0 0,1-1 17 0 0,1 0 35 0 0,1-4-59 0 0,3-2 5 0 0,1-5-90 0 0,0-3-76 0 0,1-3-30 0 0,0-2 143 0 0,1-2 116 0 0,1-2 225 0 0,1-3-80 0 0,1-3 26 0 0,0-3-32 0 0,0-3-59 0 0,-2-2-88 0 0,0-3 19 0 0,-2-3-74 0 0,-2 0 21 0 0,0-2 46 0 0,-2 2-19 0 0,-2 1 22 0 0,-3 2-8 0 0,0 5 115 0 0,-2 4 125 0 0,0 3-42 0 0,-2 4-236 0 0,-1 6 60 0 0,-4 6-384 0 0,-1 7 139 0 0,-3 7 84 0 0,1 6 90 0 0,2 4 32 0 0,3 2 9 0 0,4 1-97 0 0,3-2 29 0 0,2-3-98 0 0,7-4-144 0 0,1-5-356 0 0,4-5-1018 0 0,-1-4-2512 0 0,-1-5-2587 0 0,-2-4 5472 0 0</inkml:trace>
  <inkml:trace contextRef="#ctx0" brushRef="#br3" timeOffset="41961.2">578 1 1240 0 0,'0'0'0'0'0,"0"0"548"0"0,0 0-289 0 0,0 0-11 0 0,0 0 1511 0 0,0 0-290 0 0,0 0-551 0 0,0 0-153 0 0,0 0-452 0 0,0 0 30 0 0,0 0-155 0 0,-12 10-24 0 0,-2 1 27 0 0,1 2-104 0 0,0 0-17 0 0,3-3-65 0 0,2-1 97 0 0,2-1-114 0 0,2-3 143 0 0,1 0-42 0 0,0 0 15 0 0,1-2 0 0 0,-1 1-61 0 0,1-1-33 0 0,0 0 84 0 0,0 1 50 0 0,0-2 17 0 0,1 1 36 0 0,-1 0 3 0 0,1 2-53 0 0,0-1 45 0 0,0 1 105 0 0,1 2 45 0 0,0 0 28 0 0,-1 1-64 0 0,1 0-52 0 0,0 2-48 0 0,1 0-63 0 0,-1 0-68 0 0,0 1-77 0 0,0 0-69 0 0,0 0 95 0 0,0 0 25 0 0,0 0-67 0 0,0 0 27 0 0,0 1-4 0 0,0-1-16 0 0,0 1 24 0 0,0 1 76 0 0,0-1-54 0 0,0 1-29 0 0,0 0 88 0 0,0 0 46 0 0,0 0 22 0 0,0 1-59 0 0,-1 1 166 0 0,-1 0-208 0 0,0 1 75 0 0,-3 2-21 0 0,-2 0 108 0 0,-1 1-269 0 0,-1 0 75 0 0,-1 0-158 0 0,-1 1 110 0 0,2-2-72 0 0,1 1 108 0 0,2 1-104 0 0,1-2-55 0 0,2 0 168 0 0,0 0-107 0 0,2-1-6 0 0,1 0 33 0 0,-1 0 52 0 0,0-1-6 0 0,1 0 25 0 0,-1 1-18 0 0,-1-1 7 0 0,-1 0 96 0 0,-1 1 5 0 0,0 0-28 0 0,-3 0-75 0 0,0 2 16 0 0,-2-1-21 0 0,-1 1-26 0 0,0 1-53 0 0,-1-1-104 0 0,0 1 225 0 0,0-1-214 0 0,0 0 65 0 0,0-1-151 0 0,1 0 197 0 0,-1 0-4 0 0,0-1-37 0 0,3 0 21 0 0,-1 0-85 0 0,2-1 190 0 0,0 1-45 0 0,1 1 141 0 0,-1 0 52 0 0,-1 0-63 0 0,0 1-28 0 0,-1 0-85 0 0,0 0-66 0 0,1 1 30 0 0,0 0 47 0 0,-1 1 489 0 0,2 0-307 0 0,0 0-211 0 0,2 0 70 0 0,2-1-467 0 0,1-2 274 0 0,2-1-48 0 0,3 0 216 0 0,1-1 125 0 0,1 1-76 0 0,-1-1 8 0 0,-1 1-87 0 0,0 1 213 0 0,-1 2 295 0 0,-3 0-486 0 0,-2 1 24 0 0,-2-1-60 0 0,0-1-250 0 0,-2-1 142 0 0,0-1 3 0 0,1 0 139 0 0,-2-1 98 0 0,-2 2 198 0 0,1 0 205 0 0,0 1-395 0 0,0 1-55 0 0,0-1-42 0 0,3-1-197 0 0,2-1 98 0 0,1 0 80 0 0,2 1-79 0 0,-1 0 84 0 0,0 2-4 0 0,-2 1 222 0 0,0 1-159 0 0,-1 1-70 0 0,0-1 18 0 0,1 0-265 0 0,2-1 117 0 0,0-2-2 0 0,1-2 152 0 0,0-1 50 0 0,1 0-91 0 0,0-2-51 0 0,1 0 101 0 0,2 1 317 0 0,2 0-145 0 0,2 2-231 0 0,3 1 76 0 0,2 1-238 0 0,1 3 108 0 0,0 1 101 0 0,0 3 246 0 0,-2 0-339 0 0,-1 2 46 0 0,-3 0 55 0 0,-1 2 71 0 0,-2 0-121 0 0,-1-1-13 0 0,0 1-49 0 0,-1 0 114 0 0,1-1 260 0 0,0 1-205 0 0,1 0 95 0 0,2 0-200 0 0,1 1-172 0 0,3 0 263 0 0,3-1-35 0 0,3 2-46 0 0,2 0 25 0 0,1 0-17 0 0,2 2-49 0 0,0 0 69 0 0,-1 1-32 0 0,-1 1-36 0 0,-3-1 67 0 0,-1 1-17 0 0,-3 0 11 0 0,-1 0-5 0 0,-1 0-73 0 0,0 0 95 0 0,0-1-36 0 0,2 0 16 0 0,1-1-16 0 0,1 0-144 0 0,4-1 143 0 0,1-1-60 0 0,2-1 69 0 0,-1 0-7 0 0,1 0 0 0 0,-1 0 7 0 0,-1-1-53 0 0,-1-1 1 0 0,-1 0-59 0 0,-1-1 70 0 0,-2 0 51 0 0,-3-1 103 0 0,0-1 38 0 0,-3 1-117 0 0,0-1 83 0 0,-3 0 19 0 0,0-1-54 0 0,-1 0-83 0 0,-1 1 27 0 0,-2-1-20 0 0,1 0 1 0 0,-2-1-4 0 0,0 0-158 0 0,0-1 194 0 0,0-1-467 0 0,0 0 34 0 0,0 1 116 0 0,-1-1 318 0 0,-1 0 91 0 0,-2 0-12 0 0,-2 0 16 0 0,0-1-147 0 0,-2-1-585 0 0,0-1 605 0 0,0 0-40 0 0,-3 0 416 0 0,0-1-105 0 0,0 1-12 0 0,1-2-294 0 0,0 0-650 0 0,1-2 173 0 0,1 1 613 0 0,1 0 365 0 0,-1 0-33 0 0,1 1-66 0 0,-1 1-413 0 0,1 0-828 0 0,-1 0 54 0 0,-1 1 995 0 0,-1 2 294 0 0,0 1 187 0 0,-1 2-806 0 0,1 0 226 0 0,1 0-770 0 0,1 0 889 0 0,2 0 436 0 0,1 1-795 0 0,0 2 311 0 0,2 1-55 0 0,1 1-110 0 0,0 2 217 0 0,0 1-47 0 0,1 1-92 0 0,1 1 31 0 0,0 3-90 0 0,0 0 6 0 0,2 0-1 0 0,3 2-13 0 0,3-2-48 0 0,1 1 60 0 0,2-1-114 0 0,2-1 122 0 0,0-1-99 0 0,1 1 15 0 0,1-2 71 0 0,0 1-14 0 0,0-2 12 0 0,0 0 5 0 0,-1 0-5 0 0,1-1-69 0 0,-1-1 90 0 0,0 1 36 0 0,-1-1-75 0 0,0-1-74 0 0,-1 1 47 0 0,-1-1 48 0 0,-2 0-25 0 0,-1-1-76 0 0,-1-1 65 0 0,-2-1-140 0 0,-2-1 108 0 0,0-1 62 0 0,0-1-13 0 0,-1-1-221 0 0,0-2-82 0 0,0-1 84 0 0,-1-1 270 0 0,-1 0-4 0 0,1-1 350 0 0,-1 0-274 0 0,0-1-272 0 0,0-2 242 0 0,-1-1-608 0 0,-1-2 80 0 0,-3-1 354 0 0,-1-1 22 0 0,-2-1 62 0 0,-3-1 156 0 0,0-1-110 0 0,0 0-32 0 0,0-1-213 0 0,1 0 20 0 0,1 0 57 0 0,0-1 90 0 0,0 1 38 0 0,0 1 13 0 0,0-1 0 0 0,1 1 46 0 0,-2 1-55 0 0,1 0 9 0 0,-2 1 57 0 0,-1 2-75 0 0,-1 1 412 0 0,-1 2 195 0 0,0 1-455 0 0,-1-1 72 0 0,2 0-225 0 0,1-1-136 0 0,3-2 200 0 0,0 0-75 0 0,3-2 230 0 0,1-1-165 0 0,2 0-39 0 0,1-2-197 0 0,1 0-15 0 0,0-1-26 0 0,1-1 200 0 0,0 1 19 0 0,1-1 21 0 0,-1 1 54 0 0,0 0-59 0 0,0 2 26 0 0,-2 2 75 0 0,0 3 145 0 0,-2 4 557 0 0,1 3-500 0 0,0 4-323 0 0,0 2-578 0 0,1 3 792 0 0,3 2-110 0 0,1 2-40 0 0,1 3 209 0 0,2 2-58 0 0,-1 2-84 0 0,1 1-114 0 0,2 2-35 0 0,0 0 57 0 0,1 2 91 0 0,1 1-34 0 0,0 0 75 0 0,-1 1-35 0 0,1-1-118 0 0,0 0 20 0 0,-2-1-191 0 0,-2 0 226 0 0,0 0-2 0 0,-2-1-61 0 0,-1-1 20 0 0,-1-1-11 0 0,0 0-187 0 0,0-1 230 0 0,0-1-64 0 0,1-1 125 0 0,1 0-121 0 0,0-1 32 0 0,2 0-76 0 0,0-1 83 0 0,2 0-15 0 0,-1-2 58 0 0,1 0-79 0 0,0-2 22 0 0,-1 0-4 0 0,-2-2-58 0 0,0 0 73 0 0,-1-2-24 0 0,-1 0-127 0 0,-1 0 178 0 0,-1-1-63 0 0,1-1 137 0 0,-2 0-132 0 0,1 0 36 0 0,-1-2-7 0 0,-1 0-17 0 0,1 0 5 0 0,-2-2-2 0 0,0 0 0 0 0,1-2-70 0 0,-1 0 16 0 0,1-2-229 0 0,-2-1 146 0 0,0 1 155 0 0,-1 0 218 0 0,0 0-312 0 0,-2 1 114 0 0,1-1-33 0 0,-1-1-6 0 0,1 0-27 0 0,-1-1 36 0 0,-1 1 198 0 0,0-1-121 0 0,1 1 333 0 0,0-1-193 0 0,2 1-257 0 0,1-2-514 0 0,2 1 715 0 0,0 0-16 0 0,1 1 59 0 0,0 0-80 0 0,1 0-143 0 0,-1 0-496 0 0,1 0 617 0 0,-2 1-174 0 0,0 1 58 0 0,-1 1-157 0 0,-1 1 200 0 0,1 1-57 0 0,-1 1 18 0 0,0 0 77 0 0,0 1-96 0 0,1 0 134 0 0,-1 2 124 0 0,1 0-224 0 0,1 2 60 0 0,1-1-65 0 0,0 1 1 0 0,0 1-8 0 0,0-1 18 0 0,0 0-24 0 0,1 1-67 0 0,0-1 88 0 0,0 0-160 0 0,2-1 126 0 0,4 0 0 0 0,2-1 5 0 0,2-2 4 0 0,2 0-3 0 0,0-1 0 0 0,0 0 0 0 0,-1 0-46 0 0,-1 0-90 0 0,-1 0 181 0 0,-2 0-55 0 0,-2 1 17 0 0,-2-2-83 0 0,-1 1-167 0 0,0 0 322 0 0,-1-1 113 0 0,1 0-243 0 0,-1-2 104 0 0,1-1-53 0 0,0 0-194 0 0,0-1 264 0 0,0 0 402 0 0,1 0-600 0 0,0-2-60 0 0,0-1 25 0 0,-1-1-118 0 0,-1-3 23 0 0,0-1 18 0 0,0 0 100 0 0,-1-2 164 0 0,0 0 72 0 0,-2-1 52 0 0,0 0-4 0 0,-1-1-66 0 0,1-1 34 0 0,0 0-14 0 0,1-2 7 0 0,0 0-58 0 0,1 0-34 0 0,0 0-50 0 0,0 1 47 0 0,0 0-15 0 0,0 0 9 0 0,0 2-52 0 0,0 0-55 0 0,0 1-38 0 0,0 0 84 0 0,-2 2 72 0 0,-1 1-18 0 0,-1 1 165 0 0,-2 0-30 0 0,0 1-70 0 0,-1 0 12 0 0,0 2-68 0 0,-2 1 0 0 0,0 1-50 0 0,-1 3-32 0 0,-1 2 109 0 0,0 2 6 0 0,-1 2-39 0 0,0 0 4 0 0,0 0-403 0 0,1-1 285 0 0,-1-2-158 0 0,0-2 137 0 0,1-1 161 0 0,0-2 196 0 0,1-2-40 0 0,2-1-22 0 0,2-2-166 0 0,1-1-16 0 0,2-1-206 0 0,0-2-50 0 0,2-1-154 0 0,1-1-213 0 0,0-1-587 0 0,0-1-1141 0 0,1 1-1959 0 0,0-2 1295 0 0</inkml:trace>
  <inkml:trace contextRef="#ctx0" brushRef="#br4" timeOffset="43159.835">4041 10426 12 0 0,'0'0'0'0'0,"0"0"2152"0"0,0 0-1474 0 0,0 0 4261 0 0,0 0-4579 0 0,0 0 1195 0 0,0 0-587 0 0,0 0-408 0 0,0 0 149 0 0,0 0 58 0 0,0 0-179 0 0,-20 15-480 0 0,-2 3 105 0 0,1 2-171 0 0,3-1 52 0 0,5-2-36 0 0,7-4-66 0 0,8-4 135 0 0,7-4 283 0 0,8-3-520 0 0,4-4-79 0 0,4-3-187 0 0,3-3 81 0 0,1-2 253 0 0,0-2 7 0 0,0-1-65 0 0,-2-2 125 0 0,-3-1-28 0 0,-4 0 14 0 0,-5 1 94 0 0,-5 2 15 0 0,-5 2 86 0 0,-2 3 20 0 0,-3 1-18 0 0,-4 3 66 0 0,-3 1-134 0 0,-2 2-30 0 0,-5 2 0 0 0,-1 1-24 0 0,-3 5-98 0 0,0 4-81 0 0,-1 4-12 0 0,0 4 26 0 0,2 4 42 0 0,2 1 36 0 0,4 0 8 0 0,4-1-11 0 0,2-3 6 0 0,6-4-254 0 0,5-5-16 0 0,7-4 138 0 0,6-3 66 0 0,5-6 56 0 0,5-3-2 0 0,2-5-158 0 0,0-3-227 0 0,-2-2-459 0 0,-5-1-929 0 0,-3 2-743 0 0,-7 0-2267 0 0,-5 5 1732 0 0</inkml:trace>
  <inkml:trace contextRef="#ctx0" brushRef="#br5" timeOffset="44311.911">7782 10225 4044 0 0,'0'0'0'0'0,"0"0"2149"0"0,0 0-445 0 0,0 0-437 0 0,0 0-238 0 0,0 0 52 0 0,0 0-175 0 0,0 0-73 0 0,0 0-139 0 0,0 0-107 0 0,0 0-194 0 0,0 0-61 0 0,-3 6-90 0 0,-1 1-50 0 0,0 2-201 0 0,0 0 41 0 0,0 3-31 0 0,-1 2-1 0 0,1 2 84 0 0,0 2 37 0 0,-1 0-29 0 0,1 1 25 0 0,1-1-67 0 0,0-2 23 0 0,0-3-75 0 0,2-2 85 0 0,0-4-94 0 0,0-3 19 0 0,1-1-91 0 0,0-3-84 0 0,0 0-66 0 0,0 0 65 0 0,0-3 117 0 0,2-2 41 0 0,2-4 144 0 0,2-3-166 0 0,1-5 50 0 0,0-4-101 0 0,-1-1 47 0 0,-1 0 41 0 0,-2 2 117 0 0,-2 3 79 0 0,0 4 113 0 0,-2 5 32 0 0,-4 3 152 0 0,-3 6-17 0 0,-6 4-338 0 0,-5 6-125 0 0,-5 4 19 0 0,-5 6-38 0 0,0 2 2 0 0,0 3-1 0 0,3 0 9 0 0,3-1 63 0 0,7-2-17 0 0,5-3-52 0 0,5-2 4 0 0,3-4-5 0 0,4-1-7 0 0,5-3-54 0 0,4-3 19 0 0,3-1-27 0 0,4-3 24 0 0,6-1-54 0 0,2-3 2 0 0,4-3-17 0 0,3-6-26 0 0,1-4 62 0 0,0-6-48 0 0,-1-4 2 0 0,-5-4 56 0 0,-5-2 14 0 0,-6-1 56 0 0,-6 0 58 0 0,-9 4 62 0 0,-7 3 106 0 0,-7 6 122 0 0,-3 4-99 0 0,-4 6-70 0 0,-4 5-26 0 0,-1 7 12 0 0,-2 5-128 0 0,-2 8-34 0 0,0 6-67 0 0,1 6 24 0 0,2 4 23 0 0,4 1-46 0 0,4 2 63 0 0,5-3-23 0 0,5-3-81 0 0,4-4-17 0 0,5-6-43 0 0,6-5-69 0 0,5-6 146 0 0,7-4 13 0 0,5-4 72 0 0,6-7 58 0 0,3-6-66 0 0,4-6 12 0 0,0-7-88 0 0,-2-6-100 0 0,-6-5 28 0 0,-8-2 66 0 0,-7-2 92 0 0,-11 0 180 0 0,-9 4-22 0 0,-7 4 80 0 0,-5 8 130 0 0,-2 7 80 0 0,-2 8-283 0 0,-1 11-168 0 0,-2 11 23 0 0,-3 10-109 0 0,0 9-18 0 0,-2 9-4 0 0,2 6 24 0 0,4 3-65 0 0,4 1-97 0 0,5 0-16 0 0,5-3 79 0 0,4-6-100 0 0,10-5-249 0 0,7-6-316 0 0,9-8-266 0 0,7-5-271 0 0,5-5 31 0 0,4-5-140 0 0,0-3-482 0 0,-1-3-1259 0 0,-1-2-1994 0 0,-8 0 6314 0 0</inkml:trace>
  <inkml:trace contextRef="#ctx0" brushRef="#br6" timeOffset="45627.782">11197 10256 992 0 0,'0'0'0'0'0,"0"0"1512"0"0,0 0-364 0 0,0 0 286 0 0,0 0-136 0 0,0 0 63 0 0,0 0-321 0 0,0 0 78 0 0,0 0 72 0 0,0 0-141 0 0,0 0-168 0 0,-4-2-169 0 0,0-1-86 0 0,-1 1-166 0 0,-1 3-89 0 0,0 3-162 0 0,-2 4-62 0 0,-1 4 63 0 0,1 6-31 0 0,-1 6-5 0 0,2 7 70 0 0,2 4-45 0 0,1 5 17 0 0,2 2-135 0 0,1-1-79 0 0,3-1 15 0 0,4-5-36 0 0,2-5 10 0 0,2-7-92 0 0,1-7-30 0 0,1-5-114 0 0,1-5 137 0 0,1-6 116 0 0,1-4 43 0 0,3-5 31 0 0,0-7-92 0 0,0-5 36 0 0,-2-7-19 0 0,-4-5-8 0 0,-4-5-2 0 0,-3-2-10 0 0,-2-2-54 0 0,-2 1-17 0 0,-2 3-37 0 0,-3 2 146 0 0,-2 6 58 0 0,-3 5 37 0 0,-3 6-3 0 0,-4 6 50 0 0,-3 4-153 0 0,-4 5-1 0 0,-3 4-198 0 0,-4 5 109 0 0,-1 3-3 0 0,-1 4-31 0 0,0 3 117 0 0,3 3-38 0 0,4 0 29 0 0,4 2-88 0 0,5 0 101 0 0,6-1-164 0 0,4 1-13 0 0,8-1 12 0 0,6-1 2 0 0,7-2-16 0 0,7-2 6 0 0,6-3 45 0 0,5-4-18 0 0,5-3 73 0 0,3-6-24 0 0,3-5 24 0 0,-1-7-64 0 0,0-5 51 0 0,-4-5 10 0 0,-3-4 63 0 0,-6-3-58 0 0,-7-2 74 0 0,-8 0 48 0 0,-6 2 114 0 0,-7 4 12 0 0,-9 3 53 0 0,-6 7 67 0 0,-6 6 9 0 0,-6 6-155 0 0,-5 10 20 0 0,-4 8-205 0 0,-4 9 46 0 0,1 9-36 0 0,2 6-86 0 0,4 4-19 0 0,7 3-121 0 0,8-1-116 0 0,6-1-229 0 0,10-3-587 0 0,9-4-643 0 0,11-4-813 0 0,7-5-2394 0 0,-1-7 1116 0 0</inkml:trace>
  <inkml:trace contextRef="#ctx0" brushRef="#br7" timeOffset="46727.753">14829 10503 4104 0 0,'0'0'0'0'0,"0"0"2085"0"0,0 0-538 0 0,0 0-546 0 0,0 0-330 0 0,0 0-35 0 0,0 0-196 0 0,0 0-88 0 0,0 0-122 0 0,0 0-7 0 0,0 0 92 0 0,0 0 176 0 0,-4-8 249 0 0,-1-2 96 0 0,-1-1-100 0 0,0 1 92 0 0,-1 1 16 0 0,0 3-85 0 0,-2 2-121 0 0,-3 1-132 0 0,-2 5-478 0 0,-7 3 260 0 0,-6 6-210 0 0,-6 5-27 0 0,-3 6-48 0 0,-2 6-9 0 0,2 4-60 0 0,4 3-19 0 0,6 1 16 0 0,7-1-33 0 0,7-4-23 0 0,7-3-50 0 0,7-6-50 0 0,6-4 24 0 0,7-6-13 0 0,5-3 90 0 0,6-4-24 0 0,3-3 96 0 0,2-5 50 0 0,1-4-8 0 0,2-5 24 0 0,0-5-18 0 0,2-7 6 0 0,0-5-105 0 0,0-6 20 0 0,-2-5-35 0 0,-3-2-60 0 0,-6-2 6 0 0,-6 3 199 0 0,-6 3-56 0 0,-5 5 122 0 0,-7 7 114 0 0,-6 7 290 0 0,-9 8-10 0 0,-9 9-499 0 0,-11 9 365 0 0,-10 9-321 0 0,-8 8 83 0 0,-5 9-32 0 0,-2 5 34 0 0,2 2-65 0 0,6 2 1 0 0,8-1-58 0 0,8-5 8 0 0,11-5-62 0 0,9-5-37 0 0,9-7-184 0 0,11-6 62 0 0,10-5 38 0 0,10-4 103 0 0,7-4 64 0 0,7-6-3 0 0,5-4-2 0 0,1-6-90 0 0,1-3 77 0 0,-4-4-84 0 0,-3-4 55 0 0,-6-2 7 0 0,-6-2 44 0 0,-8-1-5 0 0,-7-1 1 0 0,-6 1 16 0 0,-9 3 46 0 0,-7 4 53 0 0,-8 6 91 0 0,-6 5-225 0 0,-5 9 246 0 0,-6 8-32 0 0,-4 10-222 0 0,-4 10 13 0 0,-2 10-82 0 0,0 8-55 0 0,4 8 14 0 0,3 6-132 0 0,5 5-235 0 0,7 2-379 0 0,6 2-1216 0 0,6-3-717 0 0,6-3-3757 0 0,3-13 2979 0 0</inkml:trace>
  <inkml:trace contextRef="#ctx0" brushRef="#br8" timeOffset="50201.204">4000 9910 12 0 0,'0'0'0'0'0,"0"0"524"0"0,0 0-51 0 0,0 0-257 0 0,0 0 24 0 0,0 0 1987 0 0,0 0-1497 0 0,0 0 91 0 0,0 0-186 0 0,0 0 188 0 0,0 0 113 0 0,-4-3-164 0 0,0 0-240 0 0,0 0-217 0 0,0 1-116 0 0,-1 0-11 0 0,0 1-139 0 0,0 1-43 0 0,1-1-205 0 0,-2 1 138 0 0,2 0-84 0 0,0 1 16 0 0,1-1-30 0 0,0 0 72 0 0,2 0 94 0 0,0 0 140 0 0,0 0 96 0 0,0 0-46 0 0,1 0 28 0 0,-1 0-38 0 0,1 0-18 0 0,0 0-25 0 0,0 0 149 0 0,0 0-55 0 0,0 0-10 0 0,0 1-80 0 0,0 0-58 0 0,0 0-33 0 0,0-1-50 0 0,0 1 3 0 0,0 0-10 0 0,0-1-60 0 0,0 0 68 0 0,0 0-14 0 0,0 0 126 0 0,0 0 9 0 0,0 0 66 0 0,1-1-222 0 0,0 0 55 0 0,3-1-31 0 0,0-1-117 0 0,1-1 145 0 0,0 0-49 0 0,1-2-96 0 0,0 0-43 0 0,-2 0 53 0 0,-1 1-72 0 0,-2-1 142 0 0,0 1 34 0 0,-1 0 0 0 0,-2 1 14 0 0,-1 0 111 0 0,-1 2-31 0 0,0 0 44 0 0,1 1-8 0 0,-1 1-145 0 0,2 0 42 0 0,0 2-184 0 0,0 1 41 0 0,1 2-2 0 0,-1 0 82 0 0,1 1-65 0 0,-1 0 20 0 0,0 1 1 0 0,1-1 86 0 0,-1 0-11 0 0,0-1 116 0 0,1-1-47 0 0,0-1-7 0 0,1-1 19 0 0,0-1 53 0 0,2-1 17 0 0,0 0-6 0 0,2-1-21 0 0,-1 0-26 0 0,2-1-22 0 0,2-1-62 0 0,-1 0 5 0 0,1-1-7 0 0,0 0-440 0 0,0 0 504 0 0,0-1-190 0 0,1-1 139 0 0,0-2-25 0 0,-2-1-171 0 0,0 0 141 0 0,-2-1 41 0 0,-2 0-8 0 0,0 1 156 0 0,-1 1 6 0 0,-1 2 68 0 0,0 3 92 0 0,-1 0-82 0 0,-2 3-70 0 0,-1 2-86 0 0,-1 3-60 0 0,-1 2 170 0 0,0 2-234 0 0,-1 1-11 0 0,2 2 78 0 0,1 1-29 0 0,1 1 4 0 0,1-1-11 0 0,1 0 8 0 0,1-2-111 0 0,2-2 152 0 0,1-3-54 0 0,2-1 28 0 0,2-3 156 0 0,0 0-73 0 0,1-2-16 0 0,0 0-65 0 0,-1-1 1 0 0,-2-1-72 0 0,-2 0 81 0 0,0 0-27 0 0,-2-1 70 0 0,0-2 24 0 0,0-1-106 0 0,-1-1-25 0 0,1-2-67 0 0,-1-1-8 0 0,0-1-65 0 0,0 0 104 0 0,-1 1-35 0 0,-1 1 134 0 0,0 3 73 0 0,-2 1 90 0 0,-1 2 27 0 0,-2 3-53 0 0,-1 1-85 0 0,-1 3-53 0 0,0 2 54 0 0,-2 2-86 0 0,1 1-31 0 0,1 1 63 0 0,2 0-24 0 0,2-1 8 0 0,2 0 14 0 0,1 0 132 0 0,1-1-126 0 0,2-1-16 0 0,2-1 4 0 0,2-1-96 0 0,2-2-9 0 0,1-1 17 0 0,1-2 92 0 0,1 0 76 0 0,2-1 18 0 0,2-4-69 0 0,-1-1-21 0 0,1-2-7 0 0,-1-3-8 0 0,-2-1-89 0 0,-4-1-37 0 0,-1-2-55 0 0,-3 1 14 0 0,-2 1 73 0 0,-2 1 98 0 0,-3 2 43 0 0,0 2 125 0 0,-1 2-69 0 0,-2 3 2 0 0,1 1 16 0 0,-2 2 20 0 0,0 3-6 0 0,-1 2-159 0 0,-1 3 74 0 0,0 1-59 0 0,0 1 236 0 0,0 1-292 0 0,2-1 82 0 0,2-1-116 0 0,2-2 50 0 0,2-1 55 0 0,1-3-18 0 0,1-1-3 0 0,1-2-75 0 0,0-1 114 0 0,1-1 106 0 0,0-1-98 0 0,0-1-33 0 0,-1 1 24 0 0,0 0 19 0 0,-1 1 62 0 0,1-1-24 0 0,-1 2-95 0 0,0-1-3 0 0,0 0-77 0 0,-1-1 2 0 0,0 1 50 0 0,-1 0-153 0 0,-1 1 18 0 0,-1 0 22 0 0,-1 1-61 0 0,-1 2-252 0 0,0 2-214 0 0,-1 3-279 0 0,1 2-1718 0 0,-3 4-483 0 0,15-13-1556 0 0,3-3 5713 0 0</inkml:trace>
  <inkml:trace contextRef="#ctx0" brushRef="#br9" timeOffset="53583.547">7536 9287 416 0 0,'0'0'0'0'0,"0"0"392"0"0,0 0-135 0 0,0 0-149 0 0,0 0 1421 0 0,0 0-1062 0 0,0 0-152 0 0,0 0-214 0 0,0 0 35 0 0,0 0 73 0 0,0 0 63 0 0,2 0 60 0 0,2 0 148 0 0,1 0 167 0 0,-1-1-7 0 0,0 1 216 0 0,-1-1-38 0 0,-1-1-51 0 0,-1 1-149 0 0,0 0-124 0 0,0 0-68 0 0,0 1-76 0 0,1 0-159 0 0,-1 0-66 0 0,0 0-55 0 0,-1 0-11 0 0,0 0 28 0 0,0 0-31 0 0,1 0 53 0 0,-2 0 4 0 0,1-1-28 0 0,0 1 39 0 0,0 0-12 0 0,1-1-1 0 0,0 1 7 0 0,0 0 86 0 0,-1 0-39 0 0,1 0-11 0 0,-1 0-41 0 0,0 0 6 0 0,0 0 45 0 0,0 0-95 0 0,0 0-63 0 0,0 0 15 0 0,0 1-17 0 0,0 1 0 0 0,0-1 56 0 0,0 1-16 0 0,0 0-43 0 0,0 0 5 0 0,0 0-61 0 0,0-1 71 0 0,0 1 65 0 0,1-1-88 0 0,1 1 89 0 0,-1-1 16 0 0,2 0-18 0 0,-1-1-18 0 0,0 1-59 0 0,0-1 66 0 0,0 0-76 0 0,-1 0 88 0 0,0 0-17 0 0,0 0-78 0 0,1-1-62 0 0,0-1-2 0 0,1 0-129 0 0,1-2 182 0 0,2 0-61 0 0,-1-1 83 0 0,-1-1-13 0 0,0-2-44 0 0,-1 1-41 0 0,-2-1 51 0 0,0 2 55 0 0,0 1 36 0 0,-1 1 79 0 0,-1 1-16 0 0,1 2-20 0 0,0 0-80 0 0,0 1 11 0 0,0 2 46 0 0,-1 1-17 0 0,-2 1 36 0 0,-1 2 6 0 0,-1 0-102 0 0,-1 0-58 0 0,1-1-78 0 0,1 1 26 0 0,1-2 45 0 0,2 0 87 0 0,0-2 138 0 0,0 0 16 0 0,1-2-5 0 0,1 0 44 0 0,-1 0 49 0 0,0 0-64 0 0,0-1-47 0 0,2-2-150 0 0,0 0-29 0 0,1-1-131 0 0,1 0-33 0 0,0-1 176 0 0,1 0 15 0 0,-2 0 65 0 0,0 1-53 0 0,-1-1 12 0 0,-1 1-4 0 0,-1 1 65 0 0,0 1 60 0 0,0 0-32 0 0,0 2-26 0 0,0-1-74 0 0,-2 3 14 0 0,-2 1-7 0 0,-3 2-6 0 0,-1 1 20 0 0,-3 1-24 0 0,-1 0 63 0 0,0 1-69 0 0,1 0 18 0 0,1-1 82 0 0,2-1 35 0 0,3-1-51 0 0,2-2 21 0 0,2-1-94 0 0,0-1 20 0 0,1 0 49 0 0,0-1 34 0 0,2-2-16 0 0,1 0-102 0 0,2-2-132 0 0,1-1-12 0 0,0 0 134 0 0,0-2 4 0 0,-1 0 15 0 0,-2 1 65 0 0,-1-1 12 0 0,-1 2-17 0 0,-1 2 116 0 0,0 1-20 0 0,-2 3 17 0 0,-3 5-196 0 0,-5 4-573 0 0,-3 6-552 0 0,-4 3-1360 0 0,-5 6-5229 0 0,2-2 4894 0 0</inkml:trace>
  <inkml:trace contextRef="#ctx0" brushRef="#br10" timeOffset="55907.574">11172 8456 1828 0 0,'0'0'0'0'0,"0"0"1028"0"0,0 0-863 0 0,0 0 120 0 0,0 0 1453 0 0,0 0 177 0 0,0 0-559 0 0,0 0-405 0 0,0 0-157 0 0,0 0-68 0 0,6 6-261 0 0,2 1-140 0 0,0 1-111 0 0,-1 0 14 0 0,-1-1-26 0 0,-1-1-25 0 0,-2-2-7 0 0,0-1 10 0 0,-1-1 27 0 0,-1-2-8 0 0,-1 0-51 0 0,0 0 12 0 0,0 0-8 0 0,1-1-14 0 0,0 1-24 0 0,0 0-40 0 0,-1 0 8 0 0,1 0-85 0 0,-1 0 22 0 0,0 0-20 0 0,0 0-7 0 0,0 0-78 0 0,1 0 7 0 0,0 0 21 0 0,1 0 65 0 0,0 0-18 0 0,1 0 11 0 0,0 0 5 0 0,-1 0 82 0 0,1 0-51 0 0,-2 0-26 0 0,0 0 4 0 0,0 0-6 0 0,-1 0-4 0 0,1 0 0 0 0,-1 0 70 0 0,-1 0-34 0 0,1 0-46 0 0,0 0-42 0 0,0 0-52 0 0,0 0-10 0 0,0 0 118 0 0,0 0-38 0 0,0 0-56 0 0,0 1 2 0 0,0-1 27 0 0,0 0-40 0 0,0 0-15 0 0,0 1 42 0 0,0-1 78 0 0,0 0-12 0 0,0 0 90 0 0,0 0 20 0 0,-1 1 33 0 0,0-1 57 0 0,-2 1-45 0 0,1 0-76 0 0,0 0-76 0 0,0 0-148 0 0,1 0-10 0 0,1 0-15 0 0,0-1-1 0 0,-1 1 190 0 0,2-1-41 0 0,-1 0 24 0 0,0 0 16 0 0,0 0 132 0 0,0 0 4 0 0,0 0 27 0 0,0-1 10 0 0,2 0-29 0 0,0 0 1 0 0,1-1-170 0 0,-1 1 94 0 0,-1-1-24 0 0,0 1 64 0 0,0 0-48 0 0,-1 1-15 0 0,1-1-66 0 0,-3 1-44 0 0,-2-2 53 0 0,-4 0-143 0 0,-2-1-267 0 0,-4 0 235 0 0,-1 1 76 0 0,-2-1 84 0 0,1 2-17 0 0,2 0-70 0 0,1 0 126 0 0,2 1 47 0 0,3 2 97 0 0,1-1-205 0 0,3 1 59 0 0,1 0-24 0 0,2-1-61 0 0,0 0 16 0 0,1 0 53 0 0,1-1-18 0 0,-1 0 9 0 0,0 1 0 0 0,1-1 10 0 0,-1 0 1 0 0,1 0 89 0 0,1 0 139 0 0,2 2-156 0 0,3-1 124 0 0,0 1-116 0 0,1-1-24 0 0,-1 0 66 0 0,-1 0-2 0 0,0-1-69 0 0,-1 0-64 0 0,-2 0-219 0 0,0-1 199 0 0,-1 0-107 0 0,0-1-8 0 0,-1 0 39 0 0,-1 0 111 0 0,1-2-21 0 0,-1 1 24 0 0,0 0-16 0 0,0 0 146 0 0,0 1-23 0 0,0 1-60 0 0,-1 1-65 0 0,1 0-102 0 0,0 2-190 0 0,-3 1-58 0 0,-1 1-179 0 0,0 2-683 0 0,1 1-356 0 0,0 1-878 0 0,3 0-2495 0 0,3-12 1777 0 0,0-2 3622 0 0</inkml:trace>
  <inkml:trace contextRef="#ctx0" brushRef="#br11" timeOffset="57250.422">14607 7928 392 0 0,'0'0'0'0'0,"0"0"2008"0"0,0 0-882 0 0,0 0-266 0 0,0 0-239 0 0,0 0-163 0 0,0 0-840 0 0,0 0-182 0 0,0 0-77 0 0,0 0 108 0 0,0 0 228 0 0,-1-4 319 0 0,-1 0-7 0 0,0-1 312 0 0,1-1 172 0 0,0-1 376 0 0,0 1 349 0 0,1 1 205 0 0,-2 2-155 0 0,-3 0-272 0 0,-1 2-167 0 0,-3 1-115 0 0,0 0-146 0 0,-1 0-70 0 0,2 1-46 0 0,0 0-218 0 0,2 0-47 0 0,1 1-7 0 0,2 0-84 0 0,1 0 48 0 0,0 0 10 0 0,1 0 24 0 0,0 0 43 0 0,1-1-38 0 0,0 1-17 0 0,0-1-10 0 0,0-1-28 0 0,0 1-12 0 0,1-1-14 0 0,0 0-114 0 0,3 0-35 0 0,1 0-96 0 0,2-1-69 0 0,2-1-32 0 0,-1-1 173 0 0,0 0 66 0 0,-1-2-11 0 0,-2 0 214 0 0,-1-1-107 0 0,-2-2-28 0 0,-1 0-47 0 0,0-1 6 0 0,-2 0 67 0 0,-1 1 39 0 0,-1 1 49 0 0,0 1-91 0 0,0 2 42 0 0,-1 1-44 0 0,1 2-18 0 0,-1 1 0 0 0,0 1-64 0 0,-2 3 16 0 0,1 0-17 0 0,-2 2-170 0 0,1 0 15 0 0,1 1-48 0 0,2-1 37 0 0,1-1 42 0 0,0-1 139 0 0,2-1 48 0 0,0 0-25 0 0,0-2-28 0 0,0-1 56 0 0,0 1-71 0 0,0-2 26 0 0,1 0-23 0 0,1 0 1 0 0,1-1-2 0 0,-1-1 5 0 0,0 1 45 0 0,-1-1 1 0 0,0 1 92 0 0,0 1-173 0 0,-1-1-1 0 0,0 1 42 0 0,0 0-101 0 0,0 1 29 0 0,0 0 3 0 0,0 0-134 0 0,0 1 141 0 0,-2 2-169 0 0,-2 2-35 0 0,-2 3-147 0 0,0 1 18 0 0,0 2-331 0 0,0 1-710 0 0,1-1-797 0 0,2 0-3003 0 0,9-21 1857 0 0,1-2 3879 0 0</inkml:trace>
  <inkml:trace contextRef="#ctx0" brushRef="#br12" timeOffset="61751.227">199 10021 820 0 0,'0'0'0'0'0,"0"0"1724"0"0,0 0-1372 0 0,0 0-65 0 0,0 0-80 0 0,0 0-121 0 0,0 0 10 0 0,0 0-96 0 0,0 0-55 0 0,4 0-60 0 0,3 1 70 0 0,0-1 33 0 0,2 1-116 0 0,-2 1-7 0 0,0-1 44 0 0,0 1-6 0 0,-1 0-29 0 0,0-1 15 0 0,0 1 55 0 0,-2 0-3 0 0,0 1 52 0 0,-1-1-226 0 0,0 1-787 0 0,-1 0-340 0 0,-1 0 1672 0 0</inkml:trace>
  <inkml:trace contextRef="#ctx0" brushRef="#br13" timeOffset="62019.168">199 10021 272 0 0,'0'0'0'0'0,"34"5"876"0"0,15 1-32 0 0,-5 0-66 0 0,-7-1 273 0 0,-8 2-924 0 0,-8-1 2410 0 0,-8 1-2041 0 0,-5 1 540 0 0,-3 0-251 0 0,-4 2-23 0 0,-1 2 158 0 0,0 1-42 0 0,-1 2-128 0 0,0 3-111 0 0,0 1-131 0 0,0 3 27 0 0,-1 0-280 0 0,0 1 41 0 0,1 0-37 0 0,-1-1-184 0 0,2-1-65 0 0,-1-1-45 0 0,3-2-6 0 0,2-2 31 0 0,2-1-138 0 0,2-2 84 0 0,1 0-104 0 0,0 0-272 0 0,0 1-252 0 0,-1 1-669 0 0,-1 2-937 0 0,-2 1-2048 0 0,-2 1 91 0 0,0-3 4029 0 0</inkml:trace>
  <inkml:trace contextRef="#ctx0" brushRef="#br14" timeOffset="64973.674">251 10347 404 0 0,'0'0'0'0'0,"0"0"404"0"0,0 0 61 0 0,0 0 150 0 0,0 0-39 0 0,0 0-4 0 0,0 0-10 0 0,0 0 215 0 0,0 0 53 0 0,0 0-91 0 0,0 0-33 0 0,0 0-38 0 0,27-6-198 0 0,3 0-145 0 0,2-1-351 0 0,-4 0 80 0 0,-5 3-278 0 0,-5 0-62 0 0,-4 2-99 0 0,-4 1 114 0 0,0-1 78 0 0,0 2 134 0 0,1-1-27 0 0,2 0-58 0 0,1 0 42 0 0,1 0 110 0 0,1 0-104 0 0,1 0 117 0 0,0 0 136 0 0,1 0-201 0 0,0 0 67 0 0,-1 0-18 0 0,0 0-6 0 0,-1 1 2 0 0,0-1-53 0 0,-1 1 67 0 0,0 0-22 0 0,-1-1 7 0 0,1 1 4 0 0,1 0 60 0 0,-1-1-68 0 0,2 0 19 0 0,0 0 106 0 0,3 0-145 0 0,-1-1 113 0 0,2 1 106 0 0,-1-1 25 0 0,2 0 97 0 0,1 0 0 0 0,0 0-211 0 0,0 0-51 0 0,2 0-45 0 0,2-1-64 0 0,1 1 57 0 0,2-2-143 0 0,0 1 37 0 0,2-1-26 0 0,-2-1-63 0 0,0 1 22 0 0,-2-1 78 0 0,0 0 92 0 0,-2 0-16 0 0,-3 0 30 0 0,-1-1 150 0 0,-3 1-103 0 0,-2-1 21 0 0,-2 0 1 0 0,-1 1-36 0 0,-1-1-51 0 0,-1 1 22 0 0,0-1-16 0 0,1 0 7 0 0,0 0-11 0 0,2 0-6 0 0,2 0-110 0 0,2 0 146 0 0,1 0-44 0 0,3-1 114 0 0,0 1-66 0 0,1-1 58 0 0,0 1-103 0 0,0 0 34 0 0,-1 0 38 0 0,-1 1 32 0 0,0 0-113 0 0,-3 2 38 0 0,1-1-124 0 0,-1 1 125 0 0,1 0-38 0 0,0 1 8 0 0,1-1 11 0 0,1-1-3 0 0,2 1 1 0 0,1-1-5 0 0,1-1 6 0 0,1 1-67 0 0,1-1-4 0 0,3 0-30 0 0,0 0 4 0 0,0 0-4 0 0,2 0-75 0 0,-1 0 68 0 0,1 0 121 0 0,-1-1-30 0 0,-1 0 94 0 0,-1 0-86 0 0,-2 1 25 0 0,-2 1-13 0 0,-2 0-4 0 0,-1 0-102 0 0,-2 2 61 0 0,0 0 47 0 0,-2 1-86 0 0,1-1 44 0 0,0 1-14 0 0,-1-1-78 0 0,1 0-107 0 0,-1 0 156 0 0,2-1 80 0 0,-1 0-25 0 0,1 0-45 0 0,0 0 33 0 0,-1 0 42 0 0,0 0-19 0 0,-1 1 14 0 0,1 0-11 0 0,-2 0-85 0 0,1 1-102 0 0,0 0 172 0 0,0 1 19 0 0,-1 0-1 0 0,1 0 25 0 0,2 0 42 0 0,-2-1-57 0 0,2-1 188 0 0,0 0-83 0 0,3 0 88 0 0,0-2-16 0 0,3 0-146 0 0,2-1 179 0 0,2 0-256 0 0,0-1 75 0 0,1 0-103 0 0,1 0-72 0 0,-1 0-240 0 0,0 1 60 0 0,0 1 23 0 0,-1 1-96 0 0,-1 1-361 0 0,-1 1 41 0 0,1 0 278 0 0,0 1 96 0 0,1-1-52 0 0,2 1 176 0 0,2-1 183 0 0,1 0 15 0 0,1 0 15 0 0,1-1 103 0 0,-1-1-14 0 0,0 0 146 0 0,0 0 144 0 0,-3 0-92 0 0,-1 0-121 0 0,-4 0-153 0 0,-1 1 22 0 0,-2 0-25 0 0,-1 1-57 0 0,-2 0-49 0 0,-1 0 10 0 0,1 1 47 0 0,1 0 40 0 0,1-1 11 0 0,1 1-2 0 0,1-1-1 0 0,1-1 61 0 0,2 0-78 0 0,1-1 100 0 0,1-1-11 0 0,2-1 47 0 0,1-1 38 0 0,1-1-54 0 0,0 0 52 0 0,1-1-184 0 0,-1 0 53 0 0,0 0-24 0 0,-2 0 5 0 0,-1 0 8 0 0,0 1-3 0 0,-2 0-7 0 0,-2 0 2 0 0,-2 1 55 0 0,-2 0-2 0 0,-1 0 51 0 0,-2 0 96 0 0,-1-1 69 0 0,-1 1 30 0 0,2-1-72 0 0,1 0-20 0 0,2-2 77 0 0,3 0-102 0 0,2 0 32 0 0,4-1-86 0 0,2-1-72 0 0,4-1 124 0 0,2 0 124 0 0,2 0-248 0 0,2-1-50 0 0,-1 1-1 0 0,1 0-12 0 0,-2 1-2 0 0,-2 0-89 0 0,-2 1 110 0 0,-3 1-65 0 0,-4 0 57 0 0,-3 1 42 0 0,-3 1-67 0 0,-2 0 19 0 0,-2 1-16 0 0,0 0-58 0 0,0 1 76 0 0,1-1-16 0 0,1 0 10 0 0,3-2 5 0 0,4-1 9 0 0,3-1 44 0 0,4 0-58 0 0,2-2 52 0 0,4 0 45 0 0,0 1-106 0 0,1-1 22 0 0,0 2-20 0 0,-4 0-64 0 0,-2 1-62 0 0,-5 1-14 0 0,-2 1-18 0 0,-5 2-122 0 0,-3 1-214 0 0,0-1-63 0 0,-2 2 53 0 0,1-1 183 0 0,0 0 40 0 0,2 0 199 0 0,1-1 70 0 0,3-1 1 0 0,1 0 24 0 0,3-1 67 0 0,1-2 57 0 0,4 0 54 0 0,1 0-163 0 0,2-1-6 0 0,1-1-10 0 0,0 1-64 0 0,1-1-63 0 0,1 1 140 0 0,1 0-47 0 0,2 0 32 0 0,1 0-139 0 0,1 0-146 0 0,0 0 220 0 0,-1 0 46 0 0,2 0 1 0 0,-2 0 5 0 0,1-1 14 0 0,-2 2-5 0 0,-1 0 12 0 0,-2 0-13 0 0,-3 2-75 0 0,-2-1-249 0 0,-2 2 37 0 0,-1 0 87 0 0,-1 0 214 0 0,0 2-55 0 0,-1-1-76 0 0,1 2 32 0 0,1-1 106 0 0,0 0-36 0 0,0 1 23 0 0,1 0-6 0 0,-1 0-8 0 0,0 0-2 0 0,-1-1-337 0 0,0 1-441 0 0,-2-1 190 0 0,-8 1 370 0 0</inkml:trace>
  <inkml:trace contextRef="#ctx0" brushRef="#br15" timeOffset="65698.353">9169 8854 132 0 0,'0'0'0'0'0,"0"0"168"0"0,0 0-135 0 0,0 0-27 0 0,49-8 4 0 0,14-2 367 0 0,12-1 215 0 0,5-1-66 0 0,3 0-174 0 0,0 0-322 0 0,2 1 151 0 0,3-1-15 0 0,1 0-147 0 0,3-1-2 0 0,0 0 106 0 0,-1 0 120 0 0,-2 0-90 0 0,-4 0-161 0 0,-7 1 48 0 0,-4 1-32 0 0,-7 0-9 0 0,-7 0 264 0 0,-5 1-231 0 0,-3 2 50 0 0,-3-1 19 0 0,1 1-18 0 0,1-1-4 0 0,1 0-77 0 0,3 0 161 0 0,2-1-97 0 0,4 0-70 0 0,2 0 228 0 0,3-1 38 0 0,3 0-324 0 0,2 0 6 0 0,2 0 85 0 0,1 0 110 0 0,-1-1-183 0 0,0 0 66 0 0,-4 1-22 0 0,-3-1 0 0 0,-4-1 61 0 0,-5 1 104 0 0,-2-1 109 0 0,-3 0 25 0 0,-1 0-129 0 0,-1 1-52 0 0,-1-1-118 0 0,1 1 73 0 0,2 1-84 0 0,3 0 18 0 0,4 0-6 0 0,3-1-90 0 0,6 1 68 0 0,4-1 21 0 0,5 1 87 0 0,1-1-100 0 0,1 0 83 0 0,-1 1 232 0 0,-3-1-244 0 0,-4 1-52 0 0,-6 0 23 0 0,-8 0 90 0 0,-7 0 258 0 0,-9 2 144 0 0,-6 0-33 0 0,-4 1-106 0 0,-2 0-214 0 0,1 0 47 0 0,3 0-62 0 0,2 0-21 0 0,5-1 74 0 0,6 0-174 0 0,5-1 40 0 0,5-1-18 0 0,3 0-63 0 0,3-1 79 0 0,1 1 141 0 0,1-1-165 0 0,-1-1-24 0 0,0 1 272 0 0,1 0-83 0 0,2 0-15 0 0,2 0-162 0 0,3 0-4 0 0,4 0 36 0 0,3-1-7 0 0,4 0 36 0 0,4-1 216 0 0,4-1-120 0 0,3 0-76 0 0,3 0-118 0 0,0-1-37 0 0,-1 1 58 0 0,-5 0 20 0 0,-3 1 51 0 0,-6 1 42 0 0,-6 2-90 0 0,-7 1-39 0 0,-7 1-53 0 0,-8 2 55 0 0,-9 1-9 0 0,-9 1 17 0 0,-6 1 105 0 0,-7 0-33 0 0,-4 1 8 0 0,-5 0-4 0 0,-4 0-8 0 0,-2 1 57 0 0,-3-1 25 0 0,0 0-102 0 0,-1 0 15 0 0,0 0-83 0 0,-2 0 14 0 0,1 0-65 0 0,0 0-92 0 0,1 0-20 0 0,0 0-180 0 0,0 0-348 0 0,-1 1-356 0 0,-1 1-234 0 0,0-1-755 0 0,-4 2-1193 0 0,-1 0 151 0 0</inkml:trace>
  <inkml:trace contextRef="#ctx0" brushRef="#br16" timeOffset="67427.285">7355 9213 872 0 0,'0'0'0'0'0,"0"0"1292"0"0,0 0-1278 0 0,0 0 196 0 0,0 0-115 0 0,0 0 572 0 0,0 0-43 0 0,0 0-164 0 0,0 0 246 0 0,0 0-110 0 0,0 0-9 0 0,0 0-59 0 0,30-11 0 0 0,6-2-39 0 0,6-1-142 0 0,1 1-50 0 0,0 1-48 0 0,-1 1-114 0 0,0 2 54 0 0,1 1-11 0 0,3 0 154 0 0,4-1 47 0 0,4 0-200 0 0,3-2-66 0 0,3-1 71 0 0,2 0-116 0 0,0-2 36 0 0,-2 0-120 0 0,-1-1 31 0 0,-3 1-20 0 0,-3 1 7 0 0,-4 0-3 0 0,-2 1-4 0 0,-3 0 2 0 0,-1 1-1 0 0,-2 1-56 0 0,1 0 58 0 0,0 1-15 0 0,4 0 4 0 0,4 0 1 0 0,3 0 14 0 0,5-1-4 0 0,3 0-7 0 0,3-1-7 0 0,3 0 6 0 0,3-1 6 0 0,0 0 4 0 0,1 0 46 0 0,-1 1-60 0 0,-3 0-54 0 0,-3 0 76 0 0,-4 1-164 0 0,-5 2 136 0 0,-4 0-106 0 0,-5 1 50 0 0,-3 0-62 0 0,-2 0 12 0 0,-4 0 28 0 0,2-1-11 0 0,-1 1 38 0 0,3-1 4 0 0,2 0 76 0 0,3 0-6 0 0,3-1 40 0 0,1 1-55 0 0,1 0-88 0 0,1 0 42 0 0,-2 1 63 0 0,0 0-26 0 0,-1-1 23 0 0,0 1 58 0 0,-1-2-78 0 0,1 0 32 0 0,1-1-16 0 0,1-1 22 0 0,0-1 63 0 0,1 0-45 0 0,2 0 18 0 0,1-1-55 0 0,1-1 65 0 0,3 1-7 0 0,3 0 8 0 0,3 0-79 0 0,2 1 37 0 0,3 1-29 0 0,2 0 6 0 0,0 1-16 0 0,-1 0-89 0 0,-1 1 57 0 0,-2 1 42 0 0,-3 1-22 0 0,-4 0 16 0 0,-2 1-50 0 0,-4-1 62 0 0,-3 1-12 0 0,-2 0 5 0 0,-1 1 1 0 0,0-1 0 0 0,1 0-5 0 0,0 0 11 0 0,2 0-92 0 0,0 1-6 0 0,3-1 109 0 0,1 0-117 0 0,2 1 21 0 0,2-1 87 0 0,3 1-123 0 0,0-1 134 0 0,1 1-26 0 0,-1-1 9 0 0,-2 0 62 0 0,-2-1 12 0 0,-3 0 18 0 0,-3-1 28 0 0,-2-1-34 0 0,-2 0 40 0 0,-2-1-87 0 0,-3 0-35 0 0,-1 0 110 0 0,-1 0-48 0 0,-2 0-16 0 0,0 1-52 0 0,-2-1 13 0 0,1 1-98 0 0,-2-1 115 0 0,2 1 40 0 0,-2 0 0 0 0,-1 0 177 0 0,-2 0-122 0 0,-1 1-1 0 0,-1 0 31 0 0,-1 1 18 0 0,-1 0 8 0 0,0 1-88 0 0,1-1-79 0 0,3 0 64 0 0,2 0 18 0 0,6 0-54 0 0,4-2-26 0 0,4 0 44 0 0,2 0-68 0 0,-1 0 19 0 0,0-1-7 0 0,-2 0 9 0 0,-1 1 63 0 0,-2-1-17 0 0,0 1-56 0 0,-1 1 13 0 0,-1-1-2 0 0,0 2 48 0 0,0 0-74 0 0,-1 0-45 0 0,1 1 20 0 0,1 0 39 0 0,0 0-18 0 0,1 0 14 0 0,3 0-8 0 0,-1-1 17 0 0,1 0-5 0 0,-2-1 91 0 0,-1 1-26 0 0,-3-1 32 0 0,-3 0 22 0 0,-1 0 112 0 0,-2-1-11 0 0,-1 1-36 0 0,1-1-207 0 0,0 1-46 0 0,4 0 40 0 0,3 0-102 0 0,3 0 56 0 0,4 1 32 0 0,3 0-61 0 0,2 0-21 0 0,1-1 33 0 0,-3 1 33 0 0,-1 0 65 0 0,-5-1-1 0 0,-3 0 114 0 0,-4-1 19 0 0,-6 1 10 0 0,-4 0-98 0 0,-5 1 194 0 0,-2 0-131 0 0,-3 0-116 0 0,0 1 27 0 0,1-1-35 0 0,4 1-104 0 0,4-1 14 0 0,6 1 115 0 0,7-1-131 0 0,6 0 44 0 0,4 0 90 0 0,3-1-30 0 0,2 1 10 0 0,-1 0 7 0 0,-3 0 53 0 0,-5 0-62 0 0,-7 1 101 0 0,-9 1-57 0 0,-10 0 168 0 0,-8 2-256 0 0,-8 1-8 0 0,-7 1-349 0 0,-8 0-368 0 0,-6 1-1492 0 0,-10 1-3069 0 0,0 0 2353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5:33.78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9894.39063"/>
      <inkml:brushProperty name="anchorY" value="-27979.7851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8558.01172"/>
      <inkml:brushProperty name="anchorY" value="-27837.720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0675.44141"/>
      <inkml:brushProperty name="anchorY" value="-29143.091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2531.63281"/>
      <inkml:brushProperty name="anchorY" value="-30373.96094"/>
      <inkml:brushProperty name="scaleFactor" value="0.5"/>
    </inkml:brush>
  </inkml:definitions>
  <inkml:trace contextRef="#ctx0" brushRef="#br0">654 0 3484 0 0,'0'0'0'0'0,"0"0"88"0"0,0 0 4509 0 0,0 0-5279 0 0,0 0 1406 0 0,0 0-616 0 0,0 0 232 0 0,0 0 232 0 0,0 0 59 0 0,0 0-142 0 0,-8 1 61 0 0,1 1-246 0 0,-1-1-29 0 0,2 1 41 0 0,2-1 1 0 0,1 0 18 0 0,1 1-114 0 0,-1 2-21 0 0,1 1-116 0 0,-2 4 34 0 0,-1 3-29 0 0,-2 5-103 0 0,-1 4 29 0 0,-3 5-33 0 0,-4 4 23 0 0,-2 4-8 0 0,-4 4 13 0 0,-4 3 108 0 0,-2 4 339 0 0,-2 1-281 0 0,-1 3 89 0 0,1 3 38 0 0,1 2-80 0 0,2 2 25 0 0,3 2-157 0 0,2 0-88 0 0,4 1 15 0 0,2-3-195 0 0,5-4 55 0 0,4-4-78 0 0,2-5 76 0 0,5-7 22 0 0,3-5 51 0 0,4-6-4 0 0,3-5-26 0 0,3-4-51 0 0,1-4 87 0 0,2-2 36 0 0,1-1-60 0 0,0-1 10 0 0,1-2-77 0 0,2 1-112 0 0,1-1-272 0 0,3-1-387 0 0,1 0-201 0 0,1 0-62 0 0,1-2-159 0 0,2-1-690 0 0,-2-2-459 0 0,-6-1-1690 0 0</inkml:trace>
  <inkml:trace contextRef="#ctx0" brushRef="#br1" timeOffset="317.494">0 460 364 0 0,'0'0'0'0'0,"0"0"6589"0"0,0 0-5751 0 0,0 0 1518 0 0,0 0-1108 0 0,0 0-5 0 0,0 0-52 0 0,0 0-245 0 0,0 0-351 0 0,43 6-112 0 0,16 2-530 0 0,18 2 104 0 0,12-1-271 0 0,5 0-193 0 0,2-3-392 0 0,-2-1-433 0 0,-4-5-913 0 0,-10-3-2476 0 0,-8-4-2231 0 0,-18 0 8397 0 0</inkml:trace>
  <inkml:trace contextRef="#ctx0" brushRef="#br2" timeOffset="717.875">859 778 2644 0 0,'0'0'0'0'0,"0"0"76"0"0,0 0 2362 0 0,0 0-87 0 0,0 0-830 0 0,0 0-36 0 0,0 0-340 0 0,0 0 70 0 0,0 0-75 0 0,0 0-120 0 0,0 0-176 0 0,0 0 85 0 0,39 3-417 0 0,11 1-162 0 0,10-1-208 0 0,4 0-122 0 0,-2-1 0 0 0,-5-1-191 0 0,-7-1-41 0 0,-7-2-289 0 0,-6 0-252 0 0,-7-3-271 0 0,-4 0-294 0 0,-4-4-753 0 0,-3 0-2175 0 0,-3-3-1341 0 0,-5 1 4187 0 0</inkml:trace>
  <inkml:trace contextRef="#ctx0" brushRef="#br3" timeOffset="917.805">1053 493 6857 0 0,'0'0'0'0'0,"0"0"6176"0"0,0 0-5707 0 0,0 0 972 0 0,0 0-571 0 0,0 0 180 0 0,0 0-173 0 0,47 1-482 0 0,16 1-393 0 0,16 0 14 0 0,9-3-475 0 0,2-2-370 0 0,0-3-226 0 0,-3-4-976 0 0,-8-3-2060 0 0,-5-3-2630 0 0,-18 1 4285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5:35.97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4555.08203"/>
      <inkml:brushProperty name="anchorY" value="-31584.82031"/>
      <inkml:brushProperty name="scaleFactor" value="0.5"/>
    </inkml:brush>
  </inkml:definitions>
  <inkml:trace contextRef="#ctx0" brushRef="#br0">652 67 3024 0 0,'0'0'0'0'0,"0"0"352"0"0,0 0-163 0 0,0 0 3444 0 0,0 0-2716 0 0,0 0 524 0 0,0 0-625 0 0,0 0-50 0 0,0 0 198 0 0,0 0-103 0 0,0 0-163 0 0,0 0-226 0 0,13-2-144 0 0,4-2-26 0 0,0 0-151 0 0,0-1 32 0 0,-3 1 23 0 0,-3 1-26 0 0,-3 0-32 0 0,-3 1-22 0 0,-2 1-26 0 0,-2-1-24 0 0,0 1-84 0 0,-1 0 20 0 0,-1 0-273 0 0,-1-1 84 0 0,-3-1-83 0 0,-5-1-158 0 0,-7-1 140 0 0,-5 0 121 0 0,-7 0-59 0 0,-6 0 134 0 0,-5 2-65 0 0,-3 2 173 0 0,-3 3-346 0 0,-3 4 139 0 0,-3 6 23 0 0,-2 6 81 0 0,-2 7-12 0 0,0 7 101 0 0,1 5 87 0 0,3 5 163 0 0,6 2 30 0 0,8 1-12 0 0,11 0-18 0 0,9-2-50 0 0,12-2 12 0 0,15-3-40 0 0,13-1-34 0 0,15-3 22 0 0,14-1-24 0 0,12-2-82 0 0,9-2-52 0 0,8-3-1 0 0,5-4-12 0 0,4-3-267 0 0,2-5-409 0 0,2-5-912 0 0,-5-5-1279 0 0,0-8-3954 0 0,-18-2 3918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5:37.35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6111.04688"/>
      <inkml:brushProperty name="anchorY" value="-33466.58984"/>
      <inkml:brushProperty name="scaleFactor" value="0.5"/>
    </inkml:brush>
  </inkml:definitions>
  <inkml:trace contextRef="#ctx0" brushRef="#br0">3 73 1148 0 0,'0'0'0'0'0,"0"0"1708"0"0,0 0-1218 0 0,0 0-417 0 0,0 0 142 0 0,0 0 2435 0 0,0 0-973 0 0,0 0-854 0 0,0 0-287 0 0,0 0-278 0 0,0 0 241 0 0,-1 8-46 0 0,1 1-183 0 0,-1 0-129 0 0,1-1-76 0 0,1-2 91 0 0,1-2 99 0 0,1-2-92 0 0,2-1-107 0 0,2-1-46 0 0,1-2-88 0 0,2-1 99 0 0,0-1-32 0 0,0-2 1 0 0,1 0-48 0 0,-1 0 64 0 0,-2 0-72 0 0,-3-1-40 0 0,-1 2-17 0 0,-2 0 148 0 0,-1 2-32 0 0,-1 0 106 0 0,0 1-127 0 0,-1 0-116 0 0,-1 1 40 0 0,0 1 124 0 0,-1 0-13 0 0,0 1 78 0 0,-1 1 9 0 0,0 1-6 0 0,0 1 75 0 0,0 0-198 0 0,0 0-47 0 0,1 1 112 0 0,1 0 90 0 0,0 0 66 0 0,1-1-96 0 0,1 0 67 0 0,2-1-170 0 0,2-2 46 0 0,3 0-35 0 0,3 0-99 0 0,1-2 28 0 0,2-2 88 0 0,1-2-39 0 0,-1-1-72 0 0,-3-3-162 0 0,-2 0 153 0 0,-4-2 109 0 0,-1 0-23 0 0,-4-1 106 0 0,-3 1 220 0 0,-4 1-16 0 0,-3 3 23 0 0,-2 1 20 0 0,0 2-18 0 0,0 4-8 0 0,0 2-357 0 0,1 3-217 0 0,0 3-31 0 0,1 2-30 0 0,1 3 11 0 0,2 1-380 0 0,2 1-199 0 0,3-1-479 0 0,3-2-1203 0 0,2-1-1740 0 0,2-2 2417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5:38.38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7403.39844"/>
      <inkml:brushProperty name="anchorY" value="-34777.7226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9532.68359"/>
      <inkml:brushProperty name="anchorY" value="-35837.3320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8128.58984"/>
      <inkml:brushProperty name="anchorY" value="-34626.13281"/>
      <inkml:brushProperty name="scaleFactor" value="0.5"/>
    </inkml:brush>
  </inkml:definitions>
  <inkml:trace contextRef="#ctx0" brushRef="#br0">99 247 1812 0 0,'0'0'0'0'0,"0"0"1280"0"0,0 0-443 0 0,0 0 1368 0 0,0 0-843 0 0,0 0 145 0 0,0 0-465 0 0,0 0 31 0 0,0 0-33 0 0,0 0-139 0 0,0 0-233 0 0,0 0-119 0 0,2-3-128 0 0,1 1-73 0 0,-1-1 18 0 0,0 1-30 0 0,0 1 20 0 0,-1 1 13 0 0,-1 1-55 0 0,0 1-71 0 0,0 1 4 0 0,2 3-37 0 0,1 2 164 0 0,2 5-198 0 0,2 4-102 0 0,1 6-54 0 0,2 7 0 0 0,1 4-22 0 0,-1 5-52 0 0,0 3 60 0 0,1 1-20 0 0,-2 1-130 0 0,0-1 82 0 0,0-2 61 0 0,-2-2-11 0 0,-1-3 123 0 0,-1-3-87 0 0,-1-2 32 0 0,-2-2-4 0 0,-1-4-52 0 0,0-2 11 0 0,-1-4-6 0 0,0-2 3 0 0,0-3-10 0 0,-1-4 4 0 0,1-2-7 0 0,1-3 6 0 0,0-2 55 0 0,-1-2 44 0 0,1-1-55 0 0,0 0-34 0 0,0 0 69 0 0,0-1-85 0 0,0 1 82 0 0,0-1-35 0 0,0 1-35 0 0,0 0-2 0 0,0-1-3 0 0,-1-1-77 0 0,2-1 92 0 0,0-2-31 0 0,3-3 10 0 0,4-5-61 0 0,4-5-6 0 0,4-7-11 0 0,4-6-33 0 0,4-7 22 0 0,4-7-5 0 0,3-4-17 0 0,1-5 6 0 0,4-3-78 0 0,1-2-16 0 0,3-1-18 0 0,1 1 0 0 0,1 2-167 0 0,1 3-186 0 0,1 5-255 0 0,-1 4-331 0 0,-1 5-503 0 0,-1 5-671 0 0,-4 6-2113 0 0,-3 4-1022 0 0,-8 6 6325 0 0</inkml:trace>
  <inkml:trace contextRef="#ctx0" brushRef="#br1" timeOffset="636.449">893 738 1136 0 0,'0'0'0'0'0,"0"0"3284"0"0,0 0-396 0 0,0 0-1642 0 0,0 0-120 0 0,0 0-224 0 0,0 0 60 0 0,0 0-236 0 0,0 0-215 0 0,0 0-152 0 0,0 0-61 0 0,0 0-21 0 0,-22 14 7 0 0,-3 6-24 0 0,-2 5 67 0 0,4 3 13 0 0,5 2-24 0 0,5 1 49 0 0,5 0-38 0 0,5 1-53 0 0,4-1-106 0 0,6-1-21 0 0,4-3-46 0 0,5-3-37 0 0,4-3 1 0 0,2-4 0 0 0,3-3 13 0 0,2-3-9 0 0,2-3 97 0 0,3-3-32 0 0,3-4-27 0 0,3-4-17 0 0,4-4-101 0 0,0-6-49 0 0,1-7-133 0 0,-3-5-18 0 0,-5-7-170 0 0,-9-5-76 0 0,-9-6 154 0 0,-12-3 148 0 0,-14-1 148 0 0,-13 0-19 0 0,-13 4 245 0 0,-10 6-49 0 0,-6 9-186 0 0,-4 9 44 0 0,0 11-553 0 0,0 12-281 0 0,1 11-1311 0 0,5 10-2007 0 0,5 11-1855 0 0,10-3 3994 0 0</inkml:trace>
  <inkml:trace contextRef="#ctx0" brushRef="#br2" timeOffset="2078.793">119 369 12 0 0,'0'0'0'0'0,"0"0"3132"0"0,0 0-779 0 0,0 0-804 0 0,0 0-560 0 0,0 0-313 0 0,0 0-45 0 0,0 0-166 0 0,0 0-148 0 0,0 0-271 0 0,0 0 0 0 0,0 0 40 0 0,-2-10 118 0 0,1-2 102 0 0,-1-1 137 0 0,0-2 17 0 0,0 1-9 0 0,0 1-16 0 0,-1 1-83 0 0,1 1-59 0 0,0 0-18 0 0,1 1 11 0 0,-1 0-54 0 0,0-1-163 0 0,0 0-58 0 0,0-2-48 0 0,-2 0 42 0 0,0-1-19 0 0,0-1 16 0 0,0 0 52 0 0,-2 0 52 0 0,0 1-63 0 0,0 1 76 0 0,1 0-41 0 0,-1 2-16 0 0,2 1-12 0 0,-1 0-56 0 0,2 1 14 0 0,-1 2-12 0 0,2-1-4 0 0,0 2-4 0 0,0 0-46 0 0,0 1 59 0 0,-1 0-62 0 0,1 1 1 0 0,0 1-76 0 0,1 1-98 0 0,-1 0 36 0 0,1 1-155 0 0,-1 0-212 0 0,1 1-232 0 0,0 0-243 0 0,-1 2-902 0 0,-1 1-2660 0 0,0 0-18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29:56.43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467.8125"/>
      <inkml:brushProperty name="anchorY" value="-58236.48047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8905.53125"/>
      <inkml:brushProperty name="anchorY" value="-59851.4726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1402.83594"/>
      <inkml:brushProperty name="anchorY" value="-62850.38281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2863.47656"/>
      <inkml:brushProperty name="anchorY" value="-65418.37109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459.08594"/>
      <inkml:brushProperty name="anchorY" value="-58569.94141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9174.92969"/>
      <inkml:brushProperty name="anchorY" value="-60747.96484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908.53906"/>
      <inkml:brushProperty name="anchorY" value="-55677.44141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0439.71094"/>
      <inkml:brushProperty name="anchorY" value="-57517.13672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9826.96094"/>
      <inkml:brushProperty name="anchorY" value="-58714.42969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1250.65625"/>
      <inkml:brushProperty name="anchorY" value="-64645.93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2981.48438"/>
      <inkml:brushProperty name="anchorY" value="-66215.81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1555.74219"/>
      <inkml:brushProperty name="anchorY" value="-65317.69531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9570.23438"/>
      <inkml:brushProperty name="anchorY" value="-64746.29688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981.88281"/>
      <inkml:brushProperty name="anchorY" value="-63669.60938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9256.875"/>
      <inkml:brushProperty name="anchorY" value="-65544.72656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630.85156"/>
      <inkml:brushProperty name="anchorY" value="-64558.73047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9294.20313"/>
      <inkml:brushProperty name="anchorY" value="-66080.06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951.375"/>
      <inkml:brushProperty name="anchorY" value="-66348.45313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6013.54688"/>
      <inkml:brushProperty name="anchorY" value="-65592.57031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640.76563"/>
      <inkml:brushProperty name="anchorY" value="-66947.68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7786.07813"/>
      <inkml:brushProperty name="anchorY" value="-65321.29297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9446.03125"/>
      <inkml:brushProperty name="anchorY" value="-67325.2812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2700.36719"/>
      <inkml:brushProperty name="anchorY" value="-64969.01953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1283.01563"/>
      <inkml:brushProperty name="anchorY" value="-64397.92969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5635.92969"/>
      <inkml:brushProperty name="anchorY" value="-66677.23438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4251.36719"/>
      <inkml:brushProperty name="anchorY" value="-66026.64063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142.39844"/>
      <inkml:brushProperty name="anchorY" value="-47671.7812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5603.24219"/>
      <inkml:brushProperty name="anchorY" value="-49149.49609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8150.10938"/>
      <inkml:brushProperty name="anchorY" value="-50400.17578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6739.82031"/>
      <inkml:brushProperty name="anchorY" value="-32996.17578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58695.19922"/>
      <inkml:brushProperty name="anchorY" value="-34312.19531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712.58594"/>
      <inkml:brushProperty name="anchorY" value="-35065.80859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2315.05469"/>
      <inkml:brushProperty name="anchorY" value="-34376.69531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0901.30469"/>
      <inkml:brushProperty name="anchorY" value="-43377.66797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9055.53906"/>
      <inkml:brushProperty name="anchorY" value="-42485.74219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1219.8125"/>
      <inkml:brushProperty name="anchorY" value="-44146.3437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2659.63281"/>
      <inkml:brushProperty name="anchorY" value="-45398.73047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4194.23438"/>
      <inkml:brushProperty name="anchorY" value="-47049.80859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75605.94531"/>
      <inkml:brushProperty name="anchorY" value="-48549.26563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3947.79688"/>
      <inkml:brushProperty name="anchorY" value="-66122.05469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6202.10156"/>
      <inkml:brushProperty name="anchorY" value="-67335.46875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4418.32813"/>
      <inkml:brushProperty name="anchorY" value="-66714.78125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6662.35938"/>
      <inkml:brushProperty name="anchorY" value="-67924.39063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8198.85156"/>
      <inkml:brushProperty name="anchorY" value="-69470.42188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6823.26563"/>
      <inkml:brushProperty name="anchorY" value="-68034.38281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8262.09375"/>
      <inkml:brushProperty name="anchorY" value="-69244.99219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6872.75"/>
      <inkml:brushProperty name="anchorY" value="-67989.937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8142.75"/>
      <inkml:brushProperty name="anchorY" value="-69259.9375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6807.41406"/>
      <inkml:brushProperty name="anchorY" value="-68072.33594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88253.99219"/>
      <inkml:brushProperty name="anchorY" value="-69293.00781"/>
      <inkml:brushProperty name="scaleFactor" value="0.5"/>
    </inkml:brush>
    <inkml:brush xml:id="br5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3191.71094"/>
      <inkml:brushProperty name="anchorY" value="-69495.64063"/>
      <inkml:brushProperty name="scaleFactor" value="0.5"/>
    </inkml:brush>
    <inkml:brush xml:id="br5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95688.82813"/>
      <inkml:brushProperty name="anchorY" value="-70287.99219"/>
      <inkml:brushProperty name="scaleFactor" value="0.5"/>
    </inkml:brush>
    <inkml:brush xml:id="br5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05583.25781"/>
      <inkml:brushProperty name="anchorY" value="-69182.60156"/>
      <inkml:brushProperty name="scaleFactor" value="0.5"/>
    </inkml:brush>
    <inkml:brush xml:id="br5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12011.02344"/>
      <inkml:brushProperty name="anchorY" value="-69515.14063"/>
      <inkml:brushProperty name="scaleFactor" value="0.5"/>
    </inkml:brush>
    <inkml:brush xml:id="br5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18665.5625"/>
      <inkml:brushProperty name="anchorY" value="-69821.60938"/>
      <inkml:brushProperty name="scaleFactor" value="0.5"/>
    </inkml:brush>
    <inkml:brush xml:id="br5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25230.44531"/>
      <inkml:brushProperty name="anchorY" value="-70975.3125"/>
      <inkml:brushProperty name="scaleFactor" value="0.5"/>
    </inkml:brush>
  </inkml:definitions>
  <inkml:trace contextRef="#ctx0" brushRef="#br0">21281 3598 7545 0 0,'0'0'0'0'0,"0"0"1584"0"0,0 0-159 0 0,0 0-355 0 0,0 0-194 0 0,0 0-68 0 0,0 0-80 0 0,0 0-293 0 0,0 0-349 0 0,0 0-34 0 0,0 0-32 0 0,14-19 31 0 0,6-7-56 0 0,5-7 1 0 0,4-5 17 0 0,1-2-17 0 0,0-1 5 0 0,-1-1-1 0 0,-3 1-14 0 0,-4-1 14 0 0,-3 3-57 0 0,-4 2-91 0 0,-2 2 84 0 0,-4 6-5 0 0,-3 4-27 0 0,-3 6 115 0 0,-1 6-43 0 0,-1 5-127 0 0,-2 5 16 0 0,1 6 159 0 0,-1 7-48 0 0,-1 6 98 0 0,-2 8-81 0 0,-3 6 55 0 0,-2 7-39 0 0,-1 4-8 0 0,0 4 6 0 0,0 3 48 0 0,0 2-66 0 0,1 1 27 0 0,0 1-4 0 0,1-1-1 0 0,1 1 179 0 0,1-3-80 0 0,-2-1-12 0 0,-1-2 41 0 0,0-3-62 0 0,-1-3-71 0 0,-1-4 14 0 0,-2-3-16 0 0,-1-4 56 0 0,-2-3-62 0 0,-3-4 95 0 0,-2-4-42 0 0,-4-3 25 0 0,-2-4-71 0 0,-2-3 118 0 0,-5-3-153 0 0,-3-3-14 0 0,-4-1-28 0 0,-5-4 89 0 0,-1-2 17 0 0,-3-3-47 0 0,4-2 15 0 0,3 0-1 0 0,7 1 8 0 0,7 1 91 0 0,9 1-128 0 0,6 3-196 0 0,7 1 31 0 0,8 2 234 0 0,9 0-65 0 0,10 1 226 0 0,10 1-175 0 0,11-1-22 0 0,11 0-142 0 0,9 0-175 0 0,7 1-551 0 0,6-1-304 0 0,3 0-971 0 0,-3 0-3082 0 0,-1 0-86 0 0,-16 0 6374 0 0</inkml:trace>
  <inkml:trace contextRef="#ctx0" brushRef="#br1" timeOffset="397.649">22607 3479 1580 0 0,'0'0'0'0'0,"0"0"8273"0"0,0 0-8312 0 0,0 0 2052 0 0,0 0-1842 0 0,0 0 392 0 0,0 0 137 0 0,0 0 154 0 0,0 0-174 0 0,-45 20-248 0 0,-7 6-98 0 0,-3 8-156 0 0,6 4 151 0 0,12 3-50 0 0,11 2-26 0 0,14 1 148 0 0,15 0-21 0 0,14-1-43 0 0,13-1-140 0 0,14-3-210 0 0,10-5 49 0 0,9-5-139 0 0,8-5 11 0 0,6-6 103 0 0,6-7-26 0 0,4-7-173 0 0,2-7 22 0 0,0-8 43 0 0,0-9-199 0 0,-4-8-38 0 0,-6-7-213 0 0,-9-7 155 0 0,-12-6 83 0 0,-14-5-40 0 0,-14-4 81 0 0,-14-3-92 0 0,-14-2 75 0 0,-16-2 350 0 0,-16 0-287 0 0,-15 2 298 0 0,-16 4-77 0 0,-14 9 222 0 0,-14 11-31 0 0,-8 12-199 0 0,-8 17-167 0 0,-4 17-207 0 0,1 17-474 0 0,3 17-1647 0 0,8 12-1951 0 0,14 8-585 0 0,21-9 5388 0 0</inkml:trace>
  <inkml:trace contextRef="#ctx0" brushRef="#br2" timeOffset="3014.614">21035 7581 2816 0 0,'0'0'0'0'0,"0"0"4741"0"0,0 0-4351 0 0,0 0 819 0 0,0 0-803 0 0,0 0 375 0 0,0 0 118 0 0,-22 17-337 0 0,-6 6-190 0 0,-5 3-132 0 0,-2 3-28 0 0,-1 0 41 0 0,2 1-30 0 0,2-1 6 0 0,1 0 60 0 0,1 0-18 0 0,3-1-5 0 0,3 0-56 0 0,2-2-18 0 0,4-2-14 0 0,4-2-42 0 0,5-4-92 0 0,2-2-38 0 0,4-4-2 0 0,2-3-3 0 0,0-3 12 0 0,2-2 128 0 0,0-2-45 0 0,-1-2 17 0 0,1 0-43 0 0,0 0 54 0 0,3 0-139 0 0,3 2 297 0 0,4 1 124 0 0,7 3-1 0 0,6 2-280 0 0,6 3-21 0 0,7 1-92 0 0,4 1 12 0 0,4 0-17 0 0,4 0-3 0 0,1-2 1 0 0,0-2 125 0 0,-2-2-36 0 0,-3-3 4 0 0,-3-2-113 0 0,-4-1-10 0 0,-3-3 37 0 0,-2-2 84 0 0,-3-3-125 0 0,2-4 44 0 0,0-4-174 0 0,0-3-1 0 0,1-2 5 0 0,-3-1 7 0 0,-3 0 82 0 0,-4 2 66 0 0,-5 2-12 0 0,-4 5 142 0 0,-6 3 52 0 0,-2 4-81 0 0,-4 2 66 0 0,-1 2-99 0 0,-4 5-70 0 0,-4 3-110 0 0,-4 7-11 0 0,-5 6 150 0 0,-4 8 49 0 0,-4 9 12 0 0,-2 7 168 0 0,1 6-117 0 0,0 7-26 0 0,3 3-122 0 0,1 4-14 0 0,2 1-171 0 0,2 0 4 0 0,2 0-3 0 0,3-4-36 0 0,2-2-477 0 0,3-3-793 0 0,0-4-771 0 0,2-5-2045 0 0,-1-3-1487 0 0,2-11 4158 0 0</inkml:trace>
  <inkml:trace contextRef="#ctx0" brushRef="#br3" timeOffset="3441.504">22377 7828 12 0 0,'0'0'0'0'0,"0"0"6529"0"0,0 0-4817 0 0,0 0 326 0 0,0 0-738 0 0,0 0-377 0 0,0 0-86 0 0,0 0 335 0 0,0 0-230 0 0,0 0-34 0 0,-29 24-259 0 0,-8 10-185 0 0,-5 12-155 0 0,1 9-48 0 0,3 7 72 0 0,7 4-98 0 0,9 3-49 0 0,7 0-89 0 0,9-2-99 0 0,9-4-107 0 0,10-6 112 0 0,8-7-12 0 0,5-8 93 0 0,6-7-100 0 0,2-7 110 0 0,2-6-107 0 0,2-7 36 0 0,2-5-11 0 0,3-5-14 0 0,3-5-71 0 0,3-8 38 0 0,2-7-174 0 0,3-10-144 0 0,2-10-196 0 0,0-9 10 0 0,-2-10 12 0 0,-5-6 233 0 0,-7-7 228 0 0,-12-3 36 0 0,-13-1 135 0 0,-17 2 151 0 0,-19 3 89 0 0,-19 8 13 0 0,-17 8 113 0 0,-13 12-291 0 0,-12 12-181 0 0,-8 15 26 0 0,-5 13-367 0 0,0 16 94 0 0,4 15-212 0 0,9 13-541 0 0,13 12-1245 0 0,18 10-2796 0 0,16 4-2204 0 0,18 9 6790 0 0,10-13-255 0 0</inkml:trace>
  <inkml:trace contextRef="#ctx0" brushRef="#br4" timeOffset="1363.572">21381 5364 12 0 0,'0'0'0'0'0,"0"0"380"0"0,0 0 9554 0 0,0 0-10781 0 0,0 0 3170 0 0,0 0-1722 0 0,0 0-11 0 0,0 0-192 0 0,0 0-194 0 0,0 0 42 0 0,44-15 134 0 0,7 4-122 0 0,6 3 44 0 0,-2 10-220 0 0,-8 10 79 0 0,-9 12-54 0 0,-9 9-35 0 0,-11 9 66 0 0,-8 8-148 0 0,-12 5 142 0 0,-10 4-60 0 0,-10 2 4 0 0,-9 2 86 0 0,-10 0-35 0 0,-9 1 24 0 0,-8-1 93 0 0,-9 0 110 0 0,-9-2-184 0 0,-7-2 65 0 0,-6-2-93 0 0,-3-4-60 0 0,0-5-10 0 0,4-7-4 0 0,7-7-79 0 0,10-9 12 0 0,12-8-241 0 0,11-9-261 0 0,10-8 92 0 0,9-9-51 0 0,6-8 64 0 0,6-8 133 0 0,7-5 68 0 0,4-5 156 0 0,4-1 23 0 0,6 0 97 0 0,7 2 85 0 0,4 5 86 0 0,4 3-43 0 0,5 6 47 0 0,3 5 21 0 0,3 4-174 0 0,3 5-101 0 0,5 3 25 0 0,5 5 74 0 0,4 5 44 0 0,7 5-91 0 0,5 5-55 0 0,6 4-61 0 0,4 4-5 0 0,5 1-92 0 0,4 0-173 0 0,5-3-497 0 0,3-2 224 0 0,3-5-641 0 0,2-5-338 0 0,-4-4-861 0 0,1-5-2793 0 0,-18-1 1331 0 0</inkml:trace>
  <inkml:trace contextRef="#ctx0" brushRef="#br5" timeOffset="1966.541">22611 5374 7953 0 0,'0'0'0'0'0,"0"0"1308"0"0,0 0-560 0 0,0 0-400 0 0,0 0 248 0 0,0 0 348 0 0,0 0-28 0 0,0 0-212 0 0,0 0-242 0 0,46 5 10 0 0,11 6-202 0 0,9 6-56 0 0,0 8-28 0 0,-6 7-66 0 0,-10 9-58 0 0,-12 6 73 0 0,-12 6 28 0 0,-13 5 63 0 0,-12 3-54 0 0,-14 2-38 0 0,-14 1-74 0 0,-12 1-49 0 0,-11 0 6 0 0,-9-1-4 0 0,-7-4 59 0 0,-6-3-77 0 0,-1-6 100 0 0,-1-5-62 0 0,1-8-18 0 0,4-7 2 0 0,7-7 38 0 0,7-9-69 0 0,10-8-226 0 0,10-10-119 0 0,12-8-258 0 0,8-10 290 0 0,14-8-9 0 0,12-5 137 0 0,13-4 140 0 0,10 1 46 0 0,8 4 2 0 0,3 4 469 0 0,1 8 60 0 0,-2 6 52 0 0,-1 6 59 0 0,1 4 133 0 0,1 5-254 0 0,2 4-210 0 0,4 3-163 0 0,4 2-55 0 0,4 2 9 0 0,7 1-104 0 0,5 0 18 0 0,7 0-61 0 0,6-1-52 0 0,4-1-544 0 0,3-1-462 0 0,1-2-861 0 0,-6-1-1346 0 0,-7-1-4272 0 0,-18-3 4546 0 0</inkml:trace>
  <inkml:trace contextRef="#ctx0" brushRef="#br6" timeOffset="-5690.817">20773 1317 1408 0 0,'0'0'0'0'0,"0"0"2596"0"0,0 0-475 0 0,0 0-887 0 0,0 0-229 0 0,0 0-1020 0 0,0 0 157 0 0,0 0 1169 0 0,0 0-193 0 0,46-13-424 0 0,13-6-258 0 0,10-5-233 0 0,2-2 31 0 0,-2-2 31 0 0,-7 2 27 0 0,-7 3 21 0 0,-10 4-117 0 0,-9 4 55 0 0,-7 4 2 0 0,-9 4-89 0 0,-5 4-4 0 0,-3 2-50 0 0,0 5 69 0 0,0 5-52 0 0,3 5-85 0 0,2 6-32 0 0,-1 5 100 0 0,0 6-36 0 0,-3 4-79 0 0,-3 5 22 0 0,-3 5-13 0 0,-3 1 10 0 0,-5 3-4 0 0,-7 2 77 0 0,-6-1-22 0 0,-8 0 58 0 0,-4-3 38 0 0,-5-2 99 0 0,-3-5-10 0 0,-3-4-11 0 0,0-6-267 0 0,1-6 122 0 0,4-5-34 0 0,4-5-68 0 0,3-5 17 0 0,3-4-321 0 0,2-3-66 0 0,0-5 98 0 0,0-3 86 0 0,-1-5-12 0 0,0-3 44 0 0,1-5-24 0 0,1-4 13 0 0,3-3-36 0 0,4-3 0 0 0,4-1 8 0 0,4 0-65 0 0,5 2 37 0 0,5 3 28 0 0,5 5-9 0 0,4 4 34 0 0,3 4 25 0 0,2 4 171 0 0,2 4 105 0 0,1 2 145 0 0,4 5-26 0 0,4 3 66 0 0,4 5 49 0 0,7 5-72 0 0,6 5-124 0 0,8 6-64 0 0,7 4-30 0 0,6 3-74 0 0,3 2 11 0 0,3-1-271 0 0,1-2-42 0 0,-2-3-392 0 0,-2-5-732 0 0,-3-6-645 0 0,-8-6-1273 0 0,-4-6-1854 0 0,-15-3 4533 0 0</inkml:trace>
  <inkml:trace contextRef="#ctx0" brushRef="#br7" timeOffset="-5484.676">22204 1786 7385 0 0,'0'0'0'0'0,"0"0"5300"0"0,0 0-3822 0 0,0 0 434 0 0,0 0-861 0 0,0 0 2 0 0,0 0-334 0 0,0 0-245 0 0,0 0-308 0 0,0 0-428 0 0,0 0-258 0 0,5-2-264 0 0,1-1-200 0 0,1-3-413 0 0,1-2-1281 0 0,3-5-3324 0 0,-1 1-1201 0 0</inkml:trace>
  <inkml:trace contextRef="#ctx0" brushRef="#br8" timeOffset="-1194.957">23397 1245 116 0 0,'0'0'0'0'0,"0"0"2532"0"0,0 0-732 0 0,0 0-463 0 0,0 0-189 0 0,0 0-2 0 0,0 0-63 0 0,0 0-370 0 0,0 0-91 0 0,0 0-3 0 0,0 0 151 0 0,-28-14 24 0 0,-6-3-43 0 0,-3-4-238 0 0,2-1-62 0 0,5 0 27 0 0,8 1-147 0 0,7 2-153 0 0,6 1-84 0 0,5 2-91 0 0,2 2-91 0 0,3 1 14 0 0,0 3 80 0 0,0 2-93 0 0,-2 2-24 0 0,0 3-67 0 0,-3 1-2 0 0,-2 3-85 0 0,-5 2 128 0 0,-6 5 60 0 0,-9 5-14 0 0,-7 5 90 0 0,-7 4-110 0 0,-5 4 133 0 0,-4 3-35 0 0,2 1 101 0 0,3 1-104 0 0,4 0 31 0 0,5-2 36 0 0,6-1-65 0 0,6-3 7 0 0,4-2-59 0 0,6-2 24 0 0,2-3 40 0 0,4-1-65 0 0,3-2 22 0 0,1-3 49 0 0,1-1-100 0 0,5-3 18 0 0,5-2-8 0 0,9-2-2 0 0,10-2 10 0 0,12-3 80 0 0,11-3-232 0 0,10-3-40 0 0,7-2 96 0 0,5 0 78 0 0,1-1 81 0 0,-4 3-59 0 0,-5 1 90 0 0,-10 5-16 0 0,-10 3 222 0 0,-10 7 75 0 0,-10 4 15 0 0,-8 5 45 0 0,-7 4-20 0 0,-5 3-201 0 0,-3 2 2 0 0,-2 1-60 0 0,-1 1 32 0 0,1 0 47 0 0,-1 1-102 0 0,-2 1 89 0 0,-2-1 33 0 0,-4 0 140 0 0,-6 0-11 0 0,-7 0 84 0 0,-8-1 246 0 0,-9 1-5 0 0,-11-2-185 0 0,-12 0-268 0 0,-8-2 10 0 0,-9 0 14 0 0,-5-3-156 0 0,-2-3-38 0 0,0-3-85 0 0,1-4-215 0 0,7-4-325 0 0,5-4-243 0 0,8-2-546 0 0,11-1-1512 0 0,8-2-4756 0 0,13-1 3205 0 0</inkml:trace>
  <inkml:trace contextRef="#ctx0" brushRef="#br9" timeOffset="21204.183">25913 1698 1420 0 0,'0'0'0'0'0,"0"0"1308"0"0,0 0-1180 0 0,0 0 252 0 0,0 0-41 0 0,0 0 3258 0 0,0 0-2515 0 0,0 0 435 0 0,0 0-442 0 0,0 0-117 0 0,6-2-168 0 0,1 0-91 0 0,1-1-103 0 0,1-1-40 0 0,1 1-37 0 0,0 0-114 0 0,1 0 13 0 0,2 1 16 0 0,-1-1-56 0 0,1 0 45 0 0,-1 0-104 0 0,-1 0-3 0 0,0 0-101 0 0,-1-1-122 0 0,0-1-89 0 0,2-2-76 0 0,3-3-61 0 0,3-2-96 0 0,4-3-50 0 0,3-3-28 0 0,1-1 74 0 0,0-3 17 0 0,0 0 100 0 0,-2 0 47 0 0,-3 1-19 0 0,-3 2 42 0 0,-4 2 37 0 0,-3 4 0 0 0,-2 2-1 0 0,-4 4 2 0 0,-2 3-121 0 0,-2 2 20 0 0,-2 4-87 0 0,-4 4 107 0 0,-4 4-82 0 0,-3 7 189 0 0,-5 6-49 0 0,-2 6 27 0 0,-5 6-57 0 0,-2 5 78 0 0,-2 3 91 0 0,-3 2-127 0 0,1 1 167 0 0,-1 0-40 0 0,1-2-28 0 0,1-2 14 0 0,3-3-99 0 0,2-2 78 0 0,2-5-80 0 0,3-3 13 0 0,3-4-9 0 0,4-4-57 0 0,3-6 21 0 0,4-4-42 0 0,3-3 23 0 0,1-4-64 0 0,1-2-70 0 0,-1-3 100 0 0,-2-1-17 0 0,-2-3 114 0 0,-4-2-29 0 0,-3-2 26 0 0,-4 0 113 0 0,-1-2 1 0 0,0 1 31 0 0,3 1-101 0 0,1 0-38 0 0,4 2 62 0 0,2 3-2 0 0,4 0 38 0 0,1 3-129 0 0,3 0 45 0 0,6 1 5 0 0,7 1 110 0 0,8 2-160 0 0,9 0 39 0 0,10 2-233 0 0,6-1 177 0 0,7-1-223 0 0,4 0-382 0 0,3-1-432 0 0,0-1-905 0 0,-3 0-296 0 0,-5-1-708 0 0,-7 0-1101 0 0,-12-1 1856 0 0</inkml:trace>
  <inkml:trace contextRef="#ctx0" brushRef="#br10" timeOffset="21491.041">26437 2057 1280 0 0,'0'0'0'0'0,"0"0"1172"0"0,0 0 5400 0 0,0 0-6677 0 0,0 0 2234 0 0,0 0-1236 0 0,0 0 31 0 0,0 0-142 0 0,-2 17-72 0 0,1 4-74 0 0,-1 4-114 0 0,0 1-22 0 0,0 0-43 0 0,0-1 9 0 0,-2 0-20 0 0,0 0-43 0 0,-4 1-203 0 0,-4 0-207 0 0,-3 0-11 0 0,-2-2-228 0 0,-2-2-224 0 0,2-2-151 0 0,1-4-319 0 0,4-5-800 0 0,2-3-1083 0 0,4-3-2176 0 0,3-5-1395 0 0,1-2 7743 0 0</inkml:trace>
  <inkml:trace contextRef="#ctx0" brushRef="#br11" timeOffset="22900.353">28009 1400 1592 0 0,'0'0'0'0'0,"0"0"1344"0"0,0 0-793 0 0,0 0 1729 0 0,0 0-449 0 0,0 0-657 0 0,0 0-226 0 0,0 0-305 0 0,0 0 18 0 0,0 0-25 0 0,0 0-54 0 0,0 0-20 0 0,-5-2-11 0 0,-1 1-29 0 0,0-1-26 0 0,1 1-103 0 0,0 0 40 0 0,-1 1 51 0 0,-1 0-116 0 0,-2 1-36 0 0,-2 1-129 0 0,-2-1-27 0 0,-3 1 66 0 0,-1 0-234 0 0,-2 0 23 0 0,-2-1-16 0 0,0 1-17 0 0,0-1-10 0 0,-1 0 2 0 0,-1 0-58 0 0,-2 1 25 0 0,-2-1-108 0 0,-1-1 71 0 0,-3 1-143 0 0,1-1 53 0 0,1 0-113 0 0,3 1 66 0 0,3-2-90 0 0,5 1-88 0 0,4 0 19 0 0,6-2-76 0 0,3 0 16 0 0,4-1-54 0 0,5 0-104 0 0,4-1 287 0 0,4-1 106 0 0,5 1 56 0 0,2-2 81 0 0,3 1-58 0 0,-1 1 146 0 0,-1 0 48 0 0,-4 1 24 0 0,-3 1 3 0 0,-4 1 0 0 0,-3 1 128 0 0,-3 0 108 0 0,-2 3 18 0 0,-1 2 42 0 0,-1 3-139 0 0,1 2-45 0 0,-2 2-41 0 0,0 3 28 0 0,-2 2-9 0 0,-1 1-105 0 0,-4 1-11 0 0,-2 0-77 0 0,-3 0 28 0 0,-3 0 47 0 0,-1 0-76 0 0,-2-1 114 0 0,-1-1-20 0 0,0-1 28 0 0,0 0-36 0 0,1-2-3 0 0,1-1-18 0 0,3-1 35 0 0,3-3-105 0 0,3-1 22 0 0,3-2-85 0 0,2-2-41 0 0,3-1-3 0 0,2 0 22 0 0,6-2 52 0 0,7 1 38 0 0,9-1-7 0 0,10 1-164 0 0,9-1 34 0 0,8 2-80 0 0,4 0 89 0 0,2 1-16 0 0,-3 1 171 0 0,-6 2 43 0 0,-7 2 232 0 0,-10 1-83 0 0,-9 2 75 0 0,-7 2-46 0 0,-6 3-19 0 0,-8 2 65 0 0,-8 3 39 0 0,-9 3 122 0 0,-7 1 14 0 0,-9 2-218 0 0,-6 1-56 0 0,-6 0 13 0 0,-5 0-146 0 0,-2-2-43 0 0,-1-2-4 0 0,2-2-74 0 0,3-4-76 0 0,6-4-286 0 0,6-3-276 0 0,7-5-439 0 0,7-3-805 0 0,6-4-659 0 0,4-3-358 0 0,5-5-2244 0 0,4 0 2901 0 0</inkml:trace>
  <inkml:trace contextRef="#ctx0" brushRef="#br12" timeOffset="23523.814">28868 1341 4180 0 0,'0'0'0'0'0,"0"0"2501"0"0,0 0-855 0 0,0 0-820 0 0,0 0 616 0 0,0 0-584 0 0,0 0 122 0 0,0 0 11 0 0,0 0-120 0 0,0 0-329 0 0,0 0-292 0 0,-25-3 56 0 0,-5 2 7 0 0,-6 1-8 0 0,0 4 85 0 0,2 4-129 0 0,1 3-32 0 0,3 4 6 0 0,4 4-11 0 0,2 2-61 0 0,3 4 22 0 0,5 2-42 0 0,3 2-46 0 0,4 0 6 0 0,4 2-2 0 0,2 0-29 0 0,3 0 31 0 0,2 0 8 0 0,5 0 69 0 0,1 0-18 0 0,2-1 56 0 0,0 1-31 0 0,0-2-91 0 0,-1 0-11 0 0,-2-1 34 0 0,-2-1-138 0 0,-2-2 36 0 0,-2-1-30 0 0,0-2-67 0 0,-1-2 46 0 0,-1-3 28 0 0,1-2-13 0 0,-2-2-39 0 0,-2-3 73 0 0,-3-3-28 0 0,-4-1-70 0 0,-2-3 4 0 0,-4-2 26 0 0,-2-1 54 0 0,-2-3-19 0 0,1-2 6 0 0,0-2-158 0 0,2-2 45 0 0,4-3 149 0 0,4-2-2 0 0,6-4-21 0 0,8-4 2 0 0,10-4-1 0 0,8-3-16 0 0,10-4-38 0 0,7-4 52 0 0,6-4-93 0 0,3-4-24 0 0,2-1 56 0 0,-2-1 52 0 0,-2 2-55 0 0,-4 3 78 0 0,-6 6-22 0 0,-7 7 8 0 0,-6 7-5 0 0,-8 8 6 0 0,-6 5 125 0 0,-5 5-162 0 0,-2 3-30 0 0,-3 1-172 0 0,-1 2 30 0 0,-2 0 15 0 0,-5 1-40 0 0,-5 1-160 0 0,-5 0-71 0 0,-7 1-43 0 0,-8 1 12 0 0,-6 1-141 0 0,-5 1-601 0 0,-4 2-443 0 0,1 0-1247 0 0,0 2-2638 0 0,10-2 2164 0 0</inkml:trace>
  <inkml:trace contextRef="#ctx0" brushRef="#br13" timeOffset="31199.752">25643 3390 812 0 0,'0'0'0'0'0,"0"0"680"0"0,0 0-369 0 0,0 0 92 0 0,0 0-109 0 0,0 0 122 0 0,0 0 35 0 0,0 0-155 0 0,0 0 95 0 0,0 0 75 0 0,0 0-133 0 0,-13-16 228 0 0,-3-2-188 0 0,1-1 65 0 0,0 3-144 0 0,5 4-179 0 0,2 3 90 0 0,3 3-11 0 0,2 2-96 0 0,1 2 78 0 0,0 2 174 0 0,-2 0 1383 0 0,-2 1-993 0 0,-3-1 108 0 0,-2 1-70 0 0,-1-1 91 0 0,0 1-115 0 0,0-1-118 0 0,2 0-40 0 0,2 0 8 0 0,3 0-88 0 0,2 0-108 0 0,1-1-48 0 0,2 1-2 0 0,0-1 9 0 0,0 0-57 0 0,0 0-136 0 0,1 0-81 0 0,-1 0-86 0 0,0 0 6 0 0,1 1-26 0 0,2-2-72 0 0,3 1 6 0 0,6-2 91 0 0,6-1-30 0 0,7-2-61 0 0,8-2 40 0 0,5-1 31 0 0,5-2-85 0 0,2 0 60 0 0,1 1 32 0 0,-1 0-15 0 0,-2 2-85 0 0,-2 1 13 0 0,-2 3-6 0 0,-4 2-82 0 0,-3 2-32 0 0,-3 3 92 0 0,-3 5-65 0 0,-4 3-81 0 0,-5 4 318 0 0,-4 4-56 0 0,-6 3 138 0 0,-2 3-86 0 0,-6 3-56 0 0,-6 2 77 0 0,-8 2-6 0 0,-7 0 6 0 0,-9 0-11 0 0,-6-1-57 0 0,-5-2 72 0 0,-3-3-35 0 0,-1-3 68 0 0,2-5-79 0 0,3-4-30 0 0,7-3 7 0 0,6-4-4 0 0,8-3 93 0 0,8-3-124 0 0,4-1-48 0 0,5-2-16 0 0,3-3-19 0 0,4-2-248 0 0,3-2 242 0 0,4-1-103 0 0,4-1 34 0 0,5 0 43 0 0,2 1 29 0 0,2 2 37 0 0,0 2 64 0 0,0 3 5 0 0,-2 4 116 0 0,-2 2 46 0 0,0 5 130 0 0,-2 4-159 0 0,-1 3-14 0 0,-3 5-105 0 0,-3 2 170 0 0,-4 4-208 0 0,-3 2 65 0 0,-3 3-27 0 0,-5 1-3 0 0,-6 1-4 0 0,-5 1-13 0 0,-5 0-72 0 0,-4-1 5 0 0,-4-3-20 0 0,-1-3-105 0 0,0-3-70 0 0,1-4-206 0 0,3-5-488 0 0,2-4-565 0 0,4-4-767 0 0,4-3-2439 0 0,4-4-175 0 0,5-2 4835 0 0</inkml:trace>
  <inkml:trace contextRef="#ctx0" brushRef="#br14" timeOffset="31443.358">26348 3962 5136 0 0,'0'0'0'0'0,"0"0"2501"0"0,0 0-878 0 0,0 0-385 0 0,0 0-88 0 0,-21 17-128 0 0,-8 6-17 0 0,-6 5-235 0 0,-2 0-372 0 0,0 1-202 0 0,3-3-183 0 0,3-2-26 0 0,4-3-208 0 0,2-2-120 0 0,5-2-109 0 0,2-3-226 0 0,4-1-463 0 0,3-4-1083 0 0,3-2-1047 0 0,2-2-2727 0 0,3-1 6041 0 0</inkml:trace>
  <inkml:trace contextRef="#ctx0" brushRef="#br15" timeOffset="32105.244">26872 3739 992 0 0,'0'0'0'0'0,"0"0"7037"0"0,0 0-5834 0 0,0 0 882 0 0,0 0-1108 0 0,0 0 58 0 0,0 0-116 0 0,0 0-373 0 0,0 0-226 0 0,0 0-339 0 0,28-18-69 0 0,6-5-22 0 0,7-7 15 0 0,-1-2 107 0 0,-2-2-29 0 0,-6 0 31 0 0,-3 2 52 0 0,-6 0-84 0 0,-3 2-32 0 0,-3 1-22 0 0,-3 3-116 0 0,-3 3-107 0 0,-1 3 55 0 0,-3 5 69 0 0,-2 4 71 0 0,-2 5 89 0 0,-2 2-184 0 0,-1 5 115 0 0,-2 4-44 0 0,-4 4 144 0 0,-2 5 105 0 0,-4 5 100 0 0,-1 6-89 0 0,-3 5-4 0 0,0 4 16 0 0,-1 3 79 0 0,-1 1-187 0 0,3 0-25 0 0,1 0 57 0 0,2-1-88 0 0,4-2 29 0 0,2-1 60 0 0,2-2 23 0 0,2-2 31 0 0,1-2-8 0 0,-1-3-23 0 0,-1-2-34 0 0,-3-2-6 0 0,-3-2 82 0 0,-2-3 273 0 0,-2-3-167 0 0,-1-2-164 0 0,0-2-63 0 0,-1-1-145 0 0,2-3 6 0 0,-1 0-86 0 0,3-3-70 0 0,1 0 276 0 0,1-2-158 0 0,1 1-16 0 0,1-2 80 0 0,-3-1 96 0 0,-2-2-91 0 0,-2-1 22 0 0,-4-2-61 0 0,-1 1 98 0 0,-1-1-32 0 0,-1 2 73 0 0,4 1-27 0 0,2 2 16 0 0,5 0-129 0 0,3 1-23 0 0,4 2-34 0 0,4 0 98 0 0,6 3 94 0 0,9 1-3 0 0,9 1-6 0 0,9 1-81 0 0,9-1 4 0 0,5 0-166 0 0,6-1-214 0 0,2-1-412 0 0,1-1-599 0 0,-2-1 67 0 0,-2-1-637 0 0,-4 0-769 0 0,-11-1-1851 0 0</inkml:trace>
  <inkml:trace contextRef="#ctx0" brushRef="#br16" timeOffset="32532.783">28219 3504 2552 0 0,'0'0'0'0'0,"0"0"6757"0"0,0 0-5970 0 0,0 0 1127 0 0,0 0-1261 0 0,0 0 67 0 0,0 0 95 0 0,0 0-70 0 0,0 0-297 0 0,0 0-120 0 0,0 0-116 0 0,0 0-92 0 0,-22-4 52 0 0,-7 2 161 0 0,-7 3-61 0 0,-2 4 86 0 0,-5 7-46 0 0,-1 5-17 0 0,-5 8-120 0 0,-3 7-30 0 0,-3 7-150 0 0,-3 8 25 0 0,-1 7-32 0 0,1 6-129 0 0,2 4 92 0 0,8 1-17 0 0,11 0-1 0 0,12-4-66 0 0,13-5 65 0 0,16-8 76 0 0,14-7 43 0 0,15-8 19 0 0,10-8-77 0 0,11-9 134 0 0,6-7-89 0 0,5-6 80 0 0,1-9-133 0 0,0-7 20 0 0,-3-7-90 0 0,-4-6 105 0 0,-7-7-204 0 0,-6-5-99 0 0,-8-3 148 0 0,-7-2 132 0 0,-8 0-22 0 0,-7 2 27 0 0,-6 5 156 0 0,-5 7-40 0 0,-7 8-58 0 0,-9 8-60 0 0,-10 9-217 0 0,-8 11-68 0 0,-7 9-417 0 0,-7 9-1098 0 0,-1 5-1108 0 0,-2 6-2597 0 0,9-4-926 0 0</inkml:trace>
  <inkml:trace contextRef="#ctx0" brushRef="#br17" timeOffset="38855.532">27380 5722 352 0 0,'0'0'0'0'0,"0"0"2752"0"0,0 0-840 0 0,0 0-520 0 0,0 0-193 0 0,0 0-165 0 0,0 0-170 0 0,0 0-154 0 0,0 0-51 0 0,0 0-125 0 0,0 0-84 0 0,0 0-150 0 0,-42 3 3 0 0,-9 3-19 0 0,-7 4 15 0 0,-1 4 18 0 0,3 5 61 0 0,3 4 54 0 0,4 4-14 0 0,2 4-32 0 0,4 3-90 0 0,2 3-113 0 0,5 2-78 0 0,4 2-33 0 0,6-1-72 0 0,6 0 10 0 0,7-2-14 0 0,6-3-70 0 0,4-3 81 0 0,5-3-18 0 0,5-5-65 0 0,4-4 8 0 0,4-3-34 0 0,3-4 6 0 0,2-4 24 0 0,4-2 72 0 0,0-4-127 0 0,4-2 150 0 0,2-5-51 0 0,2-4-44 0 0,0-4 2 0 0,1-5 10 0 0,-2-3-20 0 0,-2-2-36 0 0,-6-1 6 0 0,-5-1 130 0 0,-5 1-40 0 0,-5 1 184 0 0,-9 2-197 0 0,-7 4 52 0 0,-10 2-194 0 0,-7 3 114 0 0,-8 3 63 0 0,-6 4-22 0 0,-3 3-156 0 0,-3 5-12 0 0,-1 4-50 0 0,1 5-14 0 0,4 4-30 0 0,5 2-279 0 0,9 4-580 0 0,8 0-796 0 0,7 1-576 0 0,14-2-1814 0 0,4-3 1726 0 0</inkml:trace>
  <inkml:trace contextRef="#ctx0" brushRef="#br18" timeOffset="39196.859">27723 5810 3876 0 0,'0'0'0'0'0,"0"0"68"0"0,0 0 3249 0 0,0 0-1699 0 0,0 0-259 0 0,0 0-265 0 0,-47 22-382 0 0,-10 8-58 0 0,-8 6-116 0 0,4 3-21 0 0,7 0-33 0 0,12-1-103 0 0,13-2-165 0 0,11-3-82 0 0,11-3-137 0 0,12-3-28 0 0,11-4-57 0 0,8-4 7 0 0,10-5-114 0 0,7-4 110 0 0,8-4-118 0 0,7-4 100 0 0,4-6-110 0 0,3-5 4 0 0,1-6-255 0 0,-3-5-39 0 0,-4-5-109 0 0,-5-4-246 0 0,-8-4-408 0 0,-8-4-669 0 0,-7-1-263 0 0,-7-2 61 0 0,-7 2 18 0 0,-6 7 533 0 0</inkml:trace>
  <inkml:trace contextRef="#ctx0" brushRef="#br19" timeOffset="39553.369">27776 5913 2460 0 0,'0'0'0'0'0,"0"0"1932"0"0,0 0-461 0 0,0 0-327 0 0,0 0-88 0 0,0 0-293 0 0,0 0-159 0 0,0 0-10 0 0,0 0 40 0 0,0 0 80 0 0,0 0-7 0 0,0 0-115 0 0,-3 10-78 0 0,4 6-4 0 0,3 6-100 0 0,4 4-24 0 0,3 6 14 0 0,2 4 46 0 0,0 4 89 0 0,-1 3-31 0 0,-2 3-52 0 0,-3 2 120 0 0,-3 1-127 0 0,-6 0-124 0 0,-6 2-105 0 0,-7-2-3 0 0,-7 0 46 0 0,-8-2-24 0 0,-8-2-46 0 0,-8-2 15 0 0,-6-3-237 0 0,-6-2 66 0 0,-3-2-159 0 0,-1-3-156 0 0,0-3-172 0 0,2-3-276 0 0,2-3-358 0 0,4-3-545 0 0,1-3-499 0 0,4-4-948 0 0,1-3-2453 0 0,11-5 1192 0 0</inkml:trace>
  <inkml:trace contextRef="#ctx0" brushRef="#br20" timeOffset="37936.426">25228 5547 692 0 0,'0'0'0'0'0,"0"0"1200"0"0,0 0-396 0 0,0 0-266 0 0,0 0-148 0 0,0 0-474 0 0,0 0 388 0 0,0 0 1738 0 0,0 0-1717 0 0,0 0 523 0 0,1-2-282 0 0,2 0 54 0 0,2-1 79 0 0,-1 0 49 0 0,1 0-133 0 0,0 0 47 0 0,-1 0-18 0 0,1 1-149 0 0,0 0-173 0 0,0 1-34 0 0,0-1-9 0 0,0 1 36 0 0,-1 0-46 0 0,1 0-73 0 0,1-1-73 0 0,0 1 5 0 0,0-1-132 0 0,0 0 155 0 0,-1 1-99 0 0,-2 0 30 0 0,-1 0 8 0 0,0 2 10 0 0,-2 1 120 0 0,-1 4 97 0 0,-3 4-244 0 0,-1 4 41 0 0,-2 5-34 0 0,-2 4-90 0 0,-3 2 27 0 0,-3 2 28 0 0,-2 1-57 0 0,-2-1-42 0 0,-3-1 57 0 0,0-1-78 0 0,0-2 93 0 0,0-3 150 0 0,2-1-28 0 0,1-3-164 0 0,3-2 50 0 0,2-1-35 0 0,3-3 12 0 0,1-1-5 0 0,4-3 2 0 0,2 0-4 0 0,1-3 5 0 0,2-1 3 0 0,1-1 51 0 0,0 1 79 0 0,1 1 4 0 0,-1 0-3 0 0,2 3-68 0 0,3 3-69 0 0,4 1 0 0 0,3 3-110 0 0,4 0 54 0 0,3 2-36 0 0,4 0-80 0 0,2 0 50 0 0,2-2 74 0 0,3-1 37 0 0,1-2-69 0 0,0-3 27 0 0,1-2 66 0 0,-2-2-17 0 0,-2-1 14 0 0,-3-1 79 0 0,-1-2-102 0 0,-2-1 86 0 0,-1-1-31 0 0,2-3 8 0 0,0-1-56 0 0,3-3 12 0 0,2-2-92 0 0,4-2-4 0 0,2-3-50 0 0,1-1 41 0 0,-1-1 12 0 0,-4 0 100 0 0,-4 1-16 0 0,-5 1 147 0 0,-6 3 56 0 0,-5 4-12 0 0,-5 2-56 0 0,-3 4-143 0 0,-2 2-10 0 0,-1 1 31 0 0,0 1-18 0 0,0 1-45 0 0,0 1-4 0 0,-1 1 2 0 0,-2 2 66 0 0,-3 3 121 0 0,-2 5-170 0 0,-2 3 0 0 0,-4 6-18 0 0,-2 4-46 0 0,-3 6-4 0 0,-1 3-109 0 0,-2 3-42 0 0,2 1 5 0 0,2 0-383 0 0,4-1-715 0 0,5-3 111 0 0,5-5-764 0 0,5-4-959 0 0,9-5-1394 0 0,2-7 2719 0 0</inkml:trace>
  <inkml:trace contextRef="#ctx0" brushRef="#br21" timeOffset="38206.208">26074 6332 4104 0 0,'0'0'0'0'0,"0"0"4009"0"0,0 0-2698 0 0,0 0 415 0 0,0 0-824 0 0,0 0 257 0 0,0 0-214 0 0,0 0-138 0 0,-24 19-269 0 0,-5 5-162 0 0,-3 5-236 0 0,1 1-128 0 0,3 0-146 0 0,4-2-54 0 0,6-2-123 0 0,3-2-237 0 0,4-3-111 0 0,4-2-194 0 0,3-3-531 0 0,3-4-1276 0 0,0-3-2410 0 0,2-3 893 0 0</inkml:trace>
  <inkml:trace contextRef="#ctx0" brushRef="#br22" timeOffset="46123.628">26461 8029 52 0 0,'0'0'0'0'0,"0"0"260"0"0,0 0 1419 0 0,0 0 3580 0 0,0 0-4992 0 0,0 0 1426 0 0,0 0-998 0 0,0 0-81 0 0,0 0-6 0 0,0 0-77 0 0,0 0-91 0 0,0 0-33 0 0,-5-2 71 0 0,4 0 178 0 0,5-2 95 0 0,9-1-86 0 0,9-2-94 0 0,10-1-32 0 0,9-1-91 0 0,8-1-133 0 0,5 0-203 0 0,3 2-99 0 0,1 0 8 0 0,-4 2-152 0 0,-6 3-18 0 0,-8 2-36 0 0,-10 4 62 0 0,-9 5 63 0 0,-9 5 2 0 0,-9 6-100 0 0,-10 5 33 0 0,-10 4 93 0 0,-11 2 24 0 0,-7 2 10 0 0,-7 0 70 0 0,-5-2-32 0 0,-3-1-37 0 0,-1-3 17 0 0,0-3-18 0 0,2-4-1 0 0,4-3-15 0 0,6-3-98 0 0,9-4-34 0 0,8-4-245 0 0,8-2-26 0 0,6-1-71 0 0,8-2 0 0 0,9-1 426 0 0,9-1 2 0 0,10-2-44 0 0,9 0-111 0 0,7 0-112 0 0,6 0 75 0 0,2 1 184 0 0,-1 1 52 0 0,-4 1 108 0 0,-5 3 115 0 0,-6 2 198 0 0,-8 4 109 0 0,-9 4-21 0 0,-7 4-148 0 0,-9 4 1 0 0,-9 4-30 0 0,-10 3 3 0 0,-9 3-32 0 0,-9 2-42 0 0,-7 2-153 0 0,-6-1-86 0 0,-3-1-63 0 0,-1-2-34 0 0,1-1-79 0 0,2-4-146 0 0,2-2-137 0 0,5-3-255 0 0,3-4-424 0 0,4-4-1029 0 0,4-4-1160 0 0,4-3-2273 0 0,4-4 3527 0 0,7-1 1889 0 0</inkml:trace>
  <inkml:trace contextRef="#ctx0" brushRef="#br23" timeOffset="46680.534">27409 7965 940 0 0,'0'0'0'0'0,"0"0"548"0"0,0 0 5694 0 0,0 0-5991 0 0,0 0 1935 0 0,0 0-1111 0 0,0 0-213 0 0,0 0-103 0 0,0 0-162 0 0,0 0-186 0 0,0 0-49 0 0,0 0 92 0 0,24-7-7 0 0,10-2-14 0 0,9-1-107 0 0,6 1-30 0 0,0 2-97 0 0,-1 4 42 0 0,-6 5 40 0 0,-5 7 15 0 0,-8 7-19 0 0,-8 8-46 0 0,-8 9-118 0 0,-8 7-45 0 0,-10 6-53 0 0,-9 5 5 0 0,-10 1 34 0 0,-8 1-54 0 0,-4-1 88 0 0,-4-3 6 0 0,0-3-26 0 0,-2-3-21 0 0,0-4-36 0 0,0-3 49 0 0,0-4-56 0 0,2-5-1 0 0,3-2-103 0 0,2-5-85 0 0,4-5-72 0 0,4-2 24 0 0,5-5 39 0 0,5-4-56 0 0,7-3-139 0 0,3-6 138 0 0,4-5-304 0 0,4-6 307 0 0,4-5 22 0 0,5-4 24 0 0,4-3 38 0 0,2-1 10 0 0,1 2 178 0 0,-2 4 11 0 0,-1 3 106 0 0,-2 6 61 0 0,0 5 14 0 0,1 4 112 0 0,5 3 323 0 0,9 3-20 0 0,13 3-71 0 0,16 2-181 0 0,18 0-82 0 0,15 0-8 0 0,16-1-1 0 0,10-2-39 0 0,8-1-287 0 0,4-1 11 0 0,3-3-415 0 0,-1-1-300 0 0,-4-3-654 0 0,-10-1-1959 0 0,-9-3-5405 0 0,-26 1 4761 0 0</inkml:trace>
  <inkml:trace contextRef="#ctx0" brushRef="#br24" timeOffset="45249.935">24998 7862 1316 0 0,'0'0'0'0'0,"0"0"92"0"0,0 0 2478 0 0,0 0-1314 0 0,0 0-481 0 0,0 0-481 0 0,0 0-102 0 0,0 0 296 0 0,0 0-62 0 0,0 0 48 0 0,0 0 36 0 0,0 0 68 0 0,2-6-67 0 0,2-2 178 0 0,-1 1 173 0 0,0 2 14 0 0,-1 0-124 0 0,-1 3-73 0 0,0 0-102 0 0,-1 2 6 0 0,1 0-130 0 0,-1 0-90 0 0,-1 0-126 0 0,-1 1-154 0 0,-3 2-72 0 0,-4 1-53 0 0,-5 3 44 0 0,-4 2-6 0 0,-4 4-2 0 0,-5 2 2 0 0,-4 4-84 0 0,-4 3 38 0 0,-4 5 50 0 0,-3 3-8 0 0,-2 3 6 0 0,-1 3 7 0 0,2 4-6 0 0,3 1 1 0 0,5 2-9 0 0,7 0-77 0 0,9 2 105 0 0,7 0-44 0 0,7 0 19 0 0,9 0 7 0 0,9-2-3 0 0,9-3-7 0 0,6-3-58 0 0,7-3 81 0 0,5-6-84 0 0,3-5-2 0 0,2-5 89 0 0,2-5-86 0 0,2-5 11 0 0,2-6 71 0 0,-1-6 93 0 0,-2-5-79 0 0,-1-6-27 0 0,-4-6-1 0 0,-6-5-206 0 0,-6-4 32 0 0,-7-4 34 0 0,-8-3 159 0 0,-6-1-30 0 0,-5 0 172 0 0,-7 2-56 0 0,-7 4-67 0 0,-5 4-32 0 0,-5 4 3 0 0,-5 7-194 0 0,-3 5 234 0 0,-4 5-302 0 0,-2 7-54 0 0,-1 6-29 0 0,-1 8-75 0 0,1 6-496 0 0,3 6-689 0 0,7 5-318 0 0,7 2-1021 0 0,10 1-1158 0 0,9-1 3370 0 0,15-3-544 0 0,1-6 1340 0 0</inkml:trace>
  <inkml:trace contextRef="#ctx0" brushRef="#br25" timeOffset="45522.242">25780 8607 8297 0 0,'0'0'0'0'0,"0"0"1528"0"0,0 0-5 0 0,-13 18-549 0 0,-6 7-281 0 0,-6 7-193 0 0,-6 3-204 0 0,-1 0-151 0 0,-1-3-143 0 0,2-5-67 0 0,5-5-204 0 0,5-6-271 0 0,4-6-401 0 0,4-5-506 0 0,4-4-974 0 0,3-7-492 0 0,3-5-369 0 0,1-4 2342 0 0,2 2-113 0 0</inkml:trace>
  <inkml:trace contextRef="#ctx0" brushRef="#br26" timeOffset="-155470.628">18467 13381 1264 0 0,'0'0'0'0'0,"0"0"940"0"0,0 0-121 0 0,0 0 30 0 0,18 18 95 0 0,6 6-190 0 0,3 4-299 0 0,0 1-321 0 0,-1-1-100 0 0,-4-2-174 0 0,-3-4-177 0 0,-2-3-153 0 0,-2-4 29 0 0,-1-4 182 0 0,-1-3 277 0 0,-1-3 135 0 0,-1-3 550 0 0,-3-1 47 0 0,-2-1 155 0 0,-2-1 63 0 0,-1-1-189 0 0,-2-1 50 0 0,-1 0-224 0 0,0 0-187 0 0,-1 0-421 0 0,-2-1 64 0 0,-3-1-205 0 0,-2 0 126 0 0,-1 0 9 0 0,-1-1 2 0 0,1 1 62 0 0,1 0 97 0 0,2 2 139 0 0,1 0 133 0 0,2 1 19 0 0,1 1-12 0 0,1 0-86 0 0,1 1-362 0 0,0 0 68 0 0,0 1-509 0 0,1 0-171 0 0,-1 2-167 0 0,-1 1-232 0 0,0 1-718 0 0,-1 0-853 0 0,1 2-1438 0 0,0-1 2958 0 0</inkml:trace>
  <inkml:trace contextRef="#ctx0" brushRef="#br27" timeOffset="-154314.236">18342 13304 196 0 0,'0'0'0'0'0,"0"0"2192"0"0,0 0-704 0 0,0 0 65 0 0,0 0-486 0 0,0 0 190 0 0,0 0-244 0 0,0 0-152 0 0,0 0-24 0 0,0 0-3 0 0,0 0 152 0 0,0 0-82 0 0,0 0-177 0 0,0 3-187 0 0,3 1-8 0 0,2 4-152 0 0,4 4-58 0 0,4 6-157 0 0,5 6-162 0 0,5 6 33 0 0,4 5-37 0 0,3 4 16 0 0,2 2 56 0 0,0 1-76 0 0,-1 0 25 0 0,1-1 34 0 0,-3-1 7 0 0,-1-2 0 0 0,-2-2 50 0 0,-3-2-46 0 0,-2-2-17 0 0,-3-2-42 0 0,-2-3 4 0 0,-3-3-10 0 0,-2-3 1 0 0,0-3-1 0 0,-2-3-10 0 0,-1-3 4 0 0,-1-3-40 0 0,-2-4 58 0 0,-1-1 66 0 0,-1-3-93 0 0,0 0 113 0 0,0-2-33 0 0,-1-1-64 0 0,0-1 166 0 0,-1-1 70 0 0,0-1-66 0 0,0-1 79 0 0,0-2 68 0 0,0-2-37 0 0,2-3-52 0 0,-1-3-128 0 0,2-5-85 0 0,0-5-1 0 0,4-4-18 0 0,4-5 0 0 0,8-6 3 0 0,9-6 0 0 0,12-6-89 0 0,12-5-30 0 0,12-2 77 0 0,8-1 37 0 0,6 2-8 0 0,0 7 4 0 0,-4 7-148 0 0,-8 9-191 0 0,-11 12-127 0 0,-12 9-148 0 0,-14 10-482 0 0,-11 8-1367 0 0,-10 11-5356 0 0,-6 0 2968 0 0</inkml:trace>
  <inkml:trace contextRef="#ctx0" brushRef="#br28" timeOffset="-153563.356">19172 13948 1096 0 0,'0'0'0'0'0,"0"0"3156"0"0,0 0-1115 0 0,0 0-260 0 0,0 0-335 0 0,0 0 24 0 0,0 0-224 0 0,0 0-154 0 0,0 0-177 0 0,0 0-165 0 0,0 0-156 0 0,10-1-111 0 0,1 0-230 0 0,0 0-146 0 0,0 0-96 0 0,-2 0 1 0 0,-3 1-71 0 0,-1-1 19 0 0,-3 1 43 0 0,-1 0-10 0 0,0 0 20 0 0,-1 0-2 0 0,-1 1 145 0 0,1 0-68 0 0,-1 1 88 0 0,1 0-25 0 0,0 0-32 0 0,0 1-73 0 0,0 1-43 0 0,-1 0-4 0 0,-2 2-5 0 0,0 4-156 0 0,-2 5 123 0 0,-1 5-49 0 0,-2 5 59 0 0,0 6 29 0 0,0 4 96 0 0,3 2-69 0 0,1 0 46 0 0,2-1 45 0 0,3-4 28 0 0,2-2 38 0 0,5-5-44 0 0,3-5-1 0 0,4-4-61 0 0,3-5-9 0 0,3-4-76 0 0,4-3 106 0 0,2-4 105 0 0,4-5 46 0 0,4-4-19 0 0,3-6-124 0 0,1-6-99 0 0,-1-6 15 0 0,-3-6-23 0 0,-5-4-172 0 0,-8-4 49 0 0,-7-1 21 0 0,-9 1 39 0 0,-9 4 62 0 0,-10 6-9 0 0,-9 8-46 0 0,-8 9 30 0 0,-10 12-176 0 0,-9 14-1136 0 0,-8 13 623 0 0,-4 15-406 0 0,-1 12-772 0 0,5 7-2484 0 0,7 8-3199 0 0,13-11 7555 0 0</inkml:trace>
  <inkml:trace contextRef="#ctx0" brushRef="#br29" timeOffset="-174719.985">2457 12714 92 0 0,'0'0'0'0'0,"0"0"976"0"0,0 0-588 0 0,0 0-93 0 0,0 0 4 0 0,0 0 99 0 0,0 0 79 0 0,0 0 38 0 0,0 0 25 0 0,0 0-163 0 0,-2-1-174 0 0,-1 0 186 0 0,-1 2-391 0 0,-1 0 144 0 0,-1 1-162 0 0,-1 1 203 0 0,0 0 908 0 0,0 0-725 0 0,0 1-104 0 0,1-1-156 0 0,1 1 11 0 0,2-2 82 0 0,0 0-3 0 0,1-1-72 0 0,1 0-14 0 0,0-1 0 0 0,1 0 40 0 0,0-1 123 0 0,0-1 42 0 0,0 0 73 0 0,1 0 83 0 0,-1 1-95 0 0,0-1-86 0 0,0 1 9 0 0,0 1 20 0 0,0 0-17 0 0,0 0-21 0 0,0 0-54 0 0,0 0-19 0 0,0 0-13 0 0,0 0-15 0 0,-1 0-12 0 0,-1 0-45 0 0,1 0-35 0 0,-2 0-49 0 0,1 0-38 0 0,1 0-129 0 0,0 0 45 0 0,0 0-37 0 0,0 1 25 0 0,1-1-13 0 0,0 1 66 0 0,0 0 42 0 0,0 0 0 0 0,1-1 91 0 0,-1 1 33 0 0,0-1 10 0 0,0 0 4 0 0,0 0 35 0 0,0 0-14 0 0,1 0-23 0 0,0 0-34 0 0,2 0-104 0 0,-1 0 17 0 0,0 0-14 0 0,-1 0-10 0 0,1 0 2 0 0,0 0-1 0 0,-1 0 10 0 0,-1 0 1 0 0,2 0 52 0 0,-1 0 51 0 0,0 0 2 0 0,-1 0 48 0 0,1 0-24 0 0,-1 0 10 0 0,1 0-34 0 0,0 0 13 0 0,-1 0-80 0 0,1 0-25 0 0,0 0 63 0 0,-1 0-89 0 0,0 0 27 0 0,0 0-13 0 0,0 0 0 0 0,0 0 0 0 0,0 0 5 0 0,0 0 3 0 0,0 0 60 0 0,0 0-17 0 0,0 0-5 0 0,0 0 46 0 0,0 0 14 0 0,0 0 31 0 0,1 0-6 0 0,0 0-27 0 0,-1 0-6 0 0,1 0-56 0 0,0 0-42 0 0,-1 0 4 0 0,0 0 53 0 0,0 0 24 0 0,0 0 39 0 0,0 0 55 0 0,0 0 21 0 0,0 0 51 0 0,0 1-48 0 0,0 1-14 0 0,0-1-24 0 0,0 0-30 0 0,0 1 38 0 0,0-1-18 0 0,0 0-4 0 0,0 0-16 0 0,0 0-38 0 0,0 0-24 0 0,0-1-66 0 0,0 0 75 0 0,0 0-96 0 0,0 0 18 0 0,0 0-11 0 0,1 0 4 0 0,0 0-1 0 0,-1 0 4 0 0,1 0 0 0 0,0 0 14 0 0,-1 0 80 0 0,0 0-60 0 0,0 0-28 0 0,0 0 10 0 0,0 0-8 0 0,0 0 0 0 0,0 0-10 0 0,0 0 8 0 0,0 0-7 0 0,0 0-12 0 0,0 0-53 0 0,0 0 65 0 0,0 0-18 0 0,0 0 16 0 0,0 0 2 0 0,0 0 5 0 0,0 0 9 0 0,0 0 44 0 0,0 0-58 0 0,0 0 76 0 0,0 0-33 0 0,0 0-35 0 0,0 0 100 0 0,0 0-64 0 0,0 0 22 0 0,0 0-1 0 0,1-1-61 0 0,0 0 4 0 0,-1 1-5 0 0,1-1-72 0 0,0 1 71 0 0,-1 0-62 0 0,0 0 65 0 0,0 0-79 0 0,0 0 80 0 0,0 0-128 0 0,0 0 80 0 0,0 0-23 0 0,0 0 15 0 0,0 0 58 0 0,0 0-6 0 0,0 0 71 0 0,0 0-22 0 0,1 0 1 0 0,0 0-49 0 0,-1-1 14 0 0,1 1-8 0 0,0 0-5 0 0,-1-1-3 0 0,0 1-4 0 0,0 0-4 0 0,0 0 1 0 0,0 0-48 0 0,0 0 51 0 0,0 0-55 0 0,0 0 63 0 0,0 0-9 0 0,1 0 8 0 0,0 0 66 0 0,2 1-18 0 0,1-1-61 0 0,0 1 15 0 0,2 0-4 0 0,-1-1-6 0 0,1 1 2 0 0,0-1-1 0 0,0 1 4 0 0,-1-1 0 0 0,1 0-10 0 0,-1 0 13 0 0,1 1-9 0 0,-1-1-7 0 0,0 1 3 0 0,-2 0-7 0 0,0-1 20 0 0,0 2-1 0 0,0-2-3 0 0,1 2 16 0 0,-1-1-5 0 0,1 0 2 0 0,0 0 42 0 0,1 0-54 0 0,0 0 13 0 0,-1 0-4 0 0,1-1-6 0 0,-1 1 2 0 0,-1-1-6 0 0,0 0-3 0 0,0 0-4 0 0,-1 0 10 0 0,-1 0 1 0 0,0 1 10 0 0,-1-1-2 0 0,1 1-13 0 0,-1-1 4 0 0,0 1 2 0 0,1-1 9 0 0,1 0-2 0 0,-1 0 57 0 0,0 0-72 0 0,1 0 24 0 0,0 0-13 0 0,1 0-3 0 0,1 1-4 0 0,2-1 10 0 0,1 0 6 0 0,1 1-11 0 0,1-1-5 0 0,1 0 2 0 0,-1 1-2 0 0,2 0 9 0 0,1 0 44 0 0,-1 0-67 0 0,0 0 22 0 0,0 0 34 0 0,0 0 20 0 0,0 1-77 0 0,0-1 82 0 0,1 0 10 0 0,2 0-96 0 0,0-1 19 0 0,0 0-15 0 0,0 0-38 0 0,-2 0 57 0 0,0 0-60 0 0,-2 0 69 0 0,-2 0-11 0 0,-1 0 9 0 0,-1 0 1 0 0,-1 0 0 0 0,0 0-5 0 0,-1 0 67 0 0,2 0-38 0 0,0 0-37 0 0,1 0 22 0 0,1-1-15 0 0,2 0-7 0 0,0-1-2 0 0,2 1-5 0 0,0-1-46 0 0,-1 0 59 0 0,0 1-24 0 0,-2 0 12 0 0,-1 0-1 0 0,1 0 0 0 0,-1 0 9 0 0,1 1-2 0 0,0 0 1 0 0,0 0 0 0 0,1 0 0 0 0,-1 0 0 0 0,-1 0-5 0 0,0 0 6 0 0,0 0-57 0 0,-1 0 67 0 0,-1 0-22 0 0,1 0 11 0 0,-2 0 4 0 0,-1 0 51 0 0,0 0-61 0 0,-1 0 25 0 0,-1 0-12 0 0,-1 0-8 0 0,1 0-2 0 0,-1 0 0 0 0,2 0-1 0 0,0 0-5 0 0,0 0 2 0 0,-1 0-1 0 0,2 0 0 0 0,-1 0-47 0 0,1 0 70 0 0,0 0 33 0 0,1 0-50 0 0,-1-1 20 0 0,1 1 68 0 0,-2-1-100 0 0,2 1 24 0 0,0-1-8 0 0,-2 1-16 0 0,1 0-57 0 0,-2 0 86 0 0,0 0-25 0 0,0 0 10 0 0,-2 0 4 0 0,0-1 4 0 0,1 1 0 0 0,0 0 4 0 0,0 0 42 0 0,-1-1-64 0 0,1 1 22 0 0,-1 0-4 0 0,0 0 46 0 0,0 0-68 0 0,0 0 22 0 0,0 0-8 0 0,0 0 0 0 0,0 0 0 0 0,0 0 0 0 0,0 0 0 0 0,0 0 0 0 0,0 0 0 0 0,0 0 0 0 0,0 0 0 0 0,0 0 4 0 0,0 0 4 0 0,0 0 9 0 0,0 0 35 0 0,0 0-51 0 0,0 0 12 0 0,0 0-4 0 0,0 0-15 0 0,0 0 4 0 0,0 0 7 0 0,0 0-2 0 0,0 0 5 0 0,0 0 46 0 0,0 0-8 0 0,0 0-41 0 0,0 0 14 0 0,0 0-7 0 0,0 0 0 0 0,0 0 0 0 0,0 0 0 0 0,0 0 0 0 0,0 0 0 0 0,0 0 46 0 0,0 0-17 0 0,0 0-34 0 0,0 0 67 0 0,0 0-78 0 0,0 0 70 0 0,0 0-72 0 0,0 0 17 0 0,0 0-6 0 0,0 0 8 0 0,0 0 40 0 0,0 0-7 0 0,0 0-50 0 0,0 0-3 0 0,0 0-58 0 0,0 0 73 0 0,0 0-85 0 0,0 0-21 0 0,0 0-107 0 0,0 1-195 0 0,0-1-237 0 0,0 0-352 0 0,0 1-784 0 0,-2-1-2758 0 0,-8-1-6411 0 0,9 0 13166 0 0,2 1-3800 0 0</inkml:trace>
  <inkml:trace contextRef="#ctx0" brushRef="#br30" timeOffset="-167212.384">2623 12867 508 0 0,'0'0'0'0'0,"0"0"4048"0"0,0 0-3719 0 0,0 0 120 0 0,0 0-314 0 0,0 0 2312 0 0,0 0-2140 0 0,0 0 283 0 0,0 0-430 0 0,0 0 111 0 0,0 0-46 0 0,-6-1 395 0 0,2-1 74 0 0,1-1-29 0 0,3 0-267 0 0,1 0-190 0 0,1 0-82 0 0,1 1-38 0 0,0 0-86 0 0,-1 1 8 0 0,0 0-144 0 0,1 0-80 0 0,0 1-50 0 0,0 0 34 0 0,1 0 28 0 0,2-2-14 0 0,2-1 14 0 0,2-1-36 0 0,0-1 100 0 0,1-1 137 0 0,1 0-21 0 0,-1-1 29 0 0,-2 0-5 0 0,0 1-2 0 0,-2-1-78 0 0,-1 0-82 0 0,0 1-42 0 0,-1-1-160 0 0,0 1 186 0 0,0 0 56 0 0,-1 2 118 0 0,-2 1-16 0 0,0 1 241 0 0,-2 0 91 0 0,1 2 156 0 0,-1 0-166 0 0,-1 0-29 0 0,1 0 25 0 0,0 0-108 0 0,0 1-50 0 0,1-1-47 0 0,2 0-14 0 0,2 0 133 0 0,3 1 34 0 0,4 0-17 0 0,3 1 1 0 0,4 1-77 0 0,2 0 39 0 0,3 0-124 0 0,1 1 141 0 0,1 0 37 0 0,0 1-45 0 0,-1 0 148 0 0,-1 0-97 0 0,-2 0 16 0 0,-2 0-46 0 0,0-2-134 0 0,-1 0-3 0 0,0-1-75 0 0,1-1-1 0 0,0-1 61 0 0,1 0 44 0 0,2 0 60 0 0,0 0 107 0 0,3 0-201 0 0,2 0 11 0 0,5 0-9 0 0,1-1 20 0 0,3 1-124 0 0,2 0 27 0 0,0-1-14 0 0,0 2-80 0 0,-1-1-6 0 0,-1 2 109 0 0,-2 0-31 0 0,-1 1 89 0 0,0 0-95 0 0,-2 1 36 0 0,-1 0-16 0 0,0-2 1 0 0,-2 1 70 0 0,-1-2 74 0 0,0 0-64 0 0,0-1-81 0 0,-2 0 94 0 0,1 0-11 0 0,0 0-30 0 0,1 0-53 0 0,3-1 10 0 0,2-1-13 0 0,2 0-79 0 0,3-1 92 0 0,2 0-73 0 0,2 0 78 0 0,2 0 30 0 0,0 0-54 0 0,-1 0 16 0 0,-1 0-1 0 0,-2-1 41 0 0,-2 1 11 0 0,-3 0-52 0 0,-2-1 65 0 0,-2 1-86 0 0,-1 0 12 0 0,-1 0-2 0 0,0-1 7 0 0,2 1 12 0 0,0 0 57 0 0,2 0 9 0 0,1-1-78 0 0,2 1 13 0 0,1 0-4 0 0,1-1 105 0 0,-1 1-16 0 0,-1-1-3 0 0,-2 1 34 0 0,-3-1-38 0 0,-2 1 40 0 0,-4 1 30 0 0,-3-1-50 0 0,-3 1-52 0 0,-3 0-5 0 0,-2 1-4 0 0,-1 1 15 0 0,0-1-9 0 0,0 1-6 0 0,1 0 12 0 0,4 0 126 0 0,3 1-49 0 0,4 0-76 0 0,4 1 21 0 0,5 0 48 0 0,4-1-17 0 0,3 1-34 0 0,2 0 21 0 0,0-1-46 0 0,1 0 22 0 0,1 0-8 0 0,0 0 5 0 0,-1 0-33 0 0,2-1 5 0 0,0 0-55 0 0,1 0 10 0 0,1 0-2 0 0,3 0-11 0 0,1 0-38 0 0,1-2 61 0 0,1 0-16 0 0,0-2 2 0 0,-1 1 2 0 0,-1-2 3 0 0,-1 1 84 0 0,-3 0-113 0 0,-1 0 28 0 0,-3 1-61 0 0,-1 0 18 0 0,-1 1-8 0 0,-1 1-5 0 0,0 0 62 0 0,0 1-31 0 0,1 0-21 0 0,0 0 54 0 0,2 1-17 0 0,0 0 15 0 0,1 0-7 0 0,1 0 7 0 0,1 0 64 0 0,0-1-51 0 0,2 1-23 0 0,0-1 2 0 0,0 0-9 0 0,0-1-51 0 0,-2-1 5 0 0,0 0-4 0 0,0-1 63 0 0,-2 0-18 0 0,-1 0-47 0 0,-1 1-50 0 0,-1 0 124 0 0,-1 0-103 0 0,-1 1 108 0 0,-1 1-20 0 0,1 1 96 0 0,0 1-117 0 0,-1 1 35 0 0,1 0 2 0 0,-2 0 51 0 0,-1-1-24 0 0,0 0-49 0 0,0 0 16 0 0,-1-1 0 0 0,2 0 58 0 0,-1 1-85 0 0,1-1 18 0 0,-1 1 3 0 0,2 1-14 0 0,0 0-42 0 0,2 0 58 0 0,0 1-10 0 0,3 0 4 0 0,3 0-4 0 0,3-1 6 0 0,3 1 3 0 0,3-1 0 0 0,2-1 0 0 0,1 0 0 0 0,2-1 9 0 0,1 0-16 0 0,2-1 0 0 0,1 1-10 0 0,0 0 12 0 0,2 0 0 0 0,1 0 5 0 0,1 0 4 0 0,0 0 0 0 0,-1 1 0 0 0,-1 0-10 0 0,-1-1 13 0 0,-2 0 0 0 0,-3 0 1 0 0,-3 0-10 0 0,-5-1-1 0 0,-3 1-56 0 0,-6-1-4 0 0,-5 1-12 0 0,-3 0 85 0 0,-3 0-22 0 0,-1 0 21 0 0,-1 0-12 0 0,-2-1 9 0 0,2 1-7 0 0,1-1 2 0 0,3 0 8 0 0,5-1-12 0 0,4-1 0 0 0,5-1 0 0 0,4 0-15 0 0,4-1-66 0 0,3 1-29 0 0,0 0 18 0 0,1 1 101 0 0,0 0-96 0 0,-1 1 50 0 0,0 0-75 0 0,-2 0 62 0 0,-1 0-17 0 0,-2 0 6 0 0,-2 0 60 0 0,-1-1-16 0 0,-2 0 3 0 0,1 0 11 0 0,0-2-69 0 0,1 0 81 0 0,2 0-73 0 0,3-2 78 0 0,3 1 61 0 0,4-1-100 0 0,4 0 22 0 0,4 0-97 0 0,2 2 70 0 0,1 1-25 0 0,-1 2 62 0 0,-2 0-77 0 0,-3 1-12 0 0,-4 1-77 0 0,-6 2 125 0 0,-5 0-33 0 0,-5 1 59 0 0,-4 1-2 0 0,-2-1-1 0 0,-3 1 12 0 0,0-1 76 0 0,0-1-101 0 0,2-1 35 0 0,2-1-8 0 0,2-1-5 0 0,3 0 16 0 0,4 0 125 0 0,5 0-179 0 0,3 0 60 0 0,4 0-73 0 0,3 0 67 0 0,2 1 34 0 0,2 0 51 0 0,1 1-120 0 0,0 1 35 0 0,0-1-84 0 0,-2 0 89 0 0,-2-1-30 0 0,-4 1-4 0 0,-2-1-38 0 0,-4-1-37 0 0,-4 0 40 0 0,-4 0-6 0 0,-2 0-8 0 0,0 0 0 0 0,0 0 60 0 0,1 0-8 0 0,2 0 6 0 0,3 0-83 0 0,2 0 42 0 0,2 0 7 0 0,2 1 42 0 0,3 0 47 0 0,1 1-10 0 0,2-1 54 0 0,2 1-115 0 0,1 1 22 0 0,1-1 3 0 0,-2 1-6 0 0,-2 0 2 0 0,-3 1-42 0 0,-3 0 44 0 0,-2 0-14 0 0,-4 0-76 0 0,0 1 112 0 0,-1 0-139 0 0,2 1 135 0 0,2-2-41 0 0,1 0-123 0 0,1 0 68 0 0,2-1 14 0 0,2-1 52 0 0,3 0 4 0 0,2-1 13 0 0,3 0 51 0 0,2-1-69 0 0,1 0 23 0 0,2 0-13 0 0,-1 0 2 0 0,-1 0-1 0 0,-2 0 0 0 0,-2 0-5 0 0,-3-1 2 0 0,-2 1 3 0 0,-2 1 0 0 0,-2 0 0 0 0,0 0-108 0 0,-1 0 50 0 0,-1 0-62 0 0,0-1 144 0 0,0 1-42 0 0,1-1 27 0 0,0 0-12 0 0,0-1 5 0 0,2 0 7 0 0,0 0 63 0 0,1-2 39 0 0,0 0 7 0 0,2-1 36 0 0,0 1 31 0 0,0-1-30 0 0,-1 0 22 0 0,-1 1-198 0 0,-5-1 61 0 0,-4 1-33 0 0,-4 1 6 0 0,-6 0-6 0 0,-5 0-8 0 0,-5 0-67 0 0,-5 1-1 0 0,-7 1 33 0 0,-5-1 38 0 0,-4 1 61 0 0,-4 0 5 0 0,-2 0-13 0 0,-2-1-44 0 0,0 1 50 0 0,1 0-60 0 0,0 0 17 0 0,3 0-6 0 0,1 1 46 0 0,3 0-64 0 0,0 1 26 0 0,3 1-8 0 0,-2 0-10 0 0,-1-1-1 0 0,-2 1 9 0 0,-1-1 62 0 0,-2 0-22 0 0,-2 0-3 0 0,-2-1 49 0 0,-2-1 42 0 0,-2 1 18 0 0,0-1-28 0 0,-1 0-91 0 0,0 0-21 0 0,-1 0-1 0 0,1-1-3 0 0,0 1 46 0 0,0 0-17 0 0,-1 0-39 0 0,1 0 59 0 0,1 0-15 0 0,0 0 29 0 0,0 0 54 0 0,-1 0 29 0 0,1-1-4 0 0,-2 0 6 0 0,-4-3-61 0 0,-6-1 22 0 0,-7-3 0 0 0,-9-5 115 0 0,-12-5 28 0 0,-11-6-94 0 0,-12-6-44 0 0,-9-3-136 0 0,-5-3 26 0 0,1 1-84 0 0,4 2-44 0 0,9 3-42 0 0,11 4-158 0 0,10 5 99 0 0,11 3-226 0 0,11 2-125 0 0,8 1-211 0 0,11 1-146 0 0,11 0-802 0 0,15 0-501 0 0,9 2-1889 0 0,16 2-2100 0 0,-6 2 3867 0 0</inkml:trace>
  <inkml:trace contextRef="#ctx0" brushRef="#br31" timeOffset="-166751.842">17777 12831 4548 0 0,'0'0'0'0'0,"0"0"5725"0"0,0 0-4588 0 0,0 0 844 0 0,0 0-518 0 0,0 0-35 0 0,0 0-260 0 0,0 0-195 0 0,-42 22-192 0 0,-13 6-135 0 0,-10 6-257 0 0,-4 3-133 0 0,-1 0-69 0 0,2 0-134 0 0,3-2-44 0 0,1 0-69 0 0,1 0-93 0 0,1 0-45 0 0,-2 0-161 0 0,-3 1-288 0 0,-4 1-523 0 0,-6 0-718 0 0,1-1-2341 0 0,-6 0-4148 0 0,15-8 5333 0 0</inkml:trace>
  <inkml:trace contextRef="#ctx0" brushRef="#br32" timeOffset="-163554.244">2518 2350 732 0 0,'0'0'0'0'0,"0"0"2228"0"0,0 0-802 0 0,0 0-201 0 0,0 0-495 0 0,0 0-156 0 0,0 0-9 0 0,0 0-322 0 0,0 0-113 0 0,0 0-14 0 0,0 0-53 0 0,-6 4-69 0 0,0 0 77 0 0,1 0 80 0 0,0 0 127 0 0,1 0-55 0 0,2 0-51 0 0,1 2-181 0 0,-1 0 1955 0 0,-2 2-1172 0 0,-2 1-308 0 0,0 1-272 0 0,0 2-161 0 0,0 1-9 0 0,1 1-99 0 0,0 0 22 0 0,2 1-58 0 0,0-1 75 0 0,1 0 36 0 0,1 0-9 0 0,-1-1 23 0 0,-1-1 85 0 0,1 0-5 0 0,0-1-100 0 0,0 0 168 0 0,0-1 8 0 0,0 1-106 0 0,-1 0 25 0 0,0 0-25 0 0,0 1-72 0 0,0-1 18 0 0,-1 3-14 0 0,0 0 0 0 0,0 1-98 0 0,1 0 122 0 0,0 2-168 0 0,2-1 111 0 0,0 1 39 0 0,0-1-22 0 0,2 2 22 0 0,1-1-73 0 0,3 0 86 0 0,0 1-23 0 0,2-1-96 0 0,0 1 124 0 0,0 0-41 0 0,1 0 13 0 0,0 1 0 0 0,-1 0 9 0 0,0 1-2 0 0,-1 1 90 0 0,1 0-105 0 0,0 2 86 0 0,0 0-39 0 0,0 2-31 0 0,-1 1 1 0 0,-1 0-55 0 0,0 1 55 0 0,-1 0-98 0 0,-2 0 121 0 0,0 0-37 0 0,-2-1-34 0 0,1-1 51 0 0,-1 1 2 0 0,0-1-15 0 0,-1 0 12 0 0,0 1-65 0 0,-1-1-9 0 0,-2 1 78 0 0,0 0-77 0 0,-2-1 76 0 0,0 0-26 0 0,0 0 23 0 0,0 2 396 0 0,0 0-4 0 0,1 0-409 0 0,1 1 187 0 0,2-1-197 0 0,3 0-150 0 0,3 0 229 0 0,3 1 393 0 0,3 2-378 0 0,1 0-61 0 0,1 1-213 0 0,1 2 271 0 0,-1 1 119 0 0,-1 2-160 0 0,-1 1 232 0 0,-4 1 9 0 0,-1 0-44 0 0,-2 0-135 0 0,-2 0 62 0 0,-1-1-114 0 0,0-1 84 0 0,0-1-37 0 0,-1-1-88 0 0,1-2 107 0 0,-1-2-122 0 0,1-1 32 0 0,0-2-12 0 0,0-2 0 0 0,0 0 0 0 0,0-2-65 0 0,0 1 0 0 0,0-2 79 0 0,0 1-21 0 0,1-1 15 0 0,0 0-5 0 0,0-1-3 0 0,-1 1 0 0 0,1-1-70 0 0,-1 0 90 0 0,0 1-20 0 0,0 0-3 0 0,0 1-70 0 0,0 0 94 0 0,0 0 38 0 0,0 1-74 0 0,0-1 24 0 0,1 2-4 0 0,1 0 82 0 0,1 1-55 0 0,2 1-36 0 0,-1 0-39 0 0,1 2 58 0 0,-2 1-23 0 0,0 0 4 0 0,-1 2-4 0 0,-1 1 10 0 0,-1-1-78 0 0,-1 2 46 0 0,1-1 29 0 0,-2 0-5 0 0,-1-1-4 0 0,1 0 8 0 0,0 1 2 0 0,1-1-5 0 0,0 1-3 0 0,0 0 0 0 0,1 0-140 0 0,1 1 176 0 0,1 0-55 0 0,1 1-56 0 0,0 0 105 0 0,0 1 22 0 0,0 1-60 0 0,0-1 113 0 0,-2 2-66 0 0,0 0-30 0 0,0 1 1 0 0,-1 0-70 0 0,0 0 87 0 0,0 0-29 0 0,0 1-116 0 0,0 0 148 0 0,0-1-138 0 0,2 0 124 0 0,1 0-120 0 0,1 0 41 0 0,1 0 84 0 0,2 0 76 0 0,1-1-118 0 0,1 1 48 0 0,0 0-11 0 0,1 0 139 0 0,-1 1-174 0 0,0 0 44 0 0,-1 0-103 0 0,0 1 22 0 0,-2 0-26 0 0,-1 0 32 0 0,-1 1 9 0 0,-1 1-20 0 0,-1 0 82 0 0,0 0-24 0 0,1 0 16 0 0,-1 1 64 0 0,2-1-84 0 0,1 0 136 0 0,2 0-92 0 0,1-1-30 0 0,1 0 19 0 0,2 0 58 0 0,-1-1-97 0 0,1 0 23 0 0,-2 0-74 0 0,-1 0 92 0 0,-2 0-31 0 0,-1 0 7 0 0,-3 0-4 0 0,-1 0-102 0 0,0 1 140 0 0,-1-1-46 0 0,-1 0 16 0 0,1 1-9 0 0,0 0-2 0 0,0-1 9 0 0,2 1 1 0 0,1-1 0 0 0,2 0-55 0 0,1 0 21 0 0,2-1 37 0 0,2 0-8 0 0,-1 1-102 0 0,-1 0 64 0 0,-1 1 45 0 0,-2 0-99 0 0,-2 1 114 0 0,-1 0-101 0 0,-1 2 91 0 0,-1 0-27 0 0,0 0-112 0 0,-1 1 53 0 0,-1 1 80 0 0,0-1-27 0 0,0 0-59 0 0,-1-1-8 0 0,2 1 26 0 0,-1-2-119 0 0,0 1 81 0 0,-1-1 121 0 0,-1 0-23 0 0,-1 1 4 0 0,0 1 25 0 0,-1 1 48 0 0,-1 0 1 0 0,0 1-70 0 0,-2 0 69 0 0,-1 2-24 0 0,-1 0-53 0 0,0 1 16 0 0,-1 0-101 0 0,1 0 115 0 0,0 0-39 0 0,1 0 13 0 0,1 0 5 0 0,2 0 8 0 0,0-1-7 0 0,2-1 16 0 0,-1 0-8 0 0,0 0 2 0 0,-1-1-14 0 0,-1-1-5 0 0,-1 0 10 0 0,-1-1 0 0 0,0 0-4 0 0,0-1-101 0 0,0-1 10 0 0,2-1-38 0 0,2-1-8 0 0,3-2 14 0 0,1 0 41 0 0,1-2 91 0 0,1-1-23 0 0,0 0 29 0 0,2-2 57 0 0,1 0-86 0 0,1 0 99 0 0,0-1-91 0 0,0 0 14 0 0,-1 0-10 0 0,1-1 0 0 0,-1 1-85 0 0,-2-1 38 0 0,1 0-63 0 0,-2 0 63 0 0,1 0-21 0 0,-2-1 77 0 0,-2 0-29 0 0,1-1 26 0 0,-1-1-5 0 0,1-1 91 0 0,1 0-101 0 0,0-2 128 0 0,0 0-42 0 0,1-2-83 0 0,3 0 83 0 0,0-1-86 0 0,1-2 19 0 0,1 1-62 0 0,0-1 71 0 0,-2-1-24 0 0,1 1 8 0 0,-1-1 0 0 0,-1-1-9 0 0,-1 0-110 0 0,0-1-100 0 0,-1-1 274 0 0,0 0-16 0 0,0-1 103 0 0,-1 0-178 0 0,2-1-151 0 0,0-2-19 0 0,0 0 252 0 0,-1 0-9 0 0,1-1 268 0 0,-1 0-341 0 0,0 0 69 0 0,0-1-371 0 0,0 0-208 0 0,-1-1 65 0 0,-3 2 565 0 0,-1-1-158 0 0,-3 2 177 0 0,0 0-89 0 0,-2 0-11 0 0,0 0-114 0 0,1 0 145 0 0,1 1 159 0 0,-1 0-253 0 0,1 1 99 0 0,0 2-41 0 0,1 0 180 0 0,1 2 42 0 0,0 1-253 0 0,1 2 71 0 0,0 1 187 0 0,1 2 132 0 0,0 1-207 0 0,2 1-69 0 0,-1 1 226 0 0,0-1-272 0 0,1 2-9 0 0,0-2-24 0 0,-1 1 2 0 0,0-1-98 0 0,-1-1 106 0 0,0-1-35 0 0,0 0-92 0 0,-1-2 147 0 0,0 0-49 0 0,0-1-30 0 0,-1 0 61 0 0,0-1 40 0 0,0-1-72 0 0,0-1 27 0 0,0 0 70 0 0,1-2-97 0 0,-1 0 28 0 0,1-1-9 0 0,0 0 64 0 0,1-2 216 0 0,-1 0-269 0 0,1-1 6 0 0,1-2-10 0 0,-1-1-7 0 0,0-2 12 0 0,-1-1 133 0 0,1-2-52 0 0,1-1 20 0 0,0-1-30 0 0,0-1-94 0 0,1-1-27 0 0,1-1-70 0 0,1 0-29 0 0,-1 0-114 0 0,1 0-86 0 0,0-1 53 0 0,1 2 105 0 0,-1 0 70 0 0,0 2-86 0 0,0 2-80 0 0,0 2-117 0 0,0 3-94 0 0,-2 2-93 0 0,-1 2-337 0 0,-2 3-223 0 0,-1 1-247 0 0,-1 1-471 0 0,-1 0 319 0 0,1 0-414 0 0,2-4 774 0 0</inkml:trace>
  <inkml:trace contextRef="#ctx0" brushRef="#br33" timeOffset="-162529.753">2284 2403 992 0 0,'0'0'0'0'0,"0"0"4521"0"0,0 0-3637 0 0,0 0 190 0 0,0 0-715 0 0,0 0 970 0 0,0 0 230 0 0,0 0-290 0 0,0 0-29 0 0,0 0-219 0 0,0 0-142 0 0,-22 8-247 0 0,-10 4-141 0 0,-10 4-7 0 0,-8 2 26 0 0,-6 4-194 0 0,-3 1-176 0 0,-2 2-131 0 0,1 3-232 0 0,3 1-126 0 0,6 1-159 0 0,6 1-92 0 0,8-1-290 0 0,10-1-478 0 0,9-4-656 0 0,13-5-862 0 0,10-4-1661 0 0,15-6 596 0 0,1-3 4240 0 0</inkml:trace>
  <inkml:trace contextRef="#ctx0" brushRef="#br34" timeOffset="-162305.722">2175 2271 7553 0 0,'0'0'0'0'0,"0"0"2916"0"0,0 0-1899 0 0,0 0 220 0 0,0 0-468 0 0,0 0 153 0 0,0 0 154 0 0,0 0 36 0 0,0 0-468 0 0,0 0-137 0 0,0 0-38 0 0,0 0-30 0 0,53-4-137 0 0,16 4-183 0 0,14 6-100 0 0,4 6 0 0 0,-1 7-45 0 0,-6 6-209 0 0,-7 3 114 0 0,-8 4-117 0 0,-7 2-164 0 0,-6 3-286 0 0,-5 2-329 0 0,-5 2-817 0 0,-4 1-1171 0 0,-3 2-4161 0 0,-9-8 3063 0 0</inkml:trace>
  <inkml:trace contextRef="#ctx0" brushRef="#br35" timeOffset="-161211.568">6231 12806 4152 0 0,'0'0'0'0'0,"0"0"2085"0"0,0 0 204 0 0,0 0-459 0 0,0 0-305 0 0,0 0-209 0 0,0 0-278 0 0,0 0-282 0 0,0 0-160 0 0,-23-19-168 0 0,-6-4-71 0 0,-3-1 38 0 0,2 1-15 0 0,4 5 63 0 0,5 5 22 0 0,5 6-86 0 0,4 6-186 0 0,2 6-6 0 0,0 5-207 0 0,-1 7 38 0 0,1 6-90 0 0,0 6 78 0 0,2 3-96 0 0,2 3 9 0 0,4-1-4 0 0,4-2 85 0 0,5-4-239 0 0,7-6 60 0 0,5-6 127 0 0,5-6 28 0 0,4-5-59 0 0,2-5 102 0 0,2-6 69 0 0,1-6-28 0 0,-4-6-71 0 0,-6-4-163 0 0,-6-5 101 0 0,-6-3-15 0 0,-11-2 98 0 0,-8-1 46 0 0,-9 2 40 0 0,-6 1 54 0 0,-4 4-10 0 0,-2 3-62 0 0,0 6 76 0 0,0 6 44 0 0,3 4-110 0 0,3 7 10 0 0,2 7-109 0 0,4 5 12 0 0,2 7-67 0 0,3 4 0 0 0,3 4 19 0 0,3 1 52 0 0,2 1 52 0 0,2 0-76 0 0,2-4 15 0 0,5-2-165 0 0,4-4 25 0 0,7-5-69 0 0,4-3-137 0 0,6-4 82 0 0,7-3 22 0 0,4-4-24 0 0,3-3-138 0 0,4-3-136 0 0,1-3-311 0 0,-3-2-3 0 0,-2-1-32 0 0,-5-2 41 0 0,-8 0-527 0 0,-7-1-640 0 0,-7 0-207 0 0,-6 0-430 0 0,-8 1-449 0 0,-3 3 2183 0 0</inkml:trace>
  <inkml:trace contextRef="#ctx0" brushRef="#br36" timeOffset="-160324.261">9609 12606 848 0 0,'0'0'0'0'0,"0"0"1944"0"0,0 0-154 0 0,0 0-109 0 0,0 0-91 0 0,0 0-247 0 0,0 0-73 0 0,0 0-181 0 0,0 0-126 0 0,0 0-129 0 0,0 0-65 0 0,0 0-174 0 0,14 2-214 0 0,0 2-233 0 0,-1 2-30 0 0,-6 2-108 0 0,-8 4 5 0 0,-6 3 74 0 0,-9 4 3 0 0,-6 3 79 0 0,-6 2 10 0 0,-4 2 17 0 0,-3 1-23 0 0,-1 1 93 0 0,2-2 9 0 0,3-1 137 0 0,6-2-169 0 0,7-3-184 0 0,6-3-39 0 0,9-3-140 0 0,10-3 53 0 0,9-4 75 0 0,8-2 78 0 0,9-2-61 0 0,8-3 74 0 0,5-4 181 0 0,5-3 52 0 0,2-4-178 0 0,1-6-116 0 0,-4-4-21 0 0,-5-4-143 0 0,-6-4 63 0 0,-8-2-27 0 0,-10-1 102 0 0,-8 0 60 0 0,-13 1 88 0 0,-11 3-16 0 0,-11 2 70 0 0,-9 5 86 0 0,-7 6-109 0 0,-3 4-72 0 0,-3 7 47 0 0,-2 6-127 0 0,1 8 52 0 0,2 8-108 0 0,3 5-61 0 0,6 7 31 0 0,7 5-31 0 0,8 1 29 0 0,6 1-74 0 0,10-1-52 0 0,10-3 54 0 0,9-4 5 0 0,11-3-86 0 0,8-5 112 0 0,6-3-106 0 0,4-5-38 0 0,1-3-9 0 0,-1-3-135 0 0,-3-3-301 0 0,-4-2-806 0 0,-4-1-770 0 0,-5-3-2266 0 0,-3-2-2421 0 0,-7 1 6002 0 0</inkml:trace>
  <inkml:trace contextRef="#ctx0" brushRef="#br37" timeOffset="-159240.834">13121 12717 1736 0 0,'0'0'0'0'0,"0"0"652"0"0,0 0-578 0 0,0 0 258 0 0,0 0 236 0 0,0 0 40 0 0,0 0 14 0 0,0 0 14 0 0,0 0 108 0 0,0 0 1 0 0,0 0 49 0 0,0 0 146 0 0,-11-11-75 0 0,1-2 65 0 0,-3-1-52 0 0,3 3-167 0 0,0 2-163 0 0,1 3-101 0 0,1 3-24 0 0,0 1-57 0 0,0 2-80 0 0,-3 2 107 0 0,-1 1 112 0 0,-2 3-287 0 0,-2 2 66 0 0,0 4-102 0 0,0 3 49 0 0,0 4-10 0 0,2 3 34 0 0,3 3-3 0 0,4 1-80 0 0,2 0-60 0 0,4-1-16 0 0,6-2-102 0 0,5-3 19 0 0,5-4-68 0 0,6-3 5 0 0,4-4 61 0 0,4-3 54 0 0,3-3 40 0 0,1-3-130 0 0,1-2-102 0 0,1-4-37 0 0,-1-3-3 0 0,-2-3-248 0 0,-3-1 265 0 0,-4-3 144 0 0,-6-2-26 0 0,-6-1 82 0 0,-5-1-46 0 0,-5-1 114 0 0,-5 2-4 0 0,-6 0 58 0 0,-5 2 68 0 0,-4 2-57 0 0,-1 3 9 0 0,-2 3 26 0 0,0 4-127 0 0,0 4 66 0 0,1 4-184 0 0,-2 5-67 0 0,-1 4 25 0 0,0 6-91 0 0,0 4-25 0 0,2 3 36 0 0,3 4 55 0 0,4 0 91 0 0,4-1-142 0 0,4-2 64 0 0,3-2-39 0 0,6-4 53 0 0,4-4 54 0 0,5-2-64 0 0,3-4-8 0 0,3-2 1 0 0,2-3-32 0 0,1-1-94 0 0,2-3-316 0 0,0 0-202 0 0,0-3-84 0 0,-1-3-419 0 0,-3-3-145 0 0,-3-2-559 0 0,-5-3-2658 0 0,-3 1 128 0 0</inkml:trace>
  <inkml:trace contextRef="#ctx0" brushRef="#br38" timeOffset="-157435.852">16644 12542 900 0 0,'0'0'0'0'0,"0"0"1172"0"0,0 0-378 0 0,0 0 94 0 0,0 0 25 0 0,0 0 112 0 0,0 0-14 0 0,0 0-578 0 0,0 0 153 0 0,0 0-182 0 0,0 0-95 0 0,0 0 35 0 0,-9 2-130 0 0,-3 1 67 0 0,-1 2-325 0 0,0 1 301 0 0,1 1-47 0 0,1 1 210 0 0,1-1-15 0 0,1 1 88 0 0,2-1-76 0 0,0 0 61 0 0,1 1 112 0 0,-1-1-47 0 0,0 1-42 0 0,-1-1-72 0 0,0 1-101 0 0,1-1 16 0 0,0 0-104 0 0,2-1-4 0 0,2 0-18 0 0,0-1 56 0 0,2 1-22 0 0,0-1 13 0 0,1 0-39 0 0,0 1-72 0 0,0 1-6 0 0,1 0-9 0 0,0 1-30 0 0,1 0-35 0 0,2 1-25 0 0,2 0 22 0 0,2 0-28 0 0,2-1 12 0 0,0 0-50 0 0,2 0 56 0 0,2-1-1 0 0,0-1 25 0 0,-1 0-42 0 0,1-2-41 0 0,-2 0 10 0 0,0-2-13 0 0,-3 0-12 0 0,-1-2-100 0 0,-2 0 42 0 0,-2-1-19 0 0,-2-1 6 0 0,-1-1 23 0 0,0-1 68 0 0,-1-2-17 0 0,0-2 140 0 0,-1-2-106 0 0,1-1 33 0 0,0-2-8 0 0,-1-2-48 0 0,-2 2 93 0 0,-1-1-62 0 0,-2 2 81 0 0,0 2-21 0 0,0 3 8 0 0,2 2-47 0 0,-1 2-52 0 0,1 3 8 0 0,0 3-18 0 0,-3 4-86 0 0,-2 3-126 0 0,-3 4 105 0 0,-3 5 42 0 0,0 4 70 0 0,1 4-8 0 0,1 4 82 0 0,4 1-90 0 0,3-1-87 0 0,5-1 38 0 0,6-4-7 0 0,3-3 82 0 0,5-4-18 0 0,5-6 21 0 0,3-3 49 0 0,4-5-65 0 0,5-6 23 0 0,3-5 71 0 0,4-7-106 0 0,1-5 30 0 0,-1-7-113 0 0,-4-4 29 0 0,-7-4 27 0 0,-7-2 48 0 0,-8-1 60 0 0,-11 0 6 0 0,-7 3 90 0 0,-8 4 52 0 0,-6 5-8 0 0,-5 7-51 0 0,-5 7-169 0 0,-3 9-58 0 0,-4 10-473 0 0,-2 10 191 0 0,-2 11-247 0 0,2 9-472 0 0,3 8-716 0 0,6 3-1249 0 0,8 2-4421 0 0,8-8 5189 0 0</inkml:trace>
  <inkml:trace contextRef="#ctx0" brushRef="#br39" timeOffset="51184.05">2070 9192 612 0 0,'0'0'0'0'0,"0"0"0"0"0,0 0 5272 0 0,0 0-3635 0 0,0 0-319 0 0,0 0-323 0 0,0 0 142 0 0,0 0-90 0 0,-2 3-194 0 0,1-1-228 0 0,1 1-125 0 0,1-1-70 0 0,2-1-12 0 0,2 0-18 0 0,2 0-22 0 0,3-1-13 0 0,0 0 62 0 0,2 0 18 0 0,2 0-30 0 0,3 0-104 0 0,3 0-17 0 0,5-1-59 0 0,5 1-38 0 0,5-1-134 0 0,6 0-56 0 0,3 0-64 0 0,4 0 67 0 0,1-1-101 0 0,2-1 100 0 0,3 0-17 0 0,2-2 6 0 0,3 0-12 0 0,-2-2 4 0 0,0 1-105 0 0,-5-1 132 0 0,-5 0-39 0 0,-6 1 14 0 0,-7 1-66 0 0,-7 1-4 0 0,-7 2-49 0 0,-5 0 24 0 0,-4 1-86 0 0,-4 1-60 0 0,-2 0-90 0 0,-3 0-127 0 0,0 0-277 0 0,-1 0-475 0 0,1 1-598 0 0,1-1-164 0 0,1 0-598 0 0,1 0-1934 0 0,0 0 959 0 0</inkml:trace>
  <inkml:trace contextRef="#ctx0" brushRef="#br40" timeOffset="52056.408">1050 8877 1500 0 0,'0'0'0'0'0,"0"0"2672"0"0,0 0 2638 0 0,0 0-4848 0 0,0 0 1118 0 0,0 0-860 0 0,0 0 161 0 0,0 0-65 0 0,0 0-234 0 0,0 0-222 0 0,0 0-174 0 0,0 0-24 0 0,-32 2 27 0 0,-8 1 27 0 0,-2 0-67 0 0,4 0-112 0 0,5-1-26 0 0,8-1-278 0 0,8 0-140 0 0,4 0-217 0 0,6-2 99 0 0,2 1-238 0 0,1-2-130 0 0,2 1-163 0 0,0-1-76 0 0,0 0 218 0 0,-2 1 165 0 0,-2 2 280 0 0,-3 1 354 0 0,-3 3-664 0 0,-2 2 895 0 0,-3 3-201 0 0,-3 2 513 0 0,0 1 114 0 0,1 1 26 0 0,1 1-111 0 0,2-1 37 0 0,3-1-12 0 0,2-2 11 0 0,3-2-82 0 0,4-2-200 0 0,1-2-54 0 0,1-2-30 0 0,2-1 21 0 0,1-1-21 0 0,1 0-148 0 0,2-1 99 0 0,2 0-61 0 0,4-1 70 0 0,4 1-19 0 0,5 0 41 0 0,6 1 121 0 0,7 0-117 0 0,7 0-22 0 0,7 2 81 0 0,6 1-59 0 0,6 2-69 0 0,3 1-40 0 0,3 1 9 0 0,-1 2-14 0 0,-1 0 6 0 0,-5 2-2 0 0,-5 1 6 0 0,-6 1 8 0 0,-9 2 81 0 0,-7 1-22 0 0,-8 2 120 0 0,-8 1 99 0 0,-6 3 100 0 0,-10 1-35 0 0,-7 1-80 0 0,-8 3 8 0 0,-9 0-66 0 0,-7 1-60 0 0,-9 1 54 0 0,-6-1-22 0 0,-9-1-194 0 0,-6-1 24 0 0,-7-4-225 0 0,-3-3-137 0 0,-4-4-390 0 0,-2-5-506 0 0,0-4-1079 0 0,4-6-2172 0 0,2-7-1334 0 0,17-1 5994 0 0</inkml:trace>
  <inkml:trace contextRef="#ctx0" brushRef="#br41" timeOffset="53137.602">2082 5602 548 0 0,'0'0'0'0'0,"0"0"6493"0"0,0 0-5317 0 0,0 0 876 0 0,0 0-749 0 0,0 0-107 0 0,0 0-165 0 0,0 0-193 0 0,0 0-238 0 0,0 0-236 0 0,0 0-90 0 0,0 0-22 0 0,8 3-4 0 0,1 1-71 0 0,2-1-26 0 0,3-1-66 0 0,5-1 157 0 0,8-1 122 0 0,8-2 261 0 0,12 0-292 0 0,11-2-36 0 0,9 0-198 0 0,7-1-78 0 0,3 0-6 0 0,2 0-88 0 0,-3-1-22 0 0,-4 1 5 0 0,-7 0-114 0 0,-8 0-267 0 0,-7 1-150 0 0,-9 0-101 0 0,-8 0-356 0 0,-9 0-717 0 0,-7 1-1209 0 0,-7 0-3186 0 0,-6 0 1908 0 0</inkml:trace>
  <inkml:trace contextRef="#ctx0" brushRef="#br42" timeOffset="54120.016">14 5594 600 0 0,'0'0'0'0'0,"0"0"5677"0"0,0 0-4094 0 0,0 0 423 0 0,0 0-530 0 0,0 0-383 0 0,0 0-458 0 0,0 0-106 0 0,0 0-192 0 0,0 0-87 0 0,0 0-37 0 0,12-18-171 0 0,4-8-28 0 0,4-7-8 0 0,1-5-5 0 0,1 0 12 0 0,-1-1 128 0 0,-1 4 16 0 0,-2 3 27 0 0,-4 5 0 0 0,-3 6-24 0 0,-3 6-20 0 0,-3 5 121 0 0,-2 5-84 0 0,-2 3-204 0 0,-1 2-117 0 0,-1 3 17 0 0,-2 2-81 0 0,-2 2-44 0 0,-2 4-6 0 0,-1 4-97 0 0,-1 5 220 0 0,1 6 137 0 0,0 5-41 0 0,1 4-56 0 0,1 5 121 0 0,1 3 21 0 0,0 2 38 0 0,0 2 11 0 0,0 1-105 0 0,-1-1 23 0 0,-1-3-8 0 0,0-2 95 0 0,1-6-22 0 0,0-5 36 0 0,1-7-63 0 0,0-6-40 0 0,1-6 69 0 0,0-5 2 0 0,0-4 57 0 0,0-2-68 0 0,0-2-60 0 0,-1 0-2 0 0,-3 0 6 0 0,-1-1-20 0 0,0-1 226 0 0,-1 1-19 0 0,2-1-89 0 0,3 1-5 0 0,1 0-119 0 0,2 1 26 0 0,1 0-221 0 0,0 0 2 0 0,1 1-45 0 0,1 0-135 0 0,1 1-64 0 0,4 0-42 0 0,6 0 500 0 0,6 0-81 0 0,9 0-153 0 0,8-1-893 0 0,7 1-1020 0 0,5-3-1885 0 0,2-3-194 0 0,-7 0 2390 0 0</inkml:trace>
  <inkml:trace contextRef="#ctx0" brushRef="#br43" timeOffset="54436.159">490 5659 4332 0 0,'0'0'0'0'0,"0"0"3073"0"0,0 0-636 0 0,0 0-1666 0 0,-17 17 311 0 0,-2 8-410 0 0,0 5 328 0 0,3 3-203 0 0,8 0-366 0 0,11-2-271 0 0,9-4-122 0 0,10-3 60 0 0,8-5-30 0 0,8-4 20 0 0,4-5 12 0 0,2-3 31 0 0,0-3-40 0 0,-1-3 13 0 0,-3-4 29 0 0,-2-3-14 0 0,-3-4 5 0 0,-2-5-9 0 0,-2-5-49 0 0,-2-5 4 0 0,-2-8-70 0 0,-2-5 22 0 0,-3-7 64 0 0,-2-5-16 0 0,-6-3-70 0 0,-4-2 14 0 0,-8-1-9 0 0,-12 1 46 0 0,-11 2-56 0 0,-12 4 57 0 0,-11 7 197 0 0,-7 8-125 0 0,-6 11-142 0 0,-3 9 46 0 0,-3 13-897 0 0,0 14 226 0 0,2 13-496 0 0,5 14-917 0 0,8 8-1050 0 0,11 11-3409 0 0,10-7 4600 0 0</inkml:trace>
  <inkml:trace contextRef="#ctx0" brushRef="#br44" timeOffset="58790.863">5973 11734 208 0 0,'0'0'0'0'0,"0"0"392"0"0,0 0-397 0 0,0 0 207 0 0,0 0-102 0 0,0 0 1891 0 0,0 0-702 0 0,0 0-115 0 0,0 0 81 0 0,0 0-178 0 0,0 0-182 0 0,5-1-138 0 0,4-1-208 0 0,1 0-142 0 0,-1 1 140 0 0,2-1-200 0 0,-1 2-102 0 0,1-1 3 0 0,1 0 48 0 0,3 0 110 0 0,0-1-71 0 0,1-1-179 0 0,-1 0 8 0 0,-1 0-32 0 0,-3 0-48 0 0,-3 0-32 0 0,-2 1-54 0 0,-2 1 10 0 0,-2 0-17 0 0,-2 0-96 0 0,0 1-43 0 0,0 0-68 0 0,0 0 24 0 0,-3 0-47 0 0,0 0 31 0 0,-3 0 106 0 0,-2 0 104 0 0,-2 0 40 0 0,-1 0-50 0 0,0 0 70 0 0,0 0-16 0 0,0 0 19 0 0,1 0-59 0 0,2 0 4 0 0,1 0 5 0 0,2 0-18 0 0,1 0 5 0 0,2 0-184 0 0,1 1-51 0 0,0-1-24 0 0,1 0 49 0 0,2 1 237 0 0,1 0 41 0 0,4-1 124 0 0,2 1-19 0 0,2 0-11 0 0,1-1 8 0 0,1 0 24 0 0,0 1 170 0 0,1-2-258 0 0,-1 0-30 0 0,-1-1-54 0 0,-1 0 70 0 0,-4 1-14 0 0,-2-1 39 0 0,-2 1-12 0 0,-2 1 38 0 0,0-1-10 0 0,-1 0-107 0 0,-1 0-19 0 0,1 0-137 0 0,-3 0-99 0 0,-3-1 274 0 0,-1-1-232 0 0,-3 0 138 0 0,-5 0-201 0 0,-1 1 200 0 0,-3-1-13 0 0,0 1-88 0 0,1 1 20 0 0,2 0 94 0 0,3 1-46 0 0,3 0-70 0 0,4 0-69 0 0,1 1-1 0 0,3 0-23 0 0,2 0 95 0 0,0 1-65 0 0,4 0 149 0 0,2 0 62 0 0,1-1-12 0 0,2 0 104 0 0,1 0 21 0 0,0-1 27 0 0,0 0 18 0 0,0 0 87 0 0,-1 0-70 0 0,-2-1 27 0 0,0-1-82 0 0,-1 0 22 0 0,0-2 17 0 0,-2 1-36 0 0,-1-2-137 0 0,-1-1-195 0 0,-1 0-109 0 0,0-1-124 0 0,-1-1 133 0 0,-1 0 129 0 0,-3 0 7 0 0,-2 1 75 0 0,-2 1 105 0 0,-2 1-20 0 0,0 2 360 0 0,1 1-442 0 0,1 3 63 0 0,1 1-300 0 0,1 4 169 0 0,3 2 99 0 0,1 2 42 0 0,1 3-138 0 0,3 1 84 0 0,5 0 91 0 0,4 0 50 0 0,4-3 289 0 0,4-1-204 0 0,1-2 1 0 0,1-3 22 0 0,0-2-64 0 0,-2-1-16 0 0,0-3 82 0 0,-1-4 62 0 0,-2-2-80 0 0,-2-3-128 0 0,-3-2-10 0 0,-3-2-9 0 0,-3-1 114 0 0,-2 0-20 0 0,-5 1 8 0 0,-2 2 41 0 0,-4 3 27 0 0,-1 1-91 0 0,-1 2 12 0 0,0 3-96 0 0,2 1 8 0 0,2 1-246 0 0,1 1-37 0 0,0 1-37 0 0,0 2-5 0 0,-1 3 23 0 0,-1 1 211 0 0,-2 3 68 0 0,0 1 130 0 0,0 0-20 0 0,1-1-107 0 0,0-1 27 0 0,3-2-16 0 0,1-2-76 0 0,2-2-113 0 0,1-1-94 0 0,1-1-181 0 0,0 0-395 0 0,0-1-1622 0 0,0 0-2884 0 0,1 0 3874 0 0</inkml:trace>
  <inkml:trace contextRef="#ctx0" brushRef="#br45" timeOffset="64529.096">9674 10455 248 0 0,'0'0'0'0'0,"0"0"0"0"0,0 0 271 0 0,0 0-195 0 0,0 0-68 0 0,0 0 78 0 0,0 0-97 0 0,0 0 29 0 0,0 0-5 0 0,-2 2-2 0 0,1 0 6 0 0,-2 0 40 0 0,1-1 138 0 0,0 0 211 0 0,1 1-96 0 0,-1-1 35 0 0,1-1 44 0 0,0 1 87 0 0,0 0-23 0 0,1 0-13 0 0,0-1 97 0 0,-1 0 50 0 0,1 0-57 0 0,0 0-22 0 0,-1 0-73 0 0,0 0 68 0 0,1 1-17 0 0,-1-1-84 0 0,1 1 87 0 0,0-1 13 0 0,0 1-32 0 0,0-1-61 0 0,0 0-15 0 0,0 1-48 0 0,0-1-24 0 0,0 0-25 0 0,-1 0-72 0 0,0 0-85 0 0,-1 0-28 0 0,1 0-20 0 0,0 0 32 0 0,0 0 1 0 0,0 0 15 0 0,1 0 59 0 0,-1 0-16 0 0,0 0-5 0 0,0 0-10 0 0,-1 0-2 0 0,1 0 3 0 0,-1 0-81 0 0,1 0 42 0 0,-1 0-49 0 0,1 0-17 0 0,1 0-10 0 0,-1 0-46 0 0,1 0 10 0 0,0 0-1 0 0,0 0-20 0 0,0 0 5 0 0,0 0 3 0 0,0 0-6 0 0,0 0-13 0 0,0 0-84 0 0,1 0 22 0 0,-1 0 30 0 0,0 0 40 0 0,0 0 0 0 0,0 0 65 0 0,2 0-67 0 0,0 0 75 0 0,1 0-69 0 0,-1 0 6 0 0,-1 0-76 0 0,1 0 18 0 0,-1 0-24 0 0,0 0 79 0 0,1-1-28 0 0,-1 1-26 0 0,0-1 57 0 0,0 1-23 0 0,0-1 21 0 0,-1 0 48 0 0,0 0 98 0 0,0 1-52 0 0,0 0-97 0 0,0-1 30 0 0,0 1-21 0 0,-1 0-9 0 0,-1 0-264 0 0,-2 0 1 0 0,-1 0 174 0 0,-4 0-113 0 0,-2 0-196 0 0,-2 1 378 0 0,-1-1-7 0 0,-1 1 11 0 0,1 0-30 0 0,0 0-28 0 0,0 0 94 0 0,2 0 57 0 0,1 1 94 0 0,3-1-36 0 0,2 0-35 0 0,2 0-6 0 0,2 0 17 0 0,1-1 1 0 0,1 1-57 0 0,1-1-52 0 0,-1 0 8 0 0,1 0-24 0 0,-1 0 14 0 0,0 0-1 0 0,2-1 5 0 0,1 1 130 0 0,2 0 127 0 0,2 0-1 0 0,0 0-119 0 0,1 0 14 0 0,-1 0-25 0 0,0 0-88 0 0,-1 0-38 0 0,-2 0 0 0 0,0 0-3 0 0,-1 0-2 0 0,-2 0 11 0 0,0 0-4 0 0,0 0 54 0 0,-1 0-62 0 0,0 0 6 0 0,0 0-2 0 0,-1 0-76 0 0,1 0-54 0 0,0-1 24 0 0,0 1 5 0 0,0-1 24 0 0,0 0-19 0 0,0-1 55 0 0,0 2 40 0 0,0-1-9 0 0,0 1 8 0 0,0-1-102 0 0,-1 1 10 0 0,0 0 23 0 0,-1 1 16 0 0,0 0-45 0 0,0 0-58 0 0,0 1-79 0 0,1-1-54 0 0,0 0-133 0 0,1-1-283 0 0,-1 0-625 0 0,1 0-2022 0 0,1-2-3179 0 0,-1-2 7641 0 0,3 2-2210 0 0,-1 1 1085 0 0</inkml:trace>
  <inkml:trace contextRef="#ctx0" brushRef="#br46" timeOffset="69743.808">13165 9582 8 0 0,'0'0'0'0'0,"0"0"8"0"0,0 0 5 0 0,0 0-48 0 0</inkml:trace>
  <inkml:trace contextRef="#ctx0" brushRef="#br47" timeOffset="71038.006">13165 9582 156 0 0,'0'0'0'0'0,"0"0"92"0"0,0 3 47 0 0,0 0-47 0 0,0 0-104 0 0,0 0 38 0 0,0 0-14 0 0,0-2-1 0 0,0 1-13 0 0,0 0-80 0 0,0-1-76 0 0,0 0 30 0 0,0 0 43 0 0,0-1 31 0 0,0 1 56 0 0,0-1-11 0 0,0 0 9 0 0,0 1 0 0 0,0-1 140 0 0,0 0 189 0 0,0 0-293 0 0,0 1 42 0 0,0-1-64 0 0,0 0 66 0 0,0 0-39 0 0,0 0-38 0 0,-1 0 12 0 0,1 1 544 0 0,-2-1-307 0 0,0 0-89 0 0,1 0-12 0 0,0 0 22 0 0,0 0 51 0 0,0 0 33 0 0,0 0-18 0 0,0 0 11 0 0,1 0 12 0 0,-1 0 15 0 0,0 0 85 0 0,0 0 99 0 0,0 0 80 0 0,1 0 26 0 0,-1 0 666 0 0,1 0-972 0 0,0 0 366 0 0,0 1-144 0 0,0-1 12 0 0,0 1-17 0 0,0-1-24 0 0,0 1-73 0 0,0 0-136 0 0,0 0-219 0 0,0 0 3 0 0,0-1-92 0 0,0 1 83 0 0,0-1-16 0 0,0 0 67 0 0,0 0-77 0 0,0 0 92 0 0,0 0-32 0 0,0 1 53 0 0,0-1 24 0 0,0 0 52 0 0,0 1 17 0 0,0-1 33 0 0,0 0-6 0 0,0 0-70 0 0,0 0-39 0 0,0 0-12 0 0,0 0-120 0 0,-1 0 31 0 0,0 0-12 0 0,-2 0 157 0 0,-1 0-87 0 0,0 0-12 0 0,-1 0 111 0 0,1 0 84 0 0,-1 0-65 0 0,2 0-148 0 0,-1 0-30 0 0,0 0-5 0 0,2 0-5 0 0,0 0 12 0 0,0 0-21 0 0,1 0 2 0 0,1 0-58 0 0,-1 0 63 0 0,0 0-22 0 0,1 0 16 0 0,-1 0-2 0 0,1 0 1 0 0,0 0-4 0 0,0 0-51 0 0,0 0 61 0 0,0 0-68 0 0,0 0 77 0 0,0 0-32 0 0,3 0 10 0 0,1 0-48 0 0,1 0 61 0 0,0 0-82 0 0,0 0 11 0 0,1 0-66 0 0,-2 0 165 0 0,1 0-4 0 0,-2 0-40 0 0,0 0-54 0 0,0 0 34 0 0,-2 0 20 0 0,0 0-63 0 0,-1 0-21 0 0,1 0-15 0 0,-1 0 28 0 0,0 0 96 0 0,-1 0 30 0 0,1 0 18 0 0,0 0-68 0 0,0 0 18 0 0,0 0-111 0 0,0 0 24 0 0,0 0 94 0 0,0 1-36 0 0,0 0-81 0 0,-2 1-20 0 0,-2 0-121 0 0,-1 1 176 0 0,-4 0 48 0 0,-1 0-4 0 0,1 0-52 0 0,0 0 14 0 0,1 0 68 0 0,2-1-23 0 0,2 0 11 0 0,1-1-9 0 0,1 0-59 0 0,0 0 92 0 0,2-1 62 0 0,0 0 27 0 0,0 0-41 0 0,0 0-61 0 0,1 0 63 0 0,1 0-72 0 0,0 0 21 0 0,1 0 54 0 0,-1 0 29 0 0,2 0 84 0 0,2-1 172 0 0,0-1-83 0 0,1 0-92 0 0,0 0-19 0 0,1-1-47 0 0,-2 1-121 0 0,0-1 21 0 0,-2 1-11 0 0,-1 1-7 0 0,0 0 11 0 0,-1 1-13 0 0,-1-1-99 0 0,-1 1-4 0 0,1 1-19 0 0,-1-1-48 0 0,0 0-2 0 0,-1 0-3 0 0,1 0-16 0 0,0 1 111 0 0,0 0 85 0 0,0 1-10 0 0,-1 0 108 0 0,0 1 22 0 0,-2-1-90 0 0,1 0-28 0 0,0-1 5 0 0,0 0-9 0 0,0 1 75 0 0,0-1-97 0 0,1 0 33 0 0,1 0-11 0 0,0 0 163 0 0,0 0-116 0 0,0-1 24 0 0,0 1 85 0 0,2-1 18 0 0,1 1-19 0 0,0-1-17 0 0,0 0 39 0 0,0 0 89 0 0,-1 0 31 0 0,0 0-43 0 0,0 0 48 0 0,0 0 14 0 0,0 0-18 0 0,-1 0-94 0 0,1 0-67 0 0,-1-1-81 0 0,-1 0-52 0 0,0 1-55 0 0,0-1 68 0 0,0 1-16 0 0,0 0-4 0 0,0-1-38 0 0,-2 1-96 0 0,-2 0 15 0 0,0 0 57 0 0,-2 1-35 0 0,0 1 56 0 0,-1-1 38 0 0,1 2-192 0 0,-1-1 14 0 0,0 2-56 0 0,1-1 258 0 0,1 0-50 0 0,1 0 159 0 0,1 1-62 0 0,2-2 46 0 0,0 1 74 0 0,1-2-49 0 0,0 0 6 0 0,0 0 14 0 0,1-1-10 0 0,1 0-7 0 0,-1 0 58 0 0,1 0-12 0 0,0-1 16 0 0,0 1-63 0 0,-1 0 9 0 0,1 0-24 0 0,0 0-6 0 0,0 0-32 0 0,0-1-95 0 0,-1 0 20 0 0,0 0-65 0 0,-1-1-4 0 0,0 1-3 0 0,0-1 64 0 0,0 0-15 0 0,0 1-62 0 0,0 0-53 0 0,0 0 71 0 0,0-1-84 0 0,0 1 165 0 0,0 1-202 0 0,-1-1-29 0 0,-1 1-10 0 0,0 0 24 0 0,0 1-12 0 0,0 0 15 0 0,-1 1 43 0 0,1 1-40 0 0,1-1-92 0 0,0-1-90 0 0,1 0-146 0 0,-1 0-334 0 0,1-1-866 0 0,0-1-1047 0 0,0-2-2984 0 0,0-3 4483 0 0,2 4 773 0 0,0 0 208 0 0</inkml:trace>
  <inkml:trace contextRef="#ctx0" brushRef="#br48" timeOffset="76002.348">16588 8472 312 0 0,'0'0'0'0'0,"0"0"208"0"0,0 0-56 0 0,0 0-68 0 0,0 0-7 0 0,0 0-76 0 0,0 0 1044 0 0,0 0-794 0 0,0 0 124 0 0,0 0-75 0 0,0 0 131 0 0,0 0 107 0 0,2 0 51 0 0,1 1-32 0 0,0 0 38 0 0,0-1 33 0 0,0 1 78 0 0,0-1-14 0 0,-2 0-128 0 0,1 0-114 0 0,-2 0-79 0 0,1 0 8 0 0,0-1 27 0 0,0 1-26 0 0,0 0-79 0 0,1 0 19 0 0,-1-1 50 0 0,1 1 42 0 0,-1 0-42 0 0,2 0-51 0 0,0 0-125 0 0,1 0-31 0 0,0 0-91 0 0,0 0-11 0 0,1-1-52 0 0,1 0 1 0 0,0-1-10 0 0,2 0-8 0 0,-1-1 1 0 0,1 1-1 0 0,1-1 9 0 0,-2 0 3 0 0,0-1 4 0 0,-1 1-6 0 0,-1 0 3 0 0,0 0 8 0 0,-1 1-7 0 0,-1 0-2 0 0,-1 0-4 0 0,-1 1-74 0 0,0 1 21 0 0,0-1 54 0 0,0 1-18 0 0,1 0-42 0 0,-1 0-33 0 0,1 0 72 0 0,2 0 17 0 0,1 0 188 0 0,2-1-15 0 0,2 0-99 0 0,3 0 154 0 0,-1-1-22 0 0,1 1-65 0 0,-2-1-4 0 0,-1 1-20 0 0,-1 0 5 0 0,-3 1-36 0 0,-1-1-19 0 0,-2 1 65 0 0,-2-1-54 0 0,1 1 17 0 0,-2 0-32 0 0,1 0-6 0 0,0 0 42 0 0,-1 0 0 0 0,1 1-26 0 0,-1-1-74 0 0,-1 0 16 0 0,0 0-12 0 0,-2 0-88 0 0,-1 0 10 0 0,1 1-36 0 0,-1 0 62 0 0,-1 1 46 0 0,1 0-63 0 0,0-1-32 0 0,0 0-23 0 0,1 0-14 0 0,1 0 89 0 0,0-1-14 0 0,1 0 14 0 0,1 0-4 0 0,1 0 53 0 0,-1 0-20 0 0,-1 0-52 0 0,0 0-161 0 0,-2 0 56 0 0,0 1 102 0 0,-1 1 11 0 0,0-1-37 0 0,-1 1 66 0 0,2-1 36 0 0,0 0 52 0 0,2 0 32 0 0,1 0 2 0 0,0 0-14 0 0,1 0-9 0 0,0-1 44 0 0,0 0 33 0 0,1 0-50 0 0,-1 0-13 0 0,0 0 2 0 0,0 0-32 0 0,0 0 50 0 0,0 0-16 0 0,0 0 53 0 0,0 0 14 0 0,0 0 46 0 0,0 0-117 0 0,0 0-75 0 0,0 0 73 0 0,1 0 24 0 0,1 0-36 0 0,0 0-63 0 0,0 0 23 0 0,2 0-27 0 0,-1 0 5 0 0,1 0-11 0 0,-1 0 12 0 0,1 0 9 0 0,0 0 208 0 0,1-1-137 0 0,1 0-92 0 0,-2 0-22 0 0,3-1 41 0 0,-2 0-30 0 0,0 0 9 0 0,-1 0-164 0 0,-1 0 107 0 0,0 1-87 0 0,-1 0 68 0 0,0 0 8 0 0,-1 0 88 0 0,0 1 30 0 0,-1 0 77 0 0,0-1-44 0 0,0 1-68 0 0,-2 1 25 0 0,-1-1 70 0 0,-2 1-111 0 0,-1 0 97 0 0,-2 0-104 0 0,1 1-134 0 0,1 0-80 0 0,-1-1-98 0 0,2 0 201 0 0,-1 0 132 0 0,2 0-21 0 0,1-1 77 0 0,1 1-70 0 0,1-1 80 0 0,0 0 107 0 0,1 0-58 0 0,0 0-47 0 0,1 0-63 0 0,-1 0 106 0 0,0 0 36 0 0,0 0-36 0 0,1 0 1 0 0,1 0 0 0 0,-1 0-16 0 0,1 0-10 0 0,0 0-100 0 0,-1-1 26 0 0,2 0-158 0 0,-1 0 22 0 0,1-2-160 0 0,1 0 20 0 0,1 0-58 0 0,-1-1-167 0 0,-1 0-525 0 0,-1 1-666 0 0,-2 0-617 0 0,-4 0-3148 0 0,-2 8 2476 0 0,1 0 3341 0 0</inkml:trace>
  <inkml:trace contextRef="#ctx0" brushRef="#br49" timeOffset="81014.264">2929 12549 164 0 0,'0'0'0'0'0,"0"0"92"0"0,0 0-14 0 0,0 0 139 0 0,0 0-175 0 0,0 0-27 0 0,0 0 47 0 0,0 0-57 0 0,0 0 100 0 0,0 0-52 0 0,0 0-57 0 0,30-7 89 0 0,5-1 823 0 0,1-1-584 0 0,-4 0 250 0 0,-5 1-100 0 0,-5 0-138 0 0,-5 2 127 0 0,-2-1 18 0 0,-2 1-53 0 0,-2-1-132 0 0,1 0-83 0 0,-1-1-95 0 0,0 0-122 0 0,1 0 24 0 0,0-1-20 0 0,2 1-56 0 0,0 0-3 0 0,1-1-17 0 0,1 1 91 0 0,1 0-23 0 0,0 0 21 0 0,1 0 72 0 0,0 1 181 0 0,-1-1 28 0 0,0 2-216 0 0,-1 0-52 0 0,-1 1-10 0 0,-1 1-19 0 0,0 0-56 0 0,0 2 15 0 0,0-1-116 0 0,1 1 200 0 0,1 0-69 0 0,0 0 30 0 0,0 0-71 0 0,0 0 85 0 0,0-1-28 0 0,-2 0 13 0 0,-1 0 74 0 0,0 0-11 0 0,-2 0-72 0 0,-1 1 25 0 0,-1-1 2 0 0,0 1-9 0 0,0 0 64 0 0,0-1-92 0 0,2 1 30 0 0,-1 0 54 0 0,2-1-79 0 0,3-1 22 0 0,0 0-3 0 0,1-1-6 0 0,2-1 11 0 0,1 0 1 0 0,0-1 75 0 0,2 0-109 0 0,-2 0 36 0 0,2 1-88 0 0,-1 0 96 0 0,0 0-153 0 0,1 2 18 0 0,-1 0-29 0 0,2 1 2 0 0,-1 1-31 0 0,-1 0 185 0 0,0 0-125 0 0,-1 0 121 0 0,-2 1-18 0 0,0-1 7 0 0,-1 1 7 0 0,-1-1-6 0 0,-1 0-3 0 0,-1 1-56 0 0,2-1-77 0 0,1-1-10 0 0,0 1 42 0 0,2 0 24 0 0,0-1 28 0 0,1-1 57 0 0,0 1-3 0 0,-1-1 10 0 0,0 1 5 0 0,0-1 130 0 0,0 1-18 0 0,-2-1-1 0 0,0 1-137 0 0,-1-1 118 0 0,-1 0-72 0 0,-1 1-40 0 0,1-2-34 0 0,-1 1-89 0 0,1 0 86 0 0,0-1-33 0 0,1 0 24 0 0,0 0 1 0 0,1-1 56 0 0,0 1 46 0 0,-1 0-56 0 0,1-1 82 0 0,-1 1-19 0 0,1-1 17 0 0,1 1-82 0 0,0-1 20 0 0,0 0-20 0 0,1-1 7 0 0,1 0-77 0 0,1 0 87 0 0,0 0-25 0 0,0 0-94 0 0,2-1 81 0 0,1 1 22 0 0,1 0 2 0 0,-1 0 56 0 0,2-1-70 0 0,2 1 10 0 0,0-1-46 0 0,1 0 66 0 0,1 0-8 0 0,1 0-5 0 0,2-1 60 0 0,0 0-77 0 0,1 0-50 0 0,1 0 73 0 0,-1 0-140 0 0,0-1 167 0 0,-1 2-52 0 0,0-1 37 0 0,-2 0 64 0 0,-2 1-96 0 0,-1-1 130 0 0,-1 1-127 0 0,-2-1 141 0 0,-1 1-102 0 0,-1-1-15 0 0,-1-1 51 0 0,-2 1-20 0 0,1 0-53 0 0,0 0 7 0 0,-1 1-57 0 0,1-1-19 0 0,-1 1 34 0 0,1 1-28 0 0,-2 0 79 0 0,1 0-22 0 0,-1 0 15 0 0,1 1-6 0 0,0-1 1 0 0,1 0-9 0 0,0-1-44 0 0,0 1-3 0 0,3-1-2 0 0,0 1-95 0 0,1-1 12 0 0,2 0 38 0 0,0 0-128 0 0,0 1 212 0 0,2-1 9 0 0,0-1 17 0 0,0 2 12 0 0,-1-1 56 0 0,1 1-89 0 0,-1-1-23 0 0,-1 1-33 0 0,-1 1-95 0 0,0 0-350 0 0,-1 1-155 0 0,1 0-132 0 0,0 0 338 0 0,0 1 174 0 0,1-1 119 0 0,1 0 179 0 0,1 0-21 0 0,1-1 75 0 0,0 0-69 0 0,2-1 37 0 0,2 0-31 0 0,0-1 8 0 0,1-1-8 0 0,1-1-161 0 0,-1 0-412 0 0,-7 2 205 0 0</inkml:trace>
  <inkml:trace contextRef="#ctx0" brushRef="#br50" timeOffset="81259.063">7154 11312 352 0 0,'0'0'0'0'0,"0"0"156"0"0,0 0-210 0 0,0 0-19 0 0,0 0 95 0 0,48-18-32 0 0,10-4 176 0 0,10-3 118 0 0,0 1-275 0 0,-2 2 123 0 0,-5 3-142 0 0,-4 2 1087 0 0,-6 1-955 0 0,-5 1 109 0 0,-4 0-78 0 0,-3 1-27 0 0,-3 0-145 0 0,-2 1-105 0 0,-2 0-274 0 0,-2 1-216 0 0,-3 1 243 0 0,-2 0 65 0 0,-2 0 193 0 0,0 0 103 0 0,-2-1 41 0 0,2 0 48 0 0,0 0-89 0 0,2-1 21 0 0,3-1-1 0 0,3 0-8 0 0,3-1-2 0 0,4-1 1 0 0,4-1-108 0 0,1 0-73 0 0,4-1-451 0 0,-9 3 794 0 0</inkml:trace>
  <inkml:trace contextRef="#ctx0" brushRef="#br51" timeOffset="82078.909">10174 10232 12 0 0,'0'0'0'0'0,"0"0"196"0"0,0 0-154 0 0,0 0-105 0 0,41-19 165 0 0,12-5 156 0 0,9-4 6 0 0,4 0-151 0 0,0 1-108 0 0,0 2 139 0 0,-1 1 1101 0 0,-1 0-1201 0 0,0 1 26 0 0,0 0-121 0 0,0 0-100 0 0,-1-1 108 0 0,0 1 26 0 0,-1 0 5 0 0,-1 0 2 0 0,0 1-49 0 0,-2 1-247 0 0,-5 1-82 0 0,-3 0 187 0 0,-2 2 202 0 0,-3 1-38 0 0,0 1 35 0 0,1 0 137 0 0,2 0-47 0 0,4-1-30 0 0,5-1 13 0 0,5-1-72 0 0,8-2 116 0 0,5-1-144 0 0,6-1 39 0 0,4-1-162 0 0,2 1 116 0 0,1 0 36 0 0,-1 1 204 0 0,-1 0-261 0 0,-3 2 86 0 0,-4 1-61 0 0,-5 1-19 0 0,-6 1 59 0 0,-4 1-29 0 0,-6 1 10 0 0,-3 0 13 0 0,-4 1 61 0 0,-3 1-67 0 0,-2 0 130 0 0,-3-1-65 0 0,0 0 201 0 0,-1 0 117 0 0,1-1-103 0 0,4-1 127 0 0,4-1-221 0 0,4-2-71 0 0,4 0-109 0 0,3-2-106 0 0,3 1 139 0 0,3-1-53 0 0,0 0 79 0 0,0 0 272 0 0,-1 0 168 0 0,1 0-527 0 0,0 1 84 0 0,1 1-110 0 0,1-1 71 0 0,1 0-24 0 0,0 1 13 0 0,1 0-19 0 0,0 0 15 0 0,0 0-6 0 0,2 0 58 0 0,1 0-72 0 0,0 1-83 0 0,-1 0-6 0 0,0-1 115 0 0,-3 1-91 0 0,-1 1 98 0 0,-4 0 53 0 0,-1 0-18 0 0,-1 1-48 0 0,1-1 44 0 0,2 1-58 0 0,3-1 2 0 0,4-1-67 0 0,5 1-100 0 0,4-1-602 0 0,3 0-80 0 0,3 0 343 0 0,3 0 562 0 0,-1-1-59 0 0,2 0 914 0 0,-2 1-516 0 0,-1-1-437 0 0,-3 1 95 0 0,-4 0-32 0 0,-5 1 69 0 0,-6 1 196 0 0,-5 0 437 0 0,-4 1-225 0 0,-3 0-131 0 0,-1-1-146 0 0,-1 0 103 0 0,1-1 37 0 0,2 0 271 0 0,2-1-110 0 0,4-1-224 0 0,4-1 274 0 0,7 0-134 0 0,5-2-198 0 0,9-1-60 0 0,6-1-26 0 0,6-1-155 0 0,6 0 332 0 0,1 0 26 0 0,0 0-369 0 0,-3 2 64 0 0,-5 1-320 0 0,-9 1 185 0 0,-8 3 100 0 0,-12 0-34 0 0,-10 2-17 0 0,-9 1-147 0 0,-9 3-180 0 0,-7 1-389 0 0,-8 1-240 0 0,-7 3-274 0 0,-7 1 81 0 0,-9 1-871 0 0,-5 1-228 0 0</inkml:trace>
  <inkml:trace contextRef="#ctx0" brushRef="#br52" timeOffset="101762.148">19124 1748 1368 0 0,'0'0'0'0'0,"0"0"2752"0"0,0 0-2678 0 0,0 0 340 0 0,0 0-308 0 0,0-20 228 0 0,3-8-44 0 0,2-8 1 0 0,3-5-48 0 0,5-3 102 0 0,4-1 46 0 0,4-3 78 0 0,4 1 271 0 0,4 2 282 0 0,1 2-331 0 0,3 3-301 0 0,-2 6-141 0 0,1 5-132 0 0,-2 4-13 0 0,-4 6-36 0 0,-3 3-76 0 0,-4 5-74 0 0,-5 3-102 0 0,-3 3 7 0 0,-3 2-4 0 0,-3 2 136 0 0,-3 2 36 0 0,0 4 147 0 0,1 5 170 0 0,1 4-177 0 0,2 7-66 0 0,1 6 111 0 0,-1 7-36 0 0,2 5 30 0 0,-2 6 9 0 0,0 4-76 0 0,0 4-111 0 0,-1 3 27 0 0,-2 3-168 0 0,0 1 117 0 0,-2 1-43 0 0,0-1 86 0 0,0-3-22 0 0,2-4 20 0 0,1-7 91 0 0,3-8-128 0 0,1-7 104 0 0,2-8-19 0 0,0-7 0 0 0,0-6-66 0 0,-1-5-84 0 0,-1-2 123 0 0,1-4 30 0 0,1-3 203 0 0,2-5-63 0 0,4-7-87 0 0,4-7-29 0 0,2-10-83 0 0,6-10 104 0 0,3-12-131 0 0,4-12 188 0 0,3-11-13 0 0,4-11 284 0 0,2-10-123 0 0,4-9 11 0 0,3-5-116 0 0,3-4-74 0 0,2-2-68 0 0,2 3-57 0 0,1 5 54 0 0,2 6-74 0 0,2 10 17 0 0,3 8-2 0 0,5 10 148 0 0,6 7-178 0 0,5 9 46 0 0,6 6-15 0 0,5 7 50 0 0,4 4 64 0 0,3 5-132 0 0,2 4 236 0 0,4 3 3 0 0,2 5-36 0 0,5 3-23 0 0,4 6-40 0 0,7 6 25 0 0,4 7-30 0 0,6 8 49 0 0,3 9-200 0 0,2 10 58 0 0,-2 7-82 0 0,-1 6-30 0 0,-3 4 0 0 0,-4 1 102 0 0,-3 1-32 0 0,-3-4-44 0 0,0-4 77 0 0,0-5-100 0 0,1-6 1 0 0,1-8 101 0 0,-1-5-38 0 0,-2-4 25 0 0,-3-5-13 0 0,-9-4 14 0 0,-9-2-5 0 0,-12-1 44 0 0,-13 0-58 0 0,-13 0-117 0 0,-13 1-112 0 0,-13 2-347 0 0,-9 1-186 0 0,-10 2-251 0 0,-7 0-114 0 0,-5 1-284 0 0,-4 1-556 0 0,-3 3-24 0 0,-3 4-155 0 0,-5 5 313 0 0,-2 6 1345 0 0,-4 5 404 0 0,0 6 200 0 0,-2 6 1034 0 0,0 3-507 0 0,-2 4 199 0 0,1 1-228 0 0,0 1 36 0 0,-1-1-360 0 0,0-3-284 0 0,0-3-1200 0 0,-2-5-3450 0 0,5-9 5909 0 0</inkml:trace>
  <inkml:trace contextRef="#ctx0" brushRef="#br53" timeOffset="103051.879">18559 3922 5745 0 0,'0'0'0'0'0,"0"0"3988"0"0,0 0-4004 0 0,0 0 808 0 0,0 0-779 0 0,0 0 346 0 0,0 0 140 0 0,11-19 83 0 0,6-7-177 0 0,7-6-337 0 0,4-5 230 0 0,1-4-345 0 0,0-4 81 0 0,1-6 117 0 0,1-5 30 0 0,2-5-121 0 0,2-3 181 0 0,4-2-10 0 0,2 1-73 0 0,2 3 62 0 0,2 4-259 0 0,-2 8 73 0 0,-3 7-197 0 0,-3 9 46 0 0,-6 9-23 0 0,-6 7-60 0 0,-6 8-72 0 0,-6 5 30 0 0,-5 7 283 0 0,-2 7-65 0 0,-4 8 121 0 0,-1 9-109 0 0,-1 8 27 0 0,-2 9 46 0 0,-4 6 72 0 0,-4 7-18 0 0,-3 4 55 0 0,-1 4-7 0 0,-2 2-14 0 0,-1 2 19 0 0,2 0 41 0 0,1-1 16 0 0,2-1 13 0 0,3-4-14 0 0,2-4-54 0 0,3-6-56 0 0,2-6-123 0 0,3-7-60 0 0,2-8-69 0 0,3-7-108 0 0,3-9-188 0 0,2-5-26 0 0,2-7 252 0 0,5-5 115 0 0,4-7 78 0 0,3-7 118 0 0,3-7-15 0 0,3-6-3 0 0,2-8-93 0 0,2-5 143 0 0,2-6-113 0 0,1-6 231 0 0,3-4 38 0 0,3-4 31 0 0,5-5 1 0 0,4-4-27 0 0,6-4-34 0 0,9-2 8 0 0,6-1-62 0 0,8 1 30 0 0,4 3-133 0 0,5 5-108 0 0,3 6 24 0 0,1 7-92 0 0,0 8 77 0 0,-3 7-100 0 0,-3 7 24 0 0,-5 8-61 0 0,-4 5-18 0 0,-5 7 34 0 0,-3 4 56 0 0,-2 3-57 0 0,-1 2-113 0 0,-1 1 168 0 0,1 2 44 0 0,2-1 4 0 0,1 1 7 0 0,2-1 7 0 0,3 1 3 0 0,2 0-1 0 0,3 1 6 0 0,3 0-6 0 0,4 1-3 0 0,2-1-51 0 0,2 2-9 0 0,2 2-89 0 0,1 1-109 0 0,0 1 188 0 0,2-1-187 0 0,0 0 222 0 0,1-2-331 0 0,2-3 231 0 0,3-6-160 0 0,1-6 127 0 0,2-5-36 0 0,-1-6 101 0 0,-3-4 105 0 0,-3-3-25 0 0,-6 0 24 0 0,-7 1 101 0 0,-8 2 32 0 0,-6 4 11 0 0,-9 6-23 0 0,-7 5 38 0 0,-7 4-16 0 0,-5 5-168 0 0,-7 5-40 0 0,-4 3-88 0 0,-4 4-109 0 0,-5 2-34 0 0,-3 4-66 0 0,-3 2 43 0 0,-2 2 56 0 0,-2 2 39 0 0,-1 3 121 0 0,-1 1 103 0 0,-2 3 101 0 0,-4 3-29 0 0,-1 3-86 0 0,-3 2-210 0 0,-6 3-820 0 0,-6 2-1688 0 0,-5-3-2895 0 0,-8-2 4035 0 0,3-8 1120 0 0</inkml:trace>
  <inkml:trace contextRef="#ctx0" brushRef="#br54" timeOffset="104562.54">18757 5328 732 0 0,'0'0'0'0'0,"0"0"924"0"0,0 0 6319 0 0,0 0-8203 0 0,0 0 2893 0 0,0 0-951 0 0,2 22 35 0 0,-1 8-35 0 0,1 8-130 0 0,-1 5-267 0 0,0 5-302 0 0,0 3-88 0 0,1 2-140 0 0,3 2-45 0 0,3 2 68 0 0,4 2 66 0 0,3-1-78 0 0,3 0-12 0 0,3-4-47 0 0,1-3 13 0 0,0-5 66 0 0,-1-5-21 0 0,-1-5-7 0 0,-2-5-66 0 0,-2-4 14 0 0,0-4-19 0 0,-1-3-72 0 0,-1-2-51 0 0,0-3-55 0 0,1-1-29 0 0,3-2-64 0 0,1-1 60 0 0,2-2 33 0 0,3-1-18 0 0,1-1-41 0 0,1-2 298 0 0,-1-2-61 0 0,-1-2 215 0 0,-2 0-108 0 0,-4-1 56 0 0,-2-2 58 0 0,-2-1-27 0 0,-3-2-6 0 0,-2-3-53 0 0,-2-2-18 0 0,1-5-14 0 0,0-3-98 0 0,0-5 22 0 0,1-5-18 0 0,0-5-98 0 0,2-4 14 0 0,2-2 32 0 0,2-4-14 0 0,3-2 34 0 0,4-2 39 0 0,4-2 135 0 0,4-1-30 0 0,2-1 15 0 0,4-2-22 0 0,3-2 16 0 0,1-1-21 0 0,4-2 6 0 0,0-1 45 0 0,2 0 28 0 0,3-1 37 0 0,5 3 74 0 0,4 1 183 0 0,6 2-283 0 0,5 4-194 0 0,5 3-53 0 0,3 4-96 0 0,3 4 4 0 0,1 5 50 0 0,1 4 38 0 0,0 4-35 0 0,1 4 30 0 0,0 4-8 0 0,1 3 30 0 0,-1 2 39 0 0,-2 2-52 0 0,0 2 75 0 0,-3 2-22 0 0,-2 0-66 0 0,-3 3 95 0 0,-4 0-41 0 0,-4 2-38 0 0,-3 1-29 0 0,-5 0-37 0 0,-5 2-12 0 0,-1 1 162 0 0,-1 2-59 0 0,0 1 36 0 0,1 1-9 0 0,1 2-7 0 0,1-1 2 0 0,3 1 9 0 0,1 0 1 0 0,5 1 103 0 0,4-1-131 0 0,5 0 29 0 0,6-2-5 0 0,5 0 1 0 0,5-2-5 0 0,3-1-50 0 0,0-2 0 0 0,0 0 72 0 0,-3-2-154 0 0,-5-1 117 0 0,-7-2 18 0 0,-8 0-104 0 0,-8-1-20 0 0,-9-1 26 0 0,-7-1 115 0 0,-6-1-104 0 0,-3-1 11 0 0,-4-1-2 0 0,-2-1 24 0 0,-1-1 53 0 0,-1 0-9 0 0,-1 0 17 0 0,-1 1 2 0 0,-1 2 131 0 0,-1 0 19 0 0,-1 2-43 0 0,-1 1-50 0 0,-2 2 28 0 0,0 0-28 0 0,-2 2-54 0 0,-3 0 10 0 0,-1 1-12 0 0,-2 1-4 0 0,-3 0-14 0 0,-2 0-84 0 0,-1 0 64 0 0,-1 0 28 0 0,-1 0-61 0 0,1 1 83 0 0,2 0-6 0 0,4 1 55 0 0,4 1-69 0 0,5 1 10 0 0,4 0-13 0 0,2 0-60 0 0,2-1-17 0 0,0 0-121 0 0,-3 0 91 0 0,-3 0 12 0 0,-3 0 107 0 0,-3 2-20 0 0,-2 3 19 0 0,1 4 69 0 0,1 6-93 0 0,1 6 35 0 0,2 5-7 0 0,2 6-10 0 0,0 4 3 0 0,1 0-136 0 0,1 0-237 0 0,0-4-449 0 0,-1-5-1052 0 0,-2-6-2528 0 0,-2-8-2575 0 0,-5-6 8072 0 0</inkml:trace>
  <inkml:trace contextRef="#ctx0" brushRef="#br55" timeOffset="105961.833">19188 8144 3300 0 0,'0'0'0'0'0,"0"0"3921"0"0,0 0-2591 0 0,0 0-413 0 0,0 0-222 0 0,0 0-24 0 0,0 0 214 0 0,11-21-483 0 0,3-6-94 0 0,4-5-53 0 0,4-4-162 0 0,3-1-29 0 0,4 0-64 0 0,2-1 22 0 0,3 0 77 0 0,2 0 56 0 0,0 3-29 0 0,2 3-147 0 0,-4 5-26 0 0,-2 6-54 0 0,-5 5 126 0 0,-5 7 32 0 0,-6 5 85 0 0,-3 8 209 0 0,-2 6-214 0 0,0 9-71 0 0,0 7-51 0 0,-1 7 9 0 0,-1 6 108 0 0,-2 5 83 0 0,-3 4 12 0 0,-1 3-51 0 0,-1 1-22 0 0,-2 3-10 0 0,-2 1 40 0 0,-2 3 14 0 0,-3 1 3 0 0,-2 2 26 0 0,-2 0-91 0 0,0-1 10 0 0,1-1-17 0 0,0-5-88 0 0,2-4-23 0 0,1-7 103 0 0,3-7-63 0 0,1-9-58 0 0,2-8 10 0 0,0-8 6 0 0,1-6 54 0 0,0-6-80 0 0,1-5 32 0 0,-1-6 209 0 0,0-6-48 0 0,0-6-90 0 0,-1-7-34 0 0,-2-8-58 0 0,-4-6 8 0 0,-1-7-145 0 0,-1-4 63 0 0,-1-5-64 0 0,0-2 33 0 0,3-3 36 0 0,2-2-1 0 0,2-3-10 0 0,7-1 79 0 0,4-2-13 0 0,7-2 12 0 0,7-1-4 0 0,5 0-111 0 0,5 0 149 0 0,5 3-50 0 0,3 2 92 0 0,3 3 35 0 0,2 5-20 0 0,1 5 82 0 0,2 6-46 0 0,0 6 13 0 0,2 6 12 0 0,0 5-61 0 0,2 6 4 0 0,2 3-102 0 0,0 5 21 0 0,0 4-260 0 0,-1 4 85 0 0,0 3 90 0 0,-1 4 12 0 0,1 3 57 0 0,3 1-4 0 0,4 4 11 0 0,7 3 140 0 0,5 2 118 0 0,8 2-328 0 0,7 1 100 0 0,5 0-45 0 0,6 0 4 0 0,5-3-62 0 0,4-1 27 0 0,4-2-7 0 0,2-4-46 0 0,1-3 56 0 0,0-3 32 0 0,-2-3-8 0 0,-4-2-68 0 0,-4 0 101 0 0,-7-1-43 0 0,-5 0-27 0 0,-6 2 56 0 0,-5 0-98 0 0,-6 2 34 0 0,-5 2-64 0 0,-5 1 81 0 0,-6 1-297 0 0,-5 1 77 0 0,-5 1 95 0 0,-2 1 106 0 0,-3 1 52 0 0,1 0-1 0 0,-1 0 156 0 0,3 0-186 0 0,0-1-41 0 0,1-1 111 0 0,0 0-48 0 0,-2-1 20 0 0,-3 1-16 0 0,-5-1-111 0 0,-5 1 58 0 0,-5 1 79 0 0,-4 0-26 0 0,-4 0 25 0 0,-3 1-4 0 0,-1 0 2 0 0,-3 0-4 0 0,-2 0 5 0 0,-1 0-6 0 0,-1 0 6 0 0,-2 0-2 0 0,0 0 95 0 0,-1-1-42 0 0,-3 0 32 0 0,0 0-6 0 0,-1 0 30 0 0,-1 1 67 0 0,0-1 179 0 0,0 3-186 0 0,0 2-63 0 0,0 5 162 0 0,1 7-260 0 0,0 9 8 0 0,-1 11 75 0 0,1 10-67 0 0,-2 9-34 0 0,-3 8-339 0 0,-5 6-319 0 0,-4 3-670 0 0,-3-2-2139 0 0,-7 1-5518 0 0,2-14 7519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10.75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3394.5"/>
      <inkml:brushProperty name="anchorY" value="-103797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5670.46875"/>
      <inkml:brushProperty name="anchorY" value="-105079.13281"/>
      <inkml:brushProperty name="scaleFactor" value="0.5"/>
    </inkml:brush>
  </inkml:definitions>
  <inkml:trace contextRef="#ctx0" brushRef="#br0">2306 810 1356 0 0,'0'0'0'0'0,"0"0"6613"0"0,0 0-5690 0 0,0 0 926 0 0,0 0-678 0 0,0 0-114 0 0,0 0 51 0 0,0 0-225 0 0,0 0 52 0 0,0 0-202 0 0,44 2-7 0 0,19 1-188 0 0,18 0-157 0 0,12 0-127 0 0,2 0-114 0 0,1 1-130 0 0,-5-1 9 0 0,-7 0-218 0 0,-7 0 98 0 0,-10-1-186 0 0,-9 1-200 0 0,-11-2-192 0 0,-9 0-242 0 0,-9-1-712 0 0,-9-1-822 0 0,-7-3-1871 0 0,-6-5-1798 0 0,-4 1 5355 0 0</inkml:trace>
  <inkml:trace contextRef="#ctx0" brushRef="#br1" timeOffset="189.784">2758 474 6129 0 0,'0'0'0'0'0,"0"0"6456"0"0,0 0-6356 0 0,0 0 1602 0 0,0 0-717 0 0,0 0-114 0 0,0 0-258 0 0,55 9-87 0 0,19 1-223 0 0,15 0-322 0 0,8-2-741 0 0,1-3-325 0 0,-2-3-419 0 0,-4-5-588 0 0,-8-2-916 0 0,-3-3-3824 0 0,-19 1 5021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12.43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7768.46875"/>
      <inkml:brushProperty name="anchorY" value="-106369.67188"/>
      <inkml:brushProperty name="scaleFactor" value="0.5"/>
    </inkml:brush>
  </inkml:definitions>
  <inkml:trace contextRef="#ctx0" brushRef="#br0">30 152 3180 0 0,'0'0'0'0'0,"0"0"296"0"0,0 0 5769 0 0,0 0-6344 0 0,0 0 1877 0 0,0 0-710 0 0,0 0 297 0 0,0 0-254 0 0,0 0-380 0 0,0 0-52 0 0,0 0-38 0 0,0 0-93 0 0,2-1-24 0 0,-1 1-170 0 0,1-1-9 0 0,0 0-65 0 0,2 0-53 0 0,0-1-46 0 0,3-1 7 0 0,3-1 211 0 0,7-3-6 0 0,6-3 15 0 0,8-2 22 0 0,5-2-79 0 0,6-1-28 0 0,2 0 0 0 0,2 0 8 0 0,1 2 9 0 0,0 2-72 0 0,-3 2-11 0 0,0 2-28 0 0,-3 2-39 0 0,-2 1 68 0 0,-3 2-41 0 0,-1 3-28 0 0,-1 2-5 0 0,-1 4 2 0 0,0 3 152 0 0,-2 5-72 0 0,0 6-36 0 0,-2 5-50 0 0,-3 6 0 0 0,-3 6-6 0 0,-5 5-63 0 0,-6 4 13 0 0,-4 4-31 0 0,-5 4-12 0 0,-5 1 48 0 0,-4 2-76 0 0,-4 1 66 0 0,-3 0-17 0 0,-2 0 1 0 0,-2-2-8 0 0,-1-2 87 0 0,1-3-87 0 0,1-3 90 0 0,2-5-109 0 0,3-6 27 0 0,1-6 36 0 0,4-6 29 0 0,2-7-48 0 0,2-5 18 0 0,1-5-25 0 0,1-4 10 0 0,1-3-8 0 0,-1-2-8 0 0,1-1-16 0 0,1-2 102 0 0,1 0-185 0 0,0-2 216 0 0,1-1-57 0 0,-1-2 286 0 0,0-3-206 0 0,-1-4 62 0 0,-1-5-132 0 0,-1-5 32 0 0,-1-5 71 0 0,-4-5-113 0 0,-4-3 24 0 0,-5-4-14 0 0,-4-2-84 0 0,-3 0 111 0 0,-3 2-27 0 0,-1 3 0 0 0,-1 3 163 0 0,-1 6-46 0 0,-1 6-48 0 0,-5 6 1 0 0,-2 5 14 0 0,-8 4-12 0 0,-5 5 8 0 0,-5 3-90 0 0,-3 4 30 0 0,-1 3-18 0 0,1 5-129 0 0,5 5 51 0 0,5 5 23 0 0,7 7 46 0 0,10 6 4 0 0,8 5 4 0 0,10 4 16 0 0,11 2-18 0 0,13 0-139 0 0,12-2-16 0 0,13-5 93 0 0,13-4-106 0 0,12-5 1 0 0,11-6-84 0 0,10-5-42 0 0,7-6-8 0 0,6-5-449 0 0,3-6-1172 0 0,-3-4-808 0 0,0-8-3778 0 0,-20 0 2055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13.25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59915.42188"/>
      <inkml:brushProperty name="anchorY" value="-108454.98438"/>
      <inkml:brushProperty name="scaleFactor" value="0.5"/>
    </inkml:brush>
  </inkml:definitions>
  <inkml:trace contextRef="#ctx0" brushRef="#br0">0 76 4560 0 0,'0'0'0'0'0,"0"0"4793"0"0,0 0-3739 0 0,0 0 564 0 0,0 0-1081 0 0,0 0 229 0 0,0 0-147 0 0,0 0-457 0 0,0 0-1 0 0,0 0-156 0 0,15 1-90 0 0,4 0 106 0 0,4-2-38 0 0,-1-1 17 0 0,-1-2 102 0 0,-4-2-43 0 0,-3-1-60 0 0,-3-3 100 0 0,-4 1 129 0 0,-3-1 6 0 0,-4 1-207 0 0,-4 1 3 0 0,-4 2 155 0 0,-2 2 88 0 0,-2 2-148 0 0,-1 5-134 0 0,-1 5-272 0 0,1 5 150 0 0,3 5 150 0 0,2 3-51 0 0,2 4 210 0 0,5 1-84 0 0,7-1-106 0 0,6-4 32 0 0,4-4-164 0 0,5-4 180 0 0,2-5-55 0 0,2-4 70 0 0,0-3-66 0 0,-3-4 22 0 0,-2-2-21 0 0,-6-3-98 0 0,-3-3-240 0 0,-4-2-204 0 0,-3-2-260 0 0,-2-3-379 0 0,0 0-1208 0 0,3-1-2830 0 0,0 3 579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15.27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69799.75"/>
      <inkml:brushProperty name="anchorY" value="-115266.03125"/>
      <inkml:brushProperty name="scaleFactor" value="0.5"/>
    </inkml:brush>
  </inkml:definitions>
  <inkml:trace contextRef="#ctx0" brushRef="#br0">290 162 768 0 0,'0'0'0'0'0,"0"0"1516"0"0,0 0-555 0 0,0 0-626 0 0,0 0-279 0 0,0 0 475 0 0,12-21 2509 0 0,1-3-2242 0 0,1-3 593 0 0,-1 1-397 0 0,-2 5-42 0 0,-1 4-32 0 0,-4 5 19 0 0,-1 5-15 0 0,-1 2-103 0 0,-2 4-63 0 0,0 0-152 0 0,-1 2-27 0 0,0 1-11 0 0,1 2-82 0 0,0 1-12 0 0,0 3-57 0 0,0 5-78 0 0,0 6-197 0 0,0 10-40 0 0,0 10-47 0 0,-1 12 59 0 0,-1 9-41 0 0,0 11-10 0 0,1 7 14 0 0,-3 6-34 0 0,-3 3 13 0 0,-5 2 19 0 0,-4-2 36 0 0,-4-2 10 0 0,-4-5-33 0 0,-4-4 18 0 0,-2-6-110 0 0,-1-4 22 0 0,-4-7-13 0 0,1-5 4 0 0,0-6-2 0 0,0-7 6 0 0,4-6-16 0 0,3-6-9 0 0,4-6 2 0 0,4-6-58 0 0,5-5 11 0 0,5-4-43 0 0,3-4-94 0 0,2-3 81 0 0,1-1 48 0 0,3-2 65 0 0,1-1-11 0 0,1-2 67 0 0,1-2-142 0 0,-1-3 114 0 0,1-5-136 0 0,1-6 126 0 0,2-6-104 0 0,5-6-20 0 0,6-7 1 0 0,10-6-2 0 0,11-3-123 0 0,11-3 12 0 0,13-1 46 0 0,12 2 50 0 0,9 3 90 0 0,7 4 24 0 0,5 6 86 0 0,1 5 0 0 0,1 6 50 0 0,-3 6-15 0 0,-5 6 26 0 0,-7 5-19 0 0,-7 5 29 0 0,-10 6-176 0 0,-8 6-24 0 0,-9 6 58 0 0,-8 5-18 0 0,-7 5 1 0 0,-7 5-63 0 0,-8 4 93 0 0,-7 3 40 0 0,-5 2 209 0 0,-8 2-57 0 0,-8 1 103 0 0,-9 1-30 0 0,-8-1 21 0 0,-11 1 67 0 0,-12 1 154 0 0,-13-1-297 0 0,-15 1 10 0 0,-13-1-62 0 0,-11-1-195 0 0,-9-4 44 0 0,-4-5-227 0 0,-2-5-223 0 0,3-7-206 0 0,5-7-340 0 0,8-7-480 0 0,10-8-1502 0 0,7-7-801 0 0,20-2-9439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14.24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65910.6875"/>
      <inkml:brushProperty name="anchorY" value="-112117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68154.9375"/>
      <inkml:brushProperty name="anchorY" value="-113301.46094"/>
      <inkml:brushProperty name="scaleFactor" value="0.5"/>
    </inkml:brush>
  </inkml:definitions>
  <inkml:trace contextRef="#ctx0" brushRef="#br0">1 335 4668 0 0,'0'0'0'0'0,"0"0"8469"0"0,0 0-7864 0 0,0 0 1374 0 0,0 0-1425 0 0,0 0 341 0 0,0 0 248 0 0,47 0-541 0 0,20 0-73 0 0,18-1-201 0 0,11-2-151 0 0,4-1-172 0 0,-3-1 21 0 0,-6-2-155 0 0,-9 0-104 0 0,-12 0-250 0 0,-9-1-208 0 0,-12 0-33 0 0,-8 1-373 0 0,-9-1-879 0 0,-7 1-2023 0 0,-6 0-1737 0 0,-7 0 908 0 0</inkml:trace>
  <inkml:trace contextRef="#ctx0" brushRef="#br1" timeOffset="221.96">533 1 1880 0 0,'0'0'0'0'0,"0"0"8341"0"0,0 0-7552 0 0,0 0 1724 0 0,0 0-1193 0 0,0 0-180 0 0,14 18 131 0 0,8 7-321 0 0,7 7-263 0 0,6 5-263 0 0,2 5-275 0 0,1 2-128 0 0,-1 4-48 0 0,-1 2-98 0 0,-5 0-118 0 0,-4 1-155 0 0,-4-1-202 0 0,-6 0-206 0 0,-4-3-415 0 0,-5-2-896 0 0,-3-5-2045 0 0,-3-3-3164 0 0,-1-9 5556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22.26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68361.35938"/>
      <inkml:brushProperty name="anchorY" value="-115319.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0499.57813"/>
      <inkml:brushProperty name="anchorY" value="-117131.60938"/>
      <inkml:brushProperty name="scaleFactor" value="0.5"/>
    </inkml:brush>
  </inkml:definitions>
  <inkml:trace contextRef="#ctx0" brushRef="#br0">147 260 1720 0 0,'0'0'0'0'0,"0"0"1200"0"0,0 0-942 0 0,0 0-175 0 0,0 0 268 0 0,0 0 2471 0 0,0 0-2000 0 0,0 0-219 0 0,0 0-740 0 0,0 0 114 0 0,0-13 45 0 0,0-3 164 0 0,0-2-106 0 0,0 1 166 0 0,0 1 182 0 0,0 3 185 0 0,-1 2-11 0 0,0 2-108 0 0,-1 3-108 0 0,0 1-52 0 0,1 1-64 0 0,0 0-138 0 0,1 0-60 0 0,0 0-65 0 0,3-1 7 0 0,2-1 46 0 0,2-1 73 0 0,2 0 10 0 0,0 0 10 0 0,1-1 44 0 0,-1 0 92 0 0,0-1 51 0 0,0 1 26 0 0,0 0-45 0 0,-1 0-29 0 0,-1 1-54 0 0,-1 0-18 0 0,-1 1-28 0 0,0 1 28 0 0,-1 1-21 0 0,-1 1-12 0 0,0 0-11 0 0,0 1 2 0 0,-1 1 45 0 0,0 1 10 0 0,-1-1-10 0 0,0 2 7 0 0,-1-1-77 0 0,0 2-156 0 0,0 2 27 0 0,0 2-22 0 0,2 4 12 0 0,3 5 271 0 0,4 7-235 0 0,6 5 15 0 0,7 5 67 0 0,4 3-91 0 0,6 3 135 0 0,1 1 26 0 0,4 1 1 0 0,0-1 51 0 0,1 2-26 0 0,-1-1-65 0 0,-1 0-167 0 0,-2 0 159 0 0,-1-1-148 0 0,-1-1 0 0 0,-2-2-57 0 0,-1-3-65 0 0,-1-4 28 0 0,-1-2 31 0 0,0-4-57 0 0,-2-3-8 0 0,0-3 15 0 0,-2-3 24 0 0,-3-3-39 0 0,0-1-14 0 0,-3-2 17 0 0,-3-2-153 0 0,-2 0-31 0 0,-3-2-130 0 0,-2-1-114 0 0,-3-1-253 0 0,-2 0-478 0 0,-1 0-690 0 0,-1-2-1270 0 0,0 1-2904 0 0,-1-1 4158 0 0</inkml:trace>
  <inkml:trace contextRef="#ctx0" brushRef="#br1" timeOffset="336.09">994 155 1160 0 0,'0'0'0'0'0,"0"0"2008"0"0,0 0 337 0 0,0 0-639 0 0,0 0 8 0 0,0 0-171 0 0,0 0-126 0 0,0 0-51 0 0,0 0-200 0 0,0 0-290 0 0,0 0-347 0 0,-10 6-252 0 0,-6 5-23 0 0,-9 7 55 0 0,-8 7-10 0 0,-8 9 24 0 0,-11 10 69 0 0,-7 10-32 0 0,-8 7-145 0 0,-7 6-87 0 0,-4 5-125 0 0,-2 0 16 0 0,1 0-18 0 0,2-3-305 0 0,8-6-113 0 0,5-4-294 0 0,9-8-754 0 0,8-7-1052 0 0,8-7-2810 0 0,11-10-2847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54.87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68236.71875"/>
      <inkml:brushProperty name="anchorY" value="-116747.4921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69849.28125"/>
      <inkml:brushProperty name="anchorY" value="-118359.5390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2073.23438"/>
      <inkml:brushProperty name="anchorY" value="-118888.46875"/>
      <inkml:brushProperty name="scaleFactor" value="0.5"/>
    </inkml:brush>
  </inkml:definitions>
  <inkml:trace contextRef="#ctx0" brushRef="#br0">404 460 1540 0 0,'0'0'0'0'0,"0"0"756"0"0,0 0-1307 0 0,0 0 309 0 0,-3-18 4 0 0,-1-5 137 0 0,1-5 90 0 0,-1-1 115 0 0,2 1 118 0 0,0 1 194 0 0,0 3-57 0 0,1 1 63 0 0,0 3 42 0 0,0 2-184 0 0,0 2-298 0 0,-1 1 58 0 0,-1 2-27 0 0,-1-1-26 0 0,-2 1-30 0 0,-1 0-29 0 0,-1 1 80 0 0,-1-1-8 0 0,-1 1 10 0 0,1 1 95 0 0,-1 1-45 0 0,1 1 812 0 0,1 2-62 0 0,0 2 141 0 0,2 0-287 0 0,1 2-32 0 0,1 1-16 0 0,3 1 9 0 0,0 0-36 0 0,0 1-50 0 0,2 0 75 0 0,-1 0-18 0 0,0 1-7 0 0,0 1 33 0 0,1 2-28 0 0,0 2-62 0 0,4 4-19 0 0,7 6-60 0 0,7 7-105 0 0,8 8 6 0 0,6 8-72 0 0,6 7-116 0 0,2 6-144 0 0,2 5-2 0 0,-1 2-25 0 0,-2 2-6 0 0,-2-2-145 0 0,-5-3-20 0 0,-3-4-97 0 0,-5-5 70 0 0,-3-7-155 0 0,-5-8-502 0 0,-5-7 222 0 0,-3-6-657 0 0,-5-8-922 0 0,-3-4-1074 0 0,-9-6-1958 0 0,-2-2 5140 0 0</inkml:trace>
  <inkml:trace contextRef="#ctx0" brushRef="#br1" timeOffset="254.876">1 741 3024 0 0,'0'0'0'0'0,"0"0"3985"0"0,0 0-3711 0 0,0 0 817 0 0,0 0-157 0 0,0 0 28 0 0,0 0 10 0 0,0 0 122 0 0,0 0-215 0 0,0 0-250 0 0,49-24-99 0 0,17-11-59 0 0,14-11-128 0 0,9-8-76 0 0,3-7-222 0 0,1-4-22 0 0,-1-4-353 0 0,-5 0-128 0 0,-6 0-632 0 0,-10 5-406 0 0,-13 5-604 0 0,-12 7-448 0 0,-15 9-1575 0 0,-12 12 804 0 0</inkml:trace>
  <inkml:trace contextRef="#ctx0" brushRef="#br2" timeOffset="936.145">1013 949 4012 0 0,'0'0'0'0'0,"0"0"4361"0"0,0 0-2810 0 0,0 0 251 0 0,0 0-1158 0 0,0 0 39 0 0,0 0-235 0 0,3-21-535 0 0,2-5-170 0 0,2-7-126 0 0,2 0 83 0 0,-1 0 104 0 0,-1 4 74 0 0,-2 5 56 0 0,-2 5 62 0 0,-1 6-4 0 0,-2 5-114 0 0,1 4-292 0 0,-2 6 166 0 0,1 5-45 0 0,0 5 126 0 0,-1 7-319 0 0,1 6-167 0 0,0 4 11 0 0,0 5 184 0 0,-2 1 318 0 0,0 1 113 0 0,-2-1 135 0 0,-2-1-53 0 0,-1-1 208 0 0,-2-2 145 0 0,-3-1 23 0 0,-2-3-169 0 0,-1-1-15 0 0,-4-3-125 0 0,0-2 28 0 0,-3-3-24 0 0,-2-3 50 0 0,-2-3-62 0 0,-1-3 96 0 0,-2-2 186 0 0,-2-2-14 0 0,1-3 58 0 0,0 0-89 0 0,2-2-101 0 0,2-1-78 0 0,2-1-83 0 0,3-1 73 0 0,5 1-59 0 0,5 0-118 0 0,3 0-176 0 0,4 1 27 0 0,3 1-54 0 0,6-1 90 0 0,6 1 131 0 0,10 0-25 0 0,9 0-86 0 0,10 0-216 0 0,10-1-342 0 0,6-2-1288 0 0,3-1-909 0 0,0-3-2971 0 0,-11 1 5566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57.91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2033.32813"/>
      <inkml:brushProperty name="anchorY" value="-119139.2265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3875.46875"/>
      <inkml:brushProperty name="anchorY" value="-121143.7031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6330.21875"/>
      <inkml:brushProperty name="anchorY" value="-121639.61719"/>
      <inkml:brushProperty name="scaleFactor" value="0.5"/>
    </inkml:brush>
  </inkml:definitions>
  <inkml:trace contextRef="#ctx0" brushRef="#br0">17 45 3524 0 0,'0'0'0'0'0,"0"0"160"0"0,0 0 1181 0 0,0 0 1772 0 0,0 0-2567 0 0,16 18 1121 0 0,7 8-804 0 0,5 7-17 0 0,5 4-106 0 0,1 2-115 0 0,1 1-209 0 0,1-1-236 0 0,-1 1-68 0 0,1-2-110 0 0,0-1 8 0 0,-2-1-116 0 0,0-1 19 0 0,-3 0-30 0 0,-1-2-53 0 0,-2-1-121 0 0,-3 0-222 0 0,-3-2-101 0 0,-3-2-277 0 0,-4-1-323 0 0,-4-3-342 0 0,-5-1-418 0 0,-3-3-346 0 0,-1-1-597 0 0,-2-6 1778 0 0</inkml:trace>
  <inkml:trace contextRef="#ctx0" brushRef="#br1" timeOffset="224.493">0 774 4852 0 0,'0'0'0'0'0,"0"0"885"0"0,0 0 3793 0 0,0 0-4719 0 0,0 0 1622 0 0,0 0-1016 0 0,0 0 812 0 0,42-25-317 0 0,20-11-186 0 0,21-13-264 0 0,14-10-314 0 0,12-6-293 0 0,4-6-121 0 0,2-2-362 0 0,-4-1-448 0 0,-7 2-27 0 0,-8 5-309 0 0,-12 7-810 0 0,-13 9-2110 0 0,-13 9-534 0 0,-18 12 3153 0 0</inkml:trace>
  <inkml:trace contextRef="#ctx0" brushRef="#br2" timeOffset="811.908">887 554 2372 0 0,'0'0'0'0'0,"0"0"576"0"0,0 0 742 0 0,0 0 2127 0 0,0 0-2136 0 0,0 0 233 0 0,0 0-510 0 0,0 0-32 0 0,0 0-269 0 0,0 0-213 0 0,47-1-96 0 0,12 3-128 0 0,12 3-12 0 0,1 4-150 0 0,-4 6-48 0 0,-10 5 93 0 0,-9 4 4 0 0,-14 6-27 0 0,-12 4-14 0 0,-10 3-28 0 0,-14 4 51 0 0,-11 0-8 0 0,-11 2-1 0 0,-9-1-49 0 0,-8-1-102 0 0,-8-3 12 0 0,-4-4-27 0 0,-6-3-157 0 0,-2-6-27 0 0,0-5 82 0 0,0-5 22 0 0,4-7-18 0 0,4-5-207 0 0,5-6 130 0 0,8-7-167 0 0,8-5 28 0 0,9-5 147 0 0,8-2-1 0 0,9-2 65 0 0,12 2 127 0 0,13 3 1 0 0,13 4 211 0 0,13 5 143 0 0,12 6-87 0 0,12 8-16 0 0,11 7-34 0 0,9 6 18 0 0,6 5 18 0 0,4 4 97 0 0,3 2-58 0 0,1-1-354 0 0,-1-3-588 0 0,-1-5-1355 0 0,-8-6-2367 0 0,-4-7-4597 0 0,-21-5 9516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0:08.12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4798.92188"/>
      <inkml:brushProperty name="anchorY" value="-127532.734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6364.45313"/>
      <inkml:brushProperty name="anchorY" value="-129372.44531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4628"/>
      <inkml:brushProperty name="anchorY" value="-129258.53125"/>
      <inkml:brushProperty name="scaleFactor" value="0.5"/>
    </inkml:brush>
  </inkml:definitions>
  <inkml:trace contextRef="#ctx0" brushRef="#br0">0 1 2420 0 0,'0'0'0'0'0,"0"0"864"0"0,0 0 5200 0 0,0 0-5612 0 0,0 0 1641 0 0,5 18-770 0 0,3 6 48 0 0,4 7-489 0 0,4 4-201 0 0,2 2-212 0 0,2 2-104 0 0,2-1-88 0 0,2 0-90 0 0,0-2-107 0 0,0-2-76 0 0,0-3 0 0 0,-1-2-146 0 0,-1-3-93 0 0,-2-3-258 0 0,-3-2-238 0 0,-3-1-384 0 0,-4-2-657 0 0,-4-1-840 0 0,-4 0-2348 0 0,-4-3 179 0 0,-5 0 5349 0 0,1-4-1859 0 0</inkml:trace>
  <inkml:trace contextRef="#ctx0" brushRef="#br1" timeOffset="286.477">714 23 2888 0 0,'0'0'0'0'0,"0"0"4193"0"0,0 0 274 0 0,0 0-3797 0 0,0 0 681 0 0,0 0-579 0 0,0 0 399 0 0,-15 25-267 0 0,-4 12-336 0 0,-3 11-244 0 0,-2 10-98 0 0,-1 6-6 0 0,0 5-20 0 0,0 4 51 0 0,0 1 4 0 0,1 1 31 0 0,1-1-34 0 0,-1-2-105 0 0,2-3-101 0 0,0-3-35 0 0,0-4-106 0 0,1-5-188 0 0,0-4-277 0 0,1-7-330 0 0,2-5-243 0 0,0-7-620 0 0,3-9-768 0 0,1-7-1807 0 0,4-6-1732 0 0,2-8 6581 0 0,3-4-2708 0 0</inkml:trace>
  <inkml:trace contextRef="#ctx0" brushRef="#br2" timeOffset="858.954">996 497 756 0 0,'0'0'0'0'0,"0"0"4440"0"0,0 0-2188 0 0,0 0-66 0 0,0 0-521 0 0,0 0-188 0 0,0 0-144 0 0,0 0-31 0 0,0 0-245 0 0,0 0-70 0 0,43-13-178 0 0,10-2-201 0 0,6 0-220 0 0,-2 3-84 0 0,-5 4-77 0 0,-6 6-136 0 0,-8 8-79 0 0,-4 7 12 0 0,-7 8 63 0 0,-5 6-111 0 0,-4 6-75 0 0,-7 4-28 0 0,-4 4-2 0 0,-6 2 25 0 0,-8 2-41 0 0,-8-1-131 0 0,-7 2 41 0 0,-7-2 2 0 0,-4-2 54 0 0,-4-2 1 0 0,0-5 4 0 0,1-4-87 0 0,4-6-16 0 0,4-5-6 0 0,3-7-14 0 0,6-4-63 0 0,5-5 111 0 0,4-5 71 0 0,2-4 43 0 0,4-5 138 0 0,2-3-1048 0 0,2-4 987 0 0,2-1 11 0 0,5-2 203 0 0,5 0 210 0 0,3 1 41 0 0,6 3 104 0 0,4 4 30 0 0,8 3 71 0 0,8 4 56 0 0,12 3-127 0 0,12 5-190 0 0,12 4-220 0 0,11 2-64 0 0,7 3-59 0 0,4 0-10 0 0,1-1-410 0 0,-3-2-577 0 0,-4-2-481 0 0,-12-2-1527 0 0,-9-5-5847 0 0,-18 0 4740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0:05.75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8892.3125"/>
      <inkml:brushProperty name="anchorY" value="-123792.38281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0927.3125"/>
      <inkml:brushProperty name="anchorY" value="-124909.34375"/>
      <inkml:brushProperty name="scaleFactor" value="0.5"/>
    </inkml:brush>
  </inkml:definitions>
  <inkml:trace contextRef="#ctx0" brushRef="#br0">1 249 64 0 0,'0'0'0'0'0,"0"0"236"0"0,0 0 2404 0 0,0 0 1263 0 0,0 0-2449 0 0,0 0 591 0 0,0 0-772 0 0,0 0-157 0 0,0 0-67 0 0,0 0-90 0 0,5 1-17 0 0,4 1-39 0 0,1-1-133 0 0,1 1-130 0 0,2 0-75 0 0,2 0-69 0 0,0-1-63 0 0,3 1-127 0 0,1 0-82 0 0,1 0-100 0 0,1 0 25 0 0,3 0-27 0 0,1 0-30 0 0,5 1-47 0 0,5 1 100 0 0,6 1-169 0 0,6 0 42 0 0,7 1-12 0 0,6-2-8 0 0,6 0 3 0 0,4-1-57 0 0,3-1-31 0 0,3-1-3 0 0,-3-1-33 0 0,-2-1-12 0 0,-7-1 2 0 0,-8 0 15 0 0,-10 0-23 0 0,-11 0-76 0 0,-11 0 49 0 0,-10 1-165 0 0,-6 1-197 0 0,-6-1-82 0 0,-3 1-91 0 0,-3 0-38 0 0,-2 0-183 0 0,-3-1-182 0 0,-1 0-190 0 0,-2-1-66 0 0,-2-1 239 0 0,1-1 275 0 0,0 0-1117 0 0,1 0 1821 0 0,3 0-939 0 0,3 2 1272 0 0,2 1 53 0 0,2 0 452 0 0,1 1-48 0 0,1 0 93 0 0,0 2 71 0 0,1-1 53 0 0,2 0 33 0 0,2 1-21 0 0,1-1-6 0 0,0 0-17 0 0,1 0-2 0 0,-1-1-86 0 0,1 0-27 0 0,-2 0-53 0 0,0 0-25 0 0,-1 0-40 0 0,-1 0-101 0 0,-1 0-105 0 0,0 0-137 0 0,-1 0-57 0 0,-1-1-69 0 0,-4-1-20 0 0,-6-2 31 0 0,-8-4-191 0 0,-11-4-127 0 0,-10-6 148 0 0,-10-6-55 0 0,-5-5-13 0 0,-2-2-80 0 0,3-3-62 0 0,5 2-120 0 0,9 4-72 0 0,9 5-122 0 0,9 7-312 0 0,9 5-484 0 0,5 6-638 0 0,8 7-655 0 0,11 6-16 0 0,9 7-1770 0 0,12 7 508 0 0,4 4 3792 0 0,-4-3-497 0 0</inkml:trace>
  <inkml:trace contextRef="#ctx0" brushRef="#br1" timeOffset="221.554">1150 343 196 0 0,'0'0'0'0'0,"0"0"548"0"0,0 0 2660 0 0,0 0-685 0 0,0 0-589 0 0,0 0-241 0 0,0 0-252 0 0,0 0-190 0 0,0 0-268 0 0,0 0-147 0 0,0 0-77 0 0,0 0-296 0 0,-19-2 174 0 0,-6 6-267 0 0,-7 6-94 0 0,-4 9-78 0 0,-3 8-57 0 0,-2 7-57 0 0,1 6-89 0 0,0 5-28 0 0,-1 0-388 0 0,2 2-409 0 0,2-1-637 0 0,3-4-1125 0 0,5-3-3025 0 0,7-6-797 0 0,8-8 7298 0 0,6-7-1866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39:56.40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0763.32813"/>
      <inkml:brushProperty name="anchorY" value="-117869.2265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8648.92188"/>
      <inkml:brushProperty name="anchorY" value="-123500.5781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0697.40625"/>
      <inkml:brushProperty name="anchorY" value="-124422.30469"/>
      <inkml:brushProperty name="scaleFactor" value="0.5"/>
    </inkml:brush>
  </inkml:definitions>
  <inkml:trace contextRef="#ctx0" brushRef="#br0">319 0 1084 0 0,'0'0'0'0'0,"0"0"884"0"0,0 0-844 0 0,0 0 114 0 0,0 0 80 0 0,0 0-164 0 0,0 0-942 0 0,0 0-886 0 0</inkml:trace>
  <inkml:trace contextRef="#ctx0" brushRef="#br1" timeOffset="8249.299">1 366 1460 0 0,'0'0'0'0'0,"0"0"5429"0"0,0 0-4285 0 0,0 0 804 0 0,0 0-613 0 0,0 0-306 0 0,0 0-254 0 0,0 0-225 0 0,0 0-139 0 0,0 0-145 0 0,-1 3 11 0 0,3 0-85 0 0,3 0 36 0 0,5 0 88 0 0,7-2 174 0 0,6 1 224 0 0,7-2-25 0 0,7 1-290 0 0,6 0-55 0 0,5 1-72 0 0,5 1 68 0 0,4 1-86 0 0,5 0-119 0 0,3 0-69 0 0,3 0-15 0 0,4 1-54 0 0,1-1-144 0 0,3-1 181 0 0,-1 0-128 0 0,-1-1-86 0 0,-2-1 54 0 0,-6 0-157 0 0,-5-1 219 0 0,-7-1-149 0 0,-9-1 114 0 0,-8-2-35 0 0,-7 0 53 0 0,-7 0-13 0 0,-7-1-36 0 0,-6 1 26 0 0,-3 0 111 0 0,-4 0-23 0 0,-2-1 145 0 0,0-1 81 0 0,-1-2-131 0 0,0-1-25 0 0,-2-2 37 0 0,-5-3-108 0 0,-5-2-96 0 0,-7-2 60 0 0,-9-4-56 0 0,-9-3-15 0 0,-7-2 64 0 0,-7-4-39 0 0,-3-1-14 0 0,-2 0 79 0 0,3 1-99 0 0,4 4 88 0 0,9 3-83 0 0,8 6-135 0 0,8 5-187 0 0,8 5-457 0 0,6 4-576 0 0,4 2-813 0 0,4 3-2462 0 0,4 3-708 0 0,1 0 4861 0 0</inkml:trace>
  <inkml:trace contextRef="#ctx0" brushRef="#br2" timeOffset="8535.527">1368 369 312 0 0,'0'0'0'0'0,"0"0"248"0"0,0 0-121 0 0,0 0 1798 0 0,0 0 273 0 0,0 0-363 0 0,0 0-251 0 0,0 0 197 0 0,0 0-531 0 0,0 0-286 0 0,0 0-65 0 0,0 0 283 0 0,-16 19-484 0 0,-5 9 17 0 0,-4 10-324 0 0,-1 7-47 0 0,-2 6-207 0 0,1 4-3 0 0,-1 2-86 0 0,-2-1-47 0 0,-2-1 3 0 0,-3-4-63 0 0,-2-4-144 0 0,-2-7-373 0 0,-1-7-316 0 0,-1-7-544 0 0,2-7-1137 0 0,-1-6-3863 0 0,9-6 1973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0:15.16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9488.84375"/>
      <inkml:brushProperty name="anchorY" value="-132331.921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96338.45313"/>
      <inkml:brushProperty name="anchorY" value="-135892.375"/>
      <inkml:brushProperty name="scaleFactor" value="0.5"/>
    </inkml:brush>
  </inkml:definitions>
  <inkml:trace contextRef="#ctx0" brushRef="#br0">38 113 2112 0 0,'0'0'0'0'0,"0"0"5713"0"0,0 0-5181 0 0,0 0 719 0 0,0 0-835 0 0,0 0 261 0 0,0 0 192 0 0,0 0-148 0 0,0 0-314 0 0,0 0-455 0 0,10 1 131 0 0,3 0 77 0 0,2 0 45 0 0,-1 0-11 0 0,0-1-8 0 0,-2 0-18 0 0,-2 0-1 0 0,1 0-59 0 0,1 0-110 0 0,-1 0 19 0 0,0 0-67 0 0,0 2-439 0 0,-1 0-999 0 0,0 1-901 0 0,-1 0-2374 0 0,-3 1 693 0 0,-2-1 4630 0 0,-22-4-1871 0 0,-3-2 1463 0 0</inkml:trace>
  <inkml:trace contextRef="#ctx0" brushRef="#br1" timeOffset="14153.197">38 185 392 0 0,'0'0'0'0'0,"0"0"3312"0"0,0 0-1418 0 0,0 0-141 0 0,0 0-435 0 0,0 0-148 0 0,0 0-233 0 0,0 0-161 0 0,0 0-82 0 0,0 0-181 0 0,0 0-51 0 0,0 0-6 0 0,-9 6-26 0 0,0 2 4 0 0,1-1 8 0 0,1-2-32 0 0,3-2-195 0 0,3-2-48 0 0,1-1-33 0 0,2-2-6 0 0,3-1 108 0 0,2-3 104 0 0,6-2 107 0 0,5-4-176 0 0,8-3-216 0 0,5-4-27 0 0,7-3-175 0 0,2 0 150 0 0,1 0-13 0 0,0 2 106 0 0,-3 2-69 0 0,-1 3-14 0 0,-5 3-9 0 0,-5 3-96 0 0,-4 4-58 0 0,-6 2 42 0 0,-4 1 40 0 0,-4 3 72 0 0,-1 2 49 0 0,0 3 31 0 0,1 3 13 0 0,0 4 1 0 0,2 2-31 0 0,2 2-65 0 0,1 2 7 0 0,3-1-17 0 0,2-1-73 0 0,3-1 104 0 0,4-3-35 0 0,4-1 156 0 0,3-3 16 0 0,2-1 18 0 0,3-3 50 0 0,1-2 46 0 0,2-1 60 0 0,2-2-199 0 0,1 0-62 0 0,0-2-57 0 0,-1 0-8 0 0,-1-2-6 0 0,-3 0-16 0 0,-3-1-169 0 0,-3-1-55 0 0,-3-3-527 0 0,-4 0-965 0 0,-5-4-3989 0 0,-7 1-5426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0:06.54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79161.5"/>
      <inkml:brushProperty name="anchorY" value="-124111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0606.6875"/>
      <inkml:brushProperty name="anchorY" value="-126073.7968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82841.71875"/>
      <inkml:brushProperty name="anchorY" value="-126136.63281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93493.90625"/>
      <inkml:brushProperty name="anchorY" value="-134950.65625"/>
      <inkml:brushProperty name="scaleFactor" value="0.5"/>
    </inkml:brush>
  </inkml:definitions>
  <inkml:trace contextRef="#ctx0" brushRef="#br0">480 501 248 0 0,'0'0'0'0'0,"0"0"836"0"0,0 0 1638 0 0,0 0-995 0 0,0 0-91 0 0,0 0 116 0 0,0 0-219 0 0,0 0 261 0 0,0 0-356 0 0,0 0-105 0 0,0 0-133 0 0,-14-2-158 0 0,1 3 8 0 0,3 1 88 0 0,5 6-211 0 0,6 5-279 0 0,4 8-62 0 0,6 8-66 0 0,2 8-121 0 0,3 6-30 0 0,1 6-81 0 0,1 2-36 0 0,-2 2-52 0 0,0 0-53 0 0,-2-2-32 0 0,-1-4-95 0 0,0-4-128 0 0,-2-4-199 0 0,0-6-255 0 0,0-4-279 0 0,-1-6-382 0 0,-2-4-670 0 0,-2-5-553 0 0,-2-2-2486 0 0,-2-3 1653 0 0,-1 0 4055 0 0,-1-3-1201 0 0</inkml:trace>
  <inkml:trace contextRef="#ctx0" brushRef="#br1" timeOffset="238.688">295 1529 7809 0 0,'0'0'0'0'0,"0"0"2384"0"0,0 0-1041 0 0,0 0 84 0 0,0 0-205 0 0,0 0-63 0 0,0 0-553 0 0,24-21 346 0 0,10-11-281 0 0,12-13-206 0 0,8-10-133 0 0,7-10-54 0 0,4-8 76 0 0,4-4 64 0 0,3-4 142 0 0,1-1-161 0 0,0 2-183 0 0,-4 3-220 0 0,-5 5-27 0 0,-8 6-220 0 0,-10 7-195 0 0,-8 7-221 0 0,-10 5-277 0 0,-6 5-534 0 0,-7 3-854 0 0,-1 4-734 0 0,-2 2-2057 0 0,-1 3 191 0 0,0 4 4488 0 0,-3 7-274 0 0</inkml:trace>
  <inkml:trace contextRef="#ctx0" brushRef="#br2" timeOffset="780.33">1020 1273 1212 0 0,'0'0'0'0'0,"0"0"456"0"0,0 0 6511 0 0,0 0-6663 0 0,0 0 1793 0 0,0 0-923 0 0,0 0 117 0 0,0 0-97 0 0,0 0-217 0 0,0 0-215 0 0,0 0-155 0 0,33-19 326 0 0,9-7-491 0 0,6-8-161 0 0,1-3-202 0 0,-4-2-57 0 0,-7 3-15 0 0,-8 4-66 0 0,-7 6-9 0 0,-7 6-5 0 0,-6 7 86 0 0,-5 5 35 0 0,-3 4-65 0 0,-2 4-40 0 0,-1 3-139 0 0,-1 4 34 0 0,1 5 188 0 0,-1 6-116 0 0,-1 5-66 0 0,-2 5-60 0 0,-2 4 59 0 0,-1 4 95 0 0,-2 2 43 0 0,-3 0-73 0 0,0 1-45 0 0,-1-3 40 0 0,1-1 37 0 0,-2-4 48 0 0,1-3-4 0 0,0-3 12 0 0,0-5 4 0 0,1-4 4 0 0,0-3 70 0 0,3-4-25 0 0,1-3 16 0 0,1-3-76 0 0,0-2 120 0 0,0 0 7 0 0,1-2-40 0 0,-1 0 18 0 0,0-1 8 0 0,1 0-37 0 0,2-1-72 0 0,1-1 14 0 0,2 1-6 0 0,0 1 41 0 0,2 0 2 0 0,5 0-54 0 0,4 1-155 0 0,6 0-5 0 0,6-1-39 0 0,9 0 220 0 0,8-3-38 0 0,11-1 242 0 0,11-2-278 0 0,7 0-176 0 0,5 0-846 0 0,0 2-1244 0 0,-6 1-2959 0 0,-7 3-3849 0 0,-14 0 11131 0 0</inkml:trace>
  <inkml:trace contextRef="#ctx0" brushRef="#br3" timeOffset="21551.761">0 355 600 0 0,'0'0'0'0'0,"0"0"2660"0"0,0 0-835 0 0,0 0-452 0 0,0 0-1028 0 0,0 0-180 0 0,0 0 352 0 0,28-19-958 0 0,6-5 81 0 0,5-3 463 0 0,1-2 429 0 0,-3 2-252 0 0,-4 2-122 0 0,-6 3 983 0 0,-3 3-349 0 0,-5 4-142 0 0,-2 2-210 0 0,-3 3-66 0 0,-3 3-72 0 0,-1 0-132 0 0,0 2-134 0 0,-1 0-20 0 0,1 1-98 0 0,1-1 98 0 0,0 2-26 0 0,1-1 9 0 0,1 1 211 0 0,-1 1-60 0 0,1 1 58 0 0,0 2-3 0 0,1 2 352 0 0,2 4-5 0 0,3 3-323 0 0,2 3-4 0 0,3 2-241 0 0,1 2-17 0 0,2 0-65 0 0,2-2-74 0 0,2-3 211 0 0,1-2-20 0 0,3-4 425 0 0,1-2-106 0 0,1-4-22 0 0,0-4 168 0 0,2-3 153 0 0,1-3 41 0 0,0-3-227 0 0,1-2-164 0 0,1-2-128 0 0,0-1-1 0 0,2-1-100 0 0,3-1-58 0 0,2 0-133 0 0,2 2-17 0 0,2 1 179 0 0,-2 4-171 0 0,-2 4-40 0 0,-4 3-152 0 0,-6 4-279 0 0,-9 4-546 0 0,-7 3-1461 0 0,-10 5-5318 0 0,-6-1 3843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0:44.53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1430.92188"/>
      <inkml:brushProperty name="anchorY" value="-146118.0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3124.20313"/>
      <inkml:brushProperty name="anchorY" value="-148098.5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1238.25"/>
      <inkml:brushProperty name="anchorY" value="-147962.1406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2985.29688"/>
      <inkml:brushProperty name="anchorY" value="-149492.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4460.95313"/>
      <inkml:brushProperty name="anchorY" value="-150622.03125"/>
      <inkml:brushProperty name="scaleFactor" value="0.5"/>
    </inkml:brush>
  </inkml:definitions>
  <inkml:trace contextRef="#ctx0" brushRef="#br0">1 0 3116 0 0,'0'0'0'0'0,"0"0"836"0"0,0 0 5326 0 0,0 0-6227 0 0,0 0 2175 0 0,0 0-1224 0 0,0 0 144 0 0,6 20-300 0 0,5 7-283 0 0,5 8-134 0 0,6 6-86 0 0,5 3-76 0 0,4 3-16 0 0,4 2 10 0 0,1 1-67 0 0,2 1-84 0 0,-1-1-36 0 0,-2-2-49 0 0,-4-2 25 0 0,-4-3-69 0 0,-4-4-116 0 0,-5-6-436 0 0,-5-4-251 0 0,-4-6-676 0 0,-4-6-1117 0 0,-3-5-3777 0 0,-1-6 3660 0 0</inkml:trace>
  <inkml:trace contextRef="#ctx0" brushRef="#br1" timeOffset="273.568">787 228 4212 0 0,'0'0'0'0'0,"0"0"6365"0"0,0 0-5582 0 0,0 0 600 0 0,0 0-601 0 0,0 0 27 0 0,-23 22-63 0 0,-6 8-238 0 0,-4 9-183 0 0,-2 7-123 0 0,3 4-57 0 0,2 2 90 0 0,4 3 52 0 0,2 2 101 0 0,2 2 124 0 0,1 2-24 0 0,-2 2-97 0 0,-2 3-111 0 0,-5 0-251 0 0,-1 1 3 0 0,-4 0-482 0 0,-1-1-432 0 0,-2-2-317 0 0,1-3-667 0 0,3-6-931 0 0,4-5-3285 0 0,8-12 392 0 0</inkml:trace>
  <inkml:trace contextRef="#ctx0" brushRef="#br2" timeOffset="1260.827">952 875 1448 0 0,'0'0'0'0'0,"0"0"1460"0"0,0 0-1218 0 0,0 0 185 0 0,0 0 2285 0 0,0 0-1412 0 0,0 0 156 0 0,0 0-277 0 0,0 0-175 0 0,0 0-137 0 0,0 0-106 0 0,0 0-81 0 0,5-4-453 0 0,2-3 297 0 0,2-3 74 0 0,1-2-123 0 0,0-2-76 0 0,0-2-112 0 0,1 1-22 0 0,-1-1-6 0 0,0 3 30 0 0,0 1-6 0 0,-2 3-84 0 0,0 3-7 0 0,0 2-41 0 0,0 2 2 0 0,2 1 52 0 0,1 3 1 0 0,5 3 27 0 0,3 4-177 0 0,3 3-45 0 0,3 5-7 0 0,1 4-15 0 0,-1 5-201 0 0,-2 3-46 0 0,-4 4 29 0 0,-5 3 47 0 0,-5 2 16 0 0,-4 2 72 0 0,-6 0-72 0 0,-5-1-124 0 0,-6-2 40 0 0,-6-2 76 0 0,-5-4 93 0 0,-3-4 78 0 0,-5-5 91 0 0,-3-5 14 0 0,-4-5 6 0 0,0-4-52 0 0,-2-4-59 0 0,0-5-243 0 0,2-4 161 0 0,2-3-383 0 0,5-2 306 0 0,5-2-210 0 0,7 0 87 0 0,6 1 43 0 0,5 0-81 0 0,5 2 10 0 0,2 2-28 0 0,2 2 158 0 0,2 2 196 0 0,3 1 144 0 0,4 0-35 0 0,3 2-84 0 0,5 0 133 0 0,5 0-60 0 0,6 1-116 0 0,7-1 22 0 0,7 1-19 0 0,8-1-132 0 0,6 0-374 0 0,6-3-261 0 0,5-3-1235 0 0,-1-3-595 0 0,1-3-1912 0 0,-13 0 682 0 0</inkml:trace>
  <inkml:trace contextRef="#ctx0" brushRef="#br3" timeOffset="1852.035">1726 343 1488 0 0,'0'0'0'0'0,"0"0"1372"0"0,0 0-1591 0 0,0 0 604 0 0,0 0-355 0 0,0 0 65 0 0,0 0 1028 0 0,0 0-539 0 0,0 0-20 0 0,0 0-3 0 0,0 0 177 0 0,0 0 297 0 0,1-4 33 0 0,1 0-91 0 0,0 0-28 0 0,2 0 57 0 0,0 2-114 0 0,0 0-139 0 0,0 1-114 0 0,0 1-117 0 0,0 0-85 0 0,0 0-56 0 0,2 0 4 0 0,3 0 24 0 0,3 0-98 0 0,4 1 170 0 0,5 1-123 0 0,3 1-26 0 0,4 0-42 0 0,4 0-46 0 0,0 0-30 0 0,1 0-43 0 0,0 0 8 0 0,-1 0-49 0 0,-1 0-91 0 0,-3-1-28 0 0,-3 1 5 0 0,-2-1-18 0 0,-2 1 4 0 0,-4-1-7 0 0,-1 0-8 0 0,-2 0-39 0 0,-3-1 10 0 0,-1 0-11 0 0,-2-1-22 0 0,-1 1-12 0 0,-1-1 90 0 0,-1 0-83 0 0,-1 0 42 0 0,-2-1-17 0 0,0 0 50 0 0,-2-2-4 0 0,-1-1 4 0 0,-4-3-46 0 0,-5-1-66 0 0,-6-3 17 0 0,-5-2-68 0 0,-8-1 72 0 0,-5-1 8 0 0,-1 0-150 0 0,-1 0-111 0 0,2 1-4 0 0,4 1-179 0 0,5 3-139 0 0,4 2-265 0 0,5 2-618 0 0,5 2-881 0 0,5 2-1888 0 0,2 1-1391 0 0,3 0 5801 0 0</inkml:trace>
  <inkml:trace contextRef="#ctx0" brushRef="#br4" timeOffset="2121.971">2133 369 928 0 0,'0'0'0'0'0,"0"0"1040"0"0,0 0-984 0 0,0 0 5288 0 0,0 0-3340 0 0,0 0 101 0 0,0 0-577 0 0,0 0-344 0 0,0 0-216 0 0,0 0-100 0 0,-11 18-331 0 0,-4 7-309 0 0,-3 6-151 0 0,-1 5-55 0 0,-1 2-233 0 0,1 0-48 0 0,0-2-530 0 0,0-3-559 0 0,2-3-1100 0 0,1-4-1891 0 0,-1-3-1342 0 0,4-6 4478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0:43.57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1547.01563"/>
      <inkml:brushProperty name="anchorY" value="-145993.421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3058.98438"/>
      <inkml:brushProperty name="anchorY" value="-146999.71875"/>
      <inkml:brushProperty name="scaleFactor" value="0.5"/>
    </inkml:brush>
  </inkml:definitions>
  <inkml:trace contextRef="#ctx0" brushRef="#br0">0 264 3252 0 0,'0'0'0'0'0,"0"0"572"0"0,0 0 1811 0 0,0 0-83 0 0,0 0-1448 0 0,0 0 253 0 0,0 0-301 0 0,0 0 136 0 0,0 0-96 0 0,0 0-153 0 0,0 0-69 0 0,0 0-176 0 0,20 0-43 0 0,7 0-46 0 0,6 0 146 0 0,5 0 88 0 0,3 0-256 0 0,0 1-91 0 0,0 0-85 0 0,-1 0 22 0 0,-3 0-66 0 0,-1 0-12 0 0,-3 0 10 0 0,-4 0-2 0 0,-3-1-55 0 0,-4 0 11 0 0,-3 0-2 0 0,-5 0 22 0 0,-4 0-30 0 0,-2 0 20 0 0,-1 0-81 0 0,-1-1 27 0 0,-2 1-11 0 0,-1-1-10 0 0,-1 0-1 0 0,-2 0-10 0 0,1 0-147 0 0,-1 0 28 0 0,-1-2 33 0 0,-1-3 105 0 0,-4-2 19 0 0,-3-3-42 0 0,-7-3 10 0 0,-4-2-97 0 0,-6-4-2 0 0,-5-1 12 0 0,-3-1-116 0 0,-1-1-50 0 0,2 2-53 0 0,3 2-50 0 0,5 2-68 0 0,4 3-169 0 0,4 3-177 0 0,6 2-384 0 0,5 1-382 0 0,2 2-197 0 0,5 0-983 0 0,5 2-87 0 0,6 1-1204 0 0,0 1 3559 0 0</inkml:trace>
  <inkml:trace contextRef="#ctx0" brushRef="#br1" timeOffset="227.283">411 242 1252 0 0,'0'0'0'0'0,"0"0"1720"0"0,0 0-331 0 0,0 0 1457 0 0,0 0-1794 0 0,0 0 442 0 0,0 0-471 0 0,0 0 107 0 0,0 0 15 0 0,0 0-113 0 0,0 0-162 0 0,0 0-196 0 0,-2 3-2 0 0,-3 2-217 0 0,-4 4-143 0 0,-5 3-5 0 0,-6 4-74 0 0,-4 6 113 0 0,-3 3-186 0 0,-3 6-171 0 0,-2 3 2 0 0,-1 2-152 0 0,3 2-174 0 0,1-2-216 0 0,2-2-451 0 0,4-4-955 0 0,3-5-1341 0 0,1-6-4774 0 0,5-6 6045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0:42.20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09163.42188"/>
      <inkml:brushProperty name="anchorY" value="-144636.796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0811.76563"/>
      <inkml:brushProperty name="anchorY" value="-146628.8906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2849.17188"/>
      <inkml:brushProperty name="anchorY" value="-146971.78125"/>
      <inkml:brushProperty name="scaleFactor" value="0.5"/>
    </inkml:brush>
  </inkml:definitions>
  <inkml:trace contextRef="#ctx0" brushRef="#br0">97 0 184 0 0,'0'0'0'0'0,"0"0"3104"0"0,0 0-3271 0 0,0 0 2269 0 0,0 0 1322 0 0,0 0-1914 0 0,0 0-283 0 0,0 0-468 0 0,0 0-171 0 0,0 0-114 0 0,26 23-240 0 0,7 7-4 0 0,4 7-18 0 0,-1 3-22 0 0,-2 2-14 0 0,-4-2 63 0 0,-4-1-20 0 0,-4-3 98 0 0,-4-2-30 0 0,-3-3-15 0 0,-3-2-122 0 0,-2-3-75 0 0,-2-2-72 0 0,-3-1-107 0 0,-1-2-82 0 0,-2-1-137 0 0,-1 0-88 0 0,0 0-152 0 0,2 1-35 0 0,1 0-47 0 0,1 2-184 0 0,2-1 95 0 0,2 0-18 0 0,-1 0-60 0 0,0-4-269 0 0,-1-2-625 0 0,-3-3-1112 0 0,-1-4-1710 0 0</inkml:trace>
  <inkml:trace contextRef="#ctx0" brushRef="#br1" timeOffset="333.514">0 1201 2244 0 0,'0'0'0'0'0,"0"0"1120"0"0,0 0-816 0 0,0 0 1777 0 0,9-17-240 0 0,7-8-360 0 0,6-9-81 0 0,7-7 1 0 0,6-4-12 0 0,6-3-200 0 0,4-2-203 0 0,6-1-265 0 0,1-2-93 0 0,3 0-213 0 0,-1 0-125 0 0,0-1-127 0 0,-3 1-85 0 0,-4 1-75 0 0,-6 2-136 0 0,-4 5 16 0 0,-7 4-162 0 0,-5 5-7 0 0,-5 5-138 0 0,-5 6-152 0 0,-4 4-213 0 0,-2 5-474 0 0,-3 3-634 0 0,0 4-933 0 0,-2 2-3176 0 0,-1 3 3215 0 0</inkml:trace>
  <inkml:trace contextRef="#ctx0" brushRef="#br2" timeOffset="809.482">911 795 3024 0 0,'0'0'0'0'0,"0"0"940"0"0,0 0 1839 0 0,0 0-1403 0 0,0 0 15 0 0,12-19-441 0 0,1-3-216 0 0,2-3-48 0 0,-1 2-100 0 0,0 4-103 0 0,-2 5-72 0 0,-3 4-64 0 0,-2 3-53 0 0,-2 4-40 0 0,-2 2-66 0 0,-1 3-102 0 0,-1 4-76 0 0,0 4 227 0 0,-1 6-300 0 0,1 4-82 0 0,-1 6-126 0 0,0 5 11 0 0,0 3 41 0 0,0 3 10 0 0,-3 1 76 0 0,-2-1-18 0 0,-2-1 11 0 0,-2-4 164 0 0,-1-3-43 0 0,-4-5 18 0 0,0-4-139 0 0,-3-4-174 0 0,-2-5 213 0 0,-3-4 102 0 0,-3-3 146 0 0,-2-3-187 0 0,-3-4 53 0 0,-1-2-51 0 0,1-2-41 0 0,3 1 99 0 0,6-1-38 0 0,6 3-265 0 0,5 0 256 0 0,5 2-85 0 0,3 1 112 0 0,5 0-146 0 0,1 2 182 0 0,4 0 34 0 0,3 2 26 0 0,5 1-58 0 0,4 0-38 0 0,4 2-486 0 0,5-1-380 0 0,0 0-1055 0 0,3 0-2671 0 0,-6-2 58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40:50.55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2987.73438"/>
      <inkml:brushProperty name="anchorY" value="-149702.76563"/>
      <inkml:brushProperty name="scaleFactor" value="0.5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6-02-02T22:40:51.062"/>
    </inkml:context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4257.73438"/>
      <inkml:brushProperty name="anchorY" value="-150972.7656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6417.71875"/>
      <inkml:brushProperty name="anchorY" value="-151313.04688"/>
      <inkml:brushProperty name="scaleFactor" value="0.5"/>
    </inkml:brush>
  </inkml:definitions>
  <inkml:trace contextRef="#ctx0" brushRef="#br0">46 965 536,'0'0'0,"0"0"1628,0 0-1017,0 0-69,0 0-715,0 0 305,0 0-433,0 0-393,0 0-492,0 0 91</inkml:trace>
  <inkml:trace contextRef="#ctx1" brushRef="#br1">46 965 184 0 0,'0'0'0'0'0,"-7"7"1748"0"0,-4 3-578 0 0,2-1-1100 0 0,2-2 250 0 0,1-1 1971 0 0,3-2-636 0 0,1-2-570 0 0,1-1-255 0 0,1 0-267 0 0,0-1 33 0 0,1 1-14 0 0,1-1-82 0 0,1 2-216 0 0,5-1-62 0 0,2 1-71 0 0,3 0-16 0 0,2 1-37 0 0,3-2 86 0 0,3 1 90 0 0,2-2-23 0 0,1 1 59 0 0,2-1-7 0 0,2-2 14 0 0,0-1-119 0 0,-2-2-82 0 0,1-1-63 0 0,-3-2-36 0 0,0-2 48 0 0,-1-3-80 0 0,-2-2 19 0 0,-1-3-120 0 0,-1-3-14 0 0,-2-5-242 0 0,-2-3 109 0 0,-1-4-94 0 0,-2-5-55 0 0,-4-4 0 0 0,-2-3 3 0 0,-3-5 43 0 0,-2-3 122 0 0,-1-3 39 0 0,0-3 228 0 0,-1-2 0 0 0,3 0 190 0 0,3 0 401 0 0,9 4-190 0 0,8 4 131 0 0,9 6 377 0 0,6 7-338 0 0,5 7-204 0 0,2 6-248 0 0,0 6-121 0 0,-3 6-142 0 0,-5 5-76 0 0,-4 5-213 0 0,-5 2-81 0 0,-4 2-671 0 0,-5 4 20 0 0,-3 2-845 0 0,-4 2-1416 0 0,-3 4-2576 0 0,-3-2 6508 0 0</inkml:trace>
  <inkml:trace contextRef="#ctx1" brushRef="#br2" timeOffset="206.521">159 588 380 0 0,'0'0'0'0'0,"0"0"7717"0"0,0 0-5755 0 0,0 0-601 0 0,0 0-749 0 0,46 5-411 0 0,19 1-191 0 0,18 0-91 0 0,9-1-892 0 0,-1-3-1211 0 0,0-3-5154 0 0,-20-2 6392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1:05.07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18227"/>
      <inkml:brushProperty name="anchorY" value="-152603.90625"/>
      <inkml:brushProperty name="scaleFactor" value="0.5"/>
    </inkml:brush>
  </inkml:definitions>
  <inkml:trace contextRef="#ctx0" brushRef="#br0">2 318 1004 0 0,'0'0'0'0'0,"0"0"1984"0"0,0 0-1451 0 0,0 0 176 0 0,0 0-381 0 0,0 0 366 0 0,0 0 235 0 0,0 0-165 0 0,0 0-178 0 0,0 0-225 0 0,0 0 212 0 0,-1 1-122 0 0,1-1-87 0 0,1-1 10 0 0,0 0-114 0 0,2 0 55 0 0,0-2-51 0 0,1 0 208 0 0,-1 0 295 0 0,1 0-130 0 0,-1-1-521 0 0,1 0 128 0 0,0-1-267 0 0,2-2-39 0 0,2-2 74 0 0,3 0-156 0 0,2-2-30 0 0,2 0-9 0 0,2-2 7 0 0,1 0 204 0 0,2-1 73 0 0,0 0-134 0 0,0 1 148 0 0,-2 2-25 0 0,-2 2-110 0 0,-1 2 23 0 0,-3 2-60 0 0,0 2 59 0 0,0 2-21 0 0,0 3 21 0 0,2 2 43 0 0,2 3 63 0 0,2 2-127 0 0,2 3 136 0 0,3 2-37 0 0,1 1-8 0 0,3 0-77 0 0,0-1 30 0 0,1 0-28 0 0,1-1 66 0 0,0-1-81 0 0,1-1 88 0 0,-1-2-74 0 0,2-1 131 0 0,2-2 59 0 0,2-1-212 0 0,3-1 66 0 0,3-2 33 0 0,4-3 85 0 0,5-3 129 0 0,6-5-164 0 0,4-3 126 0 0,5-6-29 0 0,2-3-40 0 0,0-4-28 0 0,-3-2-68 0 0,-4-2-74 0 0,-5 0 0 0 0,-7 1-255 0 0,-8 1-128 0 0,-9 2-875 0 0,-8 2-1508 0 0,-11 1-5153 0 0,-5 5 6598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1:30.66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29394.5625"/>
      <inkml:brushProperty name="anchorY" value="-158202.79688"/>
      <inkml:brushProperty name="scaleFactor" value="0.5"/>
    </inkml:brush>
  </inkml:definitions>
  <inkml:trace contextRef="#ctx0" brushRef="#br0">0 108 1096 0 0,'0'0'0'0'0,"0"0"6625"0"0,0 0-5760 0 0,0 0 1109 0 0,0 0-1201 0 0,0 0-79 0 0,30-18 62 0 0,5-2-59 0 0,5-2-175 0 0,-2 2-129 0 0,-5 5-77 0 0,-5 5 30 0 0,-3 7-82 0 0,-3 8 258 0 0,1 8-258 0 0,1 7-152 0 0,3 7-84 0 0,1 4 44 0 0,1 3 31 0 0,2-1 49 0 0,3-2-102 0 0,4-4-30 0 0,5-4 71 0 0,7-6-98 0 0,7-5 89 0 0,8-5-22 0 0,5-3-72 0 0,3-4-168 0 0,-1-5 16 0 0,-3-3-170 0 0,-7-3-264 0 0,-9-5-588 0 0,-9-5-893 0 0,-11-3-2691 0 0,-11-2-2578 0 0,-8 4 8254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1:29.53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24928.0625"/>
      <inkml:brushProperty name="anchorY" value="-156028.0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26626.5625"/>
      <inkml:brushProperty name="anchorY" value="-158006.4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1876.70313"/>
      <inkml:brushProperty name="anchorY" value="-159516.07813"/>
      <inkml:brushProperty name="scaleFactor" value="0.5"/>
    </inkml:brush>
  </inkml:definitions>
  <inkml:trace contextRef="#ctx0" brushRef="#br0">149 10 2644 0 0,'0'0'0'0'0,"0"0"796"0"0,0 0 4439 0 0,0 0-5003 0 0,0 0 1711 0 0,0 0-872 0 0,0 0 46 0 0,0 0-174 0 0,0 0-93 0 0,0 0-77 0 0,0 0-136 0 0,27-2-126 0 0,3-1 79 0 0,6 1 60 0 0,-2 0-81 0 0,-3 1-113 0 0,-2 4-126 0 0,-3 2-8 0 0,-1 4-125 0 0,0 5-43 0 0,1 4-66 0 0,-1 6-93 0 0,1 5 15 0 0,-2 5-83 0 0,-2 3-5 0 0,-1 3-7 0 0,-3 3-82 0 0,-2 0 32 0 0,-3 1-84 0 0,-3-1-12 0 0,-1-1-80 0 0,-3-2-191 0 0,-2-2-223 0 0,-3-2-480 0 0,-3-1-1012 0 0,-5-2-950 0 0,-3-2-2913 0 0,-2-2 1647 0 0,-1-2 4724 0 0,2-6-1008 0 0</inkml:trace>
  <inkml:trace contextRef="#ctx0" brushRef="#br1" timeOffset="284.38">0 1213 9381 0 0,'0'0'0'0'0,"0"0"1912"0"0,0 0-1092 0 0,0 0-215 0 0,0 0 218 0 0,0 0-59 0 0,0 0-62 0 0,24-22-52 0 0,10-9-261 0 0,11-8-106 0 0,10-7-56 0 0,8-4 23 0 0,9-6 42 0 0,8-4 72 0 0,10-4 142 0 0,7-4-9 0 0,6-3-213 0 0,5-2-43 0 0,1 0-90 0 0,-2 2-163 0 0,-7 5-10 0 0,-9 6-207 0 0,-11 8-441 0 0,-14 8-383 0 0,-12 8-559 0 0,-12 7-1168 0 0,-11 6-2400 0 0,-7 5-2000 0 0,-9 5 7959 0 0,-7 4-1864 0 0</inkml:trace>
  <inkml:trace contextRef="#ctx0" brushRef="#br2" timeOffset="1775.478">1214 679 520 0 0,'0'0'0'0'0,"0"0"6117"0"0,0 0-4822 0 0,0 0 757 0 0,0 0-1365 0 0,0 0 412 0 0,0 0-261 0 0,0 0 69 0 0,0 0-349 0 0,0 0-168 0 0,0 0-32 0 0,20-17 25 0 0,3-3-26 0 0,1-1-21 0 0,-1 2-66 0 0,-4 4-68 0 0,-4 2-4 0 0,-3 3-82 0 0,-2 1-121 0 0,-1 0 24 0 0,1 0-32 0 0,0 0-44 0 0,1-1 2 0 0,0 1-8 0 0,1 0-85 0 0,-1 1-13 0 0,-2 1-11 0 0,-1 2 100 0 0,-2 2 30 0 0,-2 1 39 0 0,-1 5-3 0 0,-4 2-64 0 0,-3 4-82 0 0,-4 4 79 0 0,-4 4 76 0 0,-1 3-18 0 0,-2 3 0 0 0,1 3 19 0 0,1 2 78 0 0,1 2-45 0 0,4 1 14 0 0,1 1-45 0 0,2 1 73 0 0,1-1 79 0 0,0 0 68 0 0,0-1 60 0 0,-1-1 20 0 0,-1-1-12 0 0,-1-2-11 0 0,0-3-10 0 0,-1-2-83 0 0,-1-4-114 0 0,0-3-70 0 0,1-5 3 0 0,-1-3-166 0 0,2-3-32 0 0,-2-4 32 0 0,-3-2 65 0 0,-2-2 82 0 0,-5-2-250 0 0,-1 0 226 0 0,0 1 28 0 0,0 0 141 0 0,4 1 112 0 0,5 2-47 0 0,4 1-108 0 0,6 1-90 0 0,8 2-143 0 0,5 1 98 0 0,8 2 31 0 0,9 0-6 0 0,10 1 10 0 0,10 0-252 0 0,8 0-59 0 0,6 0-615 0 0,0-1-761 0 0,-3 0-1053 0 0,-4-1-2955 0 0,-13-1-280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1:32.31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3546.70313"/>
      <inkml:brushProperty name="anchorY" value="-161154.28125"/>
      <inkml:brushProperty name="scaleFactor" value="0.5"/>
    </inkml:brush>
  </inkml:definitions>
  <inkml:trace contextRef="#ctx0" brushRef="#br0">1 37 3556 0 0,'0'0'0'0'0,"0"0"5177"0"0,0 0-3730 0 0,0 0 557 0 0,0 0-1012 0 0,0 0-63 0 0,0 0-190 0 0,0 0-5 0 0,41 0 93 0 0,13 0-440 0 0,13-1-173 0 0,5 0 2 0 0,1-2-97 0 0,-3 0-61 0 0,-4-1-48 0 0,-7 0-3 0 0,-7-1-85 0 0,-8 1-291 0 0,-8 1-333 0 0,-8 0-390 0 0,-8 2-551 0 0,-7-1-1661 0 0,-6 1-4162 0 0,-3 0 5312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1:33.17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5522.89063"/>
      <inkml:brushProperty name="anchorY" value="-162388.45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7356.625"/>
      <inkml:brushProperty name="anchorY" value="-164483.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5586.1875"/>
      <inkml:brushProperty name="anchorY" value="-164846.3281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8783.85938"/>
      <inkml:brushProperty name="anchorY" value="-169787.7343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7343.53125"/>
      <inkml:brushProperty name="anchorY" value="-170266.35938"/>
      <inkml:brushProperty name="scaleFactor" value="0.5"/>
    </inkml:brush>
  </inkml:definitions>
  <inkml:trace contextRef="#ctx0" brushRef="#br0">1 1694 572 0 0,'0'0'0'0'0,"0"0"2844"0"0,0 0-172 0 0,0 0-623 0 0,0 0-491 0 0,0 0-263 0 0,0 0-29 0 0,0 0-167 0 0,0 0-53 0 0,0 0-218 0 0,0 0-88 0 0,0 0-61 0 0,14 4-11 0 0,3 3-25 0 0,5 5-230 0 0,5 6-136 0 0,4 5-51 0 0,2 6-63 0 0,3 4-37 0 0,1 4-57 0 0,0 3-72 0 0,0 2-41 0 0,0 2-29 0 0,-2 0-36 0 0,-1 0-40 0 0,-2-3 36 0 0,-2-2-57 0 0,-3-2-157 0 0,-2-3-59 0 0,-3-2-56 0 0,-3-1-123 0 0,-3-2-160 0 0,-5-1-394 0 0,-4-1-590 0 0,-3 0-696 0 0,-2-1-822 0 0,-5 0-2504 0 0,-3-1 4944 0 0,-4 0-4 0 0,1-4 479 0 0</inkml:trace>
  <inkml:trace contextRef="#ctx0" brushRef="#br1" timeOffset="427.57">856 1742 808 0 0,'0'0'0'0'0,"0"0"952"0"0,0 0 1461 0 0,0 0-147 0 0,0 0-830 0 0,0 0-143 0 0,0 0-139 0 0,0 0 202 0 0,0 0-710 0 0,2 17 253 0 0,1 9-441 0 0,-1 10 37 0 0,-1 8 45 0 0,-3 9 11 0 0,-4 6 69 0 0,-5 7-55 0 0,-4 5 11 0 0,-5 6-63 0 0,-3 5-26 0 0,-5 2-72 0 0,-4 3-40 0 0,-2 1-42 0 0,-4 0-209 0 0,-1 0-118 0 0,-2-1-107 0 0,1-1-167 0 0,1-4-382 0 0,3-3 5 0 0,5-6-623 0 0,6-7-506 0 0,6-9-167 0 0,5-9-310 0 0,5-12-795 0 0,4-9-2313 0 0,3-11 4699 0 0,2-6-513 0 0</inkml:trace>
  <inkml:trace contextRef="#ctx0" brushRef="#br2" timeOffset="1411.404">892 2507 1772 0 0,'0'0'0'0'0,"0"0"1852"0"0,0 0 5078 0 0,0 0-6388 0 0,0 0 1361 0 0,0 0-1003 0 0,0 0-8 0 0,0 0 22 0 0,0 0-268 0 0,0 0-260 0 0,0 0-217 0 0,43-22-156 0 0,8-7-145 0 0,5-5-290 0 0,-4-2 104 0 0,-7 2 10 0 0,-9 4 14 0 0,-9 6-16 0 0,-8 5 55 0 0,-8 7 115 0 0,-5 5 147 0 0,-3 6 103 0 0,-3 6-149 0 0,-4 7 40 0 0,-6 7-229 0 0,-4 6 128 0 0,-5 6 25 0 0,-3 5 21 0 0,-3 3 57 0 0,-2 3-11 0 0,1 2 130 0 0,2 0-68 0 0,0-1 96 0 0,3 0 158 0 0,1-2 0 0 0,3-2 56 0 0,2-3 41 0 0,3-4-110 0 0,3-4-58 0 0,0-5-71 0 0,4-4-93 0 0,1-6-71 0 0,2-5-134 0 0,1-4-116 0 0,0-4-73 0 0,-2-5-124 0 0,-1-3 112 0 0,-5-4 218 0 0,-3-3 96 0 0,-4-2-3 0 0,-2 0 82 0 0,-1 0 25 0 0,1 3 189 0 0,4 3-22 0 0,4 4-26 0 0,4 3 110 0 0,2 2-136 0 0,8 1-65 0 0,8 2-58 0 0,11 0-64 0 0,14 1 51 0 0,14-1-78 0 0,14 1-30 0 0,8-2-118 0 0,7-1-332 0 0,0-1-689 0 0,-5 0-843 0 0,-11-2-2529 0 0,-12 1-2222 0 0,-16 1 5883 0 0</inkml:trace>
  <inkml:trace contextRef="#ctx0" brushRef="#br3" timeOffset="2774.515">1944 1011 9345 0 0,'0'0'0'0'0,"0"0"1936"0"0,0 0-1092 0 0,0 0-407 0 0,13 23 4 0 0,7 12 105 0 0,6 12 316 0 0,3 12-112 0 0,1 9-274 0 0,-2 8-197 0 0,-2 6-17 0 0,-3 6-26 0 0,-4 4 34 0 0,-6 4 11 0 0,-5 1 46 0 0,-8 2-154 0 0,-9 0-158 0 0,-10 0 11 0 0,-7-2-354 0 0,-8-3-263 0 0,-5-3-213 0 0,-4-7-198 0 0,-1-5-902 0 0,0-9-1322 0 0,1-10-2414 0 0,4-11 2092 0 0,2-11 3737 0 0,9-12-800 0 0</inkml:trace>
  <inkml:trace contextRef="#ctx0" brushRef="#br4" timeOffset="3379.845">2319 221 6501 0 0,'0'0'0'0'0,"0"0"2012"0"0,0 0-803 0 0,0 0-624 0 0,0 0-305 0 0,0 0 151 0 0,0 0 134 0 0,52-19-122 0 0,21-7-140 0 0,19-7-58 0 0,10-1-208 0 0,3 1 209 0 0,-3 4 142 0 0,-8 7 352 0 0,-9 6 238 0 0,-13 8-194 0 0,-12 8-269 0 0,-13 8-73 0 0,-11 10-22 0 0,-13 9-154 0 0,-9 10-149 0 0,-13 8-111 0 0,-13 9-51 0 0,-11 5-53 0 0,-14 5-36 0 0,-9 1-10 0 0,-7 1-49 0 0,-5-3 26 0 0,-4-3-53 0 0,0-3 27 0 0,-1-5-55 0 0,1-6-28 0 0,1-4-40 0 0,0-5-64 0 0,1-5 10 0 0,2-6 4 0 0,4-7-32 0 0,3-6-125 0 0,7-6 226 0 0,8-5 327 0 0,8-6-97 0 0,9-5-2012 0 0,8-4 2672 0 0,13-4-661 0 0,10-1 422 0 0,12-2 82 0 0,12 1 25 0 0,11 2 129 0 0,11 3 244 0 0,11 3 228 0 0,11 3-114 0 0,14 3-175 0 0,13 3-177 0 0,14 1-172 0 0,14 0-161 0 0,10-1-196 0 0,7-2-47 0 0,-1-4-671 0 0,-6-3-831 0 0,-16-1-1229 0 0,-22-3-5376 0 0,-30 2 2841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1:43.31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0745.23438"/>
      <inkml:brushProperty name="anchorY" value="-172662.609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9282.01563"/>
      <inkml:brushProperty name="anchorY" value="-172895.7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0967.95313"/>
      <inkml:brushProperty name="anchorY" value="-175038.3593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9417.01563"/>
      <inkml:brushProperty name="anchorY" value="-174854.82813"/>
      <inkml:brushProperty name="scaleFactor" value="0.5"/>
    </inkml:brush>
    <inkml:context xml:id="ctx1">
      <inkml:inkSource xml:id="inkSrc4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2:41:46.372"/>
    </inkml:context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4047.64063"/>
      <inkml:brushProperty name="anchorY" value="-177784.6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6139.48438"/>
      <inkml:brushProperty name="anchorY" value="-179051.92188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7440.4375"/>
      <inkml:brushProperty name="anchorY" value="-181405.65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5497.65625"/>
      <inkml:brushProperty name="anchorY" value="-181461.48438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6767.65625"/>
      <inkml:brushProperty name="anchorY" value="-182731.4843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8656.48438"/>
      <inkml:brushProperty name="anchorY" value="-184513.54688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7299.53125"/>
      <inkml:brushProperty name="anchorY" value="-185158.2187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1532.20313"/>
      <inkml:brushProperty name="anchorY" value="-188153.07813"/>
      <inkml:brushProperty name="scaleFactor" value="0.5"/>
    </inkml:brush>
  </inkml:definitions>
  <inkml:trace contextRef="#ctx0" brushRef="#br0">617 395 1768 0 0,'0'0'0'0'0,"0"0"1056"0"0,0 0 3622 0 0,0 0-4325 0 0,0 0 1102 0 0,0 0-657 0 0,0 0 166 0 0,0 0 215 0 0,-42 14-130 0 0,-8 6-243 0 0,-7 7-77 0 0,-2 6-17 0 0,1 6-46 0 0,4 6-31 0 0,3 6-96 0 0,3 6 38 0 0,3 5-141 0 0,4 6-79 0 0,4 4-110 0 0,7 5-98 0 0,8 3-73 0 0,7 5-75 0 0,8 2-87 0 0,10 1-31 0 0,10 0-84 0 0,12-4-2 0 0,10-5-146 0 0,8-7-211 0 0,8-6-93 0 0,4-9-550 0 0,1-6-613 0 0,-3-10-1153 0 0,-3-6-3940 0 0,-11-10 3033 0 0</inkml:trace>
  <inkml:trace contextRef="#ctx0" brushRef="#br1" timeOffset="746.943">972 1163 5929 0 0,'0'0'0'0'0,"0"0"3092"0"0,0 0-1545 0 0,0 0 59 0 0,0 0-507 0 0,0 0-13 0 0,8 18-288 0 0,4 8-124 0 0,5 11-138 0 0,5 9-79 0 0,5 8-37 0 0,2 5-21 0 0,3 6-28 0 0,0 2-42 0 0,1 1-130 0 0,-1-2-56 0 0,-3-2-153 0 0,-1-5 28 0 0,-4-5-390 0 0,-2-6-348 0 0,-3-6-371 0 0,-2-7-633 0 0,-4-7-1176 0 0,-2-6-3034 0 0,-2-7-146 0 0</inkml:trace>
  <inkml:trace contextRef="#ctx0" brushRef="#br2" timeOffset="1022.81">1508 1414 2660 0 0,'0'0'0'0'0,"0"0"7405"0"0,0 0-6702 0 0,0 0 1247 0 0,0 0-1112 0 0,-17 20-62 0 0,-5 10 128 0 0,-2 9-209 0 0,-2 9-133 0 0,2 8-119 0 0,1 5-130 0 0,4 6-13 0 0,2 3-49 0 0,3 2-3 0 0,2-1-133 0 0,3-2-118 0 0,1-3-246 0 0,2-4-224 0 0,2-5-6 0 0,0-5-288 0 0,1-3-277 0 0,-2-6-657 0 0,0-3-699 0 0,-2-4-1790 0 0,-2-4-999 0 0,-3-5 4235 0 0,1-8 509 0 0</inkml:trace>
  <inkml:trace contextRef="#ctx0" brushRef="#br3" timeOffset="1731.335">2064 1479 4784 0 0,'0'0'0'0'0,"0"0"4205"0"0,0 0-3142 0 0,0 0 399 0 0,0 0-643 0 0,0 0 35 0 0,0 0-145 0 0,0 0-46 0 0,0 0-128 0 0,0 0-107 0 0,0 0-200 0 0,41 10-92 0 0,6 6-35 0 0,5 8 82 0 0,-5 6 29 0 0,-9 5-23 0 0,-10 4 56 0 0,-11 3-57 0 0,-9 3-29 0 0,-10 0-48 0 0,-10 2-33 0 0,-9 0-85 0 0,-9-1 15 0 0,-4-2-151 0 0,-5-1-139 0 0,-2-3-66 0 0,-1-4 11 0 0,0-4 86 0 0,2-5-14 0 0,1-7-45 0 0,2-5-136 0 0,1-7-48 0 0,3-5 147 0 0,0-6 315 0 0,3-6-617 0 0,3-5 140 0 0,3-5 110 0 0,3-3-62 0 0,5-3 54 0 0,6-1 52 0 0,3 0 0 0 0,4 4 215 0 0,5 2 133 0 0,5 6-19 0 0,7 4 361 0 0,7 5 754 0 0,9 3-380 0 0,11 5-139 0 0,8 3-87 0 0,11 2-39 0 0,10 2 69 0 0,7 0 23 0 0,5-2-120 0 0,3 0-268 0 0,1-3-133 0 0,-3-3-807 0 0,-6-3-611 0 0,-9-4-1201 0 0,-12-5-3558 0 0,-17 0 1104 0 0</inkml:trace>
  <inkml:trace contextRef="#ctx1" brushRef="#br4">2899 1153 28,'0'0'0,"0"0"4412,0 0 617,0 0-3696,0 0 870,0 0-845,0 0-28,0 0-165,0 0-141,0 0-234,0 0-186,0 0-194,45 4-176,15 1-14,13 1-18,6-1-123,2 0-78,-2-2-195,-3-1-143,-4-2-182,-8-2-271,-6-2-451,-10-2-981,-9-1-2321,-10 0-2425,-11 0 3838</inkml:trace>
  <inkml:trace contextRef="#ctx0" brushRef="#br5" timeOffset="3489.209">4007 995 1696 0 0,'0'0'0'0'0,"0"0"6533"0"0,0 0-4136 0 0,0 0-330 0 0,0 0-826 0 0,0 0-712 0 0,0 0-1 0 0,0 0-121 0 0,0 0-9 0 0,0 0-257 0 0,0 0-64 0 0,-5 21-7 0 0,-2 8 72 0 0,-1 8 15 0 0,0 5 86 0 0,0 5 27 0 0,2 2 9 0 0,1 4 36 0 0,1 2-12 0 0,1 3-50 0 0,1 3-55 0 0,1 3-91 0 0,-1 1-102 0 0,1 2 11 0 0,1-2-187 0 0,0-1-158 0 0,0-3-152 0 0,3-6-79 0 0,3-6-236 0 0,2-7-305 0 0,4-7-557 0 0,3-8-601 0 0,1-8-474 0 0,1-7-2072 0 0,-3-5 1459 0 0</inkml:trace>
  <inkml:trace contextRef="#ctx0" brushRef="#br6" timeOffset="3758.67">4572 1095 392 0 0,'0'0'0'0'0,"0"0"9833"0"0,0 0-9754 0 0,0 0 2142 0 0,0 0-1834 0 0,0 0 278 0 0,-31 23 238 0 0,-8 10-278 0 0,-4 9-201 0 0,0 7-84 0 0,3 5-83 0 0,5 4 12 0 0,4 3 79 0 0,2 3 7 0 0,2 3 0 0 0,0 3-69 0 0,-1 4-180 0 0,1 2-98 0 0,-2 1-127 0 0,-1-1-406 0 0,0 0-104 0 0,1-3-286 0 0,0-5-103 0 0,1-4-490 0 0,3-6-1007 0 0,2-6-2161 0 0,3-8 38 0 0,2-5 5191 0 0,6-11-2549 0 0</inkml:trace>
  <inkml:trace contextRef="#ctx0" brushRef="#br7" timeOffset="4106.515">4519 1551 352 0 0,'0'0'0'0'0,"0"0"0"0"0,0 0-341 0 0</inkml:trace>
  <inkml:trace contextRef="#ctx0" brushRef="#br8" timeOffset="4428.253">4519 1551 364 0 0,'0'0'0'0'0,"37"-17"472"0"0,19-7-341 0 0,-4 2 196 0 0,-6 5 3008 0 0,-7 7-1012 0 0,-8 5-554 0 0,-6 7-504 0 0,-4 5-215 0 0,0 6-150 0 0,1 4-208 0 0,0 4 9 0 0,2 4-95 0 0,1 5-91 0 0,-2 4-204 0 0,-2 2-114 0 0,-3 4-116 0 0,-5 2 88 0 0,-5 1 2 0 0,-7 1 27 0 0,-8 1-100 0 0,-10-1 0 0 0,-8 0-10 0 0,-6-2 20 0 0,-4-4-59 0 0,-5-2-52 0 0,-2-4-1 0 0,0-5-253 0 0,0-5-184 0 0,0-5-98 0 0,1-6 119 0 0,2-4-230 0 0,4-6 450 0 0,4-6-480 0 0,6-4 186 0 0,5-5 146 0 0,6-4 232 0 0,6-2 3 0 0,4-2 2 0 0,4 0 65 0 0,6 2 48 0 0,4 1 3 0 0,4 3 173 0 0,3 3 220 0 0,2 5-10 0 0,3 2 148 0 0,3 4 106 0 0,4 3-297 0 0,3 4-121 0 0,5 3-79 0 0,4 2-49 0 0,2 2-100 0 0,2 0 18 0 0,2 0-14 0 0,1-1-177 0 0,0-3-421 0 0,0-3-554 0 0,-3-2-1534 0 0,-1-5-4545 0 0,-10-2 5067 0 0</inkml:trace>
  <inkml:trace contextRef="#ctx0" brushRef="#br9" timeOffset="5008.139">5523 467 404 0 0,'0'0'0'0'0,"0"0"4780"0"0,0 0-1964 0 0,11 17-1180 0 0,7 11-180 0 0,5 11-392 0 0,4 9 125 0 0,3 8-148 0 0,1 7-162 0 0,-2 4-90 0 0,1 4-167 0 0,-3 4-150 0 0,0 2-133 0 0,-1 2-41 0 0,-1 0 13 0 0,-1 1-4 0 0,-3 0-28 0 0,-3 0-24 0 0,-5-1-78 0 0,-4-1-51 0 0,-5 0-137 0 0,-10-1-113 0 0,-7-1-222 0 0,-10-2-255 0 0,-8-2 81 0 0,-9-2-244 0 0,-4-3-333 0 0,-5-3-535 0 0,-1-6-678 0 0,1-5-509 0 0,-1-8-1870 0 0,5-8 1106 0 0,0-8 3389 0 0,10-11-247 0 0</inkml:trace>
  <inkml:trace contextRef="#ctx0" brushRef="#br10" timeOffset="5819.486">6067 141 364 0 0,'0'0'0'0'0,"0"0"144"0"0,0 0 5391 0 0,0 0-5004 0 0,0 0 999 0 0,0 0-585 0 0,0 0 161 0 0,0 0 91 0 0,28-18-42 0 0,6-2-71 0 0,5-2-142 0 0,2 1-194 0 0,0 3-226 0 0,-2 4-96 0 0,0 2-53 0 0,0 4-47 0 0,0 3 32 0 0,0 2-70 0 0,-2 4-41 0 0,-1 4-65 0 0,-1 5-57 0 0,-4 7-131 0 0,-3 8 25 0 0,-6 9-32 0 0,-6 8-86 0 0,-6 9 14 0 0,-12 5-131 0 0,-11 5 66 0 0,-12 1-3 0 0,-10-1 16 0 0,-8-3 13 0 0,-4-3 128 0 0,-2-6-25 0 0,1-7 16 0 0,1-5 5 0 0,3-8-56 0 0,3-7-222 0 0,1-6 22 0 0,2-7 104 0 0,3-4 74 0 0,2-6 74 0 0,6-5-158 0 0,4-5 74 0 0,7-4-3 0 0,5-3 103 0 0,8-2 192 0 0,10-1-29 0 0,9-1 125 0 0,11 1 58 0 0,11 3 106 0 0,10 2 50 0 0,13 3 66 0 0,11 2 74 0 0,13 3-89 0 0,12 2-237 0 0,10 1-348 0 0,7 0 37 0 0,5 1-607 0 0,-1-2-89 0 0,-3 0-230 0 0,-9-1-924 0 0,-14 0-3385 0 0,-19-1-5965 0 0,-21 2 13138 0 0</inkml:trace>
  <inkml:trace contextRef="#ctx0" brushRef="#br11" timeOffset="20004.126">988 721 872 0 0,'0'0'0'0'0,"0"0"328"0"0,0 0-373 0 0,0 0 204 0 0,0 0-20 0 0,0 0 10 0 0,0 0 234 0 0,0 0 1033 0 0,0 0-649 0 0,0 0 401 0 0,0 0-49 0 0,12-9 7 0 0,4-2-134 0 0,3-2-235 0 0,1-1-91 0 0,-1 1-165 0 0,-1 2-113 0 0,-2 1-12 0 0,-3 1-175 0 0,-3 1-19 0 0,-1 2-5 0 0,-2-1-14 0 0,0 2-21 0 0,0-1-32 0 0,-1 2-30 0 0,-1-1 14 0 0,-1 2 26 0 0,0 1 5 0 0,-1 1 29 0 0,-2 0-20 0 0,0 1 8 0 0,0 0 17 0 0,-1 0 18 0 0,0 0 61 0 0,0 0 22 0 0,1 2 120 0 0,2 1-207 0 0,4 3 22 0 0,3 3 183 0 0,5 3-346 0 0,4 3 6 0 0,3 2-12 0 0,1 0-28 0 0,0 0 4 0 0,-1-3-104 0 0,-1-1 0 0 0,-3-3 22 0 0,-1-2 12 0 0,-1-3 76 0 0,-1-1 111 0 0,0-2 152 0 0,-1-1-14 0 0,3-1-87 0 0,0-1-130 0 0,5-2-25 0 0,0-2-7 0 0,5-2-12 0 0,1-2-154 0 0,2-4-2 0 0,1-2-131 0 0,-2-2-144 0 0,-1 0-43 0 0,-3-1-186 0 0,-3 2-303 0 0,-5 2-656 0 0,-2 1-1269 0 0,-5 4-3267 0 0,-4 2 4896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9:10.03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3607.26563"/>
      <inkml:brushProperty name="anchorY" value="-189276.7656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4882.4375"/>
      <inkml:brushProperty name="anchorY" value="-191387.25"/>
      <inkml:brushProperty name="scaleFactor" value="0.5"/>
    </inkml:brush>
  </inkml:definitions>
  <inkml:trace contextRef="#ctx0" brushRef="#br0">1132 11 520 0 0,'0'0'0'0'0,"0"0"80"0"0,0 0 210 0 0,0 0 1266 0 0,0 0 546 0 0,0 0-644 0 0,0 0-183 0 0,0 0-447 0 0,0 0-410 0 0,0 0 1151 0 0,0 0-637 0 0,-10-2-4 0 0,-2 0-167 0 0,-1 0-187 0 0,1 0-33 0 0,3 1-54 0 0,2 0-76 0 0,3 1-12 0 0,1-1-77 0 0,2 2 30 0 0,0 0 28 0 0,0 0 93 0 0,0 3 107 0 0,0 3 15 0 0,0 4 232 0 0,1 6-218 0 0,0 9-282 0 0,2 10-31 0 0,4 9-113 0 0,3 10-97 0 0,3 6-72 0 0,3 3-3 0 0,1 2-168 0 0,1-2-26 0 0,0-3-115 0 0,-3-5 17 0 0,-2-3-42 0 0,-4-5-91 0 0,-3-5-98 0 0,-6-5-688 0 0,-6-5-785 0 0,-5-6-2560 0 0,-4-7-2124 0 0,1-6 3494 0 0</inkml:trace>
  <inkml:trace contextRef="#ctx0" brushRef="#br1" timeOffset="381.143">1894 190 5276 0 0,'0'0'0'0'0,"0"0"3265"0"0,0 0-2045 0 0,0 0 99 0 0,0 0-980 0 0,0 0 209 0 0,0 0 183 0 0,0 0-74 0 0,0 0-164 0 0,0 0-182 0 0,0 0 39 0 0,-16 19 116 0 0,-10 6 274 0 0,-12 9 80 0 0,-10 6-35 0 0,-9 5-19 0 0,-9 5-154 0 0,-8 5-105 0 0,-10 7-99 0 0,-8 7-141 0 0,-9 6-80 0 0,-8 7-188 0 0,-6 6 27 0 0,-6 3-132 0 0,-3 1 81 0 0,-1-3 26 0 0,4-5 5 0 0,6-7-10 0 0,9-11-92 0 0,13-11-390 0 0,14-13-240 0 0,14-11-950 0 0,14-12-1162 0 0,11-8-4293 0 0,13-7-42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9:43.75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6229.65625"/>
      <inkml:brushProperty name="anchorY" value="-200929.671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7829.96875"/>
      <inkml:brushProperty name="anchorY" value="-202508.5781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0287.54688"/>
      <inkml:brushProperty name="anchorY" value="-203076.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1946.76563"/>
      <inkml:brushProperty name="anchorY" value="-203788.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3912.10938"/>
      <inkml:brushProperty name="anchorY" value="-205032.28125"/>
      <inkml:brushProperty name="scaleFactor" value="0.5"/>
    </inkml:brush>
  </inkml:definitions>
  <inkml:trace contextRef="#ctx0" brushRef="#br0">251 286 3672 0 0,'0'0'0'0'0,"0"0"4"0"0,0 0 6614 0 0,0 0-5965 0 0,0 0 1554 0 0,0 0-811 0 0,0 0-440 0 0,0 0-331 0 0,0 0-198 0 0,0 0-155 0 0,0 0 58 0 0,0 0 48 0 0,-2 7-116 0 0,2 1-296 0 0,3 0 240 0 0,4-2-22 0 0,4-1 76 0 0,5-2 60 0 0,6 0-10 0 0,5-2-18 0 0,6 0-165 0 0,6-1-15 0 0,5-1-105 0 0,4-2 5 0 0,3-3-10 0 0,2-4-16 0 0,1-3-66 0 0,-2-4 92 0 0,-3-4-26 0 0,-5-3 0 0 0,-4-2-71 0 0,-6-3-22 0 0,-5 0 5 0 0,-8-1 78 0 0,-6 2 18 0 0,-8 3 154 0 0,-10 3-90 0 0,-11 4-65 0 0,-13 4 22 0 0,-14 6-15 0 0,-14 5-215 0 0,-11 6 202 0 0,-11 8-39 0 0,-5 8 40 0 0,-4 7-88 0 0,1 7-5 0 0,3 7 49 0 0,7 3 60 0 0,8 4 111 0 0,10 2 35 0 0,10 1 16 0 0,10 0 18 0 0,12-2-58 0 0,10-2-141 0 0,9-4 38 0 0,9-5-210 0 0,11-5 226 0 0,9-5-360 0 0,8-6 31 0 0,7-4-52 0 0,7-5 31 0 0,5-4-130 0 0,5-3-340 0 0,4-6-260 0 0,-1-5-527 0 0,1-5-740 0 0,-4-5-529 0 0,-4-4-2697 0 0,-11 2 2075 0 0</inkml:trace>
  <inkml:trace contextRef="#ctx0" brushRef="#br1" timeOffset="414.527">779 971 6597 0 0,'0'0'0'0'0,"0"0"2428"0"0,0 0-1115 0 0,0 0 89 0 0,0 0-298 0 0,0 0 156 0 0,44-3-183 0 0,10-3-252 0 0,10-5-247 0 0,-1-7-293 0 0,-3-6-144 0 0,-6-6-133 0 0,-8-7-77 0 0,-8-6 38 0 0,-7-5-82 0 0,-6-5-20 0 0,-6-1-133 0 0,-6-2 1 0 0,-4 3-20 0 0,-3 4-2 0 0,-4 8-15 0 0,-2 7 130 0 0,0 10 28 0 0,-2 7-20 0 0,-4 8 42 0 0,-3 4-38 0 0,-4 5 59 0 0,-3 3 24 0 0,-3 3-2446 0 0,-2 3 3233 0 0,-1 1-740 0 0,0-1 351 0 0,4 0-140 0 0,3-1 2 0 0,5-2-203 0 0,3-2-40 0 0,6-2-186 0 0,9-1 311 0 0,10-3 554 0 0,12-4 169 0 0,13-4-147 0 0,13-5-206 0 0,10-4-58 0 0,8-3-40 0 0,6-3-163 0 0,0-2-95 0 0,-1 2-72 0 0,-7 0-55 0 0,-8 4 65 0 0,-10 3 16 0 0,-12 4-45 0 0,-11 5-112 0 0,-10 3 152 0 0,-8 4-250 0 0,-7 4 130 0 0,-4 4-552 0 0,-2 4-650 0 0,-1 6-945 0 0,1 2-2078 0 0,1 3-122 0 0,1-2 1690 0 0</inkml:trace>
  <inkml:trace contextRef="#ctx0" brushRef="#br2" timeOffset="764.355">1678 935 8477 0 0,'0'0'0'0'0,"0"0"2904"0"0,0 0-1638 0 0,0 0-418 0 0,0 0-178 0 0,0 0 61 0 0,0 0 32 0 0,0 0-228 0 0,0 0-250 0 0,0 0-228 0 0,16-8 209 0 0,3-3-235 0 0,4-4-23 0 0,2-3-51 0 0,2-5-30 0 0,0-3-68 0 0,0-4 1 0 0,1-4 3 0 0,2-5 23 0 0,0-5 116 0 0,-1-2-18 0 0,-2-2 225 0 0,-4 2-22 0 0,-4 3 76 0 0,-5 6-137 0 0,-5 7-50 0 0,-5 8-74 0 0,-2 7-280 0 0,-1 4-265 0 0,-2 6-379 0 0,0 1-549 0 0,0 2-659 0 0,0 1-310 0 0,2 0-704 0 0,2 1 516 0 0,2 0-51 0 0,0 0 2183 0 0</inkml:trace>
  <inkml:trace contextRef="#ctx0" brushRef="#br3" timeOffset="1050.3">1912 649 3696 0 0,'0'0'0'0'0,"0"0"2253"0"0,0 0-837 0 0,0 0-689 0 0,0 0 309 0 0,0 0-240 0 0,0 0-127 0 0,0 0-353 0 0,0 0 270 0 0,0 0 335 0 0,0 0 64 0 0,0 0-293 0 0,18-16-93 0 0,7-3 56 0 0,7-3 53 0 0,5 1-31 0 0,6 0-63 0 0,4 1-230 0 0,3 1-99 0 0,2 1-88 0 0,2 1-215 0 0,-3 3-62 0 0,-3 2-19 0 0,-6 4-66 0 0,-4 3 27 0 0,-5 6 58 0 0,-4 5-74 0 0,-4 7-250 0 0,-5 6-311 0 0,-3 5-421 0 0,-5 3-497 0 0,-3 1-702 0 0,-3-2-1801 0 0,-1-2-2107 0 0,-2-6 6186 0 0</inkml:trace>
  <inkml:trace contextRef="#ctx0" brushRef="#br4" timeOffset="1383.096">2714 640 4608 0 0,'0'0'0'0'0,"0"0"7409"0"0,0 0-6931 0 0,0 0 1439 0 0,-24 20-1167 0 0,-5 9-118 0 0,1 7-181 0 0,3 4-255 0 0,8 2-121 0 0,14-1-59 0 0,15-3-221 0 0,15-2-177 0 0,15-5 123 0 0,12-4-11 0 0,9-4 307 0 0,8-5 17 0 0,3-5-82 0 0,4-4-9 0 0,2-5 52 0 0,0-5-23 0 0,-1-6-90 0 0,-2-6-112 0 0,-5-8-188 0 0,-5-7-249 0 0,-10-7 57 0 0,-10-5 51 0 0,-12-6 365 0 0,-12-2 154 0 0,-13-2 568 0 0,-13 0 246 0 0,-14 4 112 0 0,-13 5-56 0 0,-14 9 330 0 0,-13 9 23 0 0,-12 14-691 0 0,-12 15-517 0 0,-8 19-278 0 0,-7 16-343 0 0,0 17-418 0 0,6 8-2266 0 0,8 14-4412 0 0,18-12 2087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41:35.33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37413.0625"/>
      <inkml:brushProperty name="anchorY" value="-166356.859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0301.4375"/>
      <inkml:brushProperty name="anchorY" value="-171990.78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2264.39063"/>
      <inkml:brushProperty name="anchorY" value="-173249.3281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9888.9375"/>
      <inkml:brushProperty name="anchorY" value="-186773.4218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47612.79688"/>
      <inkml:brushProperty name="anchorY" value="-195313.0625"/>
      <inkml:brushProperty name="scaleFactor" value="0.5"/>
    </inkml:brush>
  </inkml:definitions>
  <inkml:trace contextRef="#ctx0" brushRef="#br0">2667 923 640 0 0,'0'0'0'0'0,"0"0"1188"0"0,0 0 5475 0 0,0 0-6596 0 0,0 0 2215 0 0,0 0-1324 0 0,0 0 164 0 0,0 0-150 0 0,0 0-137 0 0,0 0-175 0 0,0 0-36 0 0,0 0-182 0 0,-19 21 90 0 0,-8 9-231 0 0,-7 11 105 0 0,-6 7-115 0 0,-4 7 116 0 0,-2 5-124 0 0,-2 4-9 0 0,-2 6-153 0 0,-1 5 37 0 0,0 6-64 0 0,3 6-91 0 0,3 6 10 0 0,5 6-142 0 0,7 8-90 0 0,8 4-58 0 0,9 6-127 0 0,10 3-113 0 0,14 1-395 0 0,15-3-97 0 0,16-5-259 0 0,15-7 166 0 0,14-9-469 0 0,10-11-512 0 0,9-11-779 0 0,5-14-1452 0 0,6-13 3012 0 0,0-13 660 0 0,-19-13-82 0 0</inkml:trace>
  <inkml:trace contextRef="#ctx0" brushRef="#br1" timeOffset="7281.875">2159 4944 1356 0 0,'0'0'0'0'0,"0"0"5385"0"0,0 0-3861 0 0,0 0 581 0 0,0 0-962 0 0,0 0-162 0 0,0 0-61 0 0,0 0-95 0 0,0 0-99 0 0,0 0-80 0 0,28 0-34 0 0,6 0-76 0 0,6 0 5 0 0,1 0 53 0 0,-1 0-93 0 0,2 0 156 0 0,-1 1-192 0 0,2 0-202 0 0,1 0-127 0 0,-2 2-117 0 0,-2-1-2 0 0,-5 2-20 0 0,-3-1-70 0 0,-4-1-89 0 0,-1 1-314 0 0,-3-2-247 0 0,-1 0-454 0 0,-1-2-851 0 0,-2-4-916 0 0,-1-2-2319 0 0,-3-4-979 0 0,-4 1 6264 0 0</inkml:trace>
  <inkml:trace contextRef="#ctx0" brushRef="#br2" timeOffset="7456.576">2586 4686 1708 0 0,'0'0'0'0'0,"0"0"5309"0"0,0 0-192 0 0,0 0-3964 0 0,0 0 627 0 0,-20 22-765 0 0,-4 7 53 0 0,-3 8-360 0 0,0 8-328 0 0,2 4-228 0 0,2 3-131 0 0,-2 15-526 0 0,4 2-39 0 0,3-1-276 0 0,2-3-345 0 0,6-7-702 0 0,3-7-1127 0 0,3-9-3652 0 0,2-12 3083 0 0</inkml:trace>
  <inkml:trace contextRef="#ctx0" brushRef="#br3" timeOffset="17969.549">1917 4807 236 0 0,'0'0'0'0'0,"0"0"336"0"0,0 0-266 0 0,0 0 71 0 0,0 0 2307 0 0,0 0-1021 0 0,0 0 20 0 0,0 0 41 0 0,0 0-286 0 0,0 0-272 0 0,0 0-134 0 0,20 8-160 0 0,3 2-87 0 0,0 1-101 0 0,-2-2-74 0 0,-3-2-63 0 0,-4-1-53 0 0,-3-3-54 0 0,-3 0 22 0 0,-2-2 49 0 0,-1-1-48 0 0,-2 0 17 0 0,2-1-60 0 0,-2 1-2 0 0,0 0 43 0 0,1 0 68 0 0,-1 1 30 0 0,-1 0-2 0 0,1 1-11 0 0,1-1-19 0 0,-1 2-14 0 0,1-1-31 0 0,0 0-21 0 0,0 0-67 0 0,0-1-78 0 0,0 0-6 0 0,1 0-72 0 0,0 0 6 0 0,0 0-11 0 0,0 0 0 0 0,0-1-6 0 0,1 1 11 0 0,-2 0 6 0 0,0 0 59 0 0,0-1 31 0 0,-1 1 24 0 0,0 0 26 0 0,-1-1-32 0 0,0 1-2 0 0,2 0 0 0 0,1-1-2 0 0,0 1-19 0 0,1 0-32 0 0,2 0-10 0 0,-1-1-47 0 0,2 1 15 0 0,1 1 67 0 0,1 0 120 0 0,1 0-250 0 0,1 1 84 0 0,0-1-42 0 0,-1 0 8 0 0,-3 0 77 0 0,-2-1-92 0 0,-3 0 31 0 0,-1 0-10 0 0,-3 0 0 0 0,1-1-14 0 0,-2 1-6 0 0,1-1-92 0 0,-1 0 44 0 0,1 0-93 0 0,-1 0-51 0 0,1 0-69 0 0,0 0-137 0 0,0 0-160 0 0,0 0-331 0 0,-2 0-833 0 0,-4 0-2592 0 0,-5 1-3787 0 0,11-1 6767 0 0,1 0 970 0 0</inkml:trace>
  <inkml:trace contextRef="#ctx0" brushRef="#br4" timeOffset="57960.336">2008 80 1864 0 0,'0'0'0'0'0,"0"0"420"0"0,0 0 1988 0 0,0 0-1510 0 0,0 0 81 0 0,0 0-65 0 0,0 0-319 0 0,0 0-40 0 0,0 0 54 0 0,0 0 8 0 0,0 0 100 0 0,-13-4-38 0 0,0-1-163 0 0,-1 0 22 0 0,2 0-8 0 0,3 2-12 0 0,3-1-21 0 0,1 2-180 0 0,1-1-67 0 0,0 0-96 0 0,-3-1-165 0 0,-2 0 8 0 0,-3-1 11 0 0,-5 1 124 0 0,-5-1-54 0 0,-4 0-83 0 0,-5 1 182 0 0,-4 0-31 0 0,-3 1-74 0 0,-1 0 70 0 0,1 1-66 0 0,1 1 32 0 0,2 0-108 0 0,4 0 16 0 0,4 1 56 0 0,4 1-92 0 0,3 1 30 0 0,3 2-229 0 0,1 0 2 0 0,-1 4 18 0 0,-1 1 66 0 0,0 4 70 0 0,-1 1 61 0 0,1 2-9 0 0,3 1 100 0 0,2 1-100 0 0,1-1 19 0 0,3 1 130 0 0,0 1 56 0 0,1-1-36 0 0,-1 2 36 0 0,0 3 11 0 0,-1 1-111 0 0,0 4 122 0 0,0 4-115 0 0,2 4 85 0 0,-1 7-208 0 0,2 4 46 0 0,-1 7-22 0 0,0 3-62 0 0,-3 4 77 0 0,0 2-16 0 0,-2 2 10 0 0,-3 1 103 0 0,-2-1-56 0 0,-3 0 148 0 0,-2-2 25 0 0,-4-1 51 0 0,-2-3-89 0 0,-1-1-72 0 0,-3-2-10 0 0,0-2-49 0 0,0 0-58 0 0,2-2 4 0 0,2 1-2 0 0,1 0-12 0 0,3 2 4 0 0,1 1-7 0 0,0 1-59 0 0,2 1 87 0 0,-1 2-25 0 0,-1 0 61 0 0,-1 1-10 0 0,-1-1 91 0 0,-2-1-160 0 0,-3-2 52 0 0,-2-1 26 0 0,-1-1-59 0 0,-2-2 99 0 0,0-1-20 0 0,1 0 41 0 0,2-1-63 0 0,2 0 71 0 0,4 1 57 0 0,4 0-137 0 0,5 1 107 0 0,4 1-81 0 0,2 1-62 0 0,1 1 3 0 0,0 1-8 0 0,-1 1-2 0 0,-2 1 0 0 0,-2 3 0 0 0,-1 0 56 0 0,1 2-63 0 0,0 0 22 0 0,1 1 39 0 0,2 0-54 0 0,3-1 78 0 0,1-1-97 0 0,3 0 25 0 0,1-1-19 0 0,1-1-2 0 0,2 0 4 0 0,1 0-43 0 0,0-1 68 0 0,4-1 20 0 0,3 1 28 0 0,6 0-7 0 0,5 0-50 0 0,4 0 117 0 0,3 0-55 0 0,1-1-64 0 0,0 0 11 0 0,0-1-13 0 0,-1-2-56 0 0,0-1 66 0 0,-2-1-27 0 0,-1-3-38 0 0,-1-2 59 0 0,-1-1-19 0 0,-3-2 1 0 0,0-1 16 0 0,-1 1-5 0 0,0 1-3 0 0,-2 3 2 0 0,-2 1 3 0 0,-2 3-5 0 0,-3 1-8 0 0,-2 1-39 0 0,-3-1 66 0 0,0 0-78 0 0,-2-3 75 0 0,-1-3-64 0 0,-2-3 65 0 0,-1-4-18 0 0,-2-4 6 0 0,-1-1 4 0 0,-3-4 0 0 0,-3 0 0 0 0,-3 0-5 0 0,-6 1-120 0 0,-4 1-101 0 0,-5 1-100 0 0,-5 3 235 0 0,-2 0 22 0 0,-2 1-128 0 0,3 0-499 0 0,2-2 311 0 0,6-2 437 0 0,5-1 92 0 0,6-2 268 0 0,4-1-246 0 0,6 0-63 0 0,3-1-17 0 0,3-1-83 0 0,2 2 1 0 0,1 0-62 0 0,1 0-33 0 0,0 1-50 0 0,0 0 23 0 0,0-1-12 0 0,0-1 95 0 0,1-1 25 0 0,1-3 55 0 0,1-3 23 0 0,1-2 28 0 0,-1-4 5 0 0,0-2 6 0 0,-1-3-41 0 0,0-2-21 0 0,0-3-48 0 0,1-1 6 0 0,0 0 68 0 0,4-1 91 0 0,4 1-8 0 0,6 2 371 0 0,9 2-287 0 0,10 3 35 0 0,11 2 16 0 0,13 2-12 0 0,14 1-58 0 0,12 2-52 0 0,11 0-185 0 0,8 0 93 0 0,7 0-93 0 0,5 0-68 0 0,1-2-88 0 0,0 0-273 0 0,-3 0-463 0 0,-5-1-96 0 0,-5 0 203 0 0,-6 3-41 0 0,-6 1-763 0 0,-7 3-937 0 0,-10 1-2330 0 0,-11 1-2107 0 0,-18-5 7902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0:19.45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5285.96875"/>
      <inkml:brushProperty name="anchorY" value="-206562.90625"/>
      <inkml:brushProperty name="scaleFactor" value="0.5"/>
    </inkml:brush>
  </inkml:definitions>
  <inkml:trace contextRef="#ctx0" brushRef="#br0">1 440 560 0 0,'0'0'0'0'0,"0"0"4276"0"0,0 0-2179 0 0,0 0 208 0 0,0 0-931 0 0,0 0-544 0 0,0 0 0 0 0,0 0-404 0 0,0 0-185 0 0,0 0-199 0 0,8-13-16 0 0,4-3-76 0 0,3-4 48 0 0,1 1-1 0 0,1-1 75 0 0,2 2 56 0 0,-1 1 50 0 0,-1 0 7 0 0,0-1-13 0 0,-1 1 174 0 0,1-1-157 0 0,0-1-39 0 0,1 0-161 0 0,3-1-72 0 0,2-1-78 0 0,3-1-65 0 0,2 0 36 0 0,1 1-60 0 0,1 0-16 0 0,-1 2 166 0 0,0 2 14 0 0,-3 2 88 0 0,-4 4 122 0 0,-5 2 14 0 0,-4 4 97 0 0,-5 1 176 0 0,-3 3-192 0 0,-3 1-98 0 0,-2 3-117 0 0,0 3 16 0 0,-2 3 64 0 0,1 3-108 0 0,-1 5 41 0 0,1 2-18 0 0,0 2-101 0 0,3 2 103 0 0,3-1-22 0 0,1-1 26 0 0,3-1-13 0 0,0-1 15 0 0,1-2 117 0 0,1-1-43 0 0,-1-2-17 0 0,1-3-70 0 0,0-2 17 0 0,3-3 50 0 0,3-2 216 0 0,4-1-26 0 0,6-4 34 0 0,8-3 118 0 0,6-4-88 0 0,6-4-153 0 0,3-3 7 0 0,0-3 45 0 0,0-1 38 0 0,-4 1-27 0 0,-4 1-61 0 0,-7 3-23 0 0,-8 4-46 0 0,-8 3-104 0 0,-7 2 11 0 0,-5 3-115 0 0,-5 3-42 0 0,-1 2 121 0 0,-2 2 28 0 0,-1 3 56 0 0,-1 2-58 0 0,-1 3 19 0 0,-1 2-6 0 0,0 2-6 0 0,0 1 118 0 0,-1 2-103 0 0,1 1-2 0 0,-1 1-17 0 0,0 0 9 0 0,1 0-75 0 0,-1-1-26 0 0,2 0-169 0 0,0-1-107 0 0,1 0-453 0 0,0-3-106 0 0,-1-1-891 0 0,1-4-950 0 0,-2-2-3022 0 0,2-5 1447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0:22.22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7603.125"/>
      <inkml:brushProperty name="anchorY" value="-207854.96875"/>
      <inkml:brushProperty name="scaleFactor" value="0.5"/>
    </inkml:brush>
  </inkml:definitions>
  <inkml:trace contextRef="#ctx0" brushRef="#br0">0 443 768 0 0,'0'0'0'0'0,"0"0"784"0"0,0 0-807 0 0,0 0 3894 0 0,0 0-2987 0 0,0 0 354 0 0,0 0-483 0 0,0 0-180 0 0,0 0 119 0 0,0 0 40 0 0,0 0-223 0 0,0 0-140 0 0,3 0 214 0 0,1-1-237 0 0,1-2 388 0 0,0-1 12 0 0,1-1 24 0 0,0-2-135 0 0,1 1-184 0 0,-2-1-190 0 0,0 0-185 0 0,0-1-59 0 0,-2 1-151 0 0,0-1 98 0 0,-1-2-54 0 0,-1-1-42 0 0,0-2-18 0 0,-1-2 0 0 0,0-2 24 0 0,1-3 72 0 0,0-1 46 0 0,1-1-3 0 0,1-1 4 0 0,3-2 1 0 0,3 1-112 0 0,4-1-42 0 0,3 1 32 0 0,3 2 90 0 0,2 0-210 0 0,2 3 190 0 0,-1 2-108 0 0,1 2 100 0 0,-2 3 68 0 0,-2 3 113 0 0,0 3 112 0 0,-2 2-77 0 0,0 1-118 0 0,-2 3 102 0 0,0 1-154 0 0,-2 2 136 0 0,1 2-132 0 0,0 4 85 0 0,2 2-86 0 0,0 4-65 0 0,3 3 105 0 0,2 2-38 0 0,3 2 27 0 0,1 0-8 0 0,4-1-7 0 0,1-1 138 0 0,0-3-120 0 0,1-2-14 0 0,1-2 10 0 0,-2-3 74 0 0,0-2-9 0 0,-1-3 69 0 0,-1-1-90 0 0,0-1-55 0 0,-1-1 24 0 0,1-1 26 0 0,-1 0-66 0 0,0-1 97 0 0,-1-1 45 0 0,1 1-57 0 0,0 0-75 0 0,-3 0 22 0 0,-2 0-23 0 0,1 0-2 0 0,-3-1-169 0 0,-2-1-320 0 0,-3 0-643 0 0,-4-2-812 0 0,-4 1-1171 0 0,-6-1-3740 0 0,-9 0 7187 0 0,-3 2-2539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3:35.15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0467.53125"/>
      <inkml:brushProperty name="anchorY" value="-234005.359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2177.625"/>
      <inkml:brushProperty name="anchorY" value="-235854.90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4736.90625"/>
      <inkml:brushProperty name="anchorY" value="-236419.1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3365.125"/>
      <inkml:brushProperty name="anchorY" value="-234814.21875"/>
      <inkml:brushProperty name="scaleFactor" value="0.5"/>
    </inkml:brush>
  </inkml:definitions>
  <inkml:trace contextRef="#ctx0" brushRef="#br0">198 149 7597 0 0,'0'0'0'0'0,"0"0"2668"0"0,0 0-1204 0 0,0 0 32 0 0,0 0-79 0 0,0 0-60 0 0,0 0-382 0 0,0 0-251 0 0,0 0-358 0 0,0 0-25 0 0,19 21-60 0 0,8 8-94 0 0,8 9-34 0 0,5 4-72 0 0,2 4-84 0 0,1 0 17 0 0,-1 1-112 0 0,-3-3-5 0 0,-4-2-144 0 0,-3-3-54 0 0,-6-4-153 0 0,-4-4-275 0 0,-5-3-290 0 0,-6-3-498 0 0,-4-4-797 0 0,-3-2-638 0 0,-4-4-1972 0 0,-1-3 463 0 0</inkml:trace>
  <inkml:trace contextRef="#ctx0" brushRef="#br1" timeOffset="203.371">0 707 2672 0 0,'0'0'0'0'0,"0"0"5153"0"0,0 0-3744 0 0,0 0 431 0 0,25-18-96 0 0,15-8 41 0 0,15-10-396 0 0,16-8-381 0 0,14-7-424 0 0,13-6-272 0 0,10-3-268 0 0,8-3-8 0 0,5 0-175 0 0,-1 0-818 0 0,-4 4-258 0 0,-9 6-1133 0 0,-14 6-2820 0 0,-15 9-3325 0 0,-21 10 10191 0 0</inkml:trace>
  <inkml:trace contextRef="#ctx0" brushRef="#br2" timeOffset="950.092">1117 1034 4136 0 0,'0'0'0'0'0,"0"0"364"0"0,0 0 4000 0 0,0 0-3075 0 0,0 0 222 0 0,0 0-503 0 0,0 0-84 0 0,0 0-327 0 0,0 0-189 0 0,0 0-178 0 0,-6-19-237 0 0,-1-5-105 0 0,-2-6-139 0 0,-1-3 89 0 0,1-1-7 0 0,-1 1 14 0 0,1 2 1 0 0,1 2-133 0 0,1 4-78 0 0,1 3-421 0 0,1 3-723 0 0,-1 4-1056 0 0,1 2-1942 0 0,0 5 748 0 0</inkml:trace>
  <inkml:trace contextRef="#ctx0" brushRef="#br3" timeOffset="1155.496">1089 736 7509 0 0,'0'0'0'0'0,"0"0"2556"0"0,0 0-1297 0 0,0 0 445 0 0,0 0-449 0 0,0 0-243 0 0,0 0-184 0 0,0 0-285 0 0,41-8-55 0 0,8 3-185 0 0,9 4-330 0 0,2 8-24 0 0,0 11-643 0 0,-1 11 783 0 0,-3 11-438 0 0,-2 10 161 0 0,-7 7-148 0 0,-7 5 97 0 0,-9 2 27 0 0,-9 0-527 0 0,-9 0-1065 0 0,-7-2-613 0 0,-8-5-1684 0 0,-11-1-221 0 0,0-12 2644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3:19.03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00420.3125"/>
      <inkml:brushProperty name="anchorY" value="-227029.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02103.5"/>
      <inkml:brushProperty name="anchorY" value="-228766.7656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03841.53125"/>
      <inkml:brushProperty name="anchorY" value="-229960.7031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05789.625"/>
      <inkml:brushProperty name="anchorY" value="-231094.7343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07126.84375"/>
      <inkml:brushProperty name="anchorY" value="-231971.14063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08986.90625"/>
      <inkml:brushProperty name="anchorY" value="-233199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0565.5625"/>
      <inkml:brushProperty name="anchorY" value="-234013.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2684.8125"/>
      <inkml:brushProperty name="anchorY" value="-235218.79688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59985.73438"/>
      <inkml:brushProperty name="anchorY" value="-208905.0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79105.65625"/>
      <inkml:brushProperty name="anchorY" value="-210989.57813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298947.03125"/>
      <inkml:brushProperty name="anchorY" value="-215095.57813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1354.40625"/>
      <inkml:brushProperty name="anchorY" value="-233946.10938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2624.40625"/>
      <inkml:brushProperty name="anchorY" value="-235216.10938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3919.09375"/>
      <inkml:brushProperty name="anchorY" value="-236473.812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2389.84375"/>
      <inkml:brushProperty name="anchorY" value="-234649.32813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5203.34375"/>
      <inkml:brushProperty name="anchorY" value="-236744.07813"/>
      <inkml:brushProperty name="scaleFactor" value="0.5"/>
    </inkml:brush>
  </inkml:definitions>
  <inkml:trace contextRef="#ctx0" brushRef="#br0">346 192 4852 0 0,'0'0'0'0'0,"0"0"925"0"0,0 0 120 0 0,0 0-249 0 0,0 0 167 0 0,0 0 248 0 0,0 0-37 0 0,-12 18-448 0 0,-2 3-254 0 0,-1 4-118 0 0,0 2-113 0 0,0-1-41 0 0,1 1-48 0 0,-2 0-22 0 0,0 2-142 0 0,-3 1 36 0 0,-2 2-24 0 0,-3 1 75 0 0,-1 1-22 0 0,-1-2-49 0 0,0-3 194 0 0,3-2-74 0 0,3-5-12 0 0,4-4-4 0 0,4-5 40 0 0,4-4-32 0 0,3-3 1 0 0,3-4-18 0 0,1-1 92 0 0,1-1 94 0 0,0 0 61 0 0,2-1-197 0 0,0 0-32 0 0,1 1-36 0 0,3-1 15 0 0,3 1 209 0 0,6 0-163 0 0,8 0 243 0 0,9 0-282 0 0,9 1 18 0 0,10 0 3 0 0,8 0-14 0 0,8 1-12 0 0,3-1-57 0 0,3 0-40 0 0,-2 0-3 0 0,-4 0-56 0 0,-7-1-70 0 0,-9 0-26 0 0,-12 0-19 0 0,-10-1-327 0 0,-10 0 53 0 0,-8-1-451 0 0,-9-1-708 0 0,-9-2-2733 0 0,-11-3-2132 0 0,0 1 4770 0 0</inkml:trace>
  <inkml:trace contextRef="#ctx0" brushRef="#br1" timeOffset="204.012">371 403 5076 0 0,'0'0'0'0'0,"0"0"5137"0"0,0 0-4145 0 0,0 0 680 0 0,0 0-438 0 0,0 0 74 0 0,0 0-382 0 0,0 0-390 0 0,0 0-314 0 0,0 0-193 0 0,0 0-1 0 0,48-1-91 0 0,12-2-50 0 0,8 0-50 0 0,-2-1-165 0 0,-6-2-389 0 0,-9 0-284 0 0,-9-2-522 0 0,-12-2-928 0 0,-8 0-1904 0 0,-9-3-640 0 0,-5 1 4133 0 0</inkml:trace>
  <inkml:trace contextRef="#ctx0" brushRef="#br2" timeOffset="394.4">375 137 7417 0 0,'0'0'0'0'0,"0"0"2084"0"0,0 0-471 0 0,0 0-104 0 0,0 0 286 0 0,0 0-302 0 0,0 0-364 0 0,0 0-320 0 0,40-9-131 0 0,15-2-171 0 0,13-4-567 0 0,6-1 88 0 0,1-1-344 0 0,-4 2 16 0 0,-6 1-113 0 0,-8 2-244 0 0,-7 2-189 0 0,-10 3-415 0 0,-7 2-686 0 0,-10 2-738 0 0,-7 1-2165 0 0,-8 2-1111 0 0,-5 0 7204 0 0</inkml:trace>
  <inkml:trace contextRef="#ctx0" brushRef="#br3" timeOffset="616.824">911 601 9309 0 0,'0'0'0'0'0,"0"0"1408"0"0,0 0-546 0 0,0 0 226 0 0,0 0 75 0 0,0 0 68 0 0,0 0-207 0 0,0 0-539 0 0,0 0-343 0 0,12-20-93 0 0,2-8-234 0 0,1-8-162 0 0,-2-4-173 0 0,-2-2-233 0 0,-4 1-117 0 0,-3 1-313 0 0,-2 3-267 0 0,-1 4 41 0 0,-2 5-401 0 0,-2 6-604 0 0,-1 6-181 0 0,0 6-733 0 0</inkml:trace>
  <inkml:trace contextRef="#ctx0" brushRef="#br4" timeOffset="777.029">1036 249 3372 0 0,'0'0'0'0'0,"0"0"2725"0"0,0 0-375 0 0,0 0-475 0 0,0 0-173 0 0,43-2-239 0 0,16-2-206 0 0,13-2-374 0 0,7-1-211 0 0,-1-2-202 0 0,-4 1-383 0 0,-9-1-48 0 0,-10 1-165 0 0,-12 2 9 0 0,-13 1-92 0 0,-12 2-163 0 0,-7 2-364 0 0,-8 1-264 0 0,-7 3-849 0 0,-4 2-879 0 0,-6 4-3159 0 0,0-1 2219 0 0</inkml:trace>
  <inkml:trace contextRef="#ctx0" brushRef="#br5" timeOffset="1126.182">1165 622 9701 0 0,'0'0'0'0'0,"0"0"2076"0"0,0 0-616 0 0,0 0-682 0 0,0 0-348 0 0,0 0 330 0 0,12-20-174 0 0,6-8-367 0 0,7-6-206 0 0,4-4-102 0 0,2-1-59 0 0,1 1 107 0 0,-2 1-25 0 0,-4 1-58 0 0,-3 3-94 0 0,-3 3-318 0 0,-3 1-176 0 0,-5 4-498 0 0,0 2-957 0 0,-4 3-2484 0 0,0 5-1235 0 0,-2 5 6639 0 0</inkml:trace>
  <inkml:trace contextRef="#ctx0" brushRef="#br6" timeOffset="1315.487">1568 323 3696 0 0,'0'0'0'0'0,"0"0"5249"0"0,0 0-4462 0 0,0 0 1521 0 0,0 0-977 0 0,0 0 130 0 0,42-4-394 0 0,11-2-321 0 0,10-2-275 0 0,3-1-223 0 0,0-1-133 0 0,-2-1-109 0 0,-3 0-78 0 0,-2 1-75 0 0,-4 0-17 0 0,-4 3-112 0 0,-3 1-112 0 0,-5 3-103 0 0,-2 1-263 0 0,-5 3-260 0 0,-5 2-723 0 0,-4 2-645 0 0,-7 2-1646 0 0,-6 1 1219 0 0,-5 0-401 0 0</inkml:trace>
  <inkml:trace contextRef="#ctx0" brushRef="#br7" timeOffset="1617.329">2100 393 6185 0 0,'0'0'0'0'0,"0"0"1988"0"0,0 0-807 0 0,0 0-139 0 0,0 0 215 0 0,0 0 103 0 0,0 18-340 0 0,0 3-304 0 0,1 4-73 0 0,4-1 10 0 0,5-1 32 0 0,3-3-237 0 0,7-2-138 0 0,3-3-56 0 0,5-2-76 0 0,2-2-128 0 0,3-2 16 0 0,2-3 30 0 0,1-2-38 0 0,3-2-66 0 0,2-2 6 0 0,2-6-92 0 0,2-4 17 0 0,0-6-169 0 0,0-6-11 0 0,-2-5 7 0 0,-4-6-115 0 0,-8-4-57 0 0,-9-4 122 0 0,-10-1 101 0 0,-14 0 96 0 0,-15 2 97 0 0,-13 4-154 0 0,-12 5 38 0 0,-11 9 31 0 0,-9 8-398 0 0,-8 11 204 0 0,-6 13-145 0 0,-3 12-529 0 0,-1 14-1202 0 0,7 7-1850 0 0,7 10-2070 0 0,17-7 5776 0 0</inkml:trace>
  <inkml:trace contextRef="#ctx0" brushRef="#br8" timeOffset="-17311.414">1786 11228 1540 0 0,'0'0'0'0'0,"0"0"1904"0"0,0 0-1554 0 0,0 0-41 0 0,0 0 159 0 0,0 0 2839 0 0,0 0-2641 0 0,0 0-556 0 0,0 0-209 0 0,0 1 406 0 0,0 0-60 0 0,0 1-93 0 0,0-1 61 0 0,0 0 232 0 0,0-1 190 0 0,0 1 46 0 0,1-1 27 0 0,-1 0-11 0 0,2-1-66 0 0,-1 1-151 0 0,2-1-214 0 0,-2 0-264 0 0,2-1 38 0 0,-1 1-175 0 0,-1 0 74 0 0,0 0 67 0 0,0 0 81 0 0,-1 1 31 0 0,0 0 43 0 0,0 0 145 0 0,0 0 79 0 0,1 0 44 0 0,0 1 193 0 0,3 1-295 0 0,0 2-9 0 0,4 2-298 0 0,3 2 12 0 0,3 1-110 0 0,2 1 39 0 0,2 1-46 0 0,3 0-59 0 0,2 0 85 0 0,2-1 55 0 0,2-1-23 0 0,1-1 28 0 0,2-1-5 0 0,2-1 105 0 0,2-1-29 0 0,1-1 42 0 0,4 0-36 0 0,3 0 128 0 0,3-2-41 0 0,5 1-80 0 0,5-2-76 0 0,8 0 6 0 0,5 0-16 0 0,9-2 4 0 0,6 0 8 0 0,6-1 44 0 0,4-2-67 0 0,2 1 17 0 0,1 0-109 0 0,-2 0 117 0 0,-4 2-81 0 0,-4 0 80 0 0,-8 0-22 0 0,-6 1 8 0 0,-6 0 42 0 0,-5 1-54 0 0,-4 0-71 0 0,-2 1 108 0 0,1-1-37 0 0,0-1 12 0 0,5 1 9 0 0,2-1-7 0 0,5 0-2 0 0,3 0-55 0 0,5 0 61 0 0,2 0-11 0 0,2 1 13 0 0,-1 0-6 0 0,-3 2-2 0 0,-1 2 75 0 0,-4 0 16 0 0,-4 2 32 0 0,-5 0-45 0 0,-5 0-12 0 0,-5 0 11 0 0,-5 0-16 0 0,-3 0-70 0 0,-2-1 20 0 0,-1 1-72 0 0,1-2 78 0 0,4 1-25 0 0,6-1 8 0 0,8 0-56 0 0,7 0 58 0 0,8-1-11 0 0,6-2-52 0 0,4 0 73 0 0,3 0-20 0 0,1-1 68 0 0,-2 0 40 0 0,-4-1-13 0 0,-6 1-102 0 0,-4 0 31 0 0,-7 0-26 0 0,-7 0-43 0 0,-5 1 54 0 0,-6 1-80 0 0,-3 0 84 0 0,-1 1-25 0 0,-1 0-34 0 0,1 0 7 0 0,4-1 52 0 0,3 1-22 0 0,5-1-37 0 0,6-1 64 0 0,5 0-17 0 0,3 0-7 0 0,4 0 4 0 0,2 0 12 0 0,0 0-4 0 0,-1 0 2 0 0,-2 1-10 0 0,-3 2 13 0 0,-3 1-18 0 0,-4 1 9 0 0,-2 1-7 0 0,-4 2-40 0 0,-1-1 67 0 0,-1 1-18 0 0,0 0 17 0 0,1-1 58 0 0,3-1 22 0 0,1-1 2 0 0,2-1-37 0 0,3 0-7 0 0,4-1 32 0 0,3-2 31 0 0,2 1-92 0 0,2-1-17 0 0,-1 0-3 0 0,1 1-1 0 0,-2-1 115 0 0,-1 1-144 0 0,-3 1 43 0 0,-2 1-19 0 0,-1-1 5 0 0,-3 2 83 0 0,-1 0 22 0 0,-1 0-117 0 0,0 0 40 0 0,0 1-22 0 0,2-1 2 0 0,3-1 106 0 0,4 0-77 0 0,3 0-41 0 0,6-1-1 0 0,3-1 8 0 0,4 0-6 0 0,4 0 2 0 0,0-1-98 0 0,0 2 126 0 0,0 0 4 0 0,-4 1-45 0 0,-1 2-36 0 0,-4 0 60 0 0,-1 0-18 0 0,-1 1 21 0 0,1 0 24 0 0,-1-1-48 0 0,2-1-40 0 0,2 0-23 0 0,1-3-59 0 0,2-1 157 0 0,1-1-45 0 0,-1-1-64 0 0,-1-1 33 0 0,-2-1 60 0 0,-1 0-24 0 0,-2-1 16 0 0,0 0-1 0 0,-2 0 107 0 0,-1 0-138 0 0,-2 1-42 0 0,-2 1 42 0 0,-2-1 25 0 0,0 1-88 0 0,-1 0 109 0 0,0 1-34 0 0,0 1 15 0 0,0-1 4 0 0,0 2 0 0 0,1 0 0 0 0,0 0 14 0 0,3 0-9 0 0,2 0 153 0 0,2 1-48 0 0,4 1-131 0 0,3 0 33 0 0,3 1-18 0 0,3 1 7 0 0,2 1 240 0 0,0 1-310 0 0,0-1 104 0 0,-3 1-45 0 0,-1-2-1 0 0,-2 0 0 0 0,-2-1 13 0 0,-1-2 61 0 0,-4-2-82 0 0,0 0-32 0 0,-1-2 54 0 0,0 1-21 0 0,1-2 20 0 0,2 1-4 0 0,3 0 142 0 0,1 0-180 0 0,1-1-10 0 0,1 2-33 0 0,1 1 37 0 0,-1 1 45 0 0,0 1-11 0 0,-3 0-76 0 0,-4 0-46 0 0,-4 1 22 0 0,-4-1 121 0 0,-2-1-27 0 0,-1 0 73 0 0,-1-2 13 0 0,2 0-84 0 0,1-2-192 0 0,1-1 70 0 0,1-1 62 0 0,1-1-40 0 0,1 0 120 0 0,-2 1-26 0 0,1 0 23 0 0,-2 1 7 0 0,0 1 50 0 0,-1 1-4 0 0,0 0 79 0 0,2 1 111 0 0,1 2-171 0 0,4 0-66 0 0,4 2 10 0 0,6 0-30 0 0,8 1-77 0 0,6 0 115 0 0,6-1-38 0 0,7 1 13 0 0,3-1-243 0 0,3 0 196 0 0,1-1 45 0 0,-1 0 28 0 0,-2 0-38 0 0,-4 0 8 0 0,-3 0 7 0 0,-3 1 56 0 0,-3 0 97 0 0,-2 0-113 0 0,-2 0-33 0 0,-1 0-1 0 0,-1 0-3 0 0,0 0 12 0 0,0 0 178 0 0,-1 0-251 0 0,0-1 42 0 0,-1 0-367 0 0,-4-1 80 0 0,-4 0 159 0 0,-5-2-154 0 0,-8 0-541 0 0,-8-1-477 0 0,-8-3-544 0 0,-12-2-1527 0 0,-12-2-5477 0 0,-13 0 9429 0 0</inkml:trace>
  <inkml:trace contextRef="#ctx0" brushRef="#br9" timeOffset="-11403.638">1939 4931 3404 0 0,'0'0'0'0'0,"0"0"1080"0"0,0 0-933 0 0,0 0-51 0 0,0 0 242 0 0,0 0-253 0 0,0 0 2672 0 0,0 0-2313 0 0,0 0 123 0 0,0 0-468 0 0,0 0 29 0 0,0 0 193 0 0,2 0 141 0 0,0 0-90 0 0,0 0-133 0 0,1 0-27 0 0,-2 0 3 0 0,0 0 156 0 0,0 0 0 0 0,-1 0-9 0 0,0 0-62 0 0,0 0-28 0 0,1 0-85 0 0,0 0-43 0 0,0 0-56 0 0,-1 0-80 0 0,1 0 77 0 0,-1 0-44 0 0,0 0 13 0 0,0 0-2 0 0,0 0-56 0 0,0 0 12 0 0,1 0-8 0 0,1 0 80 0 0,1 0 74 0 0,1 0-62 0 0,1 0-30 0 0,1 0-4 0 0,1 0-4 0 0,1 0-48 0 0,0 0 59 0 0,0 0-71 0 0,1 0 73 0 0,0 0-13 0 0,0 1 42 0 0,1 1 14 0 0,0 0 31 0 0,0 1-6 0 0,-1 1-41 0 0,0 1 59 0 0,-2-1 8 0 0,-1 0-1 0 0,0 1-42 0 0,-1-2 3 0 0,1 1-8 0 0,1 0-57 0 0,2 0 16 0 0,0 1-26 0 0,1 0-42 0 0,1 1 57 0 0,0 0-76 0 0,0 1 9 0 0,0 1 10 0 0,0 0 88 0 0,0 0 156 0 0,0 0-224 0 0,0 0-10 0 0,-1 0-207 0 0,-1-1 121 0 0,2 0-9 0 0,0 0-1 0 0,1-1 95 0 0,1 1 35 0 0,0 0-65 0 0,1-1-35 0 0,-1 1 55 0 0,1-1-17 0 0,-1 1 15 0 0,1 0 72 0 0,-1 0-6 0 0,0 2 49 0 0,-2 1-24 0 0,0 1 24 0 0,-2 2-127 0 0,-1 1 116 0 0,-1 2-115 0 0,-2 2 93 0 0,-1 1-88 0 0,-2 1 25 0 0,1 0-22 0 0,-2 1 4 0 0,1 0-6 0 0,1-2-4 0 0,-1-1-4 0 0,0-1-60 0 0,0-1 16 0 0,0-1 53 0 0,0-1-50 0 0,0 1 64 0 0,0 0 38 0 0,0 1-60 0 0,-1 1 22 0 0,-1 1-7 0 0,1 1 98 0 0,-1 2-56 0 0,0-1 83 0 0,0 1 7 0 0,-1 0-5 0 0,1-1-36 0 0,0 0-17 0 0,-2-2-8 0 0,0 0-80 0 0,1 0-48 0 0,-1-2-53 0 0,2 0 8 0 0,-1-1 33 0 0,1 0 2 0 0,0 0 76 0 0,1 0-18 0 0,1-1 24 0 0,2 1-9 0 0,0 1 4 0 0,2-1 3 0 0,0 2 56 0 0,0-1 2 0 0,1 1-10 0 0,-2-1-60 0 0,0 1 8 0 0,0-1-16 0 0,-1 0-3 0 0,1 1 0 0 0,0 1-43 0 0,0 0 54 0 0,-1 1-18 0 0,0 1 10 0 0,-1 1-10 0 0,0 0-34 0 0,0 2 56 0 0,-1 0-18 0 0,0 0 10 0 0,-1 1 4 0 0,0 0 0 0 0,-1-1 14 0 0,0 1 70 0 0,2-1-37 0 0,0 1 34 0 0,2-1-26 0 0,-1 0-44 0 0,2 1-1 0 0,1 0-4 0 0,0 1-7 0 0,0-1 2 0 0,1 1-6 0 0,0-1-54 0 0,1 1 61 0 0,0-2-20 0 0,2 1-36 0 0,0-2 68 0 0,1 1-8 0 0,1-1 46 0 0,2 0-52 0 0,0 0 18 0 0,1-1 36 0 0,1-1-68 0 0,1-1-39 0 0,1 0 56 0 0,0 0-17 0 0,1-1 15 0 0,0-1-2 0 0,-1 0-4 0 0,0 0 2 0 0,-1 0-6 0 0,0-2 6 0 0,-1 1 3 0 0,1-1 9 0 0,0 0-7 0 0,1 0-2 0 0,2-1 1 0 0,3 0-1 0 0,1-1 9 0 0,3 1 133 0 0,3-1-107 0 0,1 0-31 0 0,0 0 14 0 0,1-2-20 0 0,0-1 4 0 0,-1 0-7 0 0,0-2-68 0 0,-1-1 79 0 0,-1 0-22 0 0,-1-2-72 0 0,-2 0 28 0 0,-1 0 58 0 0,-2-1-25 0 0,0-1-40 0 0,2 0 24 0 0,1-1 41 0 0,2 0-9 0 0,2 0-45 0 0,1-1 58 0 0,2 0-20 0 0,1 0 6 0 0,1 0 9 0 0,2 0-54 0 0,0 0 68 0 0,1 0-27 0 0,0 1 8 0 0,0 0-51 0 0,0 1 61 0 0,0 0-63 0 0,0 0 57 0 0,1-1-88 0 0,0-1 26 0 0,2-2-10 0 0,1-2 14 0 0,1-3 57 0 0,1-3-11 0 0,1-2 3 0 0,1-2-101 0 0,1-1 84 0 0,0-1 17 0 0,0 1 8 0 0,0 0 59 0 0,-2 0-70 0 0,-1 3-50 0 0,-3 0-30 0 0,-4 2 30 0 0,-2 1 0 0 0,-4 2 19 0 0,-1-1 38 0 0,-3 1-69 0 0,-1-1 83 0 0,-1 1-72 0 0,1-1 73 0 0,0-1-22 0 0,1 1 4 0 0,1 0 5 0 0,-1 1 8 0 0,0 0-7 0 0,-1 0-7 0 0,-1 1 7 0 0,-2 2 2 0 0,-1 1-1 0 0,-3 0-3 0 0,-1 2-46 0 0,0 2-95 0 0,-3 3 174 0 0,0 1-45 0 0,0 3 23 0 0,-1 2 5 0 0,0 0-10 0 0,1 1 3 0 0,1 0-1 0 0,-1 0 0 0 0,1-1-4 0 0,0 1-4 0 0,1-1 5 0 0,0 1 3 0 0,1 2-1 0 0,0 0 6 0 0,0 2 8 0 0,-1 1 86 0 0,0 1 4 0 0,-2 2-65 0 0,0 0-27 0 0,-2-1 9 0 0,-1 1-9 0 0,-2-1-3 0 0,0-1 112 0 0,-1 1-8 0 0,-1-2 55 0 0,-1 0-56 0 0,0 1-55 0 0,1-1-56 0 0,1 1-4 0 0,2 0-6 0 0,1 1-48 0 0,2 0 59 0 0,2 1-80 0 0,1 0 84 0 0,1 0-68 0 0,1-1 68 0 0,0-2-29 0 0,0-2-42 0 0,-2-2 83 0 0,0-3-13 0 0,1-2 48 0 0,-1-1-56 0 0,-1-2 28 0 0,0 0-19 0 0,1-1-5 0 0,1 0-8 0 0,3 1-92 0 0,1 1 53 0 0,3 1 40 0 0,1 1-60 0 0,2 1 26 0 0,2 1-12 0 0,0 0 48 0 0,0 0-102 0 0,0-1-29 0 0,-2-2 51 0 0,0-1 81 0 0,-1-2-69 0 0,0-3 79 0 0,1-2-68 0 0,2-3 16 0 0,2-4-108 0 0,3-3 0 0 0,3-3-20 0 0,2-1-256 0 0,1-1-504 0 0,0-1 595 0 0,0 1 101 0 0,-1 1 220 0 0,-2 0-16 0 0,0 0 108 0 0,1 0 170 0 0,1-1 139 0 0,5-1 92 0 0,4-4-22 0 0,6-2-86 0 0,5-3-121 0 0,5-4-75 0 0,4-1-81 0 0,3-2 10 0 0,2-1-12 0 0,-1 0-14 0 0,0 1-10 0 0,-3 1-63 0 0,-3 1 68 0 0,-3 3-29 0 0,-4 2 74 0 0,-2 2-24 0 0,-4 1-4 0 0,-2 0-24 0 0,0 1 30 0 0,2-1-54 0 0,3-1-40 0 0,3-2 6 0 0,5-1-92 0 0,1-2-64 0 0,3 0 106 0 0,-2 0-30 0 0,-1 1 80 0 0,-4 2-22 0 0,-4 3-69 0 0,-4 2 102 0 0,-6 2-39 0 0,-4 2 12 0 0,-5 3 0 0 0,-3 1 0 0 0,-4 2 5 0 0,-2 0 3 0 0,1 1-10 0 0,-1 0 3 0 0,2-1-47 0 0,0 0 12 0 0,1-1-29 0 0,-1 1-12 0 0,0 1-17 0 0,-4 1 54 0 0,-3 3 34 0 0,-4 2-106 0 0,-3 2 153 0 0,-5 2-43 0 0,-2 5 188 0 0,-1 4-137 0 0,-1 4 63 0 0,0 3 59 0 0,-1 5-141 0 0,1 3-11 0 0,0 2 13 0 0,1 3 119 0 0,0 2 100 0 0,1 2 110 0 0,0 2-176 0 0,2 2-189 0 0,0 1-118 0 0,1 3 180 0 0,2 2 138 0 0,0 3-185 0 0,2 2 26 0 0,0 3 122 0 0,2 1-113 0 0,-1 1-23 0 0,3 0 40 0 0,2-2-64 0 0,2-1 18 0 0,2-2-12 0 0,3-3 2 0 0,2-4 3 0 0,1-3 14 0 0,2-3-14 0 0,0-5 1 0 0,2-4-98 0 0,2-4-81 0 0,2-3-15 0 0,3-3-2 0 0,1-3 50 0 0,2-3 46 0 0,3-3 93 0 0,1-3-67 0 0,3-1 32 0 0,1-2 34 0 0,4-3-67 0 0,3-3 83 0 0,2-4-91 0 0,2-3 13 0 0,4-3-33 0 0,3-5-68 0 0,1-2-30 0 0,3-3-142 0 0,-1-2-12 0 0,-1-1-82 0 0,-3 0 14 0 0,-3-1 32 0 0,-2 0 198 0 0,-4-1 16 0 0,-3 1-60 0 0,-3 0-91 0 0,-4 0-9 0 0,-3 1 175 0 0,-1 0 162 0 0,-3 3-31 0 0,-1 1 90 0 0,-4 3-64 0 0,-1 3 116 0 0,-3 2-126 0 0,-5 3 114 0 0,-3 3-63 0 0,-5 3 33 0 0,-5 2 169 0 0,-3 4 255 0 0,-4 4-154 0 0,-2 5-52 0 0,-2 5-81 0 0,-2 5-119 0 0,-2 5 64 0 0,-1 3 101 0 0,-3 2-102 0 0,0 1 7 0 0,-1 0-123 0 0,0-2-12 0 0,2-2 0 0 0,2-3 30 0 0,4-4-53 0 0,5-4 4 0 0,6-5-48 0 0,7-3-4 0 0,7-4-30 0 0,9-3 90 0 0,8-5-126 0 0,6-5 82 0 0,6-5-82 0 0,3-3-71 0 0,2-4 112 0 0,1-1 62 0 0,-2-1-2 0 0,-3 1 123 0 0,-3 2-39 0 0,-2 3 23 0 0,-3 2 67 0 0,-1 3-79 0 0,-2 2-2 0 0,0 3-28 0 0,-1 3-47 0 0,-2 1 90 0 0,-1 3 161 0 0,-2 0-193 0 0,-2 2 0 0 0,-3 2-57 0 0,0 2 11 0 0,-1 2 102 0 0,-1 2-82 0 0,-1 3-40 0 0,-1 1 13 0 0,0 2 140 0 0,-2 1-34 0 0,0 4 200 0 0,0 1 62 0 0,-1 2 60 0 0,1 1-227 0 0,-1 2-221 0 0,1 0 42 0 0,1 0-34 0 0,1-1-12 0 0,1 0 18 0 0,2-2-6 0 0,1 1-3 0 0,1-2 2 0 0,2-1-1 0 0,-1 0 4 0 0,1 1 9 0 0,0-1-2 0 0,0 2 52 0 0,-1 1-19 0 0,-1 3-33 0 0,-2 1 11 0 0,0 2 68 0 0,-2 3-6 0 0,2 2-22 0 0,-1 1 52 0 0,0 2-63 0 0,2 2-46 0 0,1 0 22 0 0,1 1 76 0 0,0-1-37 0 0,1 0 11 0 0,0 0 18 0 0,-1-1-94 0 0,-1-1 144 0 0,0-1-120 0 0,-3 0 84 0 0,0 0-65 0 0,-2 0 27 0 0,-2 0-22 0 0,0-1-37 0 0,-2 1 0 0 0,0-1-7 0 0,0 0 9 0 0,0-1 1 0 0,1-1 57 0 0,0-2-72 0 0,2 0 24 0 0,1-1 38 0 0,1-1-64 0 0,1-2 12 0 0,0-1-9 0 0,-1-2-10 0 0,-1-1-44 0 0,-2-2 58 0 0,0-2-103 0 0,-1-1 53 0 0,-2-3-116 0 0,-1-1 17 0 0,0-2-1 0 0,-2-1 42 0 0,0-1 35 0 0,-2-2 17 0 0,0-1 56 0 0,1-2-9 0 0,1 0 3 0 0,3-2 2 0 0,1-1-53 0 0,2-2 62 0 0,1-1-30 0 0,0-3 14 0 0,0-3-2 0 0,1-2-159 0 0,-2-2-76 0 0,0-3 17 0 0,-1-3 75 0 0,0 0 81 0 0,-2-2 62 0 0,-1 0 2 0 0,0 1 18 0 0,-1 0 78 0 0,0 1-36 0 0,1-1 35 0 0,1 0-12 0 0,2 0-71 0 0,2-1 20 0 0,2 0-19 0 0,2-1 7 0 0,1 0-12 0 0,1-1 18 0 0,2 0-6 0 0,0 0-12 0 0,2-1 4 0 0,2 1-59 0 0,2 0 13 0 0,0 0 53 0 0,2 0-18 0 0,0 1 9 0 0,0 0-121 0 0,0 1 53 0 0,-2 1-9 0 0,-1 0 83 0 0,-2 3-17 0 0,-2 0 10 0 0,-4 1 6 0 0,-4 1-6 0 0,-2 2 1 0 0,-5 1 0 0 0,-4 3 0 0 0,-6 2 0 0 0,-5 2 150 0 0,-5 2 31 0 0,-4 3-37 0 0,-3 5-34 0 0,-2 4-107 0 0,-2 5 100 0 0,1 3-37 0 0,-1 4-9 0 0,1 3 10 0 0,0 1 39 0 0,1 1-12 0 0,2-1-22 0 0,2 1-67 0 0,2 0 88 0 0,3-2-13 0 0,3-2 48 0 0,2-1-155 0 0,3-3 52 0 0,3-3-31 0 0,4-2-1 0 0,2-3 0 0 0,3-2-197 0 0,1-3 18 0 0,3-2-7 0 0,2-1 150 0 0,4-2 27 0 0,2-3 6 0 0,5-3-4 0 0,3-4-85 0 0,4-2 126 0 0,4-4-32 0 0,4-3 12 0 0,5-1-9 0 0,3-2-43 0 0,4-1-2 0 0,2 0 43 0 0,3 1-14 0 0,-2 1 15 0 0,-1 1-12 0 0,-3 3 9 0 0,-4 2 7 0 0,-4 1 114 0 0,-1 3-45 0 0,-3-1 48 0 0,2 1-132 0 0,2-2 30 0 0,3-2-117 0 0,2-1-28 0 0,4-3-46 0 0,3-2 24 0 0,2-2 54 0 0,-1-2 44 0 0,1-1 44 0 0,-3 0 3 0 0,-1-1 9 0 0,-3-1 75 0 0,-2 0-44 0 0,-2-2 50 0 0,-2-2-45 0 0,-1-2-42 0 0,-2-3-130 0 0,0-3-415 0 0,-3-2-111 0 0,-1 0-67 0 0,-4 0-148 0 0,-3 5-316 0 0,-2 5-593 0 0,-6 7-581 0 0,-2 10-1942 0 0,-11 5 470 0 0</inkml:trace>
  <inkml:trace contextRef="#ctx0" brushRef="#br10" timeOffset="-1426.109">1987 823 1604 0 0,'0'0'0'0'0,"0"0"1332"0"0,0 0-886 0 0,0 0-200 0 0,0 0-222 0 0,0 0 0 0 0,0 0 132 0 0,0 0 102 0 0,0 4 27 0 0,1 0 55 0 0,1 0-86 0 0,1 0 34 0 0,1-1-125 0 0,0 0-102 0 0,0 0 135 0 0,-1 0 167 0 0,-1-1 1508 0 0,-1 0-1496 0 0,0 1 200 0 0,-1 1-246 0 0,0 0-171 0 0,0 2 84 0 0,-1 1-118 0 0,-1 2 40 0 0,-1 0 80 0 0,-1 2-6 0 0,-1 0-44 0 0,0 0-53 0 0,-1 1 102 0 0,0-1-55 0 0,-1 0 112 0 0,-1 0-164 0 0,-1-1 32 0 0,2 0-69 0 0,0-1-34 0 0,0 0-69 0 0,1-2-74 0 0,0 0-4 0 0,2-1-110 0 0,2-1-48 0 0,0 1 35 0 0,1-1 88 0 0,1 1-12 0 0,0 0 72 0 0,2 1 54 0 0,2-1-6 0 0,0 2 64 0 0,1 0-62 0 0,-1 1 120 0 0,1-1-128 0 0,-1 1 31 0 0,-1 0-16 0 0,-2-1 62 0 0,0 1-80 0 0,0 0-34 0 0,-1 0 70 0 0,0 1-27 0 0,0-1 9 0 0,-1 1 61 0 0,0-1-79 0 0,0 0 27 0 0,-1 0-158 0 0,0 0 23 0 0,0 0 153 0 0,-2 1 24 0 0,1 2 170 0 0,-2 0 66 0 0,-1 1-253 0 0,1 1-13 0 0,1-2-338 0 0,1 0 113 0 0,1-1 92 0 0,1 0 103 0 0,1 0-14 0 0,0 0 23 0 0,0 1 172 0 0,0 1 49 0 0,0 1-260 0 0,0 0 181 0 0,1 1-170 0 0,-1 0-60 0 0,0 1-4 0 0,0 1 112 0 0,-2 1 308 0 0,0 1-291 0 0,-2 2-26 0 0,-2-1-127 0 0,-1 2-88 0 0,-1-1 254 0 0,-1 0 106 0 0,-2 0-89 0 0,0 0-14 0 0,2-1-53 0 0,1-1-234 0 0,0 0 304 0 0,1 0-12 0 0,0-1-80 0 0,-1 0 34 0 0,1 0-25 0 0,0 0-254 0 0,0 0 343 0 0,0 0-17 0 0,-1-1 2 0 0,0 1-73 0 0,-1-1-36 0 0,1-1-191 0 0,1 0 262 0 0,1 0-48 0 0,1 0 108 0 0,0-1-109 0 0,1 0-115 0 0,1-1-25 0 0,1 0 204 0 0,-1 1 53 0 0,1 0 159 0 0,0 0 46 0 0,1 1-358 0 0,0 0-144 0 0,0 1-66 0 0,1 1 334 0 0,0 1-13 0 0,0 1-77 0 0,0 0 42 0 0,0 2-317 0 0,-1 0 343 0 0,0 0-70 0 0,-1 0 23 0 0,-1 0 7 0 0,0 1 0 0 0,0 1 0 0 0,-1-1 0 0 0,1 1-42 0 0,1 1 54 0 0,1 0 43 0 0,0 0-73 0 0,0 2 69 0 0,1 0-63 0 0,0 2 9 0 0,0 0-69 0 0,-2 2 87 0 0,0 0-113 0 0,-2 0 118 0 0,-1 0-139 0 0,1 1 145 0 0,0-1-101 0 0,0 0 82 0 0,1 0-22 0 0,1 0-2 0 0,1 0-96 0 0,0-1 144 0 0,1 1-48 0 0,0-1 17 0 0,0 0 0 0 0,0 0-79 0 0,0 1-1 0 0,0 0-24 0 0,1 2 36 0 0,-1 0 66 0 0,0 1-26 0 0,0 1 18 0 0,0 1 11 0 0,1 0 11 0 0,2 1-11 0 0,-1-1 93 0 0,0 0-120 0 0,0 1 39 0 0,-1-1-88 0 0,0 0-25 0 0,-1 1 120 0 0,0-1-251 0 0,0 1-7 0 0,-2 1 139 0 0,-1 0-246 0 0,-1 1 240 0 0,-2-1 108 0 0,1 1-25 0 0,-1-1 30 0 0,1 0 70 0 0,1 0-39 0 0,0 1-31 0 0,1-1 146 0 0,1 1-195 0 0,0 1 63 0 0,0 0-22 0 0,0 1-75 0 0,-1 0-100 0 0,-1 0 6 0 0,0 1 6 0 0,1-1-7 0 0,-1 0-180 0 0,1 1 173 0 0,-1-2-46 0 0,2 1 195 0 0,0-1 10 0 0,0 1 192 0 0,2-1 30 0 0,-1 0-130 0 0,0 0-62 0 0,0 1 7 0 0,0-1 46 0 0,-1 1-83 0 0,1 0-243 0 0,-1 1 124 0 0,1-1-23 0 0,-1 0-42 0 0,1 0-82 0 0,-1 0 87 0 0,0 0-233 0 0,0-1 524 0 0,-1 1-127 0 0,0-2 33 0 0,-1 1 12 0 0,1 0 38 0 0,-1 0-64 0 0,0-1 22 0 0,0 1 80 0 0,0 1-113 0 0,2-1-18 0 0,0 1 54 0 0,1 0-27 0 0,-1 1-52 0 0,-1-1 77 0 0,-1 1-21 0 0,-1 0-636 0 0,-2-1 604 0 0,-2 1-329 0 0,-2-1 70 0 0,-1 1 163 0 0,0 0 139 0 0,-1 1-26 0 0,0 1 26 0 0,1 1 1 0 0,2 2 5 0 0,1 1-6 0 0,2 1 1 0 0,1 1-4 0 0,3 2 5 0 0,0 0-6 0 0,1 0 6 0 0,1 1-11 0 0,-2 0-81 0 0,2 1-5 0 0,-3-1-4 0 0,1 1-186 0 0,-2 1 248 0 0,-1-1 26 0 0,-2 1-92 0 0,-2 1 115 0 0,-3 0-20 0 0,-2 0 12 0 0,-3 2 75 0 0,-2 0 143 0 0,0 2-4 0 0,-1 1-126 0 0,1 1 199 0 0,0 2 58 0 0,2 2-228 0 0,0 1-29 0 0,3 0 113 0 0,1 3 115 0 0,2-1 77 0 0,1 2-26 0 0,2-1 221 0 0,0 1-139 0 0,1 0 56 0 0,0 0-78 0 0,1 0-176 0 0,-3 0-61 0 0,0-1-199 0 0,-2 0 94 0 0,-2-1-99 0 0,-2-2 18 0 0,0 0 73 0 0,0-2-98 0 0,-2-1 117 0 0,0-1-49 0 0,1-1 35 0 0,-1 0 20 0 0,1 0 98 0 0,2-1-54 0 0,1 0-5 0 0,2-1 27 0 0,2-1 74 0 0,3-1 16 0 0,2-2-143 0 0,1-1-107 0 0,3-2 9 0 0,0-1-60 0 0,1-1 47 0 0,1-2-11 0 0,0 1-2 0 0,1-2-53 0 0,1-1-27 0 0,-1 1 13 0 0,1-2 85 0 0,-1 0-11 0 0,0-1 9 0 0,0 0 49 0 0,-2 0-61 0 0,1-1 7 0 0,-1 1-3 0 0,1-1-7 0 0,2 1 7 0 0,3 0-78 0 0,2 1-38 0 0,2 0-26 0 0,0 0 34 0 0,2 0-1 0 0,1 0-13 0 0,0 0 67 0 0,1 0 55 0 0,1-2-4 0 0,1 0 121 0 0,0-2-17 0 0,2-3-49 0 0,2-1-36 0 0,-1-1 184 0 0,1-3-44 0 0,-1-1-86 0 0,0 0-66 0 0,-2-1 22 0 0,-3-1-11 0 0,-2-1-6 0 0,-4-1-2 0 0,-2-1-8 0 0,-2-2 164 0 0,-2-2-164 0 0,-1-1 10 0 0,-1-3-3 0 0,-1-2-2 0 0,1-2 101 0 0,-1-2-122 0 0,1-2 41 0 0,0-2-27 0 0,0-1-1 0 0,-1-2-84 0 0,-1 0 98 0 0,0-1-20 0 0,-1-1 7 0 0,-1 0 58 0 0,-1-1 35 0 0,0-1-25 0 0,0 0-76 0 0,1 0 23 0 0,1 0-102 0 0,0 1 7 0 0,1-1 26 0 0,1 2 57 0 0,-1-1-20 0 0,1 1 21 0 0,0 1 6 0 0,1-1 125 0 0,-1 0 100 0 0,1 0 83 0 0,-1 1-39 0 0,0 0 70 0 0,0 1 52 0 0,-1 0-120 0 0,0 1-16 0 0,1 1-106 0 0,-2 1-169 0 0,1 0 25 0 0,-2 1-18 0 0,2-1 6 0 0,-1 0 2 0 0,1 0 56 0 0,-1-2-66 0 0,1-2 27 0 0,0-1 38 0 0,1-2 1 0 0,1-1 17 0 0,0-1-90 0 0,0-1 26 0 0,0 0-161 0 0,0-1-163 0 0,0 0-266 0 0,0-2-134 0 0,0 0 67 0 0,0-1 102 0 0,1-1 45 0 0,1 0 162 0 0,3-1 96 0 0,2 1 162 0 0,1-1 67 0 0,1 1 160 0 0,0 0 155 0 0,0 0 100 0 0,-2 1 22 0 0,0 1 93 0 0,-2 1-33 0 0,1 0-115 0 0,-1 2-62 0 0,3-1 42 0 0,5 1 98 0 0,6 0-21 0 0,8 0-116 0 0,9 1-158 0 0,9-1-78 0 0,8-1 60 0 0,5 1-46 0 0,3-2 92 0 0,0 1-63 0 0,-1-1-62 0 0,-5 0-51 0 0,-4 0 8 0 0,-6 1 46 0 0,-4 1-67 0 0,-4 1 18 0 0,0 2-11 0 0,-1 4 0 0 0,1 2 14 0 0,-1 3-13 0 0,-1 1 0 0 0,-2 0 4 0 0,-3 0 124 0 0,-4-2 12 0 0,-5-1-56 0 0,-4-2-19 0 0,-6-2-56 0 0,-4-1-4 0 0,-4-2-144 0 0,-1-1-279 0 0,-2-1-312 0 0,-1-1-254 0 0,1 0-491 0 0,2 0-282 0 0,5 1-357 0 0,3-1-499 0 0,4 0-359 0 0,0 0 688 0 0</inkml:trace>
  <inkml:trace contextRef="#ctx0" brushRef="#br11" timeOffset="14497.935">19762 11997 64 0 0,'0'0'0'0'0,"0"0"16"0"0,0 0 56 0 0,0 0-225 0 0,0 0 169 0 0</inkml:trace>
  <inkml:trace contextRef="#ctx0" brushRef="#br12" timeOffset="14592.8">19762 11997 12 0 0,'0'0'0'0'0,"4"-2"316"0"0,1-1-84 0 0,-1 1-125 0 0,-1 0-105 0 0,0 0-226 0 0,1 1-242 0 0,-2 1 560 0 0</inkml:trace>
  <inkml:trace contextRef="#ctx0" brushRef="#br13" timeOffset="14995.859">19795 11966 1120 0 0,'0'0'0'0'0,"0"0"1268"0"0,0 0-900 0 0,0 0-140 0 0,0 0-90 0 0,0 0 6 0 0,0 0-166 0 0,0 0 46 0 0,0 0 64 0 0,0 0 238 0 0,0 0 193 0 0,-5-10 86 0 0,1-2-512 0 0,0-1 253 0 0,0 0-341 0 0,2 4 2662 0 0,1 1-1597 0 0,0 3 105 0 0,0 2-345 0 0,-1 2-147 0 0,0 1-66 0 0,-1 1-22 0 0,0 2-79 0 0,0 2-70 0 0,0 0-51 0 0,2 0-68 0 0,0 0-45 0 0,0-1 2 0 0,1 0-50 0 0,0-1 40 0 0,0 0-28 0 0,0-2-38 0 0,0 0-69 0 0,1-1-152 0 0,1 0 37 0 0,-1 0-178 0 0,2-1 54 0 0,0-2-30 0 0,-1 0 35 0 0,0-1-24 0 0,-1-1 37 0 0,0-1 84 0 0,0 1-14 0 0,-1-1 118 0 0,-1 0 54 0 0,-1-1 165 0 0,-3-2-14 0 0,-3-3-38 0 0,-3-3-107 0 0,-3-4-19 0 0,-3-3-18 0 0,-3-5-59 0 0,-2-3 14 0 0,-2-5 15 0 0,0-2 12 0 0,1-3-20 0 0,2-1-100 0 0,2 2 33 0 0,2 2-26 0 0,5 4-57 0 0,3 4-96 0 0,2 5-38 0 0,4 5-82 0 0,1 4-51 0 0,2 2-123 0 0,0 4-159 0 0,1 2-208 0 0,1 3-182 0 0,1 2-413 0 0,0 6-275 0 0,2 3-1180 0 0,1 9-1906 0 0,-1 0 1957 0 0</inkml:trace>
  <inkml:trace contextRef="#ctx0" brushRef="#br14" timeOffset="15407.846">19718 11947 80 0 0,'0'0'0'0'0,"0"0"312"0"0,0 0 383 0 0,0 0 175 0 0,0 0 71 0 0,0 0-66 0 0,0 0 78 0 0,0 0 57 0 0,0 0 132 0 0,0 0-97 0 0,0 0-137 0 0,0 0 33 0 0,-9-4-80 0 0,-5 1 202 0 0,-3 2-137 0 0,-3 5 82 0 0,-1 4-184 0 0,-4 6-14 0 0,-2 5-84 0 0,-3 6-206 0 0,-4 4-98 0 0,-1 5-91 0 0,-2 3-53 0 0,-2 3-81 0 0,0 3-219 0 0,-2 1-98 0 0,2 1-228 0 0,0 2-113 0 0,1-1-390 0 0,2 0-323 0 0,3-2-956 0 0,3-3-2331 0 0,2-3-2975 0 0,7-8 7709 0 0</inkml:trace>
  <inkml:trace contextRef="#ctx0" brushRef="#br15" timeOffset="25905.228">8087 6573 288 0 0,'0'0'0'0'0,"0"0"1904"0"0,0 0-1596 0 0,0 0 116 0 0,0 0-290 0 0,0 0 66 0 0,0 0-116 0 0,0 0 124 0 0,0 0 140 0 0,0 0 714 0 0,-13 2-759 0 0,-2 2 79 0 0,-1 0-166 0 0,0 2 86 0 0,2 0-54 0 0,2 1 93 0 0,1 0-150 0 0,2 0-121 0 0,0 0 48 0 0,2 0-28 0 0,2 0 30 0 0,1-2-50 0 0,2 1-17 0 0,1-2-43 0 0,0 0 144 0 0,3-1-148 0 0,2 0 2 0 0,1-1-169 0 0,2 1-15 0 0,0 0 94 0 0,0 0 6 0 0,0 1-68 0 0,-1-1 175 0 0,-1 1-48 0 0,0-1 91 0 0,-2 0-34 0 0,0-1 14 0 0,-2-1-2 0 0,0 1 14 0 0,-1-1 61 0 0,0-1-35 0 0,0 1 29 0 0,0-1-143 0 0,0 0-276 0 0,0 0-250 0 0,1 0 64 0 0,1-2 146 0 0,-1 1 202 0 0,1-2 124 0 0,-1 0 53 0 0,-1 0 169 0 0,1 1 112 0 0,-3-1 13 0 0,-1 2 101 0 0,-2 0-95 0 0,-2 0 262 0 0,-1 2-201 0 0,-3 0-110 0 0,0 2-92 0 0,-2 2-18 0 0,0 2-187 0 0,2 2 88 0 0,1 1-88 0 0,4 1 62 0 0,2 0-61 0 0,1-1 74 0 0,4 1-13 0 0,2-2 20 0 0,3 0 62 0 0,0-2 12 0 0,1 0-18 0 0,0-2 75 0 0,-1-2-40 0 0,-1-1 1 0 0,2-1-92 0 0,0-1-79 0 0,0 0-118 0 0,3 0 23 0 0,0 0-80 0 0,2-2 32 0 0,1-1-41 0 0,-1 0 85 0 0,-1-2 109 0 0,0-1 71 0 0,-2 0 117 0 0,-2-1-78 0 0,-1 1 43 0 0,-3-1 27 0 0,-1 2 0 0 0,-1 0-25 0 0,-1 2-24 0 0,-2 1-8 0 0,-3 0 153 0 0,-2 3 220 0 0,-4 1-236 0 0,-3 3-297 0 0,-1 2 56 0 0,-3 3-33 0 0,0 2-129 0 0,2 2 171 0 0,1 0 57 0 0,4 0-4 0 0,4-1-47 0 0,3 0 80 0 0,3-1-74 0 0,5-1 168 0 0,2-1-44 0 0,4-1-23 0 0,1-2-5 0 0,2-2-48 0 0,2-1 15 0 0,-1-2-26 0 0,1 0-37 0 0,0-2-50 0 0,2-3-92 0 0,2-2-148 0 0,1-2 67 0 0,1-3 13 0 0,0-2 183 0 0,0-2 82 0 0,-2 0-47 0 0,-2-1 53 0 0,-3 1-69 0 0,-4 0 95 0 0,-3 3 26 0 0,-4 1-5 0 0,-1 4-62 0 0,-2 1-101 0 0,-2 2-22 0 0,-2 1-196 0 0,-1 2 67 0 0,-3 0 187 0 0,0 0-14 0 0,-1 1-28 0 0,1 1 5 0 0,0 1 12 0 0,1 2 111 0 0,0 2 15 0 0,3 1 36 0 0,0 2-21 0 0,1 0-79 0 0,1 1 97 0 0,1 1-94 0 0,1-2 13 0 0,1 1-92 0 0,3-2 13 0 0,1-1-103 0 0,1-2-35 0 0,2-1-221 0 0,-2-2 192 0 0,1-2-11 0 0,0 0-16 0 0,0-3-43 0 0,3-2-182 0 0,4-4 15 0 0,1-3 29 0 0,4-4 65 0 0,1-3 347 0 0,-2-1-92 0 0,0 0 113 0 0,-4 1 57 0 0,-4 3 136 0 0,-3 3 58 0 0,-5 3-47 0 0,-6 4-143 0 0,-6 3 238 0 0,-9 5-5 0 0,-5 5-59 0 0,-6 4 48 0 0,-2 3-89 0 0,1 3-84 0 0,3 1-22 0 0,4 1 25 0 0,7-1-28 0 0,5 0 36 0 0,5-2-112 0 0,3-1-70 0 0,3-3 14 0 0,2-1-144 0 0,0-2-38 0 0,0-4-310 0 0,0-1-384 0 0,-1-3-887 0 0,1-2-2514 0 0,-1-2-2533 0 0,0-1 7228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4:23.5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254 199 5052 0 0,'0'0'767'0'0,"0"0"-502"0"0,0 0-212 0 0,0 0 280 0 0,0 0 924 0 0,0 0 53 0 0,0 0-753 0 0,0 0-305 0 0,3-2 125 0 0,44-17 3616 0 0,46 31-4184 0 0,-18-1 211 0 0,44-30 436 0 0,-240 15-1823 0 0,43 15 1392 0 0,123 22 157 0 0,170 2 262 0 0,-544-76-640 0 0,277 35-2 0 0,51 6 146 0 0,1 0 88 0 0,0 0 48 0 0,0 0 15 0 0,0 0 4 0 0,0 0-2 0 0,22 2 411 0 0,115 15 649 0 0,0-5 0 0 0,0-6 1 0 0,51-8-1162 0 0,-157-1 19 0 0,-30 3-24 0 0,-1 0-5 0 0,0 0-8 0 0,0 0-25 0 0,0 0-20 0 0,0 0-47 0 0,0 0 4 0 0,-33 7-862 0 0,-384 7 253 0 0,377-12 794 0 0,19-1 502 0 0,50-1-308 0 0,291 12 761 0 0,-212-12-1206 0 0,-106 0 101 0 0,-2 0-4 0 0,0 0 14 0 0,-55 7-130 0 0,-348-45-1150 0 0,314 30 1218 0 0,88 8 144 0 0,1 0 40 0 0,58-2 827 0 0,343 43 861 0 0,83-29-884 0 0,-583-31-1929 0 0,-4-1 831 0 0,-1 4 1 0 0,0 4-1 0 0,-1 5 1 0 0,-1 5 0 0 0,-7 5 232 0 0,38 15-311 0 0,74-16 308 0 0,1-2 21 0 0,0 0 39 0 0,20-17-69 0 0,-487 17 369 0 0,466 0-269 0 0,-6-21 77 0 0,663 7 960 0 0,-603 37-1009 0 0,-91-20-389 0 0,-371 2-628 0 0,390-7 449 0 0,-12-1 807 0 0,27 4-3858 0 0,8 1-3461 0 0,21 7 1792 0 0</inkml:trace>
  <inkml:trace contextRef="#ctx0" brushRef="#br0" timeOffset="5044.6">520 5 508 0 0,'0'0'2294'0'0,"0"0"-424"0"0,0 0-168 0 0,0 0-342 0 0,0 0-296 0 0,0 0-488 0 0,0 0-333 0 0,0 0 238 0 0,0 0 215 0 0,2-4 270 0 0,-2 4-893 0 0,0 1-1 0 0,0-1 0 0 0,0 1 1 0 0,0-1-1 0 0,0 0 1 0 0,1 1-1 0 0,-1-1 0 0 0,0 1 1 0 0,0-1-1 0 0,0 0 0 0 0,0 1 1 0 0,1-1-1 0 0,-1 0 0 0 0,0 1 1 0 0,0-1-1 0 0,1 0 0 0 0,-1 1 1 0 0,0-1-1 0 0,1 0 0 0 0,-1 0 1 0 0,0 1-1 0 0,1-1 0 0 0,-1 0 1 0 0,0 0-1 0 0,1 1 1 0 0,-1-1-1 0 0,0 0 0 0 0,1 0 1 0 0,-1 0-1 0 0,1 0 0 0 0,-1 0 1 0 0,0 0-1 0 0,1 0 0 0 0,-1 0 1 0 0,1 0-1 0 0,-1 0 0 0 0,0 0 1 0 0,1 0-1 0 0,-1 0 0 0 0,1 0 1 0 0,-1 0-1 0 0,0 0 1 0 0,1 0-73 0 0,6 37 1470 0 0,3 161-1151 0 0,-7-149-2245 0 0,-28-31-5718 0 0,-1-14 589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5:08.3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 29 1160 0 0,'0'0'2326'0'0,"0"0"-689"0"0,0 0-713 0 0,0 0-376 0 0,0 0-9 0 0,0 0 1206 0 0,0 0-102 0 0,0 0-620 0 0,0-17-20 0 0,0 14 2790 0 0,-1 5-3807 0 0,-1 0 0 0 0,1 1 0 0 0,1-1 0 0 0,-1 0 0 0 0,0 1-1 0 0,0-1 1 0 0,1 1 0 0 0,0-1 0 0 0,-1 1 0 0 0,1-1-1 0 0,0 1 1 0 0,0 0 0 0 0,0-1 0 0 0,1 1 0 0 0,-1-1-1 0 0,1 1 1 0 0,-1-1 0 0 0,1 1 0 0 0,0-1 0 0 0,0 0-1 0 0,0 1 1 0 0,0-1 0 0 0,0 0 0 0 0,1 0 0 0 0,-1 1-1 0 0,1-1 1 0 0,-1 0 0 0 0,1 0 0 0 0,0-1 0 0 0,-1 1-1 0 0,1 0 1 0 0,0-1 0 0 0,0 1 0 0 0,1-1 0 0 0,-1 1 0 0 0,0-1-1 0 0,0 0 1 0 0,1 0 0 0 0,-1 0 0 0 0,1 0 0 0 0,-1-1-1 0 0,0 1 1 0 0,1-1 0 0 0,0 1 0 0 0,-1-1 0 0 0,1 0-1 0 0,-1 0 1 0 0,1 0 0 0 0,-1 0 0 0 0,1 0 0 0 0,-1-1-1 0 0,1 1 15 0 0,-1-2-3 0 0,-1 0 0 0 0,0 0-1 0 0,0 0 1 0 0,0 0 0 0 0,0 0-1 0 0,0 0 1 0 0,0 0 0 0 0,0 0-1 0 0,-1-1 1 0 0,1 1 0 0 0,-1 0-1 0 0,0 0 1 0 0,0-1-1 0 0,1 1 1 0 0,-1 0 0 0 0,-1 0-1 0 0,1-1 1 0 0,0 1 0 0 0,-1 0-1 0 0,1 0 1 0 0,-1-1 0 0 0,1 1-1 0 0,-1 0 1 0 0,0 0 0 0 0,0 0-1 0 0,0 0 1 0 0,0 0 0 0 0,-1 0-1 0 0,1 0 1 0 0,0 0-1 0 0,-1 1 1 0 0,1-1 0 0 0,-1 0-1 0 0,0 1 1 0 0,1-1 0 0 0,-1 1-1 0 0,0 0 1 0 0,0 0 0 0 0,0-1-1 0 0,0 1 1 0 0,0 0 0 0 0,0 1-1 0 0,0-1 1 0 0,0 0-1 0 0,-1 1 1 0 0,1-1 0 0 0,0 1-1 0 0,0-1 1 0 0,-1 1 0 0 0,1 0-1 0 0,0 0 1 0 0,-1 0 0 0 0,1 1-1 0 0,0-1 1 0 0,0 0 0 0 0,0 1-1 0 0,-1-1 1 0 0,1 1 0 0 0,0 0-1 0 0,0 0 1 0 0,0 0-1 0 0,0 0 1 0 0,-2 1 3 0 0,-47 73-81 0 0,100-73 175 0 0,54-23-52 0 0,-102 19-61 0 0,-1 0-1 0 0,1 1 1 0 0,-1-1-1 0 0,0 0 1 0 0,1 0-1 0 0,-1 0 1 0 0,0 0-1 0 0,0 0 1 0 0,0 0-1 0 0,-1 0 1 0 0,1 0-1 0 0,0 0 1 0 0,-1 0-1 0 0,1 0 1 0 0,-1 0-1 0 0,0 1 1 0 0,0-1-1 0 0,0 0 1 0 0,1 0-1 0 0,-2 1 1 0 0,1-1-1 0 0,0 0 1 0 0,0 1-1 0 0,0-1 1 0 0,-1 1-1 0 0,1 0 1 0 0,-1-1-1 0 0,1 1 1 0 0,-1 0-1 0 0,1 0 1 0 0,-1 0-1 0 0,0 0 1 0 0,0 0-1 0 0,1 0 1 0 0,-1 1-1 0 0,0-1 1 0 0,0 1-1 0 0,0-1 1 0 0,0 1-1 0 0,0-1 1 0 0,0 1-1 0 0,0 0 1 0 0,0 0-1 0 0,0 0 1 0 0,-1 1 19 0 0,1-3 21 0 0,-1 0 1 0 0,1 1-1 0 0,-1-1 1 0 0,1 1-1 0 0,-1-1 1 0 0,1 1-1 0 0,-1 0 0 0 0,0 0 1 0 0,0 1-1 0 0,1-1 1 0 0,-1 0-1 0 0,0 1 0 0 0,0 0 1 0 0,0 0-1 0 0,0 0 1 0 0,1 0-1 0 0,-1 0 1 0 0,0 0-1 0 0,0 1 0 0 0,0-1 1 0 0,0 1-1 0 0,1 0 1 0 0,-1 0-1 0 0,0 0 0 0 0,1 0 1 0 0,-1 0-1 0 0,1 1 1 0 0,-1-1-1 0 0,1 1 1 0 0,-1 0-1 0 0,1-1 0 0 0,0 1 1 0 0,0 0-1 0 0,0 0 1 0 0,0 1-1 0 0,0-1 0 0 0,1 0 1 0 0,-1 1-1 0 0,1-1 1 0 0,-1 1-1 0 0,1-1 1 0 0,0 1-1 0 0,0-1 0 0 0,0 1 1 0 0,0 0-1 0 0,1 0 1 0 0,-1 0-1 0 0,1-1 0 0 0,-1 3-21 0 0,12 20 402 0 0,27-13-6864 0 0,-26-6 1343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4:49.3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5 138 300 0 0,'0'0'1019'0'0,"0"0"1020"0"0,0 0-573 0 0,0 0-690 0 0,0 0-207 0 0,0 0 155 0 0,0 0 129 0 0,0 0-31 0 0,0 0-146 0 0,0 0-151 0 0,-2 6-110 0 0,2-5-371 0 0,-1 1-1 0 0,1-1 1 0 0,-1 1 0 0 0,1-1-1 0 0,0 1 1 0 0,0-1-1 0 0,0 1 1 0 0,0-1 0 0 0,0 1-1 0 0,0-1 1 0 0,0 1-1 0 0,0-1 1 0 0,1 1 0 0 0,-1-1-1 0 0,1 1 1 0 0,-1-1-1 0 0,1 1 1 0 0,-1-1 0 0 0,1 0-1 0 0,0 1 1 0 0,0-1-1 0 0,-1 0 1 0 0,1 0 0 0 0,0 1-1 0 0,0-1 1 0 0,0 0-1 0 0,1 0 1 0 0,-1 0 0 0 0,0 0-1 0 0,0 0 1 0 0,1-1-1 0 0,-1 1 1 0 0,0 0 0 0 0,1 0-1 0 0,-1-1 1 0 0,1 1-44 0 0,6 5 352 0 0,-7-5-290 0 0,0 1-1 0 0,0-1 0 0 0,0 0 0 0 0,1 1 0 0 0,-1-1 1 0 0,1 0-1 0 0,-1 0 0 0 0,1 0 0 0 0,-1 0 1 0 0,1 0-1 0 0,0 0 0 0 0,-1-1 0 0 0,1 1 0 0 0,0 0 1 0 0,0-1-1 0 0,-1 1 0 0 0,1-1 0 0 0,0 0 1 0 0,0 0-1 0 0,0 0 0 0 0,0 0 0 0 0,-1 0 1 0 0,1 0-1 0 0,0 0 0 0 0,0 0 0 0 0,0-1 0 0 0,0 1 1 0 0,-1-1-1 0 0,1 1 0 0 0,0-1 0 0 0,-1 0 1 0 0,1 0-1 0 0,0 0 0 0 0,-1 1 0 0 0,1-2 1 0 0,-1 1-1 0 0,1 0 0 0 0,-1 0 0 0 0,0 0 0 0 0,1-1 1 0 0,0 0-62 0 0,0 1-1 0 0,0 0 1 0 0,-1 0-1 0 0,1 0 1 0 0,0-1-1 0 0,0 1 0 0 0,0-1 1 0 0,-1 1-1 0 0,1-1 1 0 0,-1 1-1 0 0,1-1 1 0 0,-1 0-1 0 0,0 0 1 0 0,0 0-1 0 0,0 0 1 0 0,0 0-1 0 0,0 0 1 0 0,0 0-1 0 0,0 0 0 0 0,-1 0 1 0 0,1 0-1 0 0,-1 0 1 0 0,1-1-1 0 0,-1 1 1 0 0,0 0-1 0 0,0 0 1 0 0,0 0-1 0 0,0-1 1 0 0,0 1-1 0 0,-1 0 1 0 0,1 0-1 0 0,0 0 1 0 0,-1-1-1 0 0,0 1 0 0 0,0 0 1 0 0,1 0-1 0 0,-1 0 1 0 0,-1 0-1 0 0,1 0 1 0 0,0 1-1 0 0,0-1 1 0 0,-1 0-1 0 0,1 0 1 0 0,-1 1-1 0 0,1-1 1 0 0,-1 1-1 0 0,-1-1 1 0 0,3 1 3 0 0,-1 1 0 0 0,0-1-1 0 0,0 1 1 0 0,0 0 0 0 0,0-1 0 0 0,0 1 0 0 0,0 0-1 0 0,1 0 1 0 0,-1 0 0 0 0,0-1 0 0 0,0 1 0 0 0,0 0-1 0 0,0 0 1 0 0,0 1 0 0 0,0-1 0 0 0,0 0-1 0 0,0 0 1 0 0,0 0 0 0 0,0 1 0 0 0,1-1 0 0 0,-1 0-1 0 0,0 1 1 0 0,0-1 0 0 0,0 0 0 0 0,0 1 0 0 0,1-1-1 0 0,-1 1 1 0 0,0 0 0 0 0,1-1 0 0 0,-1 1 0 0 0,0 0-1 0 0,1-1 1 0 0,-1 1 0 0 0,1 0 0 0 0,-1 0 0 0 0,1-1-1 0 0,-1 1 1 0 0,1 0 0 0 0,-1 0 0 0 0,1 0 0 0 0,0 0-1 0 0,0 0 1 0 0,-1 0 0 0 0,1-1 0 0 0,0 1-1 0 0,0 0 1 0 0,0 0 0 0 0,0 0 0 0 0,0 0 0 0 0,0 0-1 0 0,0 0 1 0 0,0 0 0 0 0,1 0 0 0 0,-1 0 0 0 0,0 0-1 0 0,0-1 1 0 0,1 1 0 0 0,-1 0 0 0 0,1 0 0 0 0,-1 0-1 0 0,0 0 1 0 0,1-1 0 0 0,0 1 0 0 0,-1 0 0 0 0,1-1-1 0 0,-1 1 1 0 0,1 0 0 0 0,0-1 0 0 0,0 1-3 0 0,2 4 30 0 0,0-1 0 0 0,0 0 1 0 0,1 1-1 0 0,0-1 0 0 0,-1-1 1 0 0,1 1-1 0 0,1 0 0 0 0,-1-1 1 0 0,0 0-1 0 0,1 0 0 0 0,0 0 0 0 0,0-1 1 0 0,0 0-1 0 0,0 0 0 0 0,0 0 1 0 0,0 0-1 0 0,0-1 0 0 0,1 0 1 0 0,-1 0-1 0 0,0 0 0 0 0,1-1 1 0 0,-1 1-1 0 0,1-1 0 0 0,-1-1 1 0 0,1 1-1 0 0,-1-1 0 0 0,0 0 0 0 0,4-1-30 0 0,-4-2-21 0 0,-1 0 0 0 0,0 0-1 0 0,0 0 1 0 0,-1-1-1 0 0,1 1 1 0 0,-1-1 0 0 0,0 0-1 0 0,-1 0 1 0 0,1 0-1 0 0,-1 0 1 0 0,0 0-1 0 0,0-1 1 0 0,0 1 0 0 0,-1-1-1 0 0,1 0 1 0 0,-2 1-1 0 0,1-1 1 0 0,-1 0 0 0 0,1 1-1 0 0,-1-1 1 0 0,-1 0-1 0 0,1 1 1 0 0,-1-1-1 0 0,0 0 22 0 0,1 3 41 0 0,-1 0-28 0 0,0 1 0 0 0,1 0 1 0 0,-1-1-1 0 0,0 1 0 0 0,0 0 0 0 0,0 0 0 0 0,-1-1 1 0 0,1 1-1 0 0,0 0 0 0 0,-1 0 0 0 0,1 0 0 0 0,-1 0 0 0 0,0 1 1 0 0,0-1-1 0 0,0 0 0 0 0,0 1 0 0 0,0-1 0 0 0,0 1 1 0 0,0 0-1 0 0,0 0 0 0 0,0-1 0 0 0,-1 2 0 0 0,1-1 0 0 0,0 0 1 0 0,-1 0-1 0 0,1 1 0 0 0,-1-1 0 0 0,1 1 0 0 0,-1 0 1 0 0,1 0-1 0 0,-1 0 0 0 0,1 0 0 0 0,-1 0 0 0 0,1 0 0 0 0,-1 1 1 0 0,1-1-1 0 0,0 1 0 0 0,-1-1 0 0 0,1 1 0 0 0,-1 0 1 0 0,1 0-1 0 0,0 0 0 0 0,0 1 0 0 0,0-1 0 0 0,0 0 0 0 0,0 1 1 0 0,0 0-1 0 0,0-1 0 0 0,0 1 0 0 0,0 0 0 0 0,1 0 1 0 0,-1 0-1 0 0,0 0-13 0 0,1 0 8 0 0,0-1 0 0 0,0 0 0 0 0,0 1-1 0 0,1-1 1 0 0,-1 1 0 0 0,0-1 0 0 0,0 1 0 0 0,1-1 0 0 0,-1 1 0 0 0,1-1 0 0 0,-1 1 0 0 0,1 0 0 0 0,0-1 0 0 0,0 1 0 0 0,0 0 0 0 0,0-1 0 0 0,0 1-1 0 0,0 0 1 0 0,0 0 0 0 0,0-1 0 0 0,1 1 0 0 0,-1-1 0 0 0,1 1 0 0 0,-1 0 0 0 0,1-1 0 0 0,-1 1 0 0 0,1-1 0 0 0,0 1 0 0 0,0-1 0 0 0,0 1-1 0 0,0-1 1 0 0,0 0 0 0 0,0 0 0 0 0,0 1 0 0 0,0-1 0 0 0,1 0 0 0 0,-1 0 0 0 0,0 0 0 0 0,1 0 0 0 0,-1 0 0 0 0,1-1 0 0 0,-1 1 0 0 0,1 0 0 0 0,-1-1-1 0 0,1 1 1 0 0,0-1 0 0 0,-1 1 0 0 0,1-1 0 0 0,1 1-8 0 0,84 0 419 0 0,-85-2-435 0 0,0-1 1 0 0,0 1-1 0 0,-1 0 1 0 0,1-1-1 0 0,0 1 1 0 0,-1-1-1 0 0,1 1 1 0 0,-1-1-1 0 0,0 0 1 0 0,0 1-1 0 0,1-1 1 0 0,-1 0 0 0 0,0 0-1 0 0,-1 0 1 0 0,1 0-1 0 0,0 0 1 0 0,0 0-1 0 0,-1 0 1 0 0,0 0-1 0 0,1 0 1 0 0,-1 0-1 0 0,0-1 1 0 0,0 1-1 0 0,0 0 1 0 0,0 0 0 0 0,0 0-1 0 0,0 0 1 0 0,-1 0-1 0 0,1-1 1 0 0,-1 1-1 0 0,0 0 1 0 0,1 0-1 0 0,-1 0 1 0 0,0 0-1 0 0,0 1 1 0 0,0-1-1 0 0,0 0 1 0 0,-1 0 0 0 0,1 0-1 0 0,0 1 1 0 0,-1-1-1 0 0,1 1 1 0 0,-1-1-1 0 0,0 1 1 0 0,1 0-1 0 0,-1 0 1 0 0,0-1-1 0 0,0 1 1 0 0,0 0 0 0 0,0 1-1 0 0,0-1 1 0 0,0 0-1 0 0,0 0 1 0 0,0 1-1 0 0,0-1 1 0 0,0 1-1 0 0,0 0 1 0 0,0 0-1 0 0,-1 0 1 0 0,1 0-1 0 0,0 0 1 0 0,0 0 0 0 0,0 0-1 0 0,0 1 1 0 0,0-1-1 0 0,0 1 1 0 0,0-1-1 0 0,0 1 1 0 0,-1 0 15 0 0,-2-1 9 0 0,0 0-1 0 0,0 0 1 0 0,0 1 0 0 0,0-1 0 0 0,0 1 0 0 0,0 0-1 0 0,0 0 1 0 0,0 1 0 0 0,0 0 0 0 0,1 0 0 0 0,-1 0-1 0 0,0 0 1 0 0,1 1 0 0 0,0-1 0 0 0,0 1 0 0 0,-1 0-1 0 0,2 1 1 0 0,-1-1 0 0 0,0 1 0 0 0,1-1 0 0 0,-1 1-1 0 0,1 0 1 0 0,0 1 0 0 0,1-1 0 0 0,-1 0 0 0 0,1 1-1 0 0,-1-1 1 0 0,2 1 0 0 0,-1 0 0 0 0,0 0 0 0 0,1 0 0 0 0,0 0-1 0 0,0 0 1 0 0,0 0 0 0 0,1 0 0 0 0,-1 0 0 0 0,1 0-1 0 0,1 0 1 0 0,0 5-9 0 0,4-6 22 0 0,0 0-1 0 0,0-1 1 0 0,0 0 0 0 0,1 0-1 0 0,0 0 1 0 0,-1 0-1 0 0,1-1 1 0 0,0 0 0 0 0,0 0-1 0 0,0-1 1 0 0,1 0-1 0 0,-1 0 1 0 0,0 0 0 0 0,0-1-1 0 0,1 1 1 0 0,-1-2-1 0 0,3 1-21 0 0,-6 0-19 0 0,-1 1 0 0 0,1-1 0 0 0,0 1 0 0 0,-1-1-1 0 0,1 0 1 0 0,0 0 0 0 0,-1-1 0 0 0,1 1 0 0 0,0 0-1 0 0,0-1 1 0 0,-1 0 0 0 0,1 1 0 0 0,-1-1 0 0 0,1 0-1 0 0,-1-1 1 0 0,1 1 0 0 0,-1 0 0 0 0,0-1 0 0 0,1 1-1 0 0,-1-1 1 0 0,0 0 0 0 0,0 1 0 0 0,0-1 0 0 0,0 0-1 0 0,-1 0 1 0 0,1 0 0 0 0,0-1 0 0 0,-1 1 0 0 0,1 0-1 0 0,-1-1 1 0 0,0 1 0 0 0,0-1 0 0 0,0 1 0 0 0,0-1-1 0 0,-1 1 1 0 0,1-1 0 0 0,0 0 0 0 0,-1 1 0 0 0,0-1-1 0 0,0 0 1 0 0,0 0 0 0 0,0 1 0 0 0,0-1 0 0 0,0 0-1 0 0,-1-1 20 0 0,1-1 7 0 0,0 0-1 0 0,-1 0 0 0 0,1 1 1 0 0,-1-1-1 0 0,0 0 0 0 0,0 1 0 0 0,-1-1 1 0 0,1 1-1 0 0,-1-1 0 0 0,0 1 1 0 0,0 0-1 0 0,-1 0 0 0 0,1 0 0 0 0,-1 0 1 0 0,0 0-1 0 0,0 0 0 0 0,0 1 1 0 0,-1-1-1 0 0,1 1 0 0 0,-1 0 0 0 0,0 0 1 0 0,1 0-1 0 0,-1 1 0 0 0,-1-1 1 0 0,1 1-1 0 0,0 0 0 0 0,0 0 1 0 0,-1 1-1 0 0,1-1 0 0 0,-1 1 0 0 0,0 0 1 0 0,1 0-1 0 0,-1 1 0 0 0,0-1 1 0 0,0 1-1 0 0,1 0 0 0 0,-3 0-6 0 0,4 1 10 0 0,0 1-1 0 0,0-1 1 0 0,-1 1 0 0 0,1-1 0 0 0,0 1-1 0 0,0 0 1 0 0,1 0 0 0 0,-1 0-1 0 0,0 0 1 0 0,1 1 0 0 0,-1-1-1 0 0,1 1 1 0 0,0 0 0 0 0,0-1 0 0 0,0 1-1 0 0,0 0 1 0 0,1 0 0 0 0,-1 0-1 0 0,1 1 1 0 0,-1-1 0 0 0,1 0-1 0 0,0 0 1 0 0,0 1 0 0 0,1-1 0 0 0,-1 1-1 0 0,1-1 1 0 0,0 1 0 0 0,0-1-1 0 0,0 1 1 0 0,0-1 0 0 0,0 0-1 0 0,1 1 1 0 0,-1-1 0 0 0,1 1-1 0 0,1 2-9 0 0,0-3 34 0 0,0 0-1 0 0,0-1 0 0 0,0 1 0 0 0,0-1 1 0 0,1 1-1 0 0,-1-1 0 0 0,1 0 0 0 0,0 0 1 0 0,-1 0-1 0 0,1 0 0 0 0,0 0 0 0 0,0 0 1 0 0,0-1-1 0 0,0 0 0 0 0,1 1 0 0 0,-1-1 1 0 0,0-1-1 0 0,0 1 0 0 0,1 0 0 0 0,-1-1 1 0 0,1 1-1 0 0,1-1-33 0 0,4-46-884 0 0,-18-30 51 0 0,9 75 853 0 0,-1 0 0 0 0,1-1-1 0 0,0 1 1 0 0,-1 0-1 0 0,1 0 1 0 0,-1 0-1 0 0,1 0 1 0 0,-1 0-1 0 0,0-1 1 0 0,0 1 0 0 0,1 0-1 0 0,-1 0 1 0 0,0 0-1 0 0,0 1 1 0 0,0-1-1 0 0,0 0 1 0 0,0 0-1 0 0,0 0 1 0 0,0 1-1 0 0,0-1 1 0 0,0 0 0 0 0,0 1-1 0 0,0-1 1 0 0,-1 1-1 0 0,1 0 1 0 0,0-1-1 0 0,0 1 1 0 0,-1 0-1 0 0,1 0 1 0 0,0-1 0 0 0,0 1-1 0 0,-1 0 1 0 0,1 0-1 0 0,0 1 1 0 0,0-1-1 0 0,-1 0 1 0 0,1 0-1 0 0,0 1 1 0 0,0-1-1 0 0,-1 0 1 0 0,1 1 0 0 0,0-1-1 0 0,0 1 1 0 0,0 0-1 0 0,0-1 1 0 0,0 1-1 0 0,0 0 1 0 0,0 0-1 0 0,0-1 1 0 0,0 1 0 0 0,0 0-1 0 0,0 0 1 0 0,1 0-1 0 0,-1 0 1 0 0,0 0-1 0 0,0 0 1 0 0,1 1-20 0 0,-6 4 0 0 0,1 1 1 0 0,1-1-1 0 0,-1 1 1 0 0,1 0-1 0 0,0 0 1 0 0,1 0-1 0 0,0 1 1 0 0,0-1-1 0 0,0 1 1 0 0,1 0-1 0 0,0-1 1 0 0,1 1-1 0 0,-1 0 1 0 0,2 0-1 0 0,-1 0 1 0 0,1 1-1 0 0,0-1 1 0 0,1 0-1 0 0,0 0 1 0 0,0 0-1 0 0,1 1 0 0 0,1-4-221 0 0,0-1 0 0 0,0 1-1 0 0,1-1 1 0 0,-1 0-1 0 0,1 0 1 0 0,0-1-1 0 0,0 1 1 0 0,0-1-1 0 0,0 0 1 0 0,1 0-1 0 0,-1 0 1 0 0,1 0-1 0 0,0-1 1 0 0,0 0-1 0 0,0 0 1 0 0,0 0 0 0 0,0-1-1 0 0,0 0 1 0 0,1 1 221 0 0,30 12-9640 0 0,-31-11 8266 0 0</inkml:trace>
  <inkml:trace contextRef="#ctx0" brushRef="#br0" timeOffset="60420.634">134 152 704 0 0,'0'0'365'0'0,"0"0"1400"0"0,0 0 199 0 0,0 0-255 0 0,0 0-435 0 0,0 0-330 0 0,0 0-65 0 0,12 0 4456 0 0,-11 2-5401 0 0,0 0 0 0 0,-1-1 0 0 0,1 1 0 0 0,0 0 0 0 0,0-1 0 0 0,0 1 1 0 0,1 0-1 0 0,-1-1 0 0 0,0 1 0 0 0,0-1 0 0 0,1 0 0 0 0,-1 1 0 0 0,1-1 0 0 0,-1 0 0 0 0,1 0 1 0 0,0 0-1 0 0,0 0 0 0 0,-1 0 0 0 0,1 0 0 0 0,0-1 0 0 0,0 1 0 0 0,0-1 0 0 0,0 1 1 0 0,-1-1-1 0 0,1 0 0 0 0,0 1 0 0 0,0-1 0 0 0,0 0 0 0 0,0 0 0 0 0,0 0 0 0 0,0-1 0 0 0,0 1 1 0 0,0 0-1 0 0,0-1 0 0 0,0 1 0 0 0,-1-1 0 0 0,1 0 0 0 0,0 0 0 0 0,0 0 0 0 0,-1 1 1 0 0,1-1-1 0 0,0-1 0 0 0,-1 1 0 0 0,1 0 0 0 0,-1 0 0 0 0,1-1 0 0 0,-1 1 0 0 0,0-1 0 0 0,0 1 1 0 0,1-1-1 0 0,-1 1 0 0 0,0-1 0 0 0,0 0 0 0 0,0 0 66 0 0,1 9 1629 0 0,-12 15-3353 0 0,-27-9-5622 0 0,23-8 3429 0 0,81-28 3894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6:11.5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738 96 352 0 0,'0'0'291'0'0,"0"0"-73"0"0,0 0 826 0 0,0 0 928 0 0,0 0-767 0 0,0 0-527 0 0,0 0-210 0 0,0 0-48 0 0,-5 2-63 0 0,-17 5-145 0 0,17-6-115 0 0,5-1 41 0 0,0 0 139 0 0,0 0 123 0 0,0 0 101 0 0,-22-8-616 0 0,16 6 4912 0 0,2 12-4711 0 0,-1 0 0 0 0,1 0 0 0 0,-2-1-1 0 0,1 0 1 0 0,-1 0 0 0 0,-1-1 0 0 0,1 1 0 0 0,-2-2 0 0 0,1 1 0 0 0,-1-1-1 0 0,0 0 1 0 0,0 0 0 0 0,-1-1 0 0 0,0 0 0 0 0,0-1 0 0 0,0 0 0 0 0,-1 0 0 0 0,0-1-1 0 0,0 0 1 0 0,0-1 0 0 0,-10 3-86 0 0,12-3-56 0 0,-14 5-81 0 0,0 0 0 0 0,-1-2 0 0 0,0 0 0 0 0,0-2 0 0 0,-1-1 0 0 0,1 0 0 0 0,-1-2 0 0 0,-13-1 137 0 0,35 0-1 0 0,0-1 0 0 0,0 1 0 0 0,0-1 0 0 0,0 1 0 0 0,0-1 0 0 0,0 0 0 0 0,0 0 0 0 0,0 0 0 0 0,0 0 0 0 0,0-1 0 0 0,0 1 0 0 0,1 0 0 0 0,-1-1 0 0 0,1 1 0 0 0,-1-1 0 0 0,1 0 0 0 0,-1 1 0 0 0,1-1 0 0 0,0 0 0 0 0,0 0 0 0 0,0 0 0 0 0,0 0 0 0 0,0 0 0 0 0,0 0 0 0 0,1 0 0 0 0,-1 0 0 0 0,1 0 0 0 0,-1 0 0 0 0,1-1 0 0 0,0 1 0 0 0,0 0 0 0 0,0 0 0 0 0,0 0 0 0 0,0 0 0 0 0,0-1 0 0 0,1 1 0 0 0,-1 0 0 0 0,1 0 0 0 0,-1 0 0 0 0,1 0 0 0 0,0 0 0 0 0,0 0 0 0 0,0 0 0 0 0,0 0 0 0 0,0 0 0 0 0,0 0 0 0 0,1 1 0 0 0,0-2 1 0 0,5-3-617 0 0,24-22 1226 0 0,-20 9-7741 0 0,-11 19 3209 0 0</inkml:trace>
  <inkml:trace contextRef="#ctx0" brushRef="#br0" timeOffset="936.991">174 191 208 0 0,'0'0'318'0'0,"0"0"-241"0"0,0 0 322 0 0,0 0 1371 0 0,0 0 5 0 0,0 0-665 0 0,0 0-334 0 0,0 0-51 0 0,-5 1 46 0 0,-22 6 624 0 0,26-7-1042 0 0,1 0-161 0 0,0 0-34 0 0,0 0 41 0 0,0 0 26 0 0,0 0-1 0 0,0 0 6 0 0,-28-24 2176 0 0,21 18-2382 0 0,0 1 1 0 0,0-2-1 0 0,1 1 1 0 0,0-1-1 0 0,0 0 1 0 0,0 0-1 0 0,1-1 1 0 0,0 0 0 0 0,1 1-1 0 0,-1-2 1 0 0,2 1-1 0 0,-1 0 1 0 0,1-1-1 0 0,0 0 1 0 0,1 0-1 0 0,0 0 1 0 0,0 0 0 0 0,1-7-25 0 0,-11-4-1514 0 0,-4 25-4454 0 0,15 3 3241 0 0</inkml:trace>
  <inkml:trace contextRef="#ctx0" brushRef="#br0" timeOffset="1859.072">331 127 364 0 0,'0'0'138'0'0,"0"0"-55"0"0,0 0 163 0 0,0 0-28 0 0,0 0-168 0 0,0 0 70 0 0,0 0 400 0 0,0 0-121 0 0,0 0-73 0 0,0 0 142 0 0,-3 3 872 0 0,-2 3 5034 0 0,81 9-4527 0 0,9-49-3204 0 0,-97 49 2887 0 0,12 15-1041 0 0,0-17-4771 0 0,0-13 509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6:30.7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4484 0 0,'0'0'548'0'0,"0"0"-91"0"0,0 0-457 0 0,0 0-97 0 0,0 0-99 0 0,0 0-232 0 0,0 0-1200 0 0,0 0-1268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6:31.1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67 7437 0 0,'0'0'920'0'0,"0"0"660"0"0,0 0-1580 0 0,0 0-880 0 0,0 0-92 0 0,0 0-900 0 0,201-67-889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6:31.4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8129 0 0,'0'0'1076'0'0,"0"0"-1076"0"0,0 0-632 0 0,0 0-172 0 0,0 0-900 0 0,0 0-1305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6:32.4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5861 0 0,'0'0'952'0'0,"0"0"-16"0"0,0 0-572 0 0,0 0-364 0 0,0 0-132 0 0,0 0-1048 0 0,0 0-1245 0 0,0 0-1515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7:48.4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0 473 4820 0 0,'0'0'4669'0'0,"0"0"-2388"0"0,0 0-983 0 0,0 0-435 0 0,0 0-275 0 0,0 0-208 0 0,0 0-329 0 0,5-17-259 0 0,59-137-351 0 0,7 3 433 0 0,-11 20-4599 0 0,-50 111 397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3:48.2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2153 413 572 0 0,'0'0'1280'0'0,"0"0"-460"0"0,0 0-376 0 0,0 0-236 0 0,0 0-208 0 0,0 0-64 0 0,0 0-312 0 0,0 0-356 0 0,0 0-192 0 0,0 0 60 0 0</inkml:trace>
  <inkml:trace contextRef="#ctx0" brushRef="#br0" timeOffset="2385.359">2153 413 1748 0 0,'-171'-99'1508'0'0,"141"79"7771"0"0,29 14-7167 0 0,13 9-2038 0 0,-11-44-1858 0 0,-2 42 1773 0 0,1 0-1 0 0,0 0 0 0 0,-1 0 1 0 0,1 0-1 0 0,-1-1 0 0 0,1 1 1 0 0,-1 0-1 0 0,1 0 0 0 0,-1 0 1 0 0,1 0-1 0 0,-1-1 1 0 0,0 1-1 0 0,1 0 0 0 0,-1-1 1 0 0,0 1-1 0 0,0 0 0 0 0,0-1 1 0 0,0 1-1 0 0,1-1 0 0 0,-1 1 1 0 0,0-1-1 0 0,0 0 0 0 0,0 1 1 0 0,0-1-1 0 0,0 0 1 0 0,0 0-1 0 0,0 1 0 0 0,0-1 1 0 0,0 0-1 0 0,0 0 0 0 0,0 0 1 0 0,0 0-1 0 0,0-1 0 0 0,0 1 1 0 0,0 0-1 0 0,0 0 0 0 0,0 0 1 0 0,0-1-1 0 0,0 1 1 0 0,0-1-1 0 0,0 1 0 0 0,0 0 1 0 0,1-1-1 0 0,-1 0 0 0 0,0 1 1 0 0,0-1-1 0 0,0 1 0 0 0,1-1 1 0 0,-1 0-1 0 0,0 0 1 0 0,1 1-1 0 0,-1-1 0 0 0,1 0 1 0 0,-1 0-1 0 0,1 0 0 0 0,-1 0 1 0 0,1 0-1 0 0,-1 0 0 0 0,1 0 1 0 0,0 0-1 0 0,0 0 0 0 0,-1 0 1 0 0,1 0-1 0 0,0 0 1 0 0,0 0 11 0 0,-6 6 9 0 0,-7 8 173 0 0,0 0 1 0 0,1 1-1 0 0,0 0 0 0 0,2 1 1 0 0,-1 0-1 0 0,2 0 0 0 0,0 1 1 0 0,1 1-1 0 0,-4 11-182 0 0,7 28 328 0 0,25-77 266 0 0,-14 5-709 0 0,-1 0 0 0 0,0-1 0 0 0,-2 1 0 0 0,0-1 0 0 0,0 0 0 0 0,-2 0 0 0 0,0 0 0 0 0,-1 0 0 0 0,-2-13 115 0 0,2-2-59 0 0,-3 30 75 0 0,0 1-1 0 0,0-1 0 0 0,0 1 1 0 0,0-1-1 0 0,0 1 1 0 0,0 0-1 0 0,0 0 0 0 0,0 0 1 0 0,0 1-1 0 0,0-1 0 0 0,-1 1 1 0 0,1-1-1 0 0,0 1 1 0 0,0 0-1 0 0,-1 1 0 0 0,1-1 1 0 0,0 0-1 0 0,0 1 1 0 0,0 0-1 0 0,0 0 0 0 0,-1 0 1 0 0,1 0-1 0 0,0 0 0 0 0,1 1 1 0 0,-1-1-1 0 0,0 1 1 0 0,0 0-1 0 0,-1 0-15 0 0,-5 1 20 0 0,1 0-1 0 0,-1 0 1 0 0,1 1 0 0 0,0 0-1 0 0,0 0 1 0 0,0 1 0 0 0,0 0-1 0 0,1 0 1 0 0,0 1 0 0 0,0 0-1 0 0,0 0 1 0 0,1 1 0 0 0,0-1 0 0 0,0 1-1 0 0,1 1 1 0 0,0-1 0 0 0,0 1-1 0 0,1 0 1 0 0,0 0 0 0 0,0 1-1 0 0,0-1 1 0 0,1 1 0 0 0,1-1-1 0 0,0 1 1 0 0,0 1-20 0 0,1-7 21 0 0,1 1 0 0 0,-1-1-1 0 0,1 0 1 0 0,0 1 0 0 0,0-1 0 0 0,1 0 0 0 0,-1 1-1 0 0,0-1 1 0 0,1 0 0 0 0,0 0 0 0 0,0 1 0 0 0,0-1-1 0 0,0 0 1 0 0,1 0 0 0 0,-1 0 0 0 0,1 0-1 0 0,0 0 1 0 0,0-1 0 0 0,0 1 0 0 0,0 0 0 0 0,0-1-1 0 0,0 1 1 0 0,1-1 0 0 0,-1 0 0 0 0,1 0 0 0 0,0 0-1 0 0,-1 0 1 0 0,1 0 0 0 0,0-1 0 0 0,0 1 0 0 0,0-1-1 0 0,1 0 1 0 0,-1 0 0 0 0,0 0 0 0 0,0 0 0 0 0,1-1-1 0 0,-1 1 1 0 0,0-1 0 0 0,1 0 0 0 0,-1 0 0 0 0,0 0-1 0 0,1 0 1 0 0,-1 0 0 0 0,0-1 0 0 0,0 0-1 0 0,1 0 1 0 0,-1 0 0 0 0,1 0-21 0 0,6-1-68 0 0,1-1-1 0 0,-1-1 0 0 0,1 0 1 0 0,-1 0-1 0 0,0-1 1 0 0,0 0-1 0 0,-1-1 0 0 0,0 0 1 0 0,0-1-1 0 0,0 0 1 0 0,-1 0-1 0 0,0-1 1 0 0,0 1-1 0 0,-1-2 0 0 0,0 1 1 0 0,0-1-1 0 0,-1 0 1 0 0,0-1-1 0 0,-1 0 0 0 0,0 1 1 0 0,0-2-1 0 0,-1 1 1 0 0,-1 0-1 0 0,0-1 1 0 0,0 0-1 0 0,-1 1 0 0 0,0-1 1 0 0,-1 0-1 0 0,0-2 69 0 0,-1 12 9 0 0,0-1-1 0 0,0 1 1 0 0,0 0-1 0 0,0-1 1 0 0,0 1-1 0 0,0 0 1 0 0,0 0-1 0 0,-1-1 1 0 0,1 1-1 0 0,0 0 1 0 0,-1 0-1 0 0,1-1 1 0 0,-1 1-1 0 0,1 0 1 0 0,-1 0-1 0 0,0 0 1 0 0,0 0-1 0 0,1 0 1 0 0,-1 0-1 0 0,0 0 1 0 0,0 0-1 0 0,0 0 1 0 0,0 0-1 0 0,0 1 1 0 0,0-1-1 0 0,0 0 1 0 0,0 1-1 0 0,0-1 1 0 0,-1 0-1 0 0,1 1 1 0 0,0-1-1 0 0,0 1 1 0 0,-1 0 0 0 0,1-1-1 0 0,0 1 1 0 0,0 0-1 0 0,-1 0 1 0 0,1 0-1 0 0,0 0 1 0 0,-1 0-1 0 0,1 0 1 0 0,0 0-1 0 0,0 1 1 0 0,-1-1-1 0 0,1 0 1 0 0,0 1-1 0 0,0-1 1 0 0,-1 1-1 0 0,1-1 1 0 0,-1 1-9 0 0,-14 2 45 0 0,1 0 1 0 0,-1 1 0 0 0,1 1-1 0 0,0 0 1 0 0,0 1 0 0 0,0 1-1 0 0,1 0 1 0 0,0 1-1 0 0,0 0 1 0 0,1 1 0 0 0,0 1-1 0 0,1 0 1 0 0,0 0 0 0 0,1 2-1 0 0,-2 1-45 0 0,11-10 23 0 0,1 0-1 0 0,-1-1 0 0 0,1 1 0 0 0,-1 0 0 0 0,1 0 1 0 0,0 1-1 0 0,0-1 0 0 0,1 0 0 0 0,-1 0 1 0 0,0 0-1 0 0,1 1 0 0 0,0-1 0 0 0,0 0 1 0 0,0 0-1 0 0,0 1 0 0 0,1-1 0 0 0,-1 0 0 0 0,1 0 1 0 0,0 0-1 0 0,0 1 0 0 0,0-1 0 0 0,0 0 1 0 0,0 0-1 0 0,1 0 0 0 0,-1-1 0 0 0,1 1 1 0 0,0 0-1 0 0,0-1 0 0 0,0 1 0 0 0,0-1 0 0 0,0 1 1 0 0,1-1-1 0 0,-1 0 0 0 0,1 0 0 0 0,-1 0 1 0 0,1 0-1 0 0,0 0-22 0 0,111 55 590 0 0,-112-57-600 0 0,0 0-1 0 0,0 0 1 0 0,1 0 0 0 0,-1-1-1 0 0,0 1 1 0 0,0-1 0 0 0,0 1-1 0 0,0-1 1 0 0,0 0 0 0 0,0 0-1 0 0,0 1 1 0 0,-1-2 0 0 0,1 1-1 0 0,0 0 1 0 0,0 0 0 0 0,-1 0-1 0 0,1-1 1 0 0,-1 1 0 0 0,1-1-1 0 0,-1 1 1 0 0,0-1 0 0 0,1 0-1 0 0,-1 0 1 0 0,0 1-1 0 0,0-1 1 0 0,0 0 0 0 0,0 0-1 0 0,-1 0 1 0 0,1 0 0 0 0,0 0-1 0 0,-1 0 1 0 0,1 0 0 0 0,-1 0-1 0 0,0-1 1 0 0,0 1 0 0 0,0 0-1 0 0,0-1 11 0 0,7-94-759 0 0,-7 88 702 0 0,0 2-43 0 0,0 6 101 0 0,1 0 0 0 0,-1 0 0 0 0,1 0 0 0 0,0 1 0 0 0,-1-1 0 0 0,0 0 0 0 0,1 0 0 0 0,-1 0 0 0 0,0 0 0 0 0,1 0 0 0 0,-1 0 1 0 0,0 0-1 0 0,0 0 0 0 0,0 0 0 0 0,0 0 0 0 0,0 0 0 0 0,0 0 0 0 0,0 0 0 0 0,0 0 0 0 0,0 0 0 0 0,0 0 0 0 0,-1 0 0 0 0,1 0 0 0 0,0 1 0 0 0,-1-1 0 0 0,1 0 0 0 0,0 0 0 0 0,-1 0 0 0 0,1 0 0 0 0,-1 0 0 0 0,0 1 0 0 0,1-1 0 0 0,-1 0 0 0 0,0 0 1 0 0,1 1-1 0 0,-1-1 0 0 0,0 1 0 0 0,0-1 0 0 0,1 0 0 0 0,-1 1 0 0 0,0-1 0 0 0,0 1 0 0 0,0 0 0 0 0,0-1 0 0 0,0 1 0 0 0,0 0 0 0 0,0 0 0 0 0,0-1 0 0 0,0 1 0 0 0,0 0 0 0 0,0 0 0 0 0,0 0 0 0 0,0 0 0 0 0,0 0 0 0 0,0 0 0 0 0,0 1 0 0 0,1-1 1 0 0,-1 0-1 0 0,0 0 0 0 0,0 1 0 0 0,0-1 0 0 0,0 0 0 0 0,-1 1-1 0 0,-5 4 56 0 0,-1 1 1 0 0,1-1 0 0 0,0 1-1 0 0,1 1 1 0 0,-1-1-1 0 0,1 1 1 0 0,1 0 0 0 0,-1 0-1 0 0,1 1 1 0 0,0 0-1 0 0,1 0 1 0 0,0 0 0 0 0,0 0-1 0 0,1 0 1 0 0,0 1 0 0 0,0 0-1 0 0,1 0 1 0 0,0 0-1 0 0,1-1 1 0 0,0 2 0 0 0,0-1-1 0 0,1 0 1 0 0,0 0-1 0 0,1 6-56 0 0,0-12 40 0 0,0 0 0 0 0,0 0 0 0 0,0 0 0 0 0,1 0-1 0 0,-1 0 1 0 0,1 0 0 0 0,-1 0 0 0 0,1-1 0 0 0,0 1-1 0 0,0 0 1 0 0,0-1 0 0 0,1 0 0 0 0,-1 1 0 0 0,1-1-1 0 0,-1 0 1 0 0,1 0 0 0 0,-1-1 0 0 0,1 1 0 0 0,0 0-1 0 0,0-1 1 0 0,0 0 0 0 0,0 0 0 0 0,0 0 0 0 0,0 0-1 0 0,1 0 1 0 0,-1 0 0 0 0,0-1 0 0 0,0 0 0 0 0,0 1-1 0 0,1-1 1 0 0,-1-1 0 0 0,0 1 0 0 0,0 0 0 0 0,1-1-1 0 0,-1 1 1 0 0,0-1 0 0 0,0 0 0 0 0,0 0 0 0 0,0 0-1 0 0,0-1 1 0 0,0 1 0 0 0,2-2-40 0 0,4-7-82 0 0,0-1 1 0 0,-1 0-1 0 0,0-1 1 0 0,-1 1-1 0 0,0-1 0 0 0,-1-1 1 0 0,0 1-1 0 0,-1-1 1 0 0,0 0-1 0 0,-1 0 0 0 0,-1-1 1 0 0,0 1-1 0 0,-1-1 1 0 0,0 0-1 0 0,-1 1 0 0 0,0-1 1 0 0,-2 0-1 0 0,0-7 82 0 0,1 20 5 0 0,0 0 0 0 0,-1 0 0 0 0,1 0 0 0 0,0 0 1 0 0,-1-1-1 0 0,1 1 0 0 0,-1 0 0 0 0,1 0 0 0 0,-1 0 0 0 0,0 0 0 0 0,1 0 0 0 0,-1 0 0 0 0,0 0 0 0 0,0 0 0 0 0,1 1 0 0 0,-1-1 0 0 0,0 0 0 0 0,0 0 1 0 0,0 1-1 0 0,0-1 0 0 0,0 1 0 0 0,0-1 0 0 0,0 1 0 0 0,-1-1 0 0 0,1 1 0 0 0,0-1 0 0 0,0 1 0 0 0,0 0 0 0 0,0 0 0 0 0,-1-1 0 0 0,1 1 0 0 0,0 0 0 0 0,0 0 1 0 0,0 0-1 0 0,0 1 0 0 0,-1-1 0 0 0,1 0 0 0 0,0 0 0 0 0,0 1 0 0 0,0-1 0 0 0,0 0 0 0 0,0 1 0 0 0,-1-1 0 0 0,1 1 0 0 0,0 0 0 0 0,0-1 0 0 0,0 1 1 0 0,0 0-1 0 0,0 0-5 0 0,-58 28-217 0 0,55-26 239 0 0,-1-1 0 0 0,1 0 0 0 0,0 1 1 0 0,-1 0-1 0 0,1 0 0 0 0,1 0 1 0 0,-1 1-1 0 0,0-1 0 0 0,1 1 0 0 0,0 0 1 0 0,0 0-1 0 0,0 0 0 0 0,0 0 1 0 0,0 0-1 0 0,1 1 0 0 0,0-1 0 0 0,0 1 1 0 0,0 0-1 0 0,1 0 0 0 0,-1-1 1 0 0,1 1-1 0 0,0 0 0 0 0,1 0 1 0 0,-1 0-1 0 0,1 0 0 0 0,0 0 0 0 0,0 0 1 0 0,0 0-1 0 0,1 0 0 0 0,0 0 1 0 0,0 0-1 0 0,0 0 0 0 0,1 0 0 0 0,-1 0 1 0 0,1-1-1 0 0,1 1 0 0 0,-1-1 1 0 0,0 1-1 0 0,4 3-22 0 0,-4-5-14 0 0,1 0 1 0 0,0 1-1 0 0,0-1 0 0 0,0-1 1 0 0,0 1-1 0 0,1 0 1 0 0,-1-1-1 0 0,1 1 0 0 0,0-1 1 0 0,0 0-1 0 0,-1 0 1 0 0,1-1-1 0 0,0 1 0 0 0,1-1 1 0 0,-1 0-1 0 0,0 0 1 0 0,0 0-1 0 0,0-1 0 0 0,1 1 1 0 0,-1-1-1 0 0,0 0 1 0 0,1 0-1 0 0,-1-1 0 0 0,0 1 1 0 0,0-1-1 0 0,1 0 1 0 0,-1 0-1 0 0,0 0 0 0 0,0-1 1 0 0,0 0-1 0 0,0 1 1 0 0,-1-1-1 0 0,1-1 0 0 0,0 1 1 0 0,-1 0-1 0 0,1-1 0 0 0,-1 0 1 0 0,0 0-1 0 0,0 0 1 0 0,0 0-1 0 0,0 0 0 0 0,-1-1 1 0 0,1 1-1 0 0,0-2 14 0 0,0 2-2 0 0,0 0 0 0 0,0-1 0 0 0,0 1-1 0 0,-1 0 1 0 0,1-1 0 0 0,-1 0 0 0 0,0 1 0 0 0,0-1 0 0 0,-1 0-1 0 0,1 0 1 0 0,-1 0 0 0 0,1 0 0 0 0,-1 0 0 0 0,-1 0-1 0 0,1 0 1 0 0,0-1 0 0 0,-1 1 0 0 0,0 0 0 0 0,0 0-1 0 0,0-1 1 0 0,-1 1 0 0 0,1 0 0 0 0,-1 0 0 0 0,0 0 0 0 0,0-1-1 0 0,-1 1 1 0 0,1 0 0 0 0,-1 1 0 0 0,0-1 0 0 0,0 0-1 0 0,0 0 1 0 0,0 1 0 0 0,-1-1 0 0 0,0 1 0 0 0,1 0-1 0 0,-1 0 1 0 0,0 0 0 0 0,-1 0 0 0 0,1 0 0 0 0,0 1 0 0 0,-1-1-1 0 0,1 1 1 0 0,-1 0 0 0 0,0 0 0 0 0,0 1 0 0 0,0-1-1 0 0,0 1 1 0 0,0-1 0 0 0,0 1 0 0 0,0 1 0 0 0,0-1-1 0 0,-1 0 1 0 0,1 1 0 0 0,0 0 0 0 0,0 0 0 0 0,-1 0 0 0 0,-3 1 2 0 0,1 1 32 0 0,0 0 1 0 0,0 0 0 0 0,0 0-1 0 0,0 1 1 0 0,0-1 0 0 0,1 2 0 0 0,-1-1-1 0 0,1 1 1 0 0,0 0 0 0 0,0 0 0 0 0,0 1-1 0 0,1 0 1 0 0,-1 0 0 0 0,1 0 0 0 0,0 0-1 0 0,1 1 1 0 0,-1 0 0 0 0,1 0 0 0 0,1 0-1 0 0,-1 1 1 0 0,1-1 0 0 0,0 1 0 0 0,0 0-1 0 0,1 0 1 0 0,0 0 0 0 0,0 0-1 0 0,0 0 1 0 0,1 0 0 0 0,0 4-33 0 0,2-8 15 0 0,1 0-1 0 0,-1 0 1 0 0,1 0 0 0 0,-1 0 0 0 0,1 0-1 0 0,0 0 1 0 0,0 0 0 0 0,0-1-1 0 0,1 1 1 0 0,-1-1 0 0 0,0 1 0 0 0,1-1-1 0 0,0 0 1 0 0,0 0 0 0 0,-1 0-1 0 0,1 0 1 0 0,0-1 0 0 0,1 1 0 0 0,-1-1-1 0 0,0 0 1 0 0,0 0 0 0 0,0 0-1 0 0,1 0 1 0 0,-1 0 0 0 0,1-1 0 0 0,-1 1-1 0 0,0-1 1 0 0,1 0 0 0 0,-1 0-1 0 0,1-1 1 0 0,-1 1 0 0 0,1-1 0 0 0,-1 1-1 0 0,0-1 1 0 0,0 0 0 0 0,1 0 0 0 0,-1-1-1 0 0,0 1 1 0 0,0-1 0 0 0,2 0-15 0 0,8-8-12 0 0,-1-1 0 0 0,0 1 0 0 0,0-2 0 0 0,-1 0 1 0 0,-1 0-1 0 0,0-1 0 0 0,-1 0 0 0 0,0 0 0 0 0,-1-1 0 0 0,0-1 1 0 0,-1 1-1 0 0,-1-1 0 0 0,0 0 0 0 0,-2-1 0 0 0,1 1 0 0 0,-2-1 1 0 0,0 0-1 0 0,-1 0 0 0 0,1-12 12 0 0,-3 29-8 0 0,0-1 0 0 0,0 1 0 0 0,0 0 0 0 0,0-1 1 0 0,0 1-1 0 0,0-1 0 0 0,0 1 0 0 0,0 0 0 0 0,0-1 0 0 0,0 1 0 0 0,0-1 0 0 0,0 1 1 0 0,-1 0-1 0 0,1-1 0 0 0,0 1 0 0 0,0-1 0 0 0,-1 1 0 0 0,1-1 0 0 0,0 1 0 0 0,-1-1 1 0 0,1 1-1 0 0,0-1 0 0 0,-1 1 0 0 0,1-1 0 0 0,-1 1 0 0 0,1-1 0 0 0,-1 0 0 0 0,1 1 1 0 0,-1-1-1 0 0,1 0 0 0 0,-1 1 0 0 0,1-1 0 0 0,-1 0 0 0 0,1 0 0 0 0,-1 1 0 0 0,0-1 1 0 0,1 0-1 0 0,-1 0 0 0 0,1 0 0 0 0,-1 0 0 0 0,0 0 0 0 0,1 0 0 0 0,-1 0 0 0 0,1 0 1 0 0,-1 0-1 0 0,0 0 0 0 0,1 0 0 0 0,-1 0 0 0 0,1-1 0 0 0,-1 1 0 0 0,0 0 0 0 0,1 0 1 0 0,-1-1-1 0 0,1 1 0 0 0,-1 0 0 0 0,1-1 0 0 0,-1 1 0 0 0,1 0 0 0 0,-1-1 8 0 0,-1 11 50 0 0,0-1-1 0 0,0 1 1 0 0,1 0-1 0 0,1 0 0 0 0,0 0 1 0 0,0 0-1 0 0,1 0 1 0 0,0 0-1 0 0,1 0 0 0 0,0 0 1 0 0,0 0-1 0 0,1-1 1 0 0,0 1-1 0 0,1-1 1 0 0,0 0-1 0 0,1 0 0 0 0,0 0 1 0 0,0-1-1 0 0,1 0 1 0 0,0 1-1 0 0,0-2 1 0 0,1 1-1 0 0,0-1 0 0 0,3 2-49 0 0,-10-8-6 0 0,1 0-1 0 0,0 0 0 0 0,-1-1 1 0 0,1 1-1 0 0,-1 0 0 0 0,1-1 1 0 0,0 1-1 0 0,0-1 0 0 0,-1 1 1 0 0,1-1-1 0 0,0 1 0 0 0,0-1 1 0 0,0 1-1 0 0,-1-1 0 0 0,1 0 1 0 0,0 0-1 0 0,0 1 0 0 0,0-1 0 0 0,0 0 1 0 0,0 0-1 0 0,0 0 0 0 0,-1 0 1 0 0,1 0-1 0 0,0 0 0 0 0,0 0 1 0 0,0 0-1 0 0,0 0 0 0 0,0-1 1 0 0,0 1-1 0 0,0 0 0 0 0,-1 0 1 0 0,1-1-1 0 0,0 1 0 0 0,0-1 1 0 0,0 1-1 0 0,-1-1 0 0 0,1 1 1 0 0,0-1-1 0 0,0 1 0 0 0,-1-1 1 0 0,1 0-1 0 0,-1 1 0 0 0,1-1 0 0 0,0 0 1 0 0,-1 1-1 0 0,1-1 0 0 0,-1 0 1 0 0,0 0-1 0 0,1 0 0 0 0,-1 0 1 0 0,0 1-1 0 0,1-1 0 0 0,-1 0 1 0 0,0 0-1 0 0,0 0 0 0 0,0 0 1 0 0,0 0-1 0 0,0 0 0 0 0,0 0 7 0 0,10-55-706 0 0,-10 41 514 0 0,2 8 158 0 0,-1 0 1 0 0,-1-1-1 0 0,1 1 1 0 0,-1 0 0 0 0,0 0-1 0 0,-1 0 1 0 0,0-1-1 0 0,0 1 1 0 0,0 0 0 0 0,-1 0-1 0 0,0 0 1 0 0,-1 0-1 0 0,1 1 1 0 0,-1-1 0 0 0,-1 1-1 0 0,1-1 1 0 0,-1 1 0 0 0,0 0-1 0 0,0 0 1 0 0,-1 1-1 0 0,0-1 1 0 0,0 1 0 0 0,0 0-1 0 0,-3-2 34 0 0,4 8-16 0 0,1-1-1 0 0,0 1 0 0 0,0-1 1 0 0,0 1-1 0 0,-1 0 1 0 0,1 0-1 0 0,0 1 1 0 0,1-1-1 0 0,-1 1 1 0 0,0-1-1 0 0,0 1 0 0 0,0 0 1 0 0,1 0-1 0 0,-1 0 1 0 0,1 0-1 0 0,0 1 1 0 0,0-1-1 0 0,0 1 1 0 0,0-1-1 0 0,0 1 0 0 0,0 0 1 0 0,0-1-1 0 0,0 4 17 0 0,-5 3 10 0 0,1-3 52 0 0,1 1 1 0 0,0 0 0 0 0,0 0-1 0 0,1 0 1 0 0,0 1-1 0 0,0-1 1 0 0,1 1-1 0 0,0 0 1 0 0,0 0 0 0 0,1 0-1 0 0,0 1 1 0 0,0-1-1 0 0,1 0 1 0 0,0 1-1 0 0,0-1 1 0 0,1 1 0 0 0,1-1-1 0 0,-1 1 1 0 0,1-1-1 0 0,1 1 1 0 0,-1-1-1 0 0,1 0 1 0 0,1 0 0 0 0,0 0-1 0 0,0 0 1 0 0,0 0-1 0 0,1 0 1 0 0,0-1-1 0 0,1 0 1 0 0,-1 0 0 0 0,1 0-1 0 0,1 0 1 0 0,-1-1-1 0 0,2 1-62 0 0,-5-6-14 0 0,0 0 0 0 0,-1 0 0 0 0,1 0-1 0 0,-1-1 1 0 0,1 1 0 0 0,0-1 0 0 0,0 1-1 0 0,-1-1 1 0 0,1 0 0 0 0,0 1 0 0 0,0-1-1 0 0,0 0 1 0 0,0 0 0 0 0,-1 0-1 0 0,1-1 1 0 0,0 1 0 0 0,0 0 0 0 0,-1-1-1 0 0,1 1 1 0 0,0-1 0 0 0,0 1 0 0 0,-1-1-1 0 0,1 0 1 0 0,0 0 0 0 0,-1 0 0 0 0,1 0-1 0 0,-1 0 1 0 0,0 0 0 0 0,1 0 0 0 0,-1 0-1 0 0,0-1 1 0 0,1 1 0 0 0,-1 0 0 0 0,0-1-1 0 0,0 1 1 0 0,0-1 0 0 0,0 1 0 0 0,-1-1-1 0 0,1 0 1 0 0,0 0 14 0 0,41-69-577 0 0,-41 70 574 0 0,6-16-65 0 0,-1-2-1 0 0,0 1 1 0 0,-1 0 0 0 0,-1-1 0 0 0,0 0 0 0 0,-2 0 0 0 0,0 0 0 0 0,-1 0 0 0 0,-1-1 0 0 0,-1 1 0 0 0,-1 0 0 0 0,-1 0 0 0 0,0-2 68 0 0,-33-21 549 0 0,32 95-434 0 0,17 186 1140 0 0,-1-219-1119 0 0,-5-51-545 0 0,-6 0-16 0 0,-11-98-44 0 0,9 125 488 0 0,0 0-1 0 0,-1 1 0 0 0,1-1 1 0 0,-1 1-1 0 0,1-1 1 0 0,-1 1-1 0 0,0 0 1 0 0,-1-1-1 0 0,1 1 1 0 0,0 0-1 0 0,-1 1 0 0 0,0-1 1 0 0,0 0-1 0 0,0 1 1 0 0,0-1-1 0 0,0 1 1 0 0,0 0-1 0 0,0 0 1 0 0,-1 0-1 0 0,1 1 0 0 0,-1-1 1 0 0,0 1-1 0 0,1 0 1 0 0,-1 0-1 0 0,0 0 1 0 0,0 0-1 0 0,1 1 1 0 0,-1-1-1 0 0,0 1 0 0 0,0 0 1 0 0,-1 0-19 0 0,-7 2 21 0 0,0-1 0 0 0,0 1 1 0 0,0 1-1 0 0,0 0 0 0 0,1 1 0 0 0,-1 0 1 0 0,1 1-1 0 0,0 0 0 0 0,0 1 0 0 0,1 0 1 0 0,0 0-1 0 0,0 1 0 0 0,0 1 0 0 0,1 0 0 0 0,0 0 1 0 0,0 0-1 0 0,1 1 0 0 0,0 1 0 0 0,1-1 1 0 0,-1 3-22 0 0,7-7 50 0 0,-1 1 0 0 0,2-1 0 0 0,-1 1 0 0 0,1-1 0 0 0,0 1 0 0 0,0-1 0 0 0,0 1 0 0 0,1-1 0 0 0,0 1 0 0 0,0-1 0 0 0,0 1 0 0 0,1-1 0 0 0,-1 0 0 0 0,1 1 1 0 0,1-1-1 0 0,-1 0 0 0 0,1 0 0 0 0,0-1 0 0 0,0 1 0 0 0,0-1 0 0 0,1 1 0 0 0,-1-1 0 0 0,1 0 0 0 0,0 0 0 0 0,0-1 0 0 0,1 1 0 0 0,-1-1 0 0 0,1 0 0 0 0,-1 0 0 0 0,1 0 0 0 0,0-1 0 0 0,0 1 1 0 0,1-1-1 0 0,-1-1 0 0 0,0 1 0 0 0,1-1 0 0 0,-1 0 0 0 0,4 1-50 0 0,-6-2-26 0 0,0 0 0 0 0,-1 1 1 0 0,1-1-1 0 0,0 0 0 0 0,0 0 1 0 0,-1 0-1 0 0,1-1 0 0 0,0 1 1 0 0,0-1-1 0 0,-1 0 0 0 0,1 1 1 0 0,0-1-1 0 0,-1 0 0 0 0,1 0 1 0 0,-1-1-1 0 0,1 1 0 0 0,-1-1 1 0 0,0 1-1 0 0,1-1 0 0 0,-1 0 1 0 0,0 1-1 0 0,0-1 0 0 0,0 0 0 0 0,0-1 1 0 0,-1 1-1 0 0,1 0 0 0 0,-1 0 1 0 0,1-1-1 0 0,-1 1 0 0 0,0-1 1 0 0,0 1-1 0 0,0-1 0 0 0,0 0 1 0 0,0 1-1 0 0,0-1 0 0 0,-1 0 1 0 0,1 0 25 0 0,20-108-884 0 0,-18 17 740 0 0,-47 117-174 0 0,35-15 305 0 0,1 1-1 0 0,1 0 1 0 0,0 0 0 0 0,0 0-1 0 0,0 1 1 0 0,1 0-1 0 0,1 1 1 0 0,0-1 0 0 0,0 1-1 0 0,1 0 1 0 0,1 0-1 0 0,0 0 1 0 0,0 0-1 0 0,1 1 1 0 0,0 0 0 0 0,1-1-1 0 0,1 4 14 0 0,-1-1 105 0 0,0-4-44 0 0,1 0-1 0 0,0 0 1 0 0,0-1 0 0 0,1 1 0 0 0,0 0-1 0 0,1 0 1 0 0,0-1 0 0 0,0 1-1 0 0,1-1 1 0 0,1 1 0 0 0,-1-1 0 0 0,5 7-61 0 0,-6-16-9 0 0,1 0-1 0 0,-1-1 1 0 0,1 1 0 0 0,-1 0 0 0 0,1-1 0 0 0,-1 1 0 0 0,0-1 0 0 0,1 0 0 0 0,-1 0-1 0 0,0 0 1 0 0,1 0 0 0 0,-1 0 0 0 0,0 0 0 0 0,0-1 0 0 0,0 1 0 0 0,0-1 0 0 0,0 1 0 0 0,0-1-1 0 0,-1 0 1 0 0,1 0 0 0 0,0 0 0 0 0,-1 0 0 0 0,0 0 0 0 0,1 0 0 0 0,-1 0 0 0 0,0 0-1 0 0,0-1 1 0 0,0 1 0 0 0,0 0 0 0 0,0-2 9 0 0,1 0-121 0 0,8-12-215 0 0,-1 0 1 0 0,-1-1-1 0 0,0 0 0 0 0,-1 0 0 0 0,-1 0 1 0 0,-1-1-1 0 0,0 0 0 0 0,-1-1 1 0 0,-1 1-1 0 0,-1-1 0 0 0,-1 1 1 0 0,0-2 335 0 0,-2 18-89 0 0,1-1 0 0 0,-1 1 0 0 0,0 0 0 0 0,1 0 0 0 0,-1 0 0 0 0,0 0 0 0 0,0 1 0 0 0,-1-1 1 0 0,1 0-1 0 0,0 0 0 0 0,-1 0 0 0 0,1 1 0 0 0,-1-1 0 0 0,1 1 0 0 0,-1-1 0 0 0,1 1 0 0 0,-1 0 1 0 0,0 0-1 0 0,0 0 0 0 0,0-1 0 0 0,0 2 0 0 0,0-1 0 0 0,0 0 0 0 0,0 0 0 0 0,0 1 0 0 0,0-1 1 0 0,0 1-1 0 0,0 0 0 0 0,-1-1 0 0 0,1 1 0 0 0,0 0 0 0 0,0 0 0 0 0,0 0 0 0 0,-1 1 0 0 0,1-1 0 0 0,0 1 1 0 0,0-1-1 0 0,0 1 0 0 0,0-1 0 0 0,0 1 0 0 0,0 0 0 0 0,0 0 0 0 0,0 0 0 0 0,0 0 0 0 0,0 1 1 0 0,0-1 88 0 0,-50 27-4998 0 0</inkml:trace>
  <inkml:trace contextRef="#ctx0" brushRef="#br0" timeOffset="18323.256">2056 307 64 0 0,'0'0'79'0'0,"0"0"-36"0"0,0 0 48 0 0,0 0-24 0 0,0 0 1 0 0,0 0-12 0 0,0 0 1 0 0,0 0 18 0 0,0 0 139 0 0,0 1 8284 0 0,22-2-3572 0 0,4-13-4085 0 0,48-10-68 0 0,211-83-972 0 0,-151 52 1060 0 0,-133 53-913 0 0,0 0 0 0 0,1 0 0 0 0,-1 0 1 0 0,0 0-1 0 0,0 0 0 0 0,0-1 0 0 0,0 1 0 0 0,0 0 1 0 0,0 0-1 0 0,-1-1 0 0 0,1 1 0 0 0,-1 0 1 0 0,0-1-1 0 0,0 1 0 0 0,1-1 0 0 0,-2 1 1 0 0,1 0-1 0 0,0-1 0 0 0,0 1 0 0 0,-1-1 1 0 0,1 1-1 0 0,-1 0 0 0 0,0 0 0 0 0,0-1 1 0 0,0 1-1 0 0,0 0 0 0 0,0 0 0 0 0,0 0 1 0 0,0 0-1 0 0,-1 0 0 0 0,1 0 0 0 0,-1 0 1 0 0,1 0-1 0 0,-1 1 0 0 0,0-1 0 0 0,0 1 1 0 0,0-1-1 0 0,0 1 0 0 0,0 0 0 0 0,0 0 1 0 0,0-1-1 0 0,0 1 0 0 0,0 1 0 0 0,-1-1 1 0 0,0 0 51 0 0,-76-6 550 0 0,78 7-763 0 0,-16-11-3184 0 0,14 13-3260 0 0,23 7 2189 0 0</inkml:trace>
  <inkml:trace contextRef="#ctx0" brushRef="#br0" timeOffset="18768.067">2504 83 768 0 0,'0'0'-102'0'0,"0"0"577"0"0,0 0 1182 0 0,0 0-553 0 0,0 0-643 0 0,0 0-168 0 0,0 0 73 0 0,0 0-2 0 0,-8-9 1958 0 0,23 4 468 0 0,-6 16 2273 0 0,-12 0-5031 0 0,0-1 0 0 0,-1-1 0 0 0,-1 1 0 0 0,1 0 0 0 0,-1-1 0 0 0,-1 0 0 0 0,0 0 0 0 0,0 0 0 0 0,-1-1 0 0 0,0 0 0 0 0,0 0 0 0 0,-1-1 0 0 0,0 0 0 0 0,-1 0-32 0 0,7-4-11 0 0,-83 72-2049 0 0,26-28-4984 0 0,35-30 254 0 0</inkml:trace>
  <inkml:trace contextRef="#ctx0" brushRef="#br0" timeOffset="21152.936">1375 596 340 0 0,'0'0'0'0'0,"0"0"0"0"0,0 0-12 0 0,0 0 12 0 0,0 0 168 0 0,0 0-52 0 0,0 0-116 0 0,0 0-272 0 0,0 0-16 0 0,0 0 236 0 0</inkml:trace>
  <inkml:trace contextRef="#ctx0" brushRef="#br0" timeOffset="21391.441">1375 596 144 0 0,'81'-40'300'0'0,"-81"40"-248"0"0,0-2-52 0 0,0 1-12 0 0,0-3-120 0 0,4-1-128 0 0,8 0 168 0 0,0-4 92 0 0</inkml:trace>
  <inkml:trace contextRef="#ctx0" brushRef="#br0" timeOffset="21645.031">1625 506 144 0 0,'0'0'220'0'0,"0"0"-176"0"0,0 0-44 0 0,0 0-8 0 0,0 0 8 0 0,0 0 4 0 0,0 0 4 0 0,0 0-8 0 0,0 0 0 0 0,4-22-116 0 0,4 18-172 0 0,0 1 280 0 0</inkml:trace>
  <inkml:trace contextRef="#ctx0" brushRef="#br0" timeOffset="21646.031">1625 506 80 0 0,'48'-39'116'0'0,"-56"39"104"0"0,-4 0-76 0 0,4 0-144 0 0,0 0-92 0 0,4 0-76 0 0,4 0-28 0 0,0 0 92 0 0</inkml:trace>
  <inkml:trace contextRef="#ctx0" brushRef="#br0" timeOffset="22551.601">1653 475 228 0 0,'0'0'297'0'0,"0"0"-158"0"0,0 0 308 0 0,0 0 1318 0 0,0 0-339 0 0,0 0-1017 0 0,0 0-665 0 0,-16-1-30 0 0,13 1 4765 0 0,13 5-2731 0 0,-17 5-368 0 0,-14-10 1512 0 0,-63 21-2760 0 0,55 10 969 0 0,-71 8 66 0 0,-77-30-907 0 0,16 41 211 0 0,147-44-762 0 0,10-6-4530 0 0,-1 1-6552 0 0,15-1 10059 0 0</inkml:trace>
  <inkml:trace contextRef="#ctx0" brushRef="#br0" timeOffset="23267.871">1077 652 28 0 0,'0'0'145'0'0,"0"0"-58"0"0,0 0-53 0 0,0 0-7 0 0,0 0-71 0 0,0 0-13 0 0,0 0 96 0 0,0 0 87 0 0,-13-8-60 0 0,9 6 3300 0 0,-31 15-3824 0 0,-1 2 4746 0 0,44-15 528 0 0,12-7-2318 0 0,135-196-1966 0 0,-150 199-805 0 0,15-15 453 0 0,-16 25-3300 0 0,-51 32-8077 0 0,30-30 10182 0 0</inkml:trace>
  <inkml:trace contextRef="#ctx0" brushRef="#br0" timeOffset="23633.122">879 685 416 0 0,'0'0'105'0'0,"0"0"-61"0"0,0 0 464 0 0,0 0 1629 0 0,0 0 128 0 0,0 0-420 0 0,0 0-463 0 0,0 0-312 0 0,0 0-111 0 0,0 0-111 0 0,1-4 840 0 0,167 82 3475 0 0,-158-72-5118 0 0,1 2 0 0 0,-2-1 0 0 0,1 2 0 0 0,-1-1 0 0 0,0 1 0 0 0,-1 0 0 0 0,0 1 0 0 0,0 0 0 0 0,-1 0 0 0 0,0 1 0 0 0,-1 0 0 0 0,0 0 0 0 0,-1 0 0 0 0,0 1 0 0 0,-1 0 0 0 0,0 0 0 0 0,-1 0 0 0 0,1 7-45 0 0,-3-11-556 0 0,2 22 86 0 0,-7-20-5232 0 0,-4-10 635 0 0</inkml:trace>
  <inkml:trace contextRef="#ctx0" brushRef="#br0" timeOffset="48207.721">827 843 2048 0 0,'0'0'855'0'0,"0"0"-320"0"0,0 0 49 0 0,0 0 188 0 0,0 0-27 0 0,0 0-114 0 0,0 0-316 0 0,0 0 46 0 0,0 0-20 0 0,-4 1 71 0 0,-15 2 919 0 0,-7 2-9478 0 0,46-12 7364 0 0</inkml:trace>
  <inkml:trace contextRef="#ctx0" brushRef="#br0" timeOffset="48446.219">827 843 980 0 0</inkml:trace>
  <inkml:trace contextRef="#ctx0" brushRef="#br0" timeOffset="49942.062">827 843 980 0 0,'-145'45'908'0'0,"130"-36"4970"0"0,15 0-3410 0 0,38 16-3088 0 0,-33-23 1250 0 0,128 24 1070 0 0,-149-40-2238 0 0,-181-48 706 0 0,196 62-294 0 0,22 30 678 0 0,0-14-455 0 0,2-2-1 0 0,-1 0 0 0 0,2-1 0 0 0,0-2 0 0 0,0 0 0 0 0,1-2 1 0 0,0 0-1 0 0,7 0-96 0 0,-31-9-3 0 0,-1 0 1 0 0,1 0 0 0 0,-1 0-1 0 0,1-1 1 0 0,-1 1-1 0 0,1 0 1 0 0,-1 0-1 0 0,1 0 1 0 0,-1 0-1 0 0,1-1 1 0 0,-1 1 0 0 0,0 0-1 0 0,1 0 1 0 0,-1-1-1 0 0,1 1 1 0 0,-1 0-1 0 0,0-1 1 0 0,1 1 0 0 0,-1 0-1 0 0,0-1 1 0 0,1 1-1 0 0,-1-1 1 0 0,0 1-1 0 0,0-1 1 0 0,1 1-1 0 0,-1 0 1 0 0,0-1 0 0 0,0 1-1 0 0,0-1 1 0 0,0 1-1 0 0,1-1 1 0 0,-1 1-1 0 0,0-1 1 0 0,0 1-1 0 0,0-1 1 0 0,0 1 0 0 0,0-1-1 0 0,0 1 1 0 0,-1-1-1 0 0,1 1 1 0 0,0-1-1 0 0,0 1 1 0 0,0-1 0 0 0,0 1-1 0 0,0-1 1 0 0,-1 1-1 0 0,1-1 1 0 0,0 1-1 0 0,0 0 1 0 0,-1-1-1 0 0,1 1 1 0 0,0-1 0 0 0,-1 1-1 0 0,1 0 1 0 0,-1-1-1 0 0,1 1 1 0 0,0 0-1 0 0,-1 0 1 0 0,1-1 0 0 0,-1 1-1 0 0,1 0 1 0 0,-1 0-1 0 0,1-1 1 0 0,0 1-1 0 0,-1 0 1 0 0,1 0-1 0 0,-1 0 1 0 0,1 0 0 0 0,-1 0-1 0 0,0 0 3 0 0,-20-24-98 0 0,-1 1 0 0 0,-1 0 0 0 0,-1 2 0 0 0,-1 1 1 0 0,-1 1-1 0 0,-1 2 0 0 0,-1 0 0 0 0,-21-9 98 0 0,22 19 512 0 0,31 40-660 0 0,104 100 608 0 0,-65-96-1547 0 0,-42-37 837 0 0,-3-9 207 0 0,-1 0-1 0 0,-1 0 1 0 0,1 0 0 0 0,-1 1-1 0 0,-1 0 1 0 0,0 0-1 0 0,0 0 1 0 0,0 0 0 0 0,-1 1-1 0 0,0 0 1 0 0,-1 0 0 0 0,1 0-1 0 0,-1 1 1 0 0,-1 0-1 0 0,1 1 1 0 0,-1-1 0 0 0,0 1-1 0 0,-4-1 44 0 0,11 5 19 0 0,0 1 0 0 0,0-1 1 0 0,0 1-1 0 0,0 0 0 0 0,0-1 0 0 0,0 1 0 0 0,0 0 0 0 0,0 0 0 0 0,0 0 0 0 0,0-1 0 0 0,0 1 0 0 0,0 0 0 0 0,0 1 1 0 0,0-1-1 0 0,0 0 0 0 0,0 0 0 0 0,0 0 0 0 0,0 1 0 0 0,0-1 0 0 0,0 0 0 0 0,0 1 0 0 0,0-1 0 0 0,0 1 0 0 0,0-1 1 0 0,0 1-1 0 0,1-1 0 0 0,-1 1 0 0 0,0 0 0 0 0,0-1 0 0 0,1 1 0 0 0,-1 0 0 0 0,0 0 0 0 0,1-1 0 0 0,-1 1 0 0 0,1 0 1 0 0,-1 0-1 0 0,1 0 0 0 0,-1 0 0 0 0,1 0 0 0 0,-1 0 0 0 0,1 0 0 0 0,0 0 0 0 0,0 0 0 0 0,0 0 0 0 0,-1 0 0 0 0,1 0 1 0 0,0 0-1 0 0,0 0 0 0 0,0 0 0 0 0,1 0 0 0 0,-1 0 0 0 0,0 0 0 0 0,0 0 0 0 0,0 0 0 0 0,1 0 0 0 0,-1 0 0 0 0,1 0 1 0 0,-1 0-1 0 0,1 0-19 0 0,21 63-74 0 0,-14-56 106 0 0,1 0 1 0 0,0-1-1 0 0,0 0 1 0 0,0-1-1 0 0,1 1 1 0 0,0-2-1 0 0,0 0 0 0 0,1 0 1 0 0,-1 0-1 0 0,1-2 1 0 0,0 1-1 0 0,0-1 1 0 0,0-1-1 0 0,1 0 0 0 0,-1-1 1 0 0,8 1-33 0 0,-12-83-762 0 0,-7 78 766 0 0,-1 0 0 0 0,1 0 1 0 0,-1 0-1 0 0,0 0 0 0 0,0 0 1 0 0,0 0-1 0 0,0 0 0 0 0,-1 0 0 0 0,1 1 1 0 0,-1-1-1 0 0,1 0 0 0 0,-1 1 1 0 0,0 0-1 0 0,0-1 0 0 0,0 1 1 0 0,-1 0-1 0 0,1 0 0 0 0,0 0 1 0 0,-1 0-1 0 0,1 0 0 0 0,-1 1 1 0 0,0-1-1 0 0,1 1 0 0 0,-1 0 0 0 0,0 0 1 0 0,0 0-1 0 0,0 0 0 0 0,0 0 1 0 0,0 0-1 0 0,0 1 0 0 0,0 0 1 0 0,0-1-1 0 0,0 1 0 0 0,0 0 1 0 0,-1 1-1 0 0,1-1 0 0 0,0 0 1 0 0,0 1-1 0 0,0 0 0 0 0,0 0 0 0 0,0 0 1 0 0,1 0-1 0 0,-1 0 0 0 0,0 0 1 0 0,0 1-1 0 0,1 0 0 0 0,-1-1 1 0 0,1 1-1 0 0,-1 0 0 0 0,1 0 1 0 0,0 0-1 0 0,-1 0 0 0 0,1 1 0 0 0,1-1 1 0 0,-1 1-1 0 0,0-1 0 0 0,0 1 1 0 0,0 2-5 0 0,2-2 27 0 0,0 0-1 0 0,0 0 1 0 0,1 0 0 0 0,-1 0 0 0 0,1 0-1 0 0,0 0 1 0 0,0 0 0 0 0,0 0 0 0 0,0 0 0 0 0,0 0-1 0 0,0 0 1 0 0,1-1 0 0 0,0 1 0 0 0,-1 0-1 0 0,1-1 1 0 0,0 0 0 0 0,0 1 0 0 0,1-1 0 0 0,-1 0-1 0 0,0 0 1 0 0,1 0 0 0 0,-1 0 0 0 0,1 0-1 0 0,0-1 1 0 0,-1 1 0 0 0,1-1 0 0 0,0 0 0 0 0,0 0-1 0 0,0 0 1 0 0,0 0 0 0 0,0 0 0 0 0,0-1-1 0 0,0 1 1 0 0,0-1 0 0 0,0 0 0 0 0,0 0 0 0 0,0 0-1 0 0,1 0 1 0 0,-1-1 0 0 0,0 1 0 0 0,0-1 0 0 0,0 0-28 0 0,0-56-299 0 0,-6 51 342 0 0,0 0 0 0 0,0 0 1 0 0,-1 1-1 0 0,1 0 0 0 0,-1-1 0 0 0,-1 1 1 0 0,1 1-1 0 0,-1-1 0 0 0,0 0 0 0 0,0 1 1 0 0,0 0-1 0 0,0 1 0 0 0,-1-1 1 0 0,0 1-1 0 0,1 0 0 0 0,-1 0 0 0 0,0 0 1 0 0,-1 1-1 0 0,1 0 0 0 0,0 1 0 0 0,-1-1 1 0 0,1 1-1 0 0,-3 0-42 0 0,7 3 9 0 0,0 1 0 0 0,1-1-1 0 0,-1 1 1 0 0,0-1 0 0 0,1 1 0 0 0,-1 0 0 0 0,1 0 0 0 0,0 0-1 0 0,0-1 1 0 0,0 1 0 0 0,0 0 0 0 0,1 0 0 0 0,-1 0 0 0 0,1 1 0 0 0,0-1-1 0 0,0 0 1 0 0,0 0 0 0 0,0 0 0 0 0,0 0 0 0 0,1 0 0 0 0,-1 0-1 0 0,1 0 1 0 0,1 2-9 0 0,64 46 308 0 0,-25-29-172 0 0,-40-22-134 0 0,0 0-1 0 0,0 0 1 0 0,0 0 0 0 0,-1 0 0 0 0,1 0 0 0 0,0 0 0 0 0,0 0 0 0 0,0 0 0 0 0,0 0-1 0 0,0 0 1 0 0,-1-1 0 0 0,1 1 0 0 0,0 0 0 0 0,0 0 0 0 0,0-1 0 0 0,-1 1 0 0 0,1-1 0 0 0,0 1-1 0 0,0-1 1 0 0,-1 1 0 0 0,1-1 0 0 0,0 1 0 0 0,-1-1 0 0 0,1 0 0 0 0,-1 1 0 0 0,1-1 0 0 0,-1 0-1 0 0,1 0 1 0 0,-1 1 0 0 0,1-1 0 0 0,-1 0 0 0 0,0 0 0 0 0,0 0 0 0 0,1 1 0 0 0,-1-1 0 0 0,0 0-1 0 0,0 0 1 0 0,0 0 0 0 0,0 0 0 0 0,0 0 0 0 0,0 0 0 0 0,0 1 0 0 0,0-1 0 0 0,0 0 0 0 0,0 0-1 0 0,0 0 1 0 0,-1 0 0 0 0,1 0 0 0 0,0 1 0 0 0,0-1 0 0 0,-1 0 0 0 0,1 0 0 0 0,-1 1 0 0 0,1-1-1 0 0,-1 0 1 0 0,1 0 0 0 0,-1 1 0 0 0,1-1 0 0 0,-1 0-2 0 0,-6-9 25 0 0,0 1 1 0 0,-1 0-1 0 0,0 0 1 0 0,0 0-1 0 0,-1 1 1 0 0,0 0-1 0 0,0 1 1 0 0,-1 0-1 0 0,0 0 1 0 0,0 1-1 0 0,0 1 1 0 0,-1 0-1 0 0,-7-3-25 0 0,16 8 9 0 0,0 0 0 0 0,0 0 0 0 0,1 0-1 0 0,-1 1 1 0 0,0-1 0 0 0,0 0-1 0 0,1 1 1 0 0,-1-1 0 0 0,0 1 0 0 0,1 0-1 0 0,-1 0 1 0 0,1-1 0 0 0,-1 1 0 0 0,1 0-1 0 0,-1 0 1 0 0,1 1 0 0 0,-1-1 0 0 0,1 0-1 0 0,0 0 1 0 0,0 1 0 0 0,0-1 0 0 0,-1 0-1 0 0,1 1 1 0 0,1-1 0 0 0,-1 1 0 0 0,0 0-1 0 0,0-1 1 0 0,1 1 0 0 0,-1 0-1 0 0,0-1 1 0 0,1 1 0 0 0,0 0 0 0 0,-1 0-1 0 0,1-1 1 0 0,0 1 0 0 0,0 0 0 0 0,0 0-1 0 0,0 0 1 0 0,0-1 0 0 0,1 1 0 0 0,-1 0-9 0 0,14 78-111 0 0,86-1 22 0 0,-98-81 89 0 0,0 0-1 0 0,0 0 1 0 0,0-1 0 0 0,0 1-1 0 0,-1-1 1 0 0,1 1 0 0 0,-1-1 0 0 0,1 0-1 0 0,-1 0 1 0 0,0 0 0 0 0,0 0-1 0 0,0 1 1 0 0,-1-1 0 0 0,1 0-1 0 0,-1 0 1 0 0,1-1 0 0 0,-1 1-1 0 0,0 0 1 0 0,0 0 0 0 0,-1 0-1 0 0,1 0 1 0 0,-1 0 0 0 0,1 0 0 0 0,-1 0-1 0 0,0 0 1 0 0,0 0 0 0 0,0 1-1 0 0,0-1 1 0 0,-1 0 0 0 0,0-1 0 0 0,-90-110-759 0 0,89 114 755 0 0,0-1-1 0 0,0 1 1 0 0,0 0 0 0 0,0 0 0 0 0,0 0 0 0 0,0 0-1 0 0,0 0 1 0 0,0 1 0 0 0,0-1 0 0 0,0 1 0 0 0,1 0-1 0 0,-1 0 1 0 0,0 0 0 0 0,0 0 0 0 0,1 1-1 0 0,-1-1 1 0 0,0 1 0 0 0,1-1 0 0 0,0 1 0 0 0,-1 0-1 0 0,1 0 1 0 0,0 0 0 0 0,0 0 0 0 0,0 1-1 0 0,0-1 1 0 0,0 0 0 0 0,1 1 0 0 0,-1 0 0 0 0,1-1-1 0 0,-1 1 1 0 0,1 0 0 0 0,0-1 0 0 0,0 1 0 0 0,0 0-1 0 0,1 0 1 0 0,-1 0 0 0 0,1 0 0 0 0,-1 0-1 0 0,1 0 1 0 0,0 0 0 0 0,0 0 0 0 0,0 0 0 0 0,1 0-1 0 0,-1 0 1 0 0,1 0 0 0 0,0 0 0 0 0,-1 0-1 0 0,1-1 1 0 0,1 1 0 0 0,-1 0 0 0 0,0 0 0 0 0,1-1-1 0 0,-1 1 1 0 0,1-1 0 0 0,1 2 4 0 0,10 7-90 0 0,1-1 1 0 0,0 0-1 0 0,0-1 0 0 0,1-1 1 0 0,0 0-1 0 0,1-1 1 0 0,0-1-1 0 0,0 0 0 0 0,0-2 1 0 0,17 4 89 0 0,48 2-5824 0 0,-75-10 1810 0 0</inkml:trace>
  <inkml:trace contextRef="#ctx0" brushRef="#br0" timeOffset="58395.935">456 971 104 0 0,'0'0'137'0'0,"0"0"55"0"0,0 0 432 0 0,0 0 488 0 0,0 0-200 0 0,0 0-344 0 0,0 0-167 0 0,4-1 3 0 0,5 1-1764 0 0,13-2 5488 0 0,-14 4 1070 0 0,-24 2-4655 0 0,-277 77-1435 0 0,123-50 1323 0 0,186-65 297 0 0,64 20-1109 0 0,-43-15-8521 0 0,-40 21 5438 0 0,-14 7 2981 0 0</inkml:trace>
  <inkml:trace contextRef="#ctx0" brushRef="#br0" timeOffset="58727.618">0 1084 484 0 0,'0'0'295'0'0,"0"0"79"0"0,0 0 1053 0 0,0 0 625 0 0,0 0-451 0 0,0 0-414 0 0,0 0-190 0 0,0 0-27 0 0,0 0-85 0 0,22 0 1487 0 0,-2 7-2049 0 0,0 0-1 0 0,0 2 0 0 0,-1 1 0 0 0,0 0 0 0 0,-1 1 0 0 0,0 1 0 0 0,-1 1 1 0 0,0 1-1 0 0,-1 0 0 0 0,-1 1 0 0 0,5 5-322 0 0,81 67-96 0 0,-90-80 857 0 0,10 9-4398 0 0,-39-17-3073 0 0,-7-6 2840 0 0,-16-1 2122 0 0</inkml:trace>
  <inkml:trace contextRef="#ctx0" brushRef="#br0" timeOffset="181001.56">2738 215 80 0 0,'0'0'135'0'0,"0"0"216"0"0,0 0 880 0 0,0 0-91 0 0,0 0-360 0 0,0 0-249 0 0,0 0-163 0 0,0 0-111 0 0,2 4-153 0 0,100 106 1981 0 0,-36 2 981 0 0,-59-100-3792 0 0,10 25-969 0 0,-26-17-5805 0 0,5-17 7293 0 0</inkml:trace>
  <inkml:trace contextRef="#ctx0" brushRef="#br0" timeOffset="181444.418">2955 351 64 0 0,'0'0'92'0'0,"0"0"-40"0"0,0 0-12 0 0,0 0-40 0 0,0 0-196 0 0,0 0 144 0 0</inkml:trace>
  <inkml:trace contextRef="#ctx0" brushRef="#br0" timeOffset="181872.065">2955 351 236 0 0,'-90'75'409'0'0,"71"-60"892"0"0,21-13 6192 0 0,5 8-3053 0 0,21 54-4008 0 0,4 55 36 0 0,-28-104 263 0 0,-5-15-965 0 0,1-1-1 0 0,-1 1 1 0 0,1 0-1 0 0,-1 0 1 0 0,1-1-1 0 0,0 1 1 0 0,-1 0-1 0 0,1 0 1 0 0,-1 0-1 0 0,1 0 1 0 0,-1 0 0 0 0,1 0-1 0 0,-1 0 1 0 0,1 0-1 0 0,-1 0 1 0 0,1 0-1 0 0,-1 0 1 0 0,1 0-1 0 0,-1 0 1 0 0,1 0-1 0 0,-1 0 1 0 0,1 0-1 0 0,-1 0 1 0 0,1 1-1 0 0,-1-1 1 0 0,1 0-1 0 0,0 0 1 0 0,-1 1-1 0 0,1-1 1 0 0,-1 0-1 0 0,1 0 1 0 0,0 1 0 0 0,-1-1-1 0 0,1 0 1 0 0,0 1-1 0 0,-1-1 1 0 0,1 1-1 0 0,0-1 1 0 0,0 0-1 0 0,-1 1 1 0 0,1-1-1 0 0,0 1 1 0 0,0-1-1 0 0,0 1 1 0 0,-1-1-1 0 0,1 1 1 0 0,0-1-1 0 0,0 1 1 0 0,0-1-1 0 0,0 1 1 0 0,0-1-1 0 0,0 1 1 0 0,0-1 0 0 0,0 1-1 0 0,0-1 1 0 0,0 1-1 0 0,1-1 1 0 0,-1 1-1 0 0,0-1 1 0 0,0 1-1 0 0,0-1 1 0 0,1 0 234 0 0,-16-6-813 0 0</inkml:trace>
  <inkml:trace contextRef="#ctx0" brushRef="#br0" timeOffset="208261.242">2875 446 260 0 0,'0'0'1270'0'0,"0"0"-131"0"0,0 0-198 0 0,0 0-105 0 0,0 0-248 0 0,0 0-171 0 0,0 0-133 0 0,0 0-226 0 0,0-11-55 0 0,4-50 125 0 0,10 42 5757 0 0,-7-12-5088 0 0,-24 14 376 0 0,21 57-11092 0 0,-4-70 6059 0 0</inkml:trace>
  <inkml:trace contextRef="#ctx0" brushRef="#br0" timeOffset="208673.854">2947 420 1760 0 0,'0'0'1348'0'0,"0"0"-312"0"0,0 0-63 0 0,0 0 116 0 0,0 0-69 0 0,0 0-293 0 0,0 0-263 0 0,0 0-96 0 0,0 0-25 0 0,22 4 446 0 0,-16-3 3085 0 0,-7 8-3927 0 0,-1-1 1 0 0,-1 0-1 0 0,1 0 0 0 0,-2 0 0 0 0,1 0 0 0 0,-1 0 1 0 0,0-1-1 0 0,0 0 0 0 0,-1 0 0 0 0,0 0 0 0 0,-1 0 1 0 0,1-1-1 0 0,-5 4 53 0 0,-25 37-1312 0 0,7-42-9645 0 0,20-16 11325 0 0,4 7-1284 0 0</inkml:trace>
  <inkml:trace contextRef="#ctx0" brushRef="#br0" timeOffset="209548.174">2818 449 1096 0 0,'0'0'1219'0'0,"0"0"-508"0"0,0 0-347 0 0,0 0-92 0 0,0 0 79 0 0,0 0 24 0 0,0 0-147 0 0,0 0-156 0 0,-2-4-39 0 0,-20-60 4522 0 0,30 81-2415 0 0,32 59-1940 0 0,32 69 1791 0 0,-55-7-805 0 0,18-79-1106 0 0,47 75-140 0 0,-26-77-272 0 0,-50-10-1871 0 0,-20-20-2489 0 0,11-33 1867 0 0,19-40-1936 0 0</inkml:trace>
  <inkml:trace contextRef="#ctx0" brushRef="#br0" timeOffset="209929.883">3000 1055 1344 0 0,'0'0'520'0'0,"0"0"-520"0"0,0 0-116 0 0,0 0-444 0 0,0 0-288 0 0</inkml:trace>
  <inkml:trace contextRef="#ctx0" brushRef="#br0" timeOffset="210327.506">3000 1055 384 0 0,'17'-39'499'0'0,"-4"32"7992"0"0,9 50-5797 0 0,-22 30-3880 0 0,0-72 661 0 0,0-1-155 0 0,0 0-134 0 0,0 0-58 0 0,0 0 8 0 0,0 0 26 0 0,0 0 7 0 0,-11-1-4141 0 0,22 0 4486 0 0</inkml:trace>
  <inkml:trace contextRef="#ctx0" brushRef="#br0" timeOffset="211360.748">3060 1005 860 0 0,'0'0'1041'0'0,"0"0"-532"0"0,0 0-346 0 0,0 0-93 0 0,0 0 15 0 0,0 0-3 0 0,0 0-24 0 0,0 0 47 0 0,0 0 314 0 0,0 0 420 0 0,20 30 4126 0 0,-12 13-3153 0 0,-9-9-1801 0 0,2 0 0 0 0,0 0 1 0 0,3 0-1 0 0,0 0 0 0 0,3 0 1 0 0,0-1-1 0 0,3 0 0 0 0,2 4-11 0 0,48 108-1418 0 0,-53-129 1184 0 0,-1 0 0 0 0,0 1 0 0 0,-1 0 0 0 0,-1 0 0 0 0,-1 0 0 0 0,0 0 0 0 0,-2 1 0 0 0,0-1 0 0 0,-1 12 234 0 0,45 60 163 0 0,-45-103 1457 0 0,-24-5-1664 0 0,0-1 0 0 0,2-2 1 0 0,0 0-1 0 0,2-1 0 0 0,1-1 0 0 0,-14-21 44 0 0,-45-96-5422 0 0,73 135 3980 0 0,-2 2-756 0 0</inkml:trace>
  <inkml:trace contextRef="#ctx0" brushRef="#br0" timeOffset="212059.471">3238 1823 484 0 0,'0'0'191'0'0,"0"0"-29"0"0,0 0-8 0 0,0 0 268 0 0,0 0 652 0 0,0 0 522 0 0,0 0-349 0 0,0 0-336 0 0,0 0-126 0 0,6-8-56 0 0,84-119 2786 0 0,47-43-1296 0 0,-131 159-3014 0 0,8-7-4988 0 0,-13 18 2884 0 0</inkml:trace>
  <inkml:trace contextRef="#ctx0" brushRef="#br0" timeOffset="-202396.059">3358 1883 52 0 0,'0'0'276'0'0,"0"0"-224"0"0,0 0-28 0 0,0 0 28 0 0,0 0 40 0 0,0 0 24 0 0,0 0-64 0 0,0 0-52 0 0,0 0 4 0 0,0 0 84 0 0,29-16-80 0 0,-29 15 72 0 0,0-3-80 0 0,0 3 0 0 0,0-1-48 0 0,0 0-172 0 0,0 2-292 0 0</inkml:trace>
  <inkml:trace contextRef="#ctx0" brushRef="#br0" timeOffset="-202144.07">3358 1883 172 0 0,'-16'-16'264'0'0,"8"18"-136"0"0,4 2-76 0 0,-4-1 16 0 0,4-1 8 0 0,0 1-24 0 0,4 1-52 0 0,0-1-64 0 0,-4 1-40 0 0,4 1-80 0 0,0 0-140 0 0,0 0 188 0 0,0 0 136 0 0,0-1 0 0 0,0-3 0 0 0</inkml:trace>
  <inkml:trace contextRef="#ctx0" brushRef="#br0" timeOffset="-189817.508">3717 1984 80 0 0,'0'0'1582'0'0,"0"0"-313"0"0,0 0-102 0 0,0 0 171 0 0,0 0 121 0 0,0 0-80 0 0,0 0-265 0 0,0 0-282 0 0,0 0-192 0 0,0 0-136 0 0,-4-3-252 0 0,-117-58 852 0 0,65 48-4044 0 0,54 13 3079 0 0,1-1 1 0 0,-1 1 0 0 0,1 0 0 0 0,-1 0 0 0 0,1 0 0 0 0,-1-1 0 0 0,1 1 0 0 0,-1 1 0 0 0,0-1 0 0 0,1 0 0 0 0,-1 0-1 0 0,1 1 1 0 0,-1-1 0 0 0,1 0 0 0 0,-1 1 0 0 0,1 0 0 0 0,-1-1 0 0 0,1 1 0 0 0,0 0 0 0 0,-1 0 0 0 0,1 0 0 0 0,0 0-1 0 0,0 0 1 0 0,0 0 0 0 0,-1 0 0 0 0,1 0 0 0 0,0 0 0 0 0,0 0 0 0 0,1 1 0 0 0,-1-1 0 0 0,0 0 0 0 0,0 1 0 0 0,1-1-1 0 0,-1 1 1 0 0,0-1 0 0 0,1 1 0 0 0,0-1 0 0 0,-1 1 0 0 0,1-1 0 0 0,0 1 0 0 0,0-1 0 0 0,0 1 0 0 0,0-1 0 0 0,0 1 0 0 0,0 0-1 0 0,0-1 1 0 0,0 1 0 0 0,1-1 0 0 0,-1 1 0 0 0,1-1 0 0 0,-1 1 0 0 0,1-1 0 0 0,-1 1 0 0 0,1-1 0 0 0,0 0 0 0 0,0 1-1 0 0,0-1 1 0 0,0 0 0 0 0,0 0 0 0 0,0 0 0 0 0,0 1 0 0 0,0-1 0 0 0,0 0 0 0 0,1 0 0 0 0,-1-1 0 0 0,0 1-140 0 0,5 15-880 0 0,34 147 2051 0 0,35-32-525 0 0,-67-116-547 0 0,4 11-19 0 0,1-1 1 0 0,1-1-1 0 0,1 0 1 0 0,1-1-1 0 0,0 0 1 0 0,2-2-1 0 0,1 0 1 0 0,1-1 0 0 0,4 2-81 0 0,1-2 29 0 0,0 1 1 0 0,-2 1-1 0 0,-1 1 1 0 0,0 1-1 0 0,-2 1 1 0 0,-1 0-1 0 0,0 2 1 0 0,0 5-30 0 0,158 253 318 0 0,-24 42-65 0 0,-55-1 154 0 0,-23-135-286 0 0,53 63-162 0 0,-98-189 102 0 0,-111-180-788 0 0,29 44 317 0 0,-3 2 0 0 0,-3 3 0 0 0,-43-37 410 0 0,29 44-634 0 0,-16-16-1008 0 0,40 19-3115 0 0,40 42-268 0 0,6 6-2494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8:03.4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178 75 300 0 0,'0'0'1123'0'0,"0"0"392"0"0,0 0 551 0 0,0 0-723 0 0,0 0-608 0 0,0 0-204 0 0,0 0 83 0 0,0 0 37 0 0,-5 2-69 0 0,-1-1-587 0 0,-7 4 917 0 0,33-4 1528 0 0,5-3-238 0 0,30-17-3320 0 0,-55 19 1149 0 0,0-1 0 0 0,0 1-1 0 0,0-1 1 0 0,0 1 0 0 0,0-1 0 0 0,0 1-1 0 0,0-1 1 0 0,0 1 0 0 0,1 0 0 0 0,-1-1-1 0 0,0 1 1 0 0,0-1 0 0 0,0 1 0 0 0,1-1-1 0 0,-1 1 1 0 0,0 0 0 0 0,0-1-1 0 0,1 1 1 0 0,-1-1 0 0 0,0 1 0 0 0,1 0-1 0 0,-1 0 1 0 0,0-1 0 0 0,1 1 0 0 0,-1 0-1 0 0,1-1 1 0 0,-1 1 0 0 0,0 0-1 0 0,1 0 1 0 0,-1 0 0 0 0,1 0 0 0 0,-1-1-1 0 0,1 1 1 0 0,-1 0 0 0 0,1 0 0 0 0,-1 0-1 0 0,1 0 1 0 0,-1 0 0 0 0,0 0 0 0 0,1 0-1 0 0,-1 0 1 0 0,1 0 0 0 0,-1 0-1 0 0,1 1 1 0 0,-1-1 0 0 0,1 0 0 0 0,-1 0-1 0 0,1 0 1 0 0,-1 1 0 0 0,0-1 0 0 0,1 0-1 0 0,-1 0 1 0 0,1 1 0 0 0,-1-1 0 0 0,0 0-1 0 0,1 1 1 0 0,-1-1 0 0 0,0 0-1 0 0,1 1 1 0 0,-1-1 0 0 0,0 0 0 0 0,0 1-1 0 0,0-1 1 0 0,1 1-31 0 0,-3-5 14 0 0,0 1 0 0 0,0-1 0 0 0,0 0 0 0 0,0 1 0 0 0,-1 0 0 0 0,1 0 0 0 0,-1-1-1 0 0,0 2 1 0 0,0-1 0 0 0,0 0 0 0 0,-1 0 0 0 0,1 1 0 0 0,0 0 0 0 0,-1 0 0 0 0,0 0 0 0 0,1 0 0 0 0,-1 0 0 0 0,0 1 0 0 0,0 0-1 0 0,0 0 1 0 0,0 0 0 0 0,0 0 0 0 0,0 0 0 0 0,0 1 0 0 0,-1 0 0 0 0,1 0 0 0 0,0 0 0 0 0,0 0 0 0 0,0 1 0 0 0,0-1 0 0 0,0 1-1 0 0,-4 2-13 0 0,5-3 11 0 0,0 1 0 0 0,0 0 0 0 0,1 0 0 0 0,-1 1 0 0 0,0-1-1 0 0,0 1 1 0 0,1-1 0 0 0,-1 1 0 0 0,1 0 0 0 0,0 0-1 0 0,0 0 1 0 0,-1 0 0 0 0,1 0 0 0 0,0 0 0 0 0,1 1 0 0 0,-1-1-1 0 0,0 1 1 0 0,1-1 0 0 0,-1 1 0 0 0,1 0 0 0 0,0 0-1 0 0,0-1 1 0 0,0 1 0 0 0,0 0 0 0 0,1 0 0 0 0,-1 0 0 0 0,1 1-11 0 0,27 0 399 0 0,-28-38-606 0 0,0 34 214 0 0,-1-1 0 0 0,1 1 1 0 0,-1 0-1 0 0,1 0 0 0 0,-1 0 1 0 0,0 0-1 0 0,1 0 0 0 0,-1 0 1 0 0,1 0-1 0 0,-1 0 0 0 0,0 1 1 0 0,1-1-1 0 0,-1 1 0 0 0,1-1 1 0 0,-1 1-1 0 0,1 0 0 0 0,0-1 1 0 0,-1 1-1 0 0,1 0 0 0 0,0 0 1 0 0,-1 0-1 0 0,1 0 0 0 0,0 0 1 0 0,0 0-1 0 0,0 0 0 0 0,0 0 1 0 0,0 1-1 0 0,0-1 0 0 0,0 0 1 0 0,0 1-1 0 0,0-1 0 0 0,1 1 1 0 0,-1-1-1 0 0,1 1 0 0 0,-1-1 1 0 0,1 1-1 0 0,-1-1 1 0 0,1 1-1 0 0,0-1 0 0 0,0 1 1 0 0,0-1-1 0 0,0 1 0 0 0,0 0 1 0 0,0-1-1 0 0,0 1 0 0 0,0-1 1 0 0,1 1-1 0 0,-1-1 0 0 0,1 1 1 0 0,-1-1-1 0 0,1 1 0 0 0,-1-1 1 0 0,1 1-1 0 0,0-1 0 0 0,0 1 1 0 0,0 0-8 0 0,-1 3 15 0 0,17-13-155 0 0,-9-59-500 0 0,-49 77-537 0 0,-8 1-3425 0 0,22-5-1481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8:15.55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0 109 104 0 0,'0'0'1808'0'0,"0"0"2405"0"0,0 0-2153 0 0,0 0-1296 0 0,0 0-220 0 0,0 0 146 0 0,0 0 117 0 0,0 0-257 0 0,0 0-568 0 0,9 6-114 0 0,-8-5 104 0 0,1 1-1 0 0,0 0 0 0 0,-1-1 1 0 0,1 1-1 0 0,0-1 0 0 0,0 0 0 0 0,0 1 1 0 0,0-1-1 0 0,0 0 0 0 0,1 0 0 0 0,-1 0 1 0 0,0-1-1 0 0,0 1 0 0 0,1-1 1 0 0,-1 1-1 0 0,0-1 0 0 0,1 0 0 0 0,-1 1 1 0 0,1-1-1 0 0,-1 0 0 0 0,0-1 1 0 0,1 1-1 0 0,-1 0 0 0 0,0-1 0 0 0,1 1 1 0 0,-1-1-1 0 0,0 0 0 0 0,0 0 1 0 0,1 0-1 0 0,-1 0 0 0 0,0 0 0 0 0,0 0 1 0 0,0-1-1 0 0,0 1 0 0 0,0 0 1 0 0,-1-1-1 0 0,1 0 0 0 0,0 1 0 0 0,-1-1 1 0 0,1 0-1 0 0,0-1 29 0 0,0 1 31 0 0,0 1 0 0 0,0-1 0 0 0,0 0 0 0 0,0 0 0 0 0,0 0 0 0 0,0 0 0 0 0,-1 0-1 0 0,1 0 1 0 0,0 0 0 0 0,-1 0 0 0 0,0-1 0 0 0,0 1 0 0 0,0 0 0 0 0,0-1 0 0 0,0 0 0 0 0,0 1 0 0 0,0-1 0 0 0,-1 1 0 0 0,0-1 0 0 0,1 0 0 0 0,-1 1 0 0 0,0-1 0 0 0,0 0-1 0 0,0 1 1 0 0,-1-1 0 0 0,1 0 0 0 0,-1 1 0 0 0,1-1 0 0 0,-1 1 0 0 0,0-1 0 0 0,0 1 0 0 0,0-1 0 0 0,0 1 0 0 0,0 0 0 0 0,-1-1 0 0 0,1 1 0 0 0,-1 0 0 0 0,1 0 0 0 0,-1 0 0 0 0,0 0-1 0 0,0 0 1 0 0,0 0 0 0 0,0 1 0 0 0,0-1 0 0 0,-1 1 0 0 0,1-1 0 0 0,-3 0-31 0 0,3 1 56 0 0,-1 1 1 0 0,0 0-1 0 0,1 0 0 0 0,-1 0 0 0 0,0 0 1 0 0,1 1-1 0 0,-1-1 0 0 0,0 0 0 0 0,1 1 1 0 0,-1 0-1 0 0,1 0 0 0 0,-1 0 0 0 0,1 0 1 0 0,-1 0-1 0 0,1 0 0 0 0,0 1 0 0 0,-1-1 1 0 0,1 1-1 0 0,0 0 0 0 0,0-1 0 0 0,0 1 1 0 0,0 0-1 0 0,0 0 0 0 0,1 0 0 0 0,-1 1 1 0 0,1-1-1 0 0,-1 0 0 0 0,1 1 0 0 0,0-1 1 0 0,0 0-1 0 0,0 1 0 0 0,0 0 0 0 0,0-1 1 0 0,1 1-1 0 0,-1-1 0 0 0,1 1 0 0 0,-1 0 1 0 0,1-1-1 0 0,0 1 0 0 0,0 0 0 0 0,1 0-56 0 0,3 1 98 0 0,0 0 0 0 0,1 0-1 0 0,0 0 1 0 0,-1 0 0 0 0,2-1 0 0 0,-1 0-1 0 0,0 0 1 0 0,1 0 0 0 0,-1-1-1 0 0,1 1 1 0 0,0-2 0 0 0,-1 1 0 0 0,1 0-1 0 0,0-1 1 0 0,0 0 0 0 0,2-1-98 0 0,-4 1-22 0 0,1-1 1 0 0,-1 0 0 0 0,0 0-1 0 0,0 0 1 0 0,0 0 0 0 0,0-1-1 0 0,1 0 1 0 0,-1 0 0 0 0,0 0-1 0 0,0 0 1 0 0,0-1 0 0 0,-1 1-1 0 0,1-1 1 0 0,0 0-1 0 0,0 0 1 0 0,-1 0 0 0 0,0-1-1 0 0,1 0 1 0 0,-1 1 0 0 0,0-1-1 0 0,0 0 1 0 0,0 0 0 0 0,-1 0-1 0 0,1-1 1 0 0,-1 1 0 0 0,0-1-1 0 0,0 1 1 0 0,0-1-1 0 0,0 0 1 0 0,0 0 0 0 0,-1 0-1 0 0,0 0 1 0 0,0 0 0 0 0,0 0-1 0 0,0-4 22 0 0,-62 10 355 0 0,57 0-278 0 0,0-1 0 0 0,0 1 1 0 0,0 0-1 0 0,0 0 0 0 0,0 1 0 0 0,0-1 0 0 0,1 1 1 0 0,-1-1-1 0 0,1 1 0 0 0,-1 0 0 0 0,1 1 0 0 0,0-1 0 0 0,1 0 1 0 0,-1 1-1 0 0,0 0 0 0 0,1-1 0 0 0,0 1 0 0 0,0 0 0 0 0,0 0 1 0 0,1 0-1 0 0,-2 4-77 0 0,72 9 587 0 0,-69-17-587 0 0,42-7-1076 0 0,-43-19-4351 0 0,-13 15 115 0 0,-5 0-225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2:58:05.0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141 308 5637 0 0,'0'0'2156'0'0,"0"0"-1106"0"0,0 0-507 0 0,0 0-107 0 0,0 0 262 0 0,0 0 89 0 0,0 0-258 0 0,0 0-245 0 0,0 0-65 0 0,0 0-6 0 0,32 1 41 0 0,159 5 374 0 0,597 47 495 0 0,-607-47-813 0 0,-180-8-273 0 0,-1 1 0 0 0,0-1 0 0 0,0 1 0 0 0,1-1-1 0 0,-1 1 1 0 0,0-1 0 0 0,0 1 0 0 0,0-1 0 0 0,0 1 0 0 0,-1-1-1 0 0,1 1 1 0 0,0 0 0 0 0,-1-1 0 0 0,1 1 0 0 0,-1-1-1 0 0,1 1 1 0 0,-1 0 0 0 0,0-1 0 0 0,1 1 0 0 0,-1 0-1 0 0,0 0 1 0 0,0-1 0 0 0,0 1 0 0 0,0 0 0 0 0,0 0 0 0 0,0 0-1 0 0,0 0 1 0 0,-1 0 0 0 0,1 1 0 0 0,0-1 0 0 0,0 0-1 0 0,-1 0 1 0 0,1 1 0 0 0,0-1 0 0 0,-1 1 0 0 0,1-1-1 0 0,-1 1-36 0 0,-293-287-459 0 0,244 245-3576 0 0,49 41 14 0 0,2 4-1060 0 0,4 11 3004 0 0</inkml:trace>
  <inkml:trace contextRef="#ctx0" brushRef="#br0" timeOffset="449.9">1334 343 28 0 0,'0'0'166'0'0,"0"0"9"0"0,0 0 535 0 0,0 0 1737 0 0,0 0-259 0 0,0 0-735 0 0,0 0-431 0 0,0 0-18 0 0,0 0 111 0 0,2 3 4812 0 0,-3 22-5526 0 0,-165 169 281 0 0,65-68-1058 0 0,-23 27-1588 0 0,33-62-2316 0 0,52-59-561 0 0</inkml:trace>
  <inkml:trace contextRef="#ctx0" brushRef="#br0" timeOffset="8711.219">1484 341 184 0 0,'0'0'419'0'0,"0"0"1424"0"0,0 0 1306 0 0,0 0-1526 0 0,0 0-894 0 0,0 0-205 0 0,0 0 130 0 0,0 0 122 0 0,6 3-156 0 0,19 5-95 0 0,0-1-1 0 0,1-1 1 0 0,-1-1 0 0 0,1-1-1 0 0,0-2 1 0 0,1 0 0 0 0,-1-2-1 0 0,12-2-524 0 0,91 7 1289 0 0,612 59-1461 0 0,344 23 1447 0 0,237-19-1260 0 0,233 90 1060 0 0,-1151-121-713 0 0,-294 8 708 0 0,-98-45-404 0 0,-53-35-896 0 0,16 13 110 0 0,-116-111-455 0 0,-191-208-1221 0 0,327 334 1505 0 0,-60-92-1680 0 0,59 29-6870 0 0,20 54 2367 0 0</inkml:trace>
  <inkml:trace contextRef="#ctx0" brushRef="#br0" timeOffset="9091.074">7063 702 156 0 0,'0'0'7765'0'0,"0"0"-4801"0"0,0 0-1408 0 0,0 0-332 0 0,-72 103-148 0 0,40-77 84 0 0,-5 2-291 0 0,-3-2-461 0 0,0-2-408 0 0,-5-2-136 0 0,5-3-717 0 0,4-3-759 0 0,-1-3-2628 0 0,9-6-4941 0 0,-12 3 9077 0 0</inkml:trace>
  <inkml:trace contextRef="#ctx0" brushRef="#br0" timeOffset="21821.595">117 781 456 0 0,'0'0'819'0'0,"0"0"1326"0"0,0 0-303 0 0,0 0-835 0 0,0 0-592 0 0,0 0-194 0 0,0 0 63 0 0,0 0-12 0 0,-2 2-539 0 0,-4 3 6742 0 0,55 22-1486 0 0,-21-16-4577 0 0,68 6-136 0 0,-96-17-265 0 0,0 0-2 0 0,0 0 9 0 0,0 0 18 0 0,20 0 58 0 0,-24-57-52 0 0,-96-83-58 0 0,92 148-3319 0 0,-6-6-9551 0 0,13-2 9577 0 0,24-5 3299 0 0</inkml:trace>
  <inkml:trace contextRef="#ctx0" brushRef="#br0" timeOffset="22486.723">230 855 168 0 0,'0'0'131'0'0,"0"0"-33"0"0,0 0 51 0 0,0 0 252 0 0,0 0 888 0 0,0 0-159 0 0,0 0-352 0 0,0 0-78 0 0,0 0-24 0 0,36 7-6090 0 0,-12-17 6325 0 0,-20 2 3305 0 0,-4 7-3488 0 0,0-2 3840 0 0,-13 64-492 0 0,-39 16-2719 0 0,21-35-916 0 0,8-31-1928 0 0,19-11-2540 0 0,2-2-3566 0 0,2-10 4841 0 0</inkml:trace>
  <inkml:trace contextRef="#ctx0" brushRef="#br0" timeOffset="23423.886">161 802 88 0 0,'0'0'89'0'0,"0"0"-25"0"0,0 0-38 0 0,0 0 78 0 0,0 0 1 0 0,0 0-66 0 0,13 7-185 0 0,-11-6 3424 0 0,-1 0 3551 0 0,-122 7-2406 0 0,86-4-3575 0 0,34-4-750 0 0,1 0 2 0 0,0 0-2 0 0,0 0-7 0 0,0 0-4 0 0,27 0 337 0 0,-23 0-4129 0 0,-54-4-8456 0 0,105 8 11382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1:44.4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5745 0 0,'0'0'4784'0'0,"0"0"-3628"0"0,0 0-1156 0 0,0 0-268 0 0,0 0-504 0 0,0 0-1208 0 0,0 0-3045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2:21.71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6501.75"/>
      <inkml:brushProperty name="anchorY" value="-238375.25"/>
      <inkml:brushProperty name="scaleFactor" value="0.5"/>
    </inkml:brush>
  </inkml:definitions>
  <inkml:trace contextRef="#ctx0" brushRef="#br0">196 101 156 0 0,'0'0'0'0'0,"0"0"300"0"0,0 0-14 0 0,0 0 900 0 0,0 0 2174 0 0,0 0-1664 0 0,0 0-193 0 0,0 0-464 0 0,0 0-85 0 0,0 0-138 0 0,0 0 23 0 0,-2 0 7 0 0,-2 1-174 0 0,-2 1-186 0 0,-1 0-254 0 0,-1 0-155 0 0,-2 2-44 0 0,-1 1 165 0 0,-1 2-13 0 0,0 3-109 0 0,2 3-15 0 0,0 2-61 0 0,4 4 8 0 0,1 1-82 0 0,3 1 86 0 0,2-1-34 0 0,5 0 6 0 0,3-3 10 0 0,2-1 6 0 0,5-3 120 0 0,2-1 4 0 0,1-4-17 0 0,2-1-39 0 0,0-3-12 0 0,1-2-1 0 0,0-1-63 0 0,0-2 7 0 0,3-3-57 0 0,2-4-145 0 0,2-5-112 0 0,2-4-157 0 0,-1-5-92 0 0,-1-4 98 0 0,-4-4 60 0 0,-6-3 431 0 0,-5 0-85 0 0,-6-1 294 0 0,-4 3-36 0 0,-8 3 26 0 0,-5 4-52 0 0,-7 7 352 0 0,-5 5-234 0 0,-6 5-65 0 0,-5 5-111 0 0,-2 5-109 0 0,-3 5 73 0 0,-2 3 36 0 0,2 4 21 0 0,2 2 28 0 0,3 3-63 0 0,4 0-36 0 0,5 1-6 0 0,6-2-55 0 0,4 0 73 0 0,5-2-34 0 0,4-1 11 0 0,2-3-5 0 0,2-1-42 0 0,2-3 54 0 0,-1-2-74 0 0,3-2 8 0 0,2-2-153 0 0,2-2 204 0 0,4 0 95 0 0,2-1-187 0 0,3-2 24 0 0,3-2-155 0 0,1-2-8 0 0,-1-2 6 0 0,0-4 74 0 0,-3-1-31 0 0,-3-1 28 0 0,-4-1 112 0 0,-4 0-18 0 0,-2 0 93 0 0,-5 3 76 0 0,-4 2-104 0 0,-5 3 52 0 0,-3 3 176 0 0,-3 2 16 0 0,-2 4-253 0 0,0 3-18 0 0,-2 4-9 0 0,0 4-9 0 0,1 4 129 0 0,2 3 19 0 0,3 3-67 0 0,5 0-93 0 0,3 1 24 0 0,3-1-17 0 0,3-2 14 0 0,3-1 113 0 0,2-3-59 0 0,3-3 66 0 0,3-3-77 0 0,0-2-56 0 0,0-2 10 0 0,3-3-10 0 0,-2-2-6 0 0,2-1-64 0 0,1-2 84 0 0,1-2-24 0 0,2-4 18 0 0,2-3-12 0 0,1-5-112 0 0,0-4-113 0 0,-2-3 62 0 0,-4-5 132 0 0,-4-2-32 0 0,-3 0 72 0 0,-3-1-9 0 0,-5 2 16 0 0,-5 3 72 0 0,-2 4 13 0 0,-4 5-120 0 0,-3 6 259 0 0,0 4-66 0 0,-1 6 22 0 0,0 5-225 0 0,1 4-33 0 0,1 5 93 0 0,2 4 42 0 0,1 3 111 0 0,4 1-69 0 0,2 1-53 0 0,3-2-58 0 0,6 0 5 0 0,5-3-93 0 0,3-2 97 0 0,2-2-23 0 0,2-3 12 0 0,-1-2 10 0 0,0-2 2 0 0,-2-1 61 0 0,-1-2-82 0 0,0-2 18 0 0,-2 0-81 0 0,2-2 10 0 0,2-1-54 0 0,1-3-124 0 0,4-2-150 0 0,0-5-79 0 0,2-3 20 0 0,0-4 60 0 0,-2-3 104 0 0,-2-3 126 0 0,-5-1 16 0 0,-3 0 160 0 0,-4 2 443 0 0,-6 4-508 0 0,-6 4 298 0 0,-4 4-192 0 0,-5 5 428 0 0,-4 5 2 0 0,-3 6-438 0 0,-2 6 153 0 0,-1 6-66 0 0,1 5-10 0 0,1 5 69 0 0,5 3-30 0 0,5 0-123 0 0,6 0-18 0 0,3-4-18 0 0,6-3-4 0 0,4-4-2 0 0,4-5 14 0 0,2-3-4 0 0,3-4 72 0 0,1-3-16 0 0,0-2-4 0 0,1-2-71 0 0,1-2 20 0 0,0-2-100 0 0,2-4-2 0 0,-1-3-61 0 0,-1-4-7 0 0,-1-3-58 0 0,-3-4 101 0 0,-3-3-19 0 0,-3-1 37 0 0,-3-2 18 0 0,-2 1 15 0 0,-2 1 26 0 0,-3 3 42 0 0,-2 4 107 0 0,-3 4-22 0 0,-2 6-97 0 0,-1 3 202 0 0,-2 4 33 0 0,1 4-4 0 0,-1 4-262 0 0,2 2-9 0 0,0 4 74 0 0,2 3 23 0 0,1 2 108 0 0,3 1-52 0 0,1 0-112 0 0,4-1 26 0 0,2-2-16 0 0,3-3 2 0 0,2-2 56 0 0,0-2-7 0 0,0-2-50 0 0,0-1 7 0 0,-1-3 10 0 0,-1-1-25 0 0,-1 0 8 0 0,0-1-64 0 0,-1-1-80 0 0,-2-1-14 0 0,1-1-60 0 0,-2-1 43 0 0,0-1 54 0 0,0-3-7 0 0,0-2 143 0 0,0-3 23 0 0,-2-1 17 0 0,-3-1 27 0 0,-3 1 0 0 0,-1 2 91 0 0,-3 2-216 0 0,-2 3 82 0 0,0 3 154 0 0,-2 3 43 0 0,-1 4-56 0 0,0 3-205 0 0,-1 4 125 0 0,0 5-66 0 0,1 2 73 0 0,1 3 24 0 0,5 1-84 0 0,3-1-50 0 0,4-2-105 0 0,2-4 22 0 0,2-2 85 0 0,3-4-14 0 0,1-2 19 0 0,1-2 4 0 0,-1-1 61 0 0,0-2 7 0 0,0-1 34 0 0,-1 0-19 0 0,0 0-6 0 0,-1-1-101 0 0,0 1-61 0 0,1-2-59 0 0,0-1-7 0 0,1-1-34 0 0,2-4 62 0 0,1-3-184 0 0,1-4 60 0 0,-1-5 46 0 0,0-3 124 0 0,-3-2-58 0 0,-1-1 140 0 0,-2 2-32 0 0,-3 2 118 0 0,-2 5-117 0 0,-4 4 142 0 0,-1 6-13 0 0,-4 5 169 0 0,-2 7-336 0 0,-3 7 93 0 0,0 6-52 0 0,0 6 16 0 0,0 5 50 0 0,4 3 74 0 0,4 1-161 0 0,3-1 26 0 0,3-3-69 0 0,3-4-21 0 0,6-4 34 0 0,2-4 71 0 0,4-5-11 0 0,2-4 61 0 0,1-3-69 0 0,2-2 32 0 0,0-1-15 0 0,0-3-7 0 0,0-1-72 0 0,-1-3-50 0 0,1-3-94 0 0,-1-4 80 0 0,-1-3-8 0 0,-1-5-8 0 0,-2-4-78 0 0,-2-3 75 0 0,-4-3 61 0 0,-1-1 29 0 0,-3-1-19 0 0,-2 2 100 0 0,-2 4 14 0 0,-4 4 95 0 0,-5 6-12 0 0,-3 5 248 0 0,-5 7 51 0 0,-4 6-499 0 0,-4 7 174 0 0,-2 6-76 0 0,-2 5-3 0 0,0 4-8 0 0,4 3-7 0 0,4 3-236 0 0,5-1-275 0 0,5 1-464 0 0,5-2-1662 0 0,3-2-3729 0 0,3-7 376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2:07.586"/>
    </inkml:context>
    <inkml:brush xml:id="br0">
      <inkml:brushProperty name="width" value="0.1" units="cm"/>
      <inkml:brushProperty name="height" value="0.1" units="cm"/>
      <inkml:brushProperty name="color" value="#CC0066"/>
    </inkml:brush>
    <inkml:brush xml:id="br1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243 911 4892 0 0,'0'0'1461'0'0,"0"0"-260"0"0,0 0-162 0 0,0 0-387 0 0,0 0-247 0 0,0 0 693 0 0,0 0 169 0 0,0 0-395 0 0,0 0-439 0 0,29 12 376 0 0,-27-12-810 0 0,1 0 0 0 0,-1 0 0 0 0,1 0 0 0 0,0-1 0 0 0,-1 1 0 0 0,0-1 0 0 0,1 1 0 0 0,-1-1 0 0 0,1 0 0 0 0,-1 0 0 0 0,0 0 0 0 0,0 0 0 0 0,1-1 0 0 0,-1 1 0 0 0,0 0 0 0 0,0-1 1 0 0,0 0-1 0 0,0 1 0 0 0,-1-1 0 0 0,1 0 0 0 0,0 0 0 0 0,-1 0 0 0 0,1 0 0 0 0,-1 0 0 0 0,0-1 0 0 0,0 1 0 0 0,0 0 0 0 0,0 0 0 0 0,0-1 0 0 0,0 1 0 0 0,0-2 1 0 0,-1 4-156 0 0,-5 20-202 0 0,2-14 342 0 0,0 0 0 0 0,0 0 1 0 0,1 0-1 0 0,0 0 0 0 0,0 1 0 0 0,1-1 0 0 0,0 1 0 0 0,0-1 0 0 0,0 1 0 0 0,1-1 0 0 0,0 1 0 0 0,0 0 0 0 0,0-1 0 0 0,1 1 1 0 0,0-1-1 0 0,1 1 0 0 0,-1-1 0 0 0,1 1 0 0 0,0-1 0 0 0,1 0 0 0 0,0 0 0 0 0,0 0 0 0 0,0 0 0 0 0,0-1 0 0 0,1 1 1 0 0,0-1-1 0 0,0 0 0 0 0,1 0 0 0 0,0 0 0 0 0,2 1 16 0 0,3 0 35 0 0,0-2 0 0 0,0 1 1 0 0,1-1-1 0 0,-1-1 0 0 0,1 0 0 0 0,0 0 0 0 0,0-1 1 0 0,0 0-1 0 0,1-1 0 0 0,-1-1 0 0 0,0 1 1 0 0,0-2-1 0 0,1 0 0 0 0,-1 0 0 0 0,0-1 0 0 0,0 0 1 0 0,0-1-1 0 0,0 0 0 0 0,-1-1 0 0 0,1 0 0 0 0,-1-1 1 0 0,0 0-1 0 0,2-1-35 0 0,-9-2 8 0 0,-1 1-1 0 0,1 0 1 0 0,-1-1 0 0 0,0 1-1 0 0,-1-1 1 0 0,0 0 0 0 0,0 1 0 0 0,-1-1-1 0 0,0 0 1 0 0,0 0 0 0 0,-1 1-1 0 0,0-1 1 0 0,0 0 0 0 0,0 1 0 0 0,-1-1-1 0 0,-1 1 1 0 0,1 0 0 0 0,-1-1-1 0 0,0 1 1 0 0,-1 0 0 0 0,0 1-1 0 0,0-1 1 0 0,0 1 0 0 0,-1 0 0 0 0,0 0-1 0 0,0 0 1 0 0,0 0 0 0 0,-1 1-1 0 0,-3-3-7 0 0,3 0-6 0 0,0 1 24 0 0,-76-84 235 0 0,80 89-222 0 0,-1 0 1 0 0,1 0-1 0 0,-1 0 0 0 0,0 0 0 0 0,0 0 0 0 0,0 1 0 0 0,0-1 0 0 0,0 1 0 0 0,0 0 0 0 0,0-1 0 0 0,0 2 0 0 0,0-1 0 0 0,-1 0 0 0 0,1 1 0 0 0,0-1 0 0 0,-1 1 0 0 0,1 0 0 0 0,0 0 0 0 0,-1 0 0 0 0,1 1 0 0 0,0-1 0 0 0,-1 1 0 0 0,1 0 0 0 0,0-1 0 0 0,0 2 0 0 0,-1-1 1 0 0,1 0-1 0 0,0 1 0 0 0,0-1 0 0 0,1 1 0 0 0,-1 0 0 0 0,0 0 0 0 0,-2 2-31 0 0,-4 4 31 0 0,0 0 1 0 0,1 1 0 0 0,0 0-1 0 0,1 1 1 0 0,0-1 0 0 0,0 1-1 0 0,1 1 1 0 0,0-1-1 0 0,1 1 1 0 0,0 0 0 0 0,1 0-1 0 0,0 1 1 0 0,1-1 0 0 0,0 1-1 0 0,1 0 1 0 0,0 0-1 0 0,1 0 1 0 0,0 9-32 0 0,2-18 0 0 0,0 1-1 0 0,0 0 1 0 0,0-1-1 0 0,0 1 1 0 0,1-1 0 0 0,-1 0-1 0 0,1 1 1 0 0,0-1-1 0 0,0 0 1 0 0,0 0-1 0 0,0 0 1 0 0,1 0-1 0 0,-1 0 1 0 0,1-1 0 0 0,0 1-1 0 0,0-1 1 0 0,-1 0-1 0 0,2 0 1 0 0,-1 0-1 0 0,0 0 1 0 0,0 0 0 0 0,1-1-1 0 0,-1 1 1 0 0,1-1-1 0 0,-1 0 1 0 0,1 0-1 0 0,-1 0 1 0 0,4 0 0 0 0,108 16 329 0 0,-109-15-352 0 0,-1-1 1 0 0,1 1-1 0 0,-1-2 1 0 0,1 1-1 0 0,-1-1 0 0 0,1 1 1 0 0,-1-2-1 0 0,1 1 1 0 0,0 0-1 0 0,-1-1 0 0 0,1 0 1 0 0,-1-1-1 0 0,0 1 1 0 0,1-1-1 0 0,-1 0 1 0 0,0 0-1 0 0,0-1 0 0 0,0 1 1 0 0,0-1-1 0 0,-1 0 1 0 0,1-1-1 0 0,-1 1 1 0 0,0-1-1 0 0,0 0 0 0 0,0 0 1 0 0,0 0-1 0 0,0 0 1 0 0,-1-1-1 0 0,0 1 1 0 0,0-1-1 0 0,0 0 0 0 0,-1 0 1 0 0,0 0-1 0 0,0 0 1 0 0,0 0-1 0 0,1-4 23 0 0,1-200-112 0 0,-4 207 118 0 0,0 1 0 0 0,-1 0 0 0 0,1-1 0 0 0,0 1 0 0 0,0 0-1 0 0,-1-1 1 0 0,1 1 0 0 0,-1 0 0 0 0,1 0 0 0 0,-1-1 0 0 0,1 1 0 0 0,-1 0 0 0 0,0 0-1 0 0,0 0 1 0 0,1 0 0 0 0,-1 0 0 0 0,0 0 0 0 0,0 0 0 0 0,0 0 0 0 0,0 0 0 0 0,0 0 0 0 0,0 1-1 0 0,-1-1 1 0 0,1 0 0 0 0,0 1 0 0 0,0-1 0 0 0,0 1 0 0 0,-1-1 0 0 0,1 1 0 0 0,0 0 0 0 0,-1-1-1 0 0,1 1 1 0 0,0 0 0 0 0,-1 0 0 0 0,1 0 0 0 0,0 0 0 0 0,-1 0 0 0 0,1 0 0 0 0,0 0 0 0 0,-1 0-1 0 0,1 1 1 0 0,0-1 0 0 0,0 1 0 0 0,-1-1 0 0 0,1 1 0 0 0,0-1 0 0 0,0 1 0 0 0,0 0 0 0 0,-1-1-1 0 0,1 1 1 0 0,0 0 0 0 0,0 0 0 0 0,0 0 0 0 0,0 0 0 0 0,0 0-6 0 0,-60 51 102 0 0,52-43-96 0 0,1 0 1 0 0,-1 1-1 0 0,2-1 1 0 0,-1 1-1 0 0,1 1 0 0 0,1 0 1 0 0,0 0-1 0 0,0 0 0 0 0,1 0 1 0 0,1 1-1 0 0,0 0 1 0 0,0 0-1 0 0,2 0 0 0 0,-1 0 1 0 0,1 1-1 0 0,1-1 0 0 0,0 1 1 0 0,1 2-7 0 0,4-10 36 0 0,-1-1 0 0 0,1 1 0 0 0,0-1 0 0 0,0 0 0 0 0,1 0 0 0 0,-1-1 0 0 0,1 1 0 0 0,0-1 0 0 0,0 0 0 0 0,0 0 0 0 0,0 0 0 0 0,1-1 0 0 0,-1 0 0 0 0,1 0-1 0 0,-1 0 1 0 0,1-1 0 0 0,0 0 0 0 0,-1 0 0 0 0,1 0 0 0 0,0-1 0 0 0,0 0 0 0 0,0 0 0 0 0,-1 0 0 0 0,1-1 0 0 0,0 0 0 0 0,0 0 0 0 0,-1-1 0 0 0,1 1 0 0 0,3-3-36 0 0,-3 3-35 0 0,-1-2 0 0 0,0 1 0 0 0,0 0 0 0 0,0-1 0 0 0,0 0 0 0 0,0 0 0 0 0,-1-1 0 0 0,0 1-1 0 0,1-1 1 0 0,-1 0 0 0 0,0 0 0 0 0,-1 0 0 0 0,1-1 0 0 0,-1 1 0 0 0,0-1 0 0 0,0 0 0 0 0,0 0 0 0 0,-1 0 0 0 0,1 0-1 0 0,-1 0 1 0 0,-1-1 0 0 0,1 1 0 0 0,-1-1 0 0 0,0 1 0 0 0,0-1 0 0 0,0 0 0 0 0,-1 1 0 0 0,0-1 0 0 0,0 1 0 0 0,-1-1-1 0 0,1 0 1 0 0,-1 1 0 0 0,0-1 0 0 0,-1 1 0 0 0,-1-5 35 0 0,1 0 14 0 0,0-1 0 0 0,-1 1 0 0 0,-1 0-1 0 0,0 0 1 0 0,0 1 0 0 0,-1-1 0 0 0,0 1 0 0 0,0 0-1 0 0,-1 0 1 0 0,0 1 0 0 0,-1 0 0 0 0,0 0 0 0 0,0 0 0 0 0,-1 1-1 0 0,0 0 1 0 0,0 1 0 0 0,0-1 0 0 0,-10-4-14 0 0,11 9 43 0 0,0 0 1 0 0,-1 0-1 0 0,1 1 1 0 0,-1 0-1 0 0,1 0 1 0 0,-1 1-1 0 0,0 0 1 0 0,1 0-1 0 0,-1 1 1 0 0,1 0-1 0 0,-1 0 1 0 0,1 1-1 0 0,-1 0 1 0 0,1 0-1 0 0,0 1 1 0 0,0 0-1 0 0,0 0 1 0 0,0 0-1 0 0,0 1 1 0 0,1 0-1 0 0,0 1 1 0 0,0-1-1 0 0,0 1 1 0 0,0 0-1 0 0,-2 3-43 0 0,-4 3 9 0 0,1 1 0 0 0,0 0-1 0 0,1 0 1 0 0,0 1 0 0 0,1 0 0 0 0,1 0-1 0 0,0 1 1 0 0,0 1 0 0 0,2-1-1 0 0,-1 1 1 0 0,-1 11-9 0 0,6-22-2 0 0,0 0 0 0 0,0 0-1 0 0,1 1 1 0 0,-1-1 0 0 0,1 0-1 0 0,0 1 1 0 0,1-1 0 0 0,-1 1 0 0 0,1 0-1 0 0,0-1 1 0 0,0 1 0 0 0,0-1-1 0 0,1 1 1 0 0,0-1 0 0 0,-1 1 0 0 0,2-1-1 0 0,-1 1 1 0 0,0-1 0 0 0,1 0-1 0 0,0 1 1 0 0,0-1 0 0 0,0 0 0 0 0,0 0-1 0 0,1 0 1 0 0,0-1 0 0 0,0 1-1 0 0,0-1 1 0 0,0 1 0 0 0,0-1 0 0 0,1 0-1 0 0,-1 0 1 0 0,1-1 0 0 0,0 1-1 0 0,0-1 1 0 0,0 1 0 0 0,0-1 0 0 0,3 0 2 0 0,11 5 77 0 0,0-1 0 0 0,1 0 1 0 0,-1-2-1 0 0,1 0 1 0 0,1-2-1 0 0,-1 0 0 0 0,0-1 1 0 0,0 0-1 0 0,1-2 1 0 0,16-2-78 0 0,-32 2-21 0 0,0 0 1 0 0,0-1-1 0 0,0 1 1 0 0,0-1 0 0 0,-1 1-1 0 0,1-1 1 0 0,-1 0-1 0 0,1 0 1 0 0,-1-1 0 0 0,0 1-1 0 0,1-1 1 0 0,-1 1-1 0 0,-1-1 1 0 0,1 0 0 0 0,0 0-1 0 0,-1-1 1 0 0,1 1 0 0 0,-1 0-1 0 0,0-1 1 0 0,0 0-1 0 0,-1 1 1 0 0,1-1 0 0 0,-1 0-1 0 0,1 0 1 0 0,-1 0-1 0 0,0 0 1 0 0,-1 1 0 0 0,1-2-1 0 0,-1 1 1 0 0,0 0-1 0 0,0 0 1 0 0,0 0 0 0 0,0-2 20 0 0,-36-134-701 0 0,31 129 732 0 0,1 1 1 0 0,-2 0-1 0 0,1-1 0 0 0,-1 2 0 0 0,-1-1 0 0 0,0 1 1 0 0,0 0-1 0 0,-1 0 0 0 0,0 1 0 0 0,0 0 1 0 0,-1 1-1 0 0,0 0 0 0 0,0 0 0 0 0,-1 1 0 0 0,0 0 1 0 0,0 0-1 0 0,-1 1 0 0 0,1 1 0 0 0,-1 0 0 0 0,0 0 1 0 0,0 1-1 0 0,0 0 0 0 0,-1 1 0 0 0,1 1 1 0 0,-1-1-1 0 0,1 2 0 0 0,-1 0 0 0 0,1 0 0 0 0,-1 1 1 0 0,1 0-1 0 0,0 1 0 0 0,-1 1 0 0 0,-9 2-31 0 0,9 1 7 0 0,0 0 0 0 0,0 1 0 0 0,1 0 0 0 0,0 1 0 0 0,0 0 0 0 0,1 1 0 0 0,0 0 0 0 0,1 0 0 0 0,0 1 0 0 0,0 1 0 0 0,1-1 0 0 0,0 1 0 0 0,1 1 0 0 0,0-1 0 0 0,1 1 0 0 0,0 0 0 0 0,1 1 0 0 0,1-1 0 0 0,0 1-1 0 0,0 0 1 0 0,1 0 0 0 0,1 1 0 0 0,0-1 0 0 0,1 0 0 0 0,1 4-7 0 0,4-9 22 0 0,2 1-1 0 0,-1-1 1 0 0,1 0 0 0 0,1 0-1 0 0,-1 0 1 0 0,1-1-1 0 0,1 0 1 0 0,-1-1 0 0 0,1 0-1 0 0,0 0 1 0 0,1 0-1 0 0,-1-1 1 0 0,1 0 0 0 0,0-1-1 0 0,0 0 1 0 0,1 0-1 0 0,-1-1 1 0 0,1-1 0 0 0,0 1-1 0 0,0-1 1 0 0,-1-1-1 0 0,1 0 1 0 0,0 0 0 0 0,1-1-22 0 0,-9 0 14 0 0,19 6 12 0 0,-1 0-1 0 0,1-2 1 0 0,0-1 0 0 0,0 0-1 0 0,0-2 1 0 0,0 0 0 0 0,1-1-1 0 0,-1-2 1 0 0,0 0 0 0 0,0-1-1 0 0,0-1 1 0 0,-1-1-1 0 0,1-1 1 0 0,-1 0 0 0 0,0-2-1 0 0,-1 0 1 0 0,16-10-26 0 0,-30 9 0 0 0,1 0 0 0 0,-1-1 0 0 0,0 1-1 0 0,-1-1 1 0 0,0-1 0 0 0,-1 1 0 0 0,0 0 0 0 0,-1-1-1 0 0,0 1 1 0 0,0-1 0 0 0,-1 0 0 0 0,-1 0 0 0 0,0 0 0 0 0,0 1-1 0 0,-1-1 1 0 0,0 0 0 0 0,-1 1 0 0 0,0-1 0 0 0,-1 0 0 0 0,0 1-1 0 0,-1 0 1 0 0,0 0 0 0 0,-1 0 0 0 0,0 1 0 0 0,0-1-1 0 0,-1 1 1 0 0,0 0 0 0 0,0 0 0 0 0,-1 1 0 0 0,0 0 0 0 0,-1 0-1 0 0,0 1 1 0 0,0 0 0 0 0,-8-5 0 0 0,9 8 17 0 0,1 0 0 0 0,-1 0 0 0 0,0 1 0 0 0,-1-1 0 0 0,1 2 0 0 0,-1-1 0 0 0,1 1 0 0 0,-1 0 0 0 0,0 1 0 0 0,1-1 1 0 0,-1 2-1 0 0,0-1 0 0 0,0 1 0 0 0,0 0 0 0 0,0 1 0 0 0,0 0 0 0 0,0 0 0 0 0,1 0 0 0 0,-1 1 0 0 0,0 1 0 0 0,1-1 0 0 0,0 1 0 0 0,-1 0 0 0 0,1 1 0 0 0,0 0 0 0 0,1 0 0 0 0,-1 0 0 0 0,1 1 0 0 0,0 0 0 0 0,-6 5-17 0 0,-4 5-19 0 0,0-1-1 0 0,1 2 1 0 0,0 0-1 0 0,1 1 1 0 0,1 1-1 0 0,1 0 1 0 0,1 0-1 0 0,0 1 1 0 0,1 0-1 0 0,-5 18 20 0 0,13-34-19 0 0,0 0 0 0 0,0 0 0 0 0,1 0 0 0 0,-1 0 0 0 0,1 0 0 0 0,0 1 0 0 0,0-1 0 0 0,0 0 0 0 0,1 1 0 0 0,-1-1 0 0 0,1 1 0 0 0,-1-1 0 0 0,1 1 0 0 0,0-1 1 0 0,1 1-1 0 0,-1-1 0 0 0,1 1 0 0 0,-1-1 0 0 0,1 0 0 0 0,0 1 0 0 0,0-1 0 0 0,1 0 0 0 0,-1 1 0 0 0,1-1 0 0 0,-1 0 0 0 0,1 0 0 0 0,0 0 0 0 0,0 0 0 0 0,0-1 0 0 0,1 1 0 0 0,-1-1 0 0 0,1 1 0 0 0,-1-1 0 0 0,1 0 0 0 0,0 0 0 0 0,0 0 0 0 0,0 0 0 0 0,0 0 0 0 0,0-1 0 0 0,0 1 0 0 0,0-1 0 0 0,1 0 0 0 0,-1 0 0 0 0,3 0 19 0 0,3 3 19 0 0,1 0-1 0 0,0-1 1 0 0,0 0-1 0 0,0-1 1 0 0,0 0-1 0 0,0-1 1 0 0,1 0-1 0 0,-1 0 1 0 0,0-1-1 0 0,1-1 0 0 0,-1 0 1 0 0,0 0-1 0 0,0-1 1 0 0,1 0-1 0 0,-1-1 1 0 0,-1 0-1 0 0,1 0 1 0 0,0-1-1 0 0,-1-1 1 0 0,0 1-1 0 0,0-2 1 0 0,0 1-1 0 0,-1-1 0 0 0,1 0 1 0 0,-2-1-1 0 0,1 0 1 0 0,-1 0-1 0 0,0-1 1 0 0,0 0-1 0 0,-1 0 1 0 0,0 0-1 0 0,0-1 1 0 0,-1 0-1 0 0,0 0 1 0 0,-1 0-1 0 0,4-10-18 0 0,-7 10 7 0 0,0 1-1 0 0,0-1 1 0 0,-1 0-1 0 0,0 1 1 0 0,0-1-1 0 0,-1 1 1 0 0,0-1-1 0 0,0 1 1 0 0,-1-1-1 0 0,0 1 1 0 0,-1 0-1 0 0,0 0 1 0 0,0 0-1 0 0,-1 0 1 0 0,0 0-1 0 0,0 1 1 0 0,-1-1-1 0 0,0 1 1 0 0,0 0-1 0 0,0 1 1 0 0,-1-1-1 0 0,0 1 1 0 0,-1 1-1 0 0,1-1 1 0 0,-1 1-1 0 0,0 0 1 0 0,0 0-1 0 0,-1 1 1 0 0,0 0-1 0 0,1 0 1 0 0,-1 1-1 0 0,0 0 1 0 0,-9-2-7 0 0,3 7 21 0 0,1 1 0 0 0,-1 0 0 0 0,1 0 0 0 0,-1 2-1 0 0,1-1 1 0 0,0 2 0 0 0,1 0 0 0 0,-1 0 0 0 0,1 1 0 0 0,0 1 0 0 0,1 0 0 0 0,0 0 0 0 0,0 1 0 0 0,1 1 0 0 0,0 0 0 0 0,1 0 0 0 0,-4 5-21 0 0,4-5-9 0 0,-1 0 1 0 0,1 0-1 0 0,0 0 0 0 0,1 1 1 0 0,1 1-1 0 0,-1-1 0 0 0,2 1 1 0 0,0 1-1 0 0,0-1 1 0 0,1 1-1 0 0,1 0 0 0 0,0 0 1 0 0,0 0-1 0 0,2 0 0 0 0,0 1 1 0 0,0 0 8 0 0,5-8 16 0 0,1 0-1 0 0,0-1 1 0 0,0 1 0 0 0,0-1 0 0 0,0 0 0 0 0,1 0 0 0 0,0 0-1 0 0,0-1 1 0 0,0 0 0 0 0,1 0 0 0 0,-1 0 0 0 0,1 0 0 0 0,0-1 0 0 0,0 0-1 0 0,0 0 1 0 0,1-1 0 0 0,-1 0 0 0 0,1 0 0 0 0,-1 0 0 0 0,1-1-1 0 0,-1 0 1 0 0,1 0 0 0 0,0-1 0 0 0,0 1 0 0 0,0-2 0 0 0,-1 1-1 0 0,1-1 1 0 0,0 0 0 0 0,2-1-16 0 0,147-18 139 0 0,-152 19-152 0 0,0 0 1 0 0,0 0-1 0 0,0 0 1 0 0,0-1-1 0 0,0 0 0 0 0,0 0 1 0 0,0 0-1 0 0,0 0 1 0 0,-1-1-1 0 0,1 1 0 0 0,-1-1 1 0 0,0 0-1 0 0,0 0 1 0 0,0 0-1 0 0,0 0 0 0 0,0-1 1 0 0,-1 1-1 0 0,1-1 1 0 0,-1 1-1 0 0,0-1 0 0 0,0 0 1 0 0,-1 0-1 0 0,1 0 1 0 0,-1 0-1 0 0,1 0 0 0 0,-1-1 1 0 0,-1 1-1 0 0,1 0 1 0 0,-1 0-1 0 0,1-1 1 0 0,-1 1-1 0 0,0 0 0 0 0,-1-1 1 0 0,0-2 12 0 0,-5-8 2 0 0,-1 0 0 0 0,0 1 0 0 0,-1 0 0 0 0,-1 0 0 0 0,0 1 0 0 0,-1 0 0 0 0,0 0 1 0 0,-1 1-1 0 0,0 1 0 0 0,-1 0 0 0 0,0 0 0 0 0,-1 1 0 0 0,-1 1 0 0 0,-7-5-2 0 0,15 9 4 0 0,-1 0 1 0 0,-1 1-1 0 0,1 0 0 0 0,0 0 0 0 0,-1 0 1 0 0,0 1-1 0 0,0 0 0 0 0,0 1 0 0 0,0 0 1 0 0,-1 0-1 0 0,1 0 0 0 0,0 1 0 0 0,-1 1 1 0 0,1-1-1 0 0,-1 1 0 0 0,1 1 0 0 0,0 0 0 0 0,-1 0 1 0 0,1 0-1 0 0,0 1 0 0 0,-1 0 0 0 0,1 1 1 0 0,0 0-1 0 0,1 0 0 0 0,-1 1 0 0 0,0 0 1 0 0,1 0-1 0 0,0 1 0 0 0,0-1 0 0 0,0 2 1 0 0,1-1-1 0 0,0 1 0 0 0,-3 3-4 0 0,-2 3-39 0 0,1 0 0 0 0,0 0 1 0 0,1 1-1 0 0,1 0 0 0 0,0 1 0 0 0,1 0 0 0 0,0 0 0 0 0,1 0 1 0 0,0 1-1 0 0,2 0 0 0 0,-2 6 39 0 0,4-14-219 0 0,1 0 0 0 0,-1 0 0 0 0,1 0 1 0 0,1 0-1 0 0,-1 0 0 0 0,1 0 0 0 0,1 0 0 0 0,-1 0 0 0 0,1 0 0 0 0,0 0 1 0 0,1 0-1 0 0,-1 0 0 0 0,1-1 0 0 0,1 1 0 0 0,0 0 0 0 0,-1-1 1 0 0,2 0-1 0 0,-1 1 0 0 0,1-1 0 0 0,0-1 0 0 0,0 1 0 0 0,1 0 1 0 0,-1-1-1 0 0,1 0 0 0 0,1 0 0 0 0,-1-1 0 0 0,1 1 219 0 0,66 37-5892 0 0</inkml:trace>
  <inkml:trace contextRef="#ctx0" brushRef="#br1" timeOffset="25187.214">384 176 132 0 0,'0'0'219'0'0,"0"0"-61"0"0,0 0-42 0 0,0 0 192 0 0,0 0 687 0 0,0 0 378 0 0,0 0-255 0 0,0 0-207 0 0,0 0-62 0 0,5 1 79 0 0,22 7 1487 0 0,-27-8-2074 0 0,0 0-11 0 0,0 0 9 0 0,0 0-13 0 0,0 0-8 0 0,0 0-17 0 0,10 1 3161 0 0,33 4-3450 0 0,409 32 340 0 0,14 19-598 0 0,19-30 671 0 0,410-29-616 0 0,-407-21 93 0 0,-167 20-193 0 0,-289 6 320 0 0,1-2 1 0 0,-1-1-1 0 0,0-1 0 0 0,-1-2 0 0 0,1-1 1 0 0,24-8-30 0 0,20-1 99 0 0,37-6-317 0 0,-113 19 252 0 0,0-1-1 0 0,1 1 1 0 0,-1-1 0 0 0,0 0 0 0 0,0 1 0 0 0,0-1 0 0 0,0 0-1 0 0,0 0 1 0 0,0 1 0 0 0,0-1 0 0 0,0 1 0 0 0,-1-1 0 0 0,1 0-1 0 0,-1 1 1 0 0,1-1 0 0 0,-1 1 0 0 0,0-1 0 0 0,0 1 0 0 0,1-1-1 0 0,-1 1 1 0 0,0-1 0 0 0,0 1 0 0 0,-1 0 0 0 0,1 0 0 0 0,0-1-1 0 0,0 1 1 0 0,0 0 0 0 0,-1 0 0 0 0,1 0 0 0 0,-1 0-1 0 0,1 1 1 0 0,-1-1 0 0 0,1 0 0 0 0,-1 1 0 0 0,1-1-34 0 0,-139-132-706 0 0,120 107-554 0 0,24 16-8098 0 0,3 6 4795 0 0</inkml:trace>
  <inkml:trace contextRef="#ctx0" brushRef="#br1" timeOffset="25836.362">3807 183 64 0 0,'0'0'172'0'0,"0"0"-104"0"0,0 0-45 0 0,0 0 31 0 0,0 0-6 0 0,0 0-22 0 0,0 0 24 0 0,0 0 22 0 0,0 0-5 0 0,-5-1 4 0 0,-17-4 26 0 0,21 39 9485 0 0,16-30-7963 0 0,-15 18-1112 0 0,-19 7-306 0 0,-1-1 0 0 0,-1-1 0 0 0,-1 0 0 0 0,-2-2-1 0 0,0-1 1 0 0,-2-1 0 0 0,-1-1 0 0 0,0-1-1 0 0,-2-1 1 0 0,0-2 0 0 0,-1-1 0 0 0,-1-1 0 0 0,0-2-1 0 0,-1-1 1 0 0,-14 3-201 0 0,46-16-282 0 0,-10 3 122 0 0,7-4-6335 0 0,3-4 2248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2:40.74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5035.78125"/>
      <inkml:brushProperty name="anchorY" value="-237335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7879"/>
      <inkml:brushProperty name="anchorY" value="-238454.75"/>
      <inkml:brushProperty name="scaleFactor" value="0.5"/>
    </inkml:brush>
  </inkml:definitions>
  <inkml:trace contextRef="#ctx0" brushRef="#br0">1 187 392 0 0,'0'0'0'0'0,"0"0"116"0"0,0 0-131 0 0,0 0 234 0 0,0 0 2235 0 0,0 0-725 0 0,0 0-161 0 0,0 0-389 0 0,0 0-120 0 0,0 0-308 0 0,0 0-291 0 0,9 2-130 0 0,0 0 24 0 0,1 0 56 0 0,-2 0 154 0 0,-1-1-126 0 0,-1 0 4 0 0,-1 0 29 0 0,-1-1 60 0 0,0 0-22 0 0,-1 1-91 0 0,0 0-93 0 0,0 0 34 0 0,0-1-109 0 0,0 1-16 0 0,-1 0-32 0 0,0 0-12 0 0,-1-1 14 0 0,1 0-57 0 0,0 1-35 0 0,0-1-34 0 0,0 0 18 0 0,1 1-43 0 0,1 0-49 0 0,2 0 22 0 0,0 1 40 0 0,1-1-69 0 0,1 0 18 0 0,0-1-2 0 0,1 1 3 0 0,0 0-5 0 0,0 0 2 0 0,-1 0-1 0 0,0 0-5 0 0,-1 0-3 0 0,0 1 1 0 0,0-2-6 0 0,0 1-3 0 0,1 0 1 0 0,1 0-1 0 0,-1-1 0 0 0,1 1 4 0 0,-1 0 0 0 0,0 0 4 0 0,0 0 0 0 0,1 0-5 0 0,0 0 2 0 0,0 0-1 0 0,0 0 0 0 0,0 1 0 0 0,2-1 4 0 0,2 0-5 0 0,1 0 6 0 0,2 0 8 0 0,2 1-16 0 0,3 0 5 0 0,0 0-2 0 0,0 0-5 0 0,-1 0-3 0 0,0 0 1 0 0,-1 0-6 0 0,-1 0 2 0 0,-1-1 3 0 0,-1-1 4 0 0,0 1 4 0 0,0-1 9 0 0,-1 1-2 0 0,0-1 1 0 0,-1 0-5 0 0,2 0 2 0 0,0 0-1 0 0,1 0 0 0 0,2 0 0 0 0,0 0 0 0 0,2 0-5 0 0,0 0 2 0 0,1 0-15 0 0,1 0-38 0 0,-2 0 52 0 0,1 0-18 0 0,-2 0 6 0 0,0 0-42 0 0,-1 1 68 0 0,0-1-22 0 0,0 0 22 0 0,-1 0 38 0 0,1 1-57 0 0,1-1 20 0 0,1 0-3 0 0,0 0 0 0 0,1-1-14 0 0,1 1 4 0 0,-1-1-12 0 0,-1-1 13 0 0,0 1-4 0 0,-1-1-4 0 0,-2 1 6 0 0,1-1-1 0 0,1 1 4 0 0,-1-1 9 0 0,0 1-7 0 0,1-1 3 0 0,0 1-1 0 0,0-1 46 0 0,0 0-64 0 0,-1 0 22 0 0,-1 1-4 0 0,-2-1-5 0 0,0 0 2 0 0,-3 1-6 0 0,0 1 2 0 0,-2-1 3 0 0,1 1 9 0 0,-2 0 40 0 0,2-1-53 0 0,-1 1 92 0 0,2 0-54 0 0,0-1-29 0 0,1 1 10 0 0,2-1 49 0 0,0 1-12 0 0,0-1-11 0 0,1 0 24 0 0,0 0-26 0 0,1 0-34 0 0,-1 0 55 0 0,0 1-79 0 0,-1-2 24 0 0,0 1-9 0 0,-1-1-10 0 0,-1 1 4 0 0,-3-1 7 0 0,-2 1-12 0 0,-2 0 9 0 0,-3 1-2 0 0,-1-1-5 0 0,0 1 11 0 0,-2 0 1 0 0,0 0 5 0 0,0 0-5 0 0,-1 0 6 0 0,0 0-11 0 0,0 0-6 0 0,1 0-3 0 0,0 0 9 0 0,1 0-3 0 0,-1 0 1 0 0,1 0 0 0 0,0 0 4 0 0,-1 0-5 0 0,1 0 2 0 0,-1 0-6 0 0,0 0 6 0 0,0 0-6 0 0,0 0-3 0 0,-1 0 1 0 0,0 0-1 0 0,0 0 0 0 0,0 0 0 0 0,0 0-61 0 0,0 0 36 0 0,0 0 33 0 0,0 0-1 0 0,0 0 8 0 0,0 0 52 0 0,0 0-61 0 0,0 0 7 0 0,0 0-8 0 0,0 0-5 0 0,0 0-46 0 0,0-1 59 0 0,0 1-19 0 0,0 0 6 0 0,0 0-42 0 0,0 0 63 0 0,0 0-20 0 0,0 0 7 0 0,0 0-5 0 0,0 0 11 0 0,0 0 6 0 0,0 0-1 0 0,0 0 47 0 0,0 0-12 0 0,0 0-36 0 0,0 0-2 0 0,0 0-16 0 0,0 0-82 0 0,0-1 17 0 0,-1 0-38 0 0,-1-2 7 0 0,0-1 24 0 0,-1-1-8 0 0,-3-3 18 0 0,-1-1-723 0 0,-2 0 800 0 0,0-2-62 0 0,-1 0 30 0 0,-2-2-116 0 0,1 0 51 0 0,-2-1-5 0 0,0-1-46 0 0,-1-1 11 0 0,1 0-108 0 0,-1 1 28 0 0,1 2 122 0 0,2 2 16 0 0,1 3-84 0 0,3 2 18 0 0,1 3 95 0 0,1 1-102 0 0,1 2 73 0 0,2 0-78 0 0,1 2-155 0 0,-1 0-107 0 0,1 1-58 0 0,-2 1-78 0 0,1 1-185 0 0,0 0-170 0 0,0 1-298 0 0,-1-1-397 0 0,1 1-691 0 0,0-1 267 0 0,0 1-688 0 0,0-2 2757 0 0,5-12-494 0 0,2-2 426 0 0</inkml:trace>
  <inkml:trace contextRef="#ctx0" brushRef="#br1" timeOffset="847.971">1783 141 312 0 0,'0'0'0'0'0,"0"0"276"0"0,0 0-261 0 0,0 0 135 0 0,0 0 20 0 0,0 0-102 0 0,0 0 2002 0 0,0 0-841 0 0,0 0 106 0 0,0 0-201 0 0,0 0-141 0 0,-3 0-148 0 0,1 1-266 0 0,-1 0-185 0 0,1 1-74 0 0,1 0 51 0 0,0 0 16 0 0,0 0 22 0 0,1 0 41 0 0,0 0 57 0 0,1 0-35 0 0,1 1-27 0 0,-1 0-5 0 0,2 0-20 0 0,-1 1-44 0 0,0 0-64 0 0,-1-1-28 0 0,0 1-77 0 0,0-1-54 0 0,0 0 37 0 0,0-1 15 0 0,-1 0-57 0 0,1 0-32 0 0,0-1 3 0 0,0 0 35 0 0,-1 0 12 0 0,1 0 8 0 0,-1-1 15 0 0,1 1-22 0 0,-1-1-2 0 0,0 0-46 0 0,0 0-58 0 0,0 0 8 0 0,0 1-64 0 0,0 0 75 0 0,1 0-43 0 0,-1 0 32 0 0,1 1 21 0 0,0 0-11 0 0,-1 1 38 0 0,1-1 5 0 0,-1 1 60 0 0,0 0-19 0 0,0 2 38 0 0,0 1 79 0 0,-1 2 22 0 0,-1 1-117 0 0,-3 1-58 0 0,-2 1-50 0 0,-2 2-20 0 0,-2 0-6 0 0,0 0-2 0 0,-1-1-48 0 0,0 1 79 0 0,1-2-86 0 0,0 0 69 0 0,0-1-68 0 0,2 0 20 0 0,0-2-3 0 0,1-1 56 0 0,1-1-26 0 0,1-1 35 0 0,1-1-22 0 0,0 0-7 0 0,1-1-36 0 0,0-1 5 0 0,1 0 38 0 0,2-1-65 0 0,0 0 22 0 0,-1 0 1 0 0,1 0 54 0 0,0 1-10 0 0,-2 1-13 0 0,-2 2 21 0 0,-1 0 40 0 0,0 3-45 0 0,-4 0-11 0 0,0 2-44 0 0,-1 1 5 0 0,-1 0 0 0 0,0 0-8 0 0,1-2 3 0 0,2 0-1 0 0,1-2-5 0 0,2-1 2 0 0,1-2-10 0 0,2-1-3 0 0,2-1 1 0 0,0-1-43 0 0,1-1 59 0 0,0 0-20 0 0,1 0 7 0 0,-1 0-5 0 0,0 0 7 0 0,0-1-3 0 0,0 1 6 0 0,1 0 3 0 0,-1 0-1 0 0,0 0 6 0 0,0 0 3 0 0,0 0 4 0 0,0 0 69 0 0,0 0-47 0 0,0 0-24 0 0,0 0-6 0 0,0 0-7 0 0,0 0-51 0 0,0 0-71 0 0,-2 1-217 0 0,-1-1-327 0 0,-3 2-536 0 0,-3 0-1275 0 0,-5 0-3651 0 0,15-2-4060 0 0,3-1 12577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3:0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77 129 1108 0 0,'0'0'2621'0'0,"0"0"-1821"0"0,0 0-651 0 0,0 0 335 0 0,0 0 1586 0 0,0 0-501 0 0,0 0-767 0 0,0 0-449 0 0,0 0-68 0 0,0 0 73 0 0,-4 3 61 0 0,3-2-380 0 0,0-1-1 0 0,0 1 1 0 0,0-1 0 0 0,0 1 0 0 0,1 0 0 0 0,-1 0 0 0 0,0-1 0 0 0,1 1 0 0 0,-1 0-1 0 0,0 0 1 0 0,1 0 0 0 0,-1 0 0 0 0,1 0 0 0 0,-1 0 0 0 0,1 0 0 0 0,0 0 0 0 0,-1 0-1 0 0,1 0 1 0 0,0 0 0 0 0,0 0 0 0 0,0 0 0 0 0,0 0 0 0 0,0 0 0 0 0,0 0-1 0 0,0 0 1 0 0,0 0 0 0 0,0 0 0 0 0,0 0 0 0 0,1 0 0 0 0,-1 0 0 0 0,0 0 0 0 0,1 0-1 0 0,-1 0 1 0 0,0 0 0 0 0,1 0 0 0 0,0 0 0 0 0,-1 0 0 0 0,1 0 0 0 0,-1 0 0 0 0,1-1-1 0 0,0 1 1 0 0,0 0 0 0 0,-1-1 0 0 0,1 1 0 0 0,0 0 0 0 0,0-1 0 0 0,0 1 0 0 0,0-1-1 0 0,0 1 1 0 0,0-1-39 0 0,16 22 743 0 0,78 68 654 0 0,-90-90-1407 0 0,0-1-1 0 0,1 0 0 0 0,-1 0 1 0 0,0 0-1 0 0,-1 0 0 0 0,1-1 0 0 0,0 1 1 0 0,0-1-1 0 0,-1-1 0 0 0,1 1 1 0 0,-1-1-1 0 0,1 1 0 0 0,-1-1 1 0 0,0-1-1 0 0,0 1 0 0 0,-1 0 0 0 0,1-1 1 0 0,-1 0-1 0 0,1 0 0 0 0,1-2 11 0 0,-3 3-2 0 0,0 0 0 0 0,0 1 0 0 0,0-1 0 0 0,0 0 0 0 0,-1 0 0 0 0,1 0 0 0 0,-1 0 0 0 0,0 0 0 0 0,1 0 0 0 0,-1 0 0 0 0,-1 0 0 0 0,1-1 0 0 0,0 1 0 0 0,-1 0 0 0 0,0-1 0 0 0,0 1 0 0 0,0 0 0 0 0,0-1 0 0 0,0 1 0 0 0,-1 0 0 0 0,1-1 0 0 0,-1 1 0 0 0,0 0 0 0 0,0 0 0 0 0,0 0 0 0 0,0-1 0 0 0,-1 1 0 0 0,1 0 0 0 0,-1 1 0 0 0,0-1 0 0 0,0 0 0 0 0,0 0 0 0 0,0 1 0 0 0,0-1 0 0 0,-1 1 0 0 0,1 0 0 0 0,-1 0 0 0 0,0 0 0 0 0,1 0 0 0 0,-1 0 0 0 0,0 0 0 0 0,0 1 0 0 0,0 0 0 0 0,0-1 0 0 0,0 1 0 0 0,-1 0 0 0 0,1 0 0 0 0,0 1 0 0 0,0-1 0 0 0,-1 1 0 0 0,1-1 0 0 0,0 1 0 0 0,-1 0 0 0 0,1 1 0 0 0,0-1 0 0 0,-1 0 0 0 0,1 1 0 0 0,0 0 0 0 0,-1 0 0 0 0,1 0 0 0 0,0 0 0 0 0,0 0 0 0 0,-1 1 2 0 0,-1 0 14 0 0,0-1 1 0 0,1 1-1 0 0,0 0 0 0 0,-1 0 1 0 0,1 1-1 0 0,0-1 1 0 0,0 1-1 0 0,0 0 1 0 0,1 0-1 0 0,-1 0 1 0 0,1 1-1 0 0,-1-1 0 0 0,1 1 1 0 0,0 0-1 0 0,1 0 1 0 0,-1 0-1 0 0,1 0 1 0 0,-1 0-1 0 0,1 1 1 0 0,1-1-1 0 0,-1 1 0 0 0,0-1 1 0 0,1 1-1 0 0,0-1 1 0 0,0 1-1 0 0,1 0 1 0 0,-1 0-1 0 0,1 0 1 0 0,0-1-1 0 0,0 1 1 0 0,1 0-1 0 0,-1 0 0 0 0,1-1 1 0 0,0 1-1 0 0,0 0 1 0 0,1-1-1 0 0,-1 1 1 0 0,1-1-1 0 0,0 1 1 0 0,0-1-1 0 0,1 0 0 0 0,-1 0-14 0 0,2 1 10 0 0,0 0-1 0 0,1-1 0 0 0,-1 0 0 0 0,1 0 0 0 0,-1 0 1 0 0,1 0-1 0 0,0-1 0 0 0,1 1 0 0 0,-1-1 0 0 0,0-1 1 0 0,1 1-1 0 0,0-1 0 0 0,0 0 0 0 0,-1 0 0 0 0,1-1 1 0 0,0 0-1 0 0,0 0 0 0 0,1 0 0 0 0,-1-1 1 0 0,0 1-1 0 0,0-2 0 0 0,0 1 0 0 0,0-1 0 0 0,0 1 1 0 0,0-2-1 0 0,0 1 0 0 0,0-1 0 0 0,0 0 0 0 0,0 0 1 0 0,-1 0-1 0 0,5-3-9 0 0,-6 2-63 0 0,1 0 0 0 0,-1 0 0 0 0,0 0 0 0 0,0 0 1 0 0,0-1-1 0 0,0 1 0 0 0,-1-1 0 0 0,1 0 0 0 0,-1-1 0 0 0,0 1 0 0 0,0 0 1 0 0,-1-1-1 0 0,1 0 0 0 0,-1 1 0 0 0,0-1 0 0 0,0 0 0 0 0,0 0 1 0 0,-1 0-1 0 0,0 0 0 0 0,0-1 0 0 0,0 1 0 0 0,-1 0 0 0 0,0 0 0 0 0,0-1 1 0 0,0 1-1 0 0,0 0 0 0 0,-1-3 63 0 0,-2 5 40 0 0,-1-1 1 0 0,1 1-1 0 0,0 0 0 0 0,-1 0 1 0 0,0 0-1 0 0,1 1 0 0 0,-1-1 1 0 0,0 1-1 0 0,0 0 0 0 0,-1 0 1 0 0,1 0-1 0 0,0 1 0 0 0,-1-1 1 0 0,1 1-1 0 0,-1 0 0 0 0,1 0 1 0 0,-1 1-1 0 0,0-1 0 0 0,1 1 1 0 0,-1 0-1 0 0,1 1 0 0 0,-1-1 0 0 0,0 1 1 0 0,1 0-1 0 0,-1 0 0 0 0,1 0 1 0 0,-1 0-1 0 0,1 1 0 0 0,0 0 1 0 0,0 0-1 0 0,0 0 0 0 0,0 0 1 0 0,0 1-1 0 0,0-1 0 0 0,-2 3-40 0 0,2-3 31 0 0,-1 1 0 0 0,0-1-1 0 0,1 1 1 0 0,-1 0-1 0 0,1 1 1 0 0,0-1-1 0 0,0 1 1 0 0,1 0 0 0 0,-1 0-1 0 0,1 0 1 0 0,-1 0-1 0 0,1 1 1 0 0,1-1-1 0 0,-1 1 1 0 0,0 0-1 0 0,1-1 1 0 0,0 1 0 0 0,0 0-1 0 0,1 1 1 0 0,0-1-1 0 0,-1 0 1 0 0,2 0-1 0 0,-1 1 1 0 0,1-1 0 0 0,-1 0-1 0 0,2 4-30 0 0,3-6 75 0 0,1 0 0 0 0,-1 0 0 0 0,1 0 1 0 0,0-1-1 0 0,0 0 0 0 0,0 0 0 0 0,1-1 0 0 0,-1 1 0 0 0,0-1 0 0 0,1 0 0 0 0,-1 0 1 0 0,1-1-1 0 0,-1 0 0 0 0,1 0 0 0 0,-1 0 0 0 0,1 0 0 0 0,0-1-75 0 0,-4 1 44 0 0,5 0-91 0 0,1 1 1 0 0,0-2-1 0 0,-1 1 0 0 0,1-1 1 0 0,0 0-1 0 0,-1-1 0 0 0,1 1 1 0 0,-1-2-1 0 0,0 1 0 0 0,1-1 1 0 0,-1 0-1 0 0,0 0 0 0 0,-1-1 1 0 0,1 0-1 0 0,-1 0 0 0 0,1-1 1 0 0,-1 0-1 0 0,-1 0 0 0 0,1 0 1 0 0,-1-1-1 0 0,0 1 0 0 0,0-1 1 0 0,0-1-1 0 0,-1 1 0 0 0,0-1 0 0 0,0 1 1 0 0,-1-1-1 0 0,0 0 0 0 0,0 0 1 0 0,0-1-1 0 0,-1 1 0 0 0,0-1 1 0 0,-1 1-1 0 0,0-1 0 0 0,0 1 1 0 0,0-4 46 0 0,-4 5 47 0 0,-1 0 1 0 0,0-1-1 0 0,0 1 0 0 0,0 0 1 0 0,0 1-1 0 0,-1-1 1 0 0,0 1-1 0 0,0 0 1 0 0,-1 0-1 0 0,0 0 0 0 0,1 1 1 0 0,-1 0-1 0 0,-1 0 1 0 0,1 1-1 0 0,-1 0 0 0 0,1 0 1 0 0,-1 0-1 0 0,0 1 1 0 0,0-1-1 0 0,0 2 0 0 0,0-1 1 0 0,0 1-1 0 0,0 0 1 0 0,-1 1-1 0 0,1 0 1 0 0,-6 0-48 0 0,-1 2 39 0 0,0 1 0 0 0,0 1 1 0 0,1 0-1 0 0,0 0 1 0 0,0 1-1 0 0,0 1 1 0 0,0 0-1 0 0,1 1 0 0 0,0 1 1 0 0,0 0-1 0 0,1 0 1 0 0,0 1-1 0 0,0 0 1 0 0,1 1-1 0 0,0 0 0 0 0,1 1 1 0 0,0 0-1 0 0,1 0 1 0 0,0 1-1 0 0,1 0 1 0 0,-1 3-40 0 0,6-13 7 0 0,0 0 0 0 0,0 1 0 0 0,0-1 0 0 0,0 0 1 0 0,0 1-1 0 0,0 0 0 0 0,0-1 0 0 0,1 1 0 0 0,0 0 1 0 0,-1 0-1 0 0,1 0 0 0 0,0 0 0 0 0,0 0 1 0 0,1 0-1 0 0,-1 0 0 0 0,0 0 0 0 0,1 0 0 0 0,0 0 1 0 0,0 0-1 0 0,0 0 0 0 0,0 0 0 0 0,1 0 0 0 0,-1 1 1 0 0,1-1-1 0 0,-1 0 0 0 0,1 0 0 0 0,0 0 0 0 0,0 0 1 0 0,1-1-1 0 0,-1 1 0 0 0,1 0 0 0 0,-1 0 0 0 0,1-1 1 0 0,0 1-1 0 0,0-1 0 0 0,0 0 0 0 0,0 1 0 0 0,0-1 1 0 0,1 0-1 0 0,-1 0 0 0 0,1 0 0 0 0,-1-1 1 0 0,1 1-1 0 0,0 0 0 0 0,0-1 0 0 0,-1 0 0 0 0,2 1-7 0 0,7 1-30 0 0,-1 0-1 0 0,1 0 0 0 0,0-1 1 0 0,0 0-1 0 0,0-1 0 0 0,0 0 1 0 0,0-1-1 0 0,1 0 0 0 0,-1-1 1 0 0,0 0-1 0 0,0-1 1 0 0,0 0-1 0 0,0 0 0 0 0,-1-1 1 0 0,1-1-1 0 0,-1 0 0 0 0,0 0 1 0 0,0-1-1 0 0,0-1 0 0 0,0 1 1 0 0,-1-2-1 0 0,0 1 0 0 0,0-1 1 0 0,-1 0-1 0 0,0-1 0 0 0,0 0 1 0 0,-1 0-1 0 0,0-1 0 0 0,0 0 1 0 0,-1 0-1 0 0,0-1 0 0 0,-1 0 1 0 0,0 0-1 0 0,0 0 1 0 0,-1 0-1 0 0,1-5 31 0 0,-14-89-518 0 0,8 102 537 0 0,0-1 1 0 0,0 1-1 0 0,-1 0 0 0 0,1 0 1 0 0,-1 0-1 0 0,0 0 0 0 0,1 0 1 0 0,-1 0-1 0 0,0 0 0 0 0,0 1 1 0 0,0-1-1 0 0,0 1 0 0 0,0-1 1 0 0,-1 1-1 0 0,1 0 1 0 0,0 0-1 0 0,-1 0 0 0 0,1 0 1 0 0,0 0-1 0 0,-1 0 0 0 0,1 1 1 0 0,-1-1-1 0 0,0 1 0 0 0,1 0 1 0 0,-1 0-1 0 0,1 0 0 0 0,-1 0 1 0 0,1 0-1 0 0,-1 0 0 0 0,0 1 1 0 0,1-1-1 0 0,-1 1 1 0 0,1 0-1 0 0,0 0 0 0 0,-1 0 1 0 0,1 0-1 0 0,-1 0 0 0 0,1 0 1 0 0,0 1-20 0 0,-9 1 31 0 0,1 1 0 0 0,1 1 0 0 0,-1 0 0 0 0,0 0 0 0 0,1 1 0 0 0,0 0 0 0 0,1 0 0 0 0,-1 1-1 0 0,1 0 1 0 0,0 1 0 0 0,1 0 0 0 0,0 0 0 0 0,0 0 0 0 0,1 1 0 0 0,0 0 0 0 0,1 0 0 0 0,-1 1 0 0 0,2 0 0 0 0,-1 0 0 0 0,2 0 0 0 0,-1 0 0 0 0,1 0 0 0 0,1 1 0 0 0,0-1 0 0 0,0 1 0 0 0,1 0 0 0 0,0 6-31 0 0,5-13 27 0 0,0 0 0 0 0,0-1 0 0 0,0 0 0 0 0,0 1 0 0 0,0-1 0 0 0,1-1 0 0 0,-1 1 0 0 0,1-1 0 0 0,0 0 0 0 0,0 0 0 0 0,0 0-1 0 0,0 0 1 0 0,0-1 0 0 0,0 0 0 0 0,0 0 0 0 0,1-1 0 0 0,-1 1 0 0 0,0-1 0 0 0,0 0 0 0 0,1 0 0 0 0,-1-1 0 0 0,0 0 0 0 0,2 0-27 0 0,0 1-12 0 0,1 0-36 0 0,-1-1 0 0 0,1 0 0 0 0,-1 0 0 0 0,1-1 0 0 0,-1 0 0 0 0,0 0-1 0 0,0-1 1 0 0,1 0 0 0 0,-2 0 0 0 0,1-1 0 0 0,0 1 0 0 0,-1-2 0 0 0,0 1 0 0 0,1-1 0 0 0,-2 1 0 0 0,1-2 0 0 0,-1 1 0 0 0,0-1 0 0 0,0 1 0 0 0,0-2 0 0 0,-1 1 0 0 0,0 0 0 0 0,0-1 0 0 0,0 0 0 0 0,-1 0 0 0 0,0 0 0 0 0,0 0 0 0 0,-1 0 0 0 0,0 0 0 0 0,-1-1 0 0 0,1 1 0 0 0,-1-1 0 0 0,-1 0 0 0 0,1 1-1 0 0,-1-1 1 0 0,-1 1 0 0 0,1-1 0 0 0,-1 0 0 0 0,-1 1 0 0 0,1 0 0 0 0,-1-1 0 0 0,-1-1 48 0 0,1 5 31 0 0,0 0 0 0 0,0 0-1 0 0,0 0 1 0 0,-1 1 0 0 0,1-1-1 0 0,-1 1 1 0 0,0 0 0 0 0,0 0-1 0 0,0 0 1 0 0,0 0 0 0 0,-1 0-1 0 0,1 1 1 0 0,-1-1 0 0 0,1 1-1 0 0,-1 0 1 0 0,0 0 0 0 0,0 0-1 0 0,0 1 1 0 0,0 0 0 0 0,0-1-1 0 0,0 1 1 0 0,-1 1 0 0 0,1-1-1 0 0,0 0 1 0 0,0 1 0 0 0,-1 0-1 0 0,1 0 1 0 0,0 1 0 0 0,0-1-1 0 0,-1 1 1 0 0,1 0 0 0 0,0 0-1 0 0,0 0 1 0 0,0 0 0 0 0,-4 2-31 0 0,-1 0 38 0 0,1 0-1 0 0,-1 1 1 0 0,1 0 0 0 0,0 0 0 0 0,0 1 0 0 0,0 0 0 0 0,1 0-1 0 0,0 1 1 0 0,0 0 0 0 0,0 0 0 0 0,1 1 0 0 0,-1 0 0 0 0,2 0-1 0 0,-1 0 1 0 0,1 1 0 0 0,-3 6-38 0 0,7-13 2 0 0,0 0-1 0 0,0 1 1 0 0,1-1 0 0 0,-1 1-1 0 0,0-1 1 0 0,1 1 0 0 0,0-1-1 0 0,-1 1 1 0 0,1-1 0 0 0,0 1-1 0 0,0 0 1 0 0,0-1 0 0 0,0 1-1 0 0,0-1 1 0 0,0 1 0 0 0,0 0-1 0 0,1-1 1 0 0,-1 1 0 0 0,0-1-1 0 0,1 1 1 0 0,-1-1 0 0 0,1 1-1 0 0,0-1 1 0 0,0 1 0 0 0,-1-1-1 0 0,1 0 1 0 0,0 1 0 0 0,0-1 0 0 0,0 0-1 0 0,0 0 1 0 0,0 0 0 0 0,1 0-1 0 0,-1 0 1 0 0,0 0 0 0 0,1 0-1 0 0,-1 0 1 0 0,0 0 0 0 0,1 0-1 0 0,-1-1 1 0 0,1 1 0 0 0,-1-1-1 0 0,1 1 1 0 0,-1-1 0 0 0,1 1-1 0 0,-1-1 1 0 0,1 0 0 0 0,0 0-1 0 0,-1 0 1 0 0,1 0 0 0 0,0 0-2 0 0,92-1-48 0 0,-87 0 66 0 0,-3 0-37 0 0,0 0 1 0 0,0 0-1 0 0,0 0 0 0 0,1-1 1 0 0,-1 0-1 0 0,-1 1 0 0 0,1-2 1 0 0,0 1-1 0 0,0 0 0 0 0,-1-1 1 0 0,1 1-1 0 0,-1-1 0 0 0,0 0 1 0 0,0 0-1 0 0,0-1 0 0 0,0 1 1 0 0,-1-1-1 0 0,1 1 0 0 0,-1-1 1 0 0,0 0-1 0 0,0 0 0 0 0,0 0 1 0 0,0 0-1 0 0,-1 0 0 0 0,0 0 1 0 0,0 0-1 0 0,0 0 0 0 0,0-1 1 0 0,-1 1-1 0 0,1 0 0 0 0,-1-1 1 0 0,0 1-1 0 0,0-1 0 0 0,-1 1 1 0 0,0 0-1 0 0,1 0 0 0 0,-1-1 1 0 0,-1 1-1 0 0,1 0 0 0 0,-1 0 1 0 0,1 0-1 0 0,-1 0 0 0 0,0 0 1 0 0,0 0-1 0 0,-1 1 0 0 0,-2-4 19 0 0,2 4 25 0 0,0 0 1 0 0,-1 0-1 0 0,1 0 0 0 0,-1 0 0 0 0,1 1 0 0 0,-1-1 0 0 0,0 1 0 0 0,0 0 1 0 0,0 0-1 0 0,-1 0 0 0 0,1 1 0 0 0,0 0 0 0 0,0 0 0 0 0,-1 0 0 0 0,1 0 1 0 0,-1 0-1 0 0,1 1 0 0 0,-1 0 0 0 0,1 0 0 0 0,-1 0 0 0 0,1 1 0 0 0,-1-1 1 0 0,1 1-1 0 0,-1 0 0 0 0,1 0 0 0 0,0 1 0 0 0,0-1 0 0 0,-1 1 0 0 0,1 0 0 0 0,0 0 1 0 0,1 1-1 0 0,-1-1 0 0 0,0 1 0 0 0,1 0 0 0 0,-1-1 0 0 0,1 2 0 0 0,0-1 1 0 0,0 0-1 0 0,0 1 0 0 0,0-1 0 0 0,-1 3-25 0 0,-8 7-8 0 0,0 1 1 0 0,1 0-1 0 0,0 0 1 0 0,1 1-1 0 0,1 1 1 0 0,0-1-1 0 0,1 2 1 0 0,1-1-1 0 0,0 1 0 0 0,2 0 1 0 0,0 0-1 0 0,0 1 1 0 0,2-1-1 0 0,0 1 1 0 0,1 0-1 0 0,1 0 1 0 0,0 0-1 0 0,3 16 8 0 0,-1-28-63 0 0,1 0 0 0 0,-1 0 0 0 0,1 0 0 0 0,1 0 1 0 0,-1-1-1 0 0,1 1 0 0 0,0-1 0 0 0,0 1 0 0 0,1-1 0 0 0,0 0 0 0 0,-1 0 0 0 0,2-1 0 0 0,-1 1 0 0 0,0-1 0 0 0,1 0 1 0 0,0 0-1 0 0,0 0 0 0 0,0-1 0 0 0,1 0 0 0 0,-1 0 0 0 0,4 1 63 0 0,47 15-5507 0 0,-32-18-2284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3:06.41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6306.65625"/>
      <inkml:brushProperty name="anchorY" value="-237581.14063"/>
      <inkml:brushProperty name="scaleFactor" value="0.5"/>
    </inkml:brush>
  </inkml:definitions>
  <inkml:trace contextRef="#ctx0" brushRef="#br0">41 62 1252 0 0,'0'0'0'0'0,"0"0"2124"0"0,0 0-910 0 0,0 0-47 0 0,0 0-314 0 0,0 0-120 0 0,0 0-709 0 0,0 0 284 0 0,0 0 826 0 0,0 0-669 0 0,0 0 44 0 0,0 0-92 0 0,8 9 57 0 0,-1 2-78 0 0,2 1-52 0 0,-1 1-106 0 0,-1 1-112 0 0,-1-1 21 0 0,-1 1-33 0 0,-2 0-10 0 0,0 0 2 0 0,0-1-35 0 0,1-1-18 0 0,0 0-2 0 0,0-2 63 0 0,0-3-19 0 0,-1-1-10 0 0,-1-2 6 0 0,1-1-91 0 0,0-2 29 0 0,0 0-18 0 0,1-1 1 0 0,1-1 75 0 0,2 1-50 0 0,1-2-37 0 0,2 0 8 0 0,3-1-8 0 0,2-2 10 0 0,1-2-13 0 0,1-1-5 0 0,1-3-153 0 0,0-1 10 0 0,-1-1 21 0 0,-3-1 88 0 0,-2 0 36 0 0,-3 1 6 0 0,-4 1 86 0 0,-2 1-21 0 0,-2 1 39 0 0,-2 2-64 0 0,-3 2 34 0 0,-1 1-86 0 0,-4 2 27 0 0,-1 2 16 0 0,-2 1 45 0 0,0 1-96 0 0,-1 2-225 0 0,-2 2 95 0 0,-1 2 14 0 0,0 2 150 0 0,-1 2-4 0 0,1 2 172 0 0,0 2-22 0 0,2 0-29 0 0,2 0-27 0 0,3 0-12 0 0,2-1-30 0 0,3-2 6 0 0,2-1-64 0 0,2-2 16 0 0,0-1-3 0 0,3-1 36 0 0,3-2-6 0 0,1-2 18 0 0,1 0 53 0 0,3-1-9 0 0,2-1 6 0 0,1 0-50 0 0,0-1-70 0 0,1-1-57 0 0,0-2 22 0 0,1-1-42 0 0,-1-3-139 0 0,0-3 10 0 0,0-2-31 0 0,-2-2 47 0 0,-2-3 12 0 0,-2-1 18 0 0,-4-1 124 0 0,-2 0 32 0 0,-3 1 121 0 0,-4 1-16 0 0,-4 3 67 0 0,-4 2 55 0 0,-3 4-54 0 0,-2 3 195 0 0,-3 2-93 0 0,0 2-310 0 0,-2 2 33 0 0,1 3-210 0 0,-1 2 182 0 0,0 3 33 0 0,1 2 109 0 0,3 1 13 0 0,1 1-39 0 0,3 1 50 0 0,4-1-16 0 0,3 1-27 0 0,2-2-85 0 0,3 0 22 0 0,3-2-17 0 0,3 0 84 0 0,3-2-24 0 0,2-1 12 0 0,0-1 0 0 0,1-2-14 0 0,-2-2 46 0 0,1 0-9 0 0,-1-2 0 0 0,-1 0-101 0 0,3-1 14 0 0,0-1-84 0 0,2-3-140 0 0,1-3-73 0 0,-1-2 36 0 0,0-3 38 0 0,-3-2 75 0 0,-3-1-31 0 0,-3-2 195 0 0,-1 0 110 0 0,-6 0 53 0 0,-3 2 44 0 0,-4 2-29 0 0,-3 2 14 0 0,0 3 24 0 0,-2 2-82 0 0,1 4 188 0 0,1 1-160 0 0,1 2-144 0 0,1 3-28 0 0,-1 2-138 0 0,0 2 157 0 0,0 3-42 0 0,0 1 137 0 0,2 2-99 0 0,3 0 41 0 0,1 1-11 0 0,3 1-3 0 0,3-1-60 0 0,3 0 110 0 0,4 0-36 0 0,2-1-28 0 0,3-1 40 0 0,2-1-18 0 0,1-2 14 0 0,0-1-83 0 0,1-2 85 0 0,0-1-94 0 0,0-2 18 0 0,0-1-16 0 0,0-2-92 0 0,1-1-49 0 0,0-3-35 0 0,-1-2-30 0 0,0-4-26 0 0,-3-3 79 0 0,-3-3 35 0 0,-4-3 124 0 0,-1-1-15 0 0,-4-2 85 0 0,-6 1-27 0 0,-3 0 54 0 0,-4 2 34 0 0,-1 2 34 0 0,-2 4 37 0 0,0 4-34 0 0,2 4 136 0 0,1 2-180 0 0,0 3-11 0 0,2 3-118 0 0,-1 3-79 0 0,1 2 115 0 0,-2 4 17 0 0,1 2 82 0 0,1 2-16 0 0,1 2-58 0 0,4 0 15 0 0,1 1-64 0 0,3-2 103 0 0,0 1-60 0 0,4-3-46 0 0,1-1 62 0 0,3-3-74 0 0,0-1 17 0 0,2-2-6 0 0,0-2-57 0 0,1-2-3 0 0,-2-2 2 0 0,1-1 11 0 0,1-1 47 0 0,1-2-59 0 0,1-2-101 0 0,2-2-79 0 0,0-4 41 0 0,1-2 10 0 0,-1-3 111 0 0,-1-3 18 0 0,-3-2 59 0 0,-3-1 47 0 0,-2-1 25 0 0,-3 1 26 0 0,-3 1 16 0 0,-3 2-20 0 0,-2 3 40 0 0,-1 4 12 0 0,0 3 58 0 0,0 3-88 0 0,1 3 16 0 0,-1 4-63 0 0,0 2-75 0 0,-2 2-132 0 0,-1 3-67 0 0,-1 2 108 0 0,0 2 102 0 0,0 2 58 0 0,4 0-28 0 0,1 0-41 0 0,3-1-42 0 0,2-1 63 0 0,4-1-20 0 0,3-1 12 0 0,2-1 65 0 0,4-1-18 0 0,2-1-10 0 0,2-1 24 0 0,0-1-73 0 0,0-1 12 0 0,-1-2-62 0 0,1-1-28 0 0,-2 0-1 0 0,-1-3-93 0 0,0-2-102 0 0,0-3-74 0 0,-1-4 90 0 0,0-3 46 0 0,-1-4 63 0 0,-2-2 88 0 0,-3-2 63 0 0,-1-1 60 0 0,-3 1 11 0 0,-3 0 154 0 0,-4 3 25 0 0,-2 2-124 0 0,-3 5-14 0 0,-2 2-109 0 0,-1 4 326 0 0,-1 4-107 0 0,-1 2-263 0 0,0 5 87 0 0,-2 3-147 0 0,1 4 132 0 0,-1 3 27 0 0,3 2 87 0 0,2 0-124 0 0,3 0-2 0 0,4-1-12 0 0,2-3 1 0 0,2-2 2 0 0,3-2 65 0 0,1-3-88 0 0,2-2 24 0 0,0-2-22 0 0,0-1 3 0 0,0-1-2 0 0,-1-1-61 0 0,1 0 83 0 0,1-2-93 0 0,2-2-130 0 0,3-4 124 0 0,2-3-155 0 0,2-4 76 0 0,1-4 3 0 0,-2-3 16 0 0,-3 0 124 0 0,-3 0 14 0 0,-3 4 196 0 0,-2 4 124 0 0,-3 5 44 0 0,-6 6-60 0 0,-4 7-219 0 0,-6 7-55 0 0,-4 7 54 0 0,-3 7-89 0 0,0 5 14 0 0,2 6-196 0 0,5 1-227 0 0,4 1-362 0 0,7-2-631 0 0,6-4-1159 0 0,7-4-4653 0 0,2-7 3200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3:16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98 1136 0 0,'0'0'1260'0'0,"0"0"-502"0"0,0 0-416 0 0,0 0-197 0 0,0 0 40 0 0,0 0-92 0 0,0 0 158 0 0,5 0 751 0 0,2-1-342 0 0,5-1 169 0 0,0 2 2588 0 0,48-9 1866 0 0,-60 9-5173 0 0,46 0 1165 0 0,365 25 875 0 0,-67 1-1628 0 0,137 13-729 0 0,-223-31 30 0 0,-193-4 361 0 0,-66-34-406 0 0,-58-108-421 0 0,51 119 564 0 0,0 29-5959 0 0,2 16-946 0 0,-1-14 3864 0 0</inkml:trace>
  <inkml:trace contextRef="#ctx0" brushRef="#br0" timeOffset="998.92">1730 210 40 0 0,'0'0'1520'0'0,"0"0"-322"0"0,0 0-188 0 0,0 0 57 0 0,0 0 5 0 0,0 0-91 0 0,0 0-170 0 0,0 0-151 0 0,0 0-105 0 0,8-9 5916 0 0,-7 17-6382 0 0,0 1 0 0 0,0 0 0 0 0,-1 0 0 0 0,-1 0 0 0 0,0 0 0 0 0,0 0 0 0 0,0 0 0 0 0,-1 0 0 0 0,-1-1 0 0 0,1 1 0 0 0,-1-1 0 0 0,-1 1 0 0 0,0-1 0 0 0,0 0 0 0 0,0-1-1 0 0,-1 1 1 0 0,0-1 0 0 0,-1 0 0 0 0,1 0 0 0 0,-3 2-89 0 0,-20 51-86 0 0,24-27 2476 0 0,4-26-5769 0 0,0-5-4179 0 0,0-2 7488 0 0,0-1-8391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3:38.59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0810"/>
      <inkml:brushProperty name="anchorY" value="-241446.45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2670.96875"/>
      <inkml:brushProperty name="anchorY" value="-242516.20313"/>
      <inkml:brushProperty name="scaleFactor" value="0.5"/>
    </inkml:brush>
  </inkml:definitions>
  <inkml:trace contextRef="#ctx0" brushRef="#br0">17 215 168 0 0,'0'0'0'0'0,"0"0"1396"0"0,0 0-1078 0 0,0 0 28 0 0,0 0-340 0 0,0 0 97 0 0,0 0-46 0 0,0 0 1391 0 0,0 0-804 0 0,0 0-115 0 0,0 0-267 0 0,-3 1-74 0 0,0 1-30 0 0,-1-1-45 0 0,2 0 54 0 0,0 0 151 0 0,0 0 275 0 0,2-1 176 0 0,0 0-70 0 0,2 0 123 0 0,0-1-244 0 0,2-1-104 0 0,0 1-60 0 0,0-1 53 0 0,1 1 127 0 0,0 0-22 0 0,1 0-75 0 0,0 1-79 0 0,0 0-39 0 0,1 0-64 0 0,-1 0-4 0 0,0 0-33 0 0,1 0 6 0 0,0 0-8 0 0,-1 1 33 0 0,-1-1-42 0 0,0 0-47 0 0,-1 1-11 0 0,-2-1-39 0 0,1 0-11 0 0,-1 0-38 0 0,0 0 13 0 0,-1 0-25 0 0,2 0-41 0 0,-1 0-59 0 0,0 0-1 0 0,0 0-11 0 0,0 0-10 0 0,0 0 12 0 0,0 0 0 0 0,0 0 1 0 0,-1 0 0 0 0,1 0-5 0 0,0 0-3 0 0,-1 0-46 0 0,1 0 55 0 0,1 0-80 0 0,0 0 38 0 0,0 0-9 0 0,-1 0 2 0 0,1 0 37 0 0,-1 0 8 0 0,1 0 5 0 0,1 0 114 0 0,0 0-88 0 0,-1 0-15 0 0,2 0 6 0 0,0 0 67 0 0,-1 0-95 0 0,2 0 88 0 0,-1 0-37 0 0,1 0-40 0 0,0 0 18 0 0,-1 0-22 0 0,0 0 4 0 0,0 0-16 0 0,-1 0 8 0 0,0 0-2 0 0,0 0-66 0 0,1 0 80 0 0,-1 0-22 0 0,1 0 3 0 0,-1 0 6 0 0,-1 0-1 0 0,0 0 4 0 0,0 0 0 0 0,-1 0 4 0 0,0 0 0 0 0,0 0 14 0 0,1 0-4 0 0,1 0-8 0 0,1 0-1 0 0,-1 0-5 0 0,1 0-51 0 0,0 0 10 0 0,-1 0 40 0 0,1 0-9 0 0,-1 0-46 0 0,1 0 76 0 0,0 0-20 0 0,-1 0 8 0 0,1 0 9 0 0,-2 0-2 0 0,1 0 57 0 0,0 0-26 0 0,0 0-40 0 0,-1 0 9 0 0,0 0-11 0 0,0 0-13 0 0,-1 0-58 0 0,1 0 20 0 0,0 0 51 0 0,0 0-16 0 0,0 0 8 0 0,0 0-5 0 0,1 0 6 0 0,-1 0 3 0 0,1 1 0 0 0,-1-1 0 0 0,1 0-5 0 0,-1 0 6 0 0,1 1 3 0 0,0-1 14 0 0,1 0-4 0 0,1 0 62 0 0,0 0-86 0 0,2 0 32 0 0,2 0-15 0 0,1 0 151 0 0,2 0-197 0 0,0 0 9 0 0,0 0-11 0 0,-2-1 45 0 0,-2 1-76 0 0,-2 0 76 0 0,-3-1-75 0 0,-1 1 93 0 0,-1 0-28 0 0,-1 0 5 0 0,-1 0-3 0 0,0 0-65 0 0,1 0 93 0 0,1 0 40 0 0,1 0-66 0 0,1 0 12 0 0,1 0-4 0 0,0 0-2 0 0,0 0 4 0 0,-1 0 0 0 0,0 0-5 0 0,0 0 6 0 0,-1 0 8 0 0,-1 0 40 0 0,-1 0-58 0 0,0 0 15 0 0,-1 0-10 0 0,0 0 1 0 0,1 0-6 0 0,0 0-3 0 0,-1 0 1 0 0,1 0 3 0 0,-1 0 4 0 0,0 0 0 0 0,1 0 14 0 0,-1 0-4 0 0,0 0 2 0 0,0 0-5 0 0,1 0-8 0 0,0 0-2 0 0,0 0-70 0 0,0 0 23 0 0,1 0 46 0 0,0 0-2 0 0,1 0-1 0 0,1 0-1 0 0,-1 0 1 0 0,-1 0-1 0 0,1 0 0 0 0,-1 0-47 0 0,0 0 51 0 0,0 0-69 0 0,-1 0 11 0 0,2 0-14 0 0,-1 0 1 0 0,2 0 4 0 0,-1 0 68 0 0,2 0-65 0 0,-1 0-6 0 0,0 0-12 0 0,1 1 14 0 0,-2-1 74 0 0,0 0-68 0 0,-1 0 66 0 0,0 1-13 0 0,0-1 14 0 0,0 0 11 0 0,-1 0 40 0 0,0 0-52 0 0,-1 0 93 0 0,0 0-28 0 0,0 0-17 0 0,0 0 4 0 0,0 0-60 0 0,0 0 12 0 0,0 0-106 0 0,0 0 14 0 0,0 0-52 0 0,0 0 20 0 0,0 0 9 0 0,0 0 38 0 0,0 0 19 0 0,0 0 45 0 0,0 0-56 0 0,1 0 10 0 0,0 0-83 0 0,0 0 101 0 0,1 0 21 0 0,-1 0-46 0 0,0 0 62 0 0,0 0-22 0 0,-1 0-45 0 0,0 0 10 0 0,0 0-21 0 0,0 0-42 0 0,0 0 29 0 0,1 0 16 0 0,0 0 75 0 0,0 0-71 0 0,1 0 73 0 0,-1 0-21 0 0,0 0 21 0 0,0 0 6 0 0,-1 0 50 0 0,0 0-18 0 0,1 0-29 0 0,-2 0 62 0 0,1 0-30 0 0,0 0-50 0 0,0 0 15 0 0,0 0-82 0 0,0 0 20 0 0,0 0-5 0 0,0 0-6 0 0,0 0-27 0 0,0 0 4 0 0,0 0 1 0 0,0 0 26 0 0,0 0 59 0 0,0 0-16 0 0,0 0 20 0 0,0 0 10 0 0,0 0 73 0 0,0 0-34 0 0,0 0-50 0 0,0 0-63 0 0,0 0-47 0 0,1 0-60 0 0,1 0-27 0 0,-1 0 146 0 0,2 0-182 0 0,0 1-90 0 0,1 1-201 0 0,-1-1 239 0 0,1 0 117 0 0,-1 1 110 0 0,-1-1 45 0 0,0 0 93 0 0,-1 0 89 0 0,-1 0 118 0 0,0-1 14 0 0,0 1-28 0 0,0-1-64 0 0,0 0-25 0 0,0 0-31 0 0,0 0-44 0 0,-1 0-1 0 0,1 0-50 0 0,0 1 11 0 0,0-1-80 0 0,0 0 20 0 0,0 0-24 0 0,0 0 9 0 0,0 0 6 0 0,0 0 11 0 0,0 0 54 0 0,0 0-23 0 0,0 0 10 0 0,0 0 13 0 0,0 0 52 0 0,0 0-56 0 0,0 0-54 0 0,1 0 19 0 0,1-1-21 0 0,0 0-6 0 0,-1 0-8 0 0,0 0-50 0 0,0 0 69 0 0,-1 0-23 0 0,1-1-104 0 0,-1 0 88 0 0,0 0 15 0 0,0-1-1 0 0,0 0-4 0 0,0 0-95 0 0,1-1-5 0 0,1 0 41 0 0,1 0 10 0 0,0 0 13 0 0,1 0 47 0 0,1-1-72 0 0,-1 1 37 0 0,1 1 40 0 0,-1 0-4 0 0,-1 1 9 0 0,0 0 84 0 0,-1 1-18 0 0,-1 0-69 0 0,-1 1 14 0 0,0 0-13 0 0,0 0-61 0 0,0-1-12 0 0,0 1-88 0 0,-1-1 76 0 0,0-1 19 0 0,-3 0 13 0 0,-1-1 57 0 0,0-1-13 0 0,0 0 18 0 0,-2-1 62 0 0,2 0-83 0 0,0 0 136 0 0,0 0 25 0 0,0-2-8 0 0,0 0-36 0 0,-1 0-118 0 0,2-1 26 0 0,0 0-13 0 0,0 0-16 0 0,0 0-97 0 0,1 0 8 0 0,2 0-66 0 0,-1 0 10 0 0,1 0 58 0 0,0 0 4 0 0,0 1 96 0 0,0 1-14 0 0,1 0 15 0 0,0 1 0 0 0,0 1-3 0 0,-1 1 5 0 0,0 0-11 0 0,-1 2-183 0 0,-1 0-80 0 0,0 0-156 0 0,0 1-209 0 0,-1 0-381 0 0,1 1-552 0 0,-1 1-699 0 0,0 1-249 0 0,1 1-523 0 0,0 0 2346 0 0</inkml:trace>
  <inkml:trace contextRef="#ctx0" brushRef="#br1" timeOffset="505.597">650 196 1016 0 0,'0'0'0'0'0,"0"0"952"0"0,0 0-182 0 0,0 0-97 0 0,0 0 58 0 0,0 0-98 0 0,0 0-92 0 0,0 0 38 0 0,0 0 114 0 0,0 0-64 0 0,0 0-127 0 0,0 0-82 0 0,1-3-66 0 0,1-1-83 0 0,0 0-89 0 0,0 1-123 0 0,1 1-50 0 0,0 0-17 0 0,0 0-89 0 0,-1 1 25 0 0,-1 1 86 0 0,0 0 168 0 0,0 0-9 0 0,-1 0 74 0 0,0 1 54 0 0,0 1-61 0 0,0 0 135 0 0,0 1 31 0 0,-1 1 24 0 0,-1 0-12 0 0,-1 2-81 0 0,0 1-37 0 0,-3 1-163 0 0,0 2-3 0 0,-2 1-87 0 0,-2 2-35 0 0,-4 2 3 0 0,-4 2-12 0 0,-3 2-3 0 0,-2 1-27 0 0,-1 1-147 0 0,2 0-2 0 0,3-2-71 0 0,2-1-165 0 0,4-3-337 0 0,3-1-300 0 0,1-4-1125 0 0,3 0-2471 0 0,2-3 1869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3:42.9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3624 0 0,'0'0'1397'0'0,"0"0"-781"0"0,0 0-403 0 0,0 0-12 0 0,0 0 583 0 0,0 0 28 0 0,0 0-186 0 0,0 0-49 0 0,24 17 1758 0 0,-22-16-2282 0 0,-1 0 0 0 0,1 0 0 0 0,-1-1-1 0 0,0 1 1 0 0,1 0 0 0 0,-1-1 0 0 0,1 1 0 0 0,0-1 0 0 0,-1 0 0 0 0,1 1 0 0 0,-1-1-1 0 0,1 0 1 0 0,-1 0 0 0 0,1 0 0 0 0,0 0 0 0 0,-1 0 0 0 0,1 0 0 0 0,-1-1-1 0 0,1 1 1 0 0,0-1 0 0 0,-1 1 0 0 0,1-1 0 0 0,-1 1 0 0 0,1-1 0 0 0,-1 0-1 0 0,0 0 1 0 0,1 1 0 0 0,-1-1 0 0 0,0 0 0 0 0,0 0 0 0 0,1 0 0 0 0,-1-1-1 0 0,0 1 1 0 0,0 0 0 0 0,0 0 0 0 0,0-1 0 0 0,0 1 0 0 0,-1 0 0 0 0,1-1-1 0 0,0 1 1 0 0,-1-1 0 0 0,1 0-53 0 0,-41 2-8642 0 0,32 0 6419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3:45.3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32 1512 0 0,'0'0'2494'0'0,"0"0"-1058"0"0,0 0-553 0 0,0 0-125 0 0,0 0-58 0 0,0 0-120 0 0,0 0-150 0 0,0 0-135 0 0,0 0-83 0 0,8 17 240 0 0,-8-17-393 0 0,0 1 1 0 0,-1-1-1 0 0,1 1 1 0 0,0 0 0 0 0,-1-1-1 0 0,1 1 1 0 0,0-1-1 0 0,0 1 1 0 0,0-1 0 0 0,-1 1-1 0 0,1-1 1 0 0,0 1 0 0 0,0 0-1 0 0,0-1 1 0 0,0 1-1 0 0,0 0 1 0 0,0-1 0 0 0,0 1-1 0 0,0-1 1 0 0,0 1-1 0 0,0 0 1 0 0,0-1 0 0 0,1 1-1 0 0,-1-1 1 0 0,0 1 0 0 0,0-1-1 0 0,1 1 1 0 0,-1 0-1 0 0,0-1 1 0 0,1 1 0 0 0,-1-1-1 0 0,1 1-59 0 0,-47 29-115 0 0,42 55 331 0 0,7-83-150 0 0,-1 0 0 0 0,0-1-1 0 0,1 1 1 0 0,-1-1 0 0 0,0 0-1 0 0,1 0 1 0 0,0 0-1 0 0,-1 0 1 0 0,1 0 0 0 0,0 0-1 0 0,-1-1 1 0 0,1 1 0 0 0,0-1-1 0 0,0 0 1 0 0,-1 0 0 0 0,1 0-1 0 0,0 0 1 0 0,0 0-1 0 0,0-1 1 0 0,-1 1 0 0 0,1-1-1 0 0,0 0 1 0 0,-1 1 0 0 0,1-1-1 0 0,-1-1 1 0 0,1 1-1 0 0,-1 0 1 0 0,1-1 0 0 0,-1 1-1 0 0,0-1 1 0 0,1 0 0 0 0,-1 0-66 0 0,5 0-24 0 0,0-1 1 0 0,-1 0 0 0 0,1 0-1 0 0,-1 0 1 0 0,0-1 0 0 0,0 0-1 0 0,0 0 1 0 0,0-1 0 0 0,-1 0-1 0 0,1 0 1 0 0,-1 0 0 0 0,-1 0-1 0 0,1-1 1 0 0,-1 0 0 0 0,0 0-1 0 0,0 0 1 0 0,0-1 0 0 0,-1 1-1 0 0,0-1 1 0 0,-1 1 0 0 0,1-1-1 0 0,-1 0 1 0 0,-1 0 0 0 0,1 0-1 0 0,-1-1 1 0 0,0 1 0 0 0,-1-3 23 0 0,-2 9-16 0 0,0 0 1 0 0,0 1 0 0 0,0-1-1 0 0,0 0 1 0 0,0 1 0 0 0,0 0-1 0 0,-1-1 1 0 0,1 1 0 0 0,0 0-1 0 0,0 0 1 0 0,-1 0 0 0 0,1 0-1 0 0,0 1 1 0 0,0-1 0 0 0,0 1-1 0 0,0-1 1 0 0,0 1 0 0 0,-1 0 0 0 0,1 0-1 0 0,0 0 1 0 0,0 0 0 0 0,1 0-1 0 0,-1 0 1 0 0,0 0 0 0 0,0 1-1 0 0,1-1 1 0 0,-1 1 0 0 0,0-1-1 0 0,1 1 1 0 0,0 0 0 0 0,-1 0-1 0 0,1-1 1 0 0,0 1 0 0 0,0 0-1 0 0,0 0 1 0 0,0 0 0 0 0,0 2 15 0 0,-1-3-24 0 0,-3 4 35 0 0,0 1 0 0 0,1-1 0 0 0,0 1-1 0 0,0 0 1 0 0,0 0 0 0 0,1 1-1 0 0,0-1 1 0 0,0 1 0 0 0,0 0-1 0 0,1-1 1 0 0,0 1 0 0 0,0 0 0 0 0,1 0-1 0 0,0 1 1 0 0,0-1 0 0 0,1 0-1 0 0,0 0 1 0 0,0 0 0 0 0,0 0-1 0 0,1 1 1 0 0,1 4-11 0 0,4-7 2 0 0,-1-1 0 0 0,1 1-1 0 0,0-1 1 0 0,0 0 0 0 0,0-1-1 0 0,1 1 1 0 0,-1-1 0 0 0,1-1-1 0 0,0 1 1 0 0,0-1 0 0 0,0 0-1 0 0,0 0 1 0 0,0-1 0 0 0,0 0-1 0 0,0-1 1 0 0,1 1 0 0 0,-1-1-1 0 0,6-1-1 0 0,-9 1-6 0 0,16-61-1243 0 0,-20 54 1285 0 0,-1 1 0 0 0,-1-1-1 0 0,1 0 1 0 0,-1 1 0 0 0,0-1 0 0 0,0 1 0 0 0,-1 0 0 0 0,0-1 0 0 0,0 1 0 0 0,-1 1 0 0 0,1-1 0 0 0,-1 0 0 0 0,-1 1 0 0 0,1 0-1 0 0,-1 0 1 0 0,0 0 0 0 0,0 0 0 0 0,0 1 0 0 0,0 0 0 0 0,-1 0 0 0 0,0 1 0 0 0,0-1 0 0 0,0 1 0 0 0,0 0 0 0 0,0 1 0 0 0,-1-1-1 0 0,1 1 1 0 0,-1 1 0 0 0,0-1 0 0 0,1 1 0 0 0,-2 0-36 0 0,2 4 18 0 0,0-1 0 0 0,1 1 0 0 0,-1 0 0 0 0,1 1 1 0 0,0-1-1 0 0,0 1 0 0 0,0 0 0 0 0,1 0 0 0 0,-1 1 0 0 0,1 0 0 0 0,0-1 0 0 0,0 1 0 0 0,1 0 0 0 0,-1 1 0 0 0,1-1 0 0 0,0 1 1 0 0,1-1-1 0 0,-1 1 0 0 0,1 0 0 0 0,0 0 0 0 0,1 0 0 0 0,-1 0 0 0 0,1 0 0 0 0,1 0 0 0 0,-1 1 0 0 0,1-1 0 0 0,0 0 0 0 0,0 0 1 0 0,1 1-1 0 0,0-1 0 0 0,0 0 0 0 0,0 0 0 0 0,2 5-18 0 0,-2-7 25 0 0,0-1-1 0 0,1 1 1 0 0,-1-1-1 0 0,1 0 1 0 0,0 1 0 0 0,0-1-1 0 0,0 0 1 0 0,0 0 0 0 0,0 0-1 0 0,1 0 1 0 0,-1-1 0 0 0,1 1-1 0 0,0-1 1 0 0,0 1 0 0 0,0-1-1 0 0,0 0 1 0 0,0 0-1 0 0,0 0 1 0 0,0-1 0 0 0,1 1-1 0 0,-1-1 1 0 0,1 0 0 0 0,-1 0-1 0 0,1 0 1 0 0,0 0 0 0 0,-1-1-1 0 0,1 1 1 0 0,0-1-1 0 0,0 0 1 0 0,-1 0 0 0 0,1 0-1 0 0,0-1 1 0 0,-1 1 0 0 0,1-1-1 0 0,0 0 1 0 0,-1 0 0 0 0,1 0-1 0 0,-1 0 1 0 0,1-1 0 0 0,-1 1-1 0 0,0-1 1 0 0,0 0-1 0 0,0 0 1 0 0,0 0 0 0 0,0-1-1 0 0,0 1 1 0 0,0-1 0 0 0,-1 1-25 0 0,3-3 0 0 0,-1 0 0 0 0,0 0 1 0 0,-1-1-1 0 0,1 1 0 0 0,-1-1 1 0 0,0 0-1 0 0,0 1 0 0 0,-1-1 1 0 0,0-1-1 0 0,0 1 0 0 0,0 0 0 0 0,-1 0 1 0 0,0-1-1 0 0,0 1 0 0 0,0-1 1 0 0,-1 1-1 0 0,0-1 0 0 0,-1 1 1 0 0,0-4-1 0 0,0 8 11 0 0,0 0 1 0 0,-1 0 0 0 0,1 1-1 0 0,-1-1 1 0 0,0 1-1 0 0,1-1 1 0 0,-1 1 0 0 0,0 0-1 0 0,0-1 1 0 0,0 1-1 0 0,0 0 1 0 0,0 0 0 0 0,0 1-1 0 0,0-1 1 0 0,0 0 0 0 0,-1 1-1 0 0,1-1 1 0 0,0 1-1 0 0,0-1 1 0 0,0 1 0 0 0,-1 0-1 0 0,1 0 1 0 0,0 0 0 0 0,0 1-1 0 0,-1-1 1 0 0,1 0-1 0 0,0 1 1 0 0,0-1 0 0 0,0 1-1 0 0,-1 0 1 0 0,1 0-1 0 0,0 0 1 0 0,0 0 0 0 0,0 0-1 0 0,0 0 1 0 0,1 1 0 0 0,-1-1-1 0 0,0 0 1 0 0,1 1-1 0 0,-1 0 1 0 0,0-1 0 0 0,0 2-12 0 0,-1-1-22 0 0,0 1 0 0 0,1 0 1 0 0,-1 0-1 0 0,0-1 0 0 0,1 2 1 0 0,0-1-1 0 0,0 0 0 0 0,0 0 1 0 0,0 1-1 0 0,0-1 0 0 0,1 1 1 0 0,-1 0-1 0 0,1-1 0 0 0,0 1 1 0 0,0 0-1 0 0,1 0 0 0 0,-1 0 1 0 0,1 0-1 0 0,-1-1 0 0 0,1 1 1 0 0,1 0-1 0 0,-1 0 0 0 0,0 0 1 0 0,2 3 21 0 0,0-6 58 0 0,0 0 0 0 0,1 0 0 0 0,-1 0 0 0 0,1 0 0 0 0,-1-1 0 0 0,1 1 1 0 0,-1-1-1 0 0,1 0 0 0 0,0 0 0 0 0,-1 0 0 0 0,1 0 0 0 0,-1 0 0 0 0,1 0 0 0 0,-1-1 1 0 0,1 1-1 0 0,0-1 0 0 0,-1 1 0 0 0,0-1 0 0 0,1 0 0 0 0,-1 0 0 0 0,0-1 1 0 0,1 1-1 0 0,-1 0 0 0 0,0-1 0 0 0,0 1 0 0 0,0-1 0 0 0,1 0-58 0 0,0 0-4 0 0,0 1-1 0 0,-1-1 1 0 0,1 0-1 0 0,0 0 1 0 0,-1 0-1 0 0,1-1 1 0 0,-1 1-1 0 0,1-1 1 0 0,-1 1-1 0 0,0-1 1 0 0,0 0-1 0 0,0 1 1 0 0,-1-1-1 0 0,1 0 1 0 0,-1 0-1 0 0,1 0 1 0 0,-1-1 0 0 0,0 1-1 0 0,0 0 1 0 0,0 0-1 0 0,-1-1 1 0 0,1 1-1 0 0,-1-1 1 0 0,0 1-1 0 0,0 0 1 0 0,0-1-1 0 0,0 1 1 0 0,-1 0-1 0 0,1-1 1 0 0,-1 1-1 0 0,0 0 1 0 0,0-1-1 0 0,0 1 1 0 0,0 0-1 0 0,-1 0 1 0 0,1 0-1 0 0,-1 0 1 0 0,0 0-1 0 0,0 1 1 0 0,0-1 0 0 0,0 0-1 0 0,0 1 1 0 0,-1-1-1 0 0,1 1 1 0 0,-1 0-1 0 0,1 0 1 0 0,-1 0-1 0 0,0 0 1 0 0,0 0-1 0 0,0 1 1 0 0,0-1-1 0 0,0 1 1 0 0,0 0-1 0 0,-1 0 1 0 0,1 0-1 0 0,0 0 1 0 0,0 1-1 0 0,-1-1 1 0 0,1 1-1 0 0,-1 0 5 0 0,-2 0-28 0 0,1 0-1 0 0,0 1 0 0 0,0 0 0 0 0,0 0 1 0 0,0 1-1 0 0,0-1 0 0 0,0 1 0 0 0,0 0 1 0 0,0 1-1 0 0,0-1 0 0 0,1 1 0 0 0,-1 0 0 0 0,1 0 1 0 0,0 0-1 0 0,0 0 0 0 0,0 1 0 0 0,0 0 1 0 0,1 0-1 0 0,0 0 0 0 0,-1 0 0 0 0,1 0 0 0 0,1 1 1 0 0,-1-1-1 0 0,1 1 0 0 0,-1 0 0 0 0,1 0 1 0 0,1 0-1 0 0,-1 0 0 0 0,1 0 0 0 0,0 0 1 0 0,0 0-1 0 0,0 0 0 0 0,1 1 0 0 0,0-1 0 0 0,0 0 1 0 0,0 0-1 0 0,0 1 0 0 0,1-1 0 0 0,0 2 29 0 0,5-3 25 0 0,-1 0-1 0 0,1 0 0 0 0,0 0 0 0 0,0 0 1 0 0,0-1-1 0 0,1 0 0 0 0,-1-1 0 0 0,1 1 0 0 0,-1-1 1 0 0,1-1-1 0 0,0 1 0 0 0,0-1 0 0 0,0 0 1 0 0,0-1-1 0 0,0 1 0 0 0,0-1 0 0 0,0-1 1 0 0,6 0-25 0 0,-11 1 21 0 0,2-2-41 0 0,0 1 0 0 0,0-1 0 0 0,0 0 0 0 0,-1 0 0 0 0,1 0 0 0 0,0 0 0 0 0,-1-1 0 0 0,1 1 0 0 0,-1-1 0 0 0,0 0 0 0 0,0 0 0 0 0,0 0 0 0 0,0-1 0 0 0,-1 1 0 0 0,1-1 0 0 0,-1 1 0 0 0,0-1 0 0 0,0 0 0 0 0,0 0 0 0 0,0 0 0 0 0,-1 0 0 0 0,0 0 0 0 0,1 0 0 0 0,-2 0 0 0 0,1 0 0 0 0,0-1 0 0 0,-1 1 0 0 0,0 0 0 0 0,0-1 0 0 0,0 1 0 0 0,0 0 0 0 0,-1 0 0 0 0,0-1 0 0 0,0 1 0 0 0,0 0 0 0 0,0 0 0 0 0,-1 0 0 0 0,1 0 0 0 0,-2-3 20 0 0,1 1 19 0 0,1 0-1 0 0,-1 1 1 0 0,0-1 0 0 0,-1 0 0 0 0,1 1 0 0 0,-1-1 0 0 0,0 1 0 0 0,-1 0 0 0 0,1-1-1 0 0,-1 2 1 0 0,0-1 0 0 0,0 0 0 0 0,0 1 0 0 0,-1 0 0 0 0,0 0 0 0 0,0 0 0 0 0,0 1-1 0 0,0-1 1 0 0,0 1 0 0 0,-1 0 0 0 0,1 1 0 0 0,-1-1 0 0 0,0 1 0 0 0,0 1 0 0 0,0-1-1 0 0,0 1 1 0 0,0 0 0 0 0,0 0 0 0 0,0 0 0 0 0,0 1 0 0 0,0 0 0 0 0,0 0 0 0 0,-1 1-1 0 0,1 0 1 0 0,0 0 0 0 0,0 0 0 0 0,0 1 0 0 0,0 0 0 0 0,1 0 0 0 0,-1 0 0 0 0,0 1-1 0 0,-1 1-18 0 0,2-2-20 0 0,0 1-1 0 0,1 0 0 0 0,-1 1 0 0 0,1-1 0 0 0,0 1 1 0 0,0 0-1 0 0,0 0 0 0 0,1 0 0 0 0,-1 0 1 0 0,1 0-1 0 0,0 1 0 0 0,0 0 0 0 0,1-1 0 0 0,0 1 1 0 0,-1 0-1 0 0,1 1 0 0 0,1-1 0 0 0,-1 0 1 0 0,1 0-1 0 0,0 1 0 0 0,0-1 0 0 0,1 1 0 0 0,-1-1 1 0 0,1 0-1 0 0,0 1 0 0 0,1-1 0 0 0,-1 1 0 0 0,1-1 1 0 0,1 1 20 0 0,-1-3-30 0 0,1 1 0 0 0,1 0 0 0 0,-1 0 0 0 0,1-1-1 0 0,-1 0 1 0 0,1 1 0 0 0,0-1 0 0 0,0 0 0 0 0,1 0 0 0 0,-1-1 0 0 0,0 1 0 0 0,1-1 0 0 0,0 1 0 0 0,0-1 0 0 0,-1 0 0 0 0,1-1 0 0 0,0 1 0 0 0,0-1 0 0 0,1 0 0 0 0,-1 1 0 0 0,0-2 0 0 0,1 1 30 0 0,32 5-5341 0 0,-35-6 34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3:53.07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1182.46875"/>
      <inkml:brushProperty name="anchorY" value="-241502.609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2452.46875"/>
      <inkml:brushProperty name="anchorY" value="-242772.609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2476.65625"/>
      <inkml:brushProperty name="anchorY" value="-242876.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3746.65625"/>
      <inkml:brushProperty name="anchorY" value="-244146.3125"/>
      <inkml:brushProperty name="scaleFactor" value="0.5"/>
    </inkml:brush>
  </inkml:definitions>
  <inkml:trace contextRef="#ctx0" brushRef="#br0">9 50 404 0 0,'0'0'0'0'0,"0"0"236"0"0,0 0-504 0 0,0 0-112 0 0,0 0 453 0 0</inkml:trace>
  <inkml:trace contextRef="#ctx0" brushRef="#br1" timeOffset="236.178">9 50 300 0 0,'0'0'0'0'0,"0"-4"392"0"0,0-1-336 0 0,0 1 35 0 0,0 0-16 0 0,0 2 20 0 0,0 0-41 0 0,0 0-60 0 0,0 2 22 0 0,0-1 48 0 0,0 1-8 0 0,1 0 7 0 0,1 0 977 0 0,-1-1-462 0 0,1 1 10 0 0,-1 0-146 0 0,-1-1-323 0 0,1 1 270 0 0,-1 0-119 0 0,0 0 32 0 0,0 0 12 0 0,0-1 90 0 0,0 1 3 0 0,0 0-56 0 0,0-1-81 0 0,0 1-105 0 0,0 0-115 0 0,0 0-39 0 0,0 0-245 0 0,0 0-47 0 0,0 0-64 0 0,0 0-26 0 0,0 0-6 0 0,0 0 63 0 0,0 0-80 0 0,0 0-100 0 0,-1 0-168 0 0,-2 0-372 0 0,-1 1-612 0 0,-4 1 959 0 0,8-2 721 0 0,2 0-185 0 0</inkml:trace>
  <inkml:trace contextRef="#ctx0" brushRef="#br2" timeOffset="8017.894">154 67 80 0 0,'0'0'0'0'0,"0"0"416"0"0,0 0 61 0 0,0 0-153 0 0,0 0-406 0 0,0 0-304 0 0,0 0-450 0 0,0 0 970 0 0</inkml:trace>
  <inkml:trace contextRef="#ctx0" brushRef="#br3" timeOffset="10276.845">154 67 80 0 0,'0'0'0'0'0,"-8"2"872"0"0,-1 0-196 0 0,2-1-186 0 0,3 1 8 0 0,2-1-296 0 0,3-1-49 0 0,1 1-69 0 0,0-1-8 0 0,0 0-77 0 0,-1 0 19 0 0,0 0-19 0 0,0 0 2 0 0,-1 0-10 0 0,0 0 12 0 0,0 0-9 0 0,0 0 2 0 0,0 0-56 0 0,0 0 30 0 0,0 0 35 0 0,0 0 170 0 0,0-1-77 0 0,0 1-54 0 0,0 0 86 0 0,0-1 1070 0 0,0 1-679 0 0,0 0-132 0 0,0 0-262 0 0,0 0-96 0 0,0 0 1 0 0,0 0-35 0 0,0 0-56 0 0,0 0-134 0 0,0 0 44 0 0,0 0 87 0 0,0 0 59 0 0,0 0 98 0 0,0 0 131 0 0,0 0 19 0 0,0 0 37 0 0,0 0 16 0 0,0 0 60 0 0,0 0-28 0 0,0 0-40 0 0,-1 0-70 0 0,-1 0-64 0 0,0 1-170 0 0,-1 0-124 0 0,1 1-179 0 0,-2 0-74 0 0,1 0 96 0 0,-1 0 154 0 0,0-1 129 0 0,1 1-11 0 0,1-1 82 0 0,0 0-62 0 0,1-1 101 0 0,1 1-48 0 0,0-1 31 0 0,0 0 86 0 0,0 0 83 0 0,0 0 57 0 0,0 0 69 0 0,-1 0 36 0 0,1-1 26 0 0,-1 1 45 0 0,0 0-57 0 0,0 0-100 0 0,0 0-48 0 0,0 1-163 0 0,-1-1-19 0 0,0 0-27 0 0,0 1-72 0 0,0-1 12 0 0,1 0-17 0 0,0 0-8 0 0,1 0 15 0 0,0 0 0 0 0,0 0 75 0 0,0 0 44 0 0,0 0 16 0 0,0 0 36 0 0,0 0 35 0 0,0 0 40 0 0,0 0 39 0 0,0 0-7 0 0,0 0 35 0 0,0 0 48 0 0,0 1-40 0 0,0 1-147 0 0,0 0-182 0 0,0 2-178 0 0,0 2 58 0 0,0 1 31 0 0,0 1-11 0 0,2 0-11 0 0,1 1 82 0 0,2-1-81 0 0,1-1 55 0 0,2 0 73 0 0,0-2 39 0 0,1 0 23 0 0,0-1-27 0 0,1 0 26 0 0,-2-1 39 0 0,0-1-30 0 0,0 0 11 0 0,-1 1-11 0 0,1-2 40 0 0,-1 0-143 0 0,1 0-88 0 0,0-1-19 0 0,0-1-3 0 0,-1-1 54 0 0,-1-2 86 0 0,1-3 40 0 0,-2 0 86 0 0,2-2-63 0 0,-3-2-63 0 0,0 1 79 0 0,-2-1-90 0 0,0 0 30 0 0,-3 0-28 0 0,-2 0 1 0 0,-2 2-11 0 0,-2 1 16 0 0,1 2 0 0 0,-2 0 89 0 0,2 3-118 0 0,-1 1 39 0 0,1 0-22 0 0,-1 2-7 0 0,1-1-69 0 0,0 2 5 0 0,-1 0 36 0 0,0 2 47 0 0,-1 2 91 0 0,1 0-16 0 0,-2 2-94 0 0,-1 2 31 0 0,0 0-19 0 0,-3 3-116 0 0,2 0 154 0 0,-1 0-52 0 0,1 1 93 0 0,2-1-92 0 0,3-2 97 0 0,2-2-100 0 0,1-2-30 0 0,2-3 67 0 0,3-1 91 0 0,4-1 22 0 0,5-1-57 0 0,2-2-5 0 0,2 0-60 0 0,0-2 120 0 0,-1-1 63 0 0,-4-1-74 0 0,-2 0 31 0 0,-2 0 20 0 0,-2 0-8 0 0,-2-1 65 0 0,0 0-209 0 0,1-1 7 0 0,-1-2-15 0 0,1-1-82 0 0,0-1-68 0 0,1-1-14 0 0,0 0-36 0 0,0 1 23 0 0,0 2 32 0 0,-1 1-9 0 0,0 4 95 0 0,-2 1 35 0 0,0 2-65 0 0,1 1 39 0 0,-1 1 35 0 0,0 1-54 0 0,0 2 75 0 0,1 1-22 0 0,-2 3-38 0 0,1 0-160 0 0,-1 3 168 0 0,0 2-83 0 0,0 1 52 0 0,0 1 17 0 0,0 0 52 0 0,1 0-7 0 0,1-2 11 0 0,0 0-6 0 0,0-2 12 0 0,1-3-8 0 0,0-1 3 0 0,1-2 4 0 0,-1-2 96 0 0,2-1 15 0 0,1-1-138 0 0,0-2 42 0 0,3-2 78 0 0,1-1-130 0 0,2-3-14 0 0,0-2-30 0 0,-1-1 61 0 0,0-2-54 0 0,-2-1 78 0 0,-3 0-143 0 0,-3 0 48 0 0,-1 1 28 0 0,-2 1 57 0 0,-4 1 76 0 0,-2 3-91 0 0,-3 1 171 0 0,-1 2-79 0 0,-2 2-93 0 0,-1 2-58 0 0,0 0-128 0 0,0 2 87 0 0,0 2 19 0 0,0 1 40 0 0,0 2-15 0 0,0 1 79 0 0,0 1-12 0 0,2 0 55 0 0,1 1 66 0 0,3 0-43 0 0,0 1 61 0 0,3 0-48 0 0,2 0 33 0 0,1-1-42 0 0,0 1-17 0 0,2-2-70 0 0,2 0 16 0 0,3-3-70 0 0,1 0 2 0 0,0-2 57 0 0,1-2-6 0 0,1 0-83 0 0,-1-1 12 0 0,-1 0-41 0 0,-1-2 41 0 0,0-2 27 0 0,0-2 40 0 0,1-3 6 0 0,0-1 3 0 0,-1-3 11 0 0,-2 0 63 0 0,-1 0-36 0 0,-1-1 66 0 0,-4 1 25 0 0,-3 1-5 0 0,-4 0 62 0 0,-2 1-114 0 0,-2 2 32 0 0,1 2 47 0 0,1 2 43 0 0,2 2-233 0 0,0 2 27 0 0,1 2-267 0 0,-1 4 74 0 0,-1 1 83 0 0,0 4-20 0 0,1 1 89 0 0,0 1 46 0 0,1 0 1 0 0,2 1 11 0 0,1-1 84 0 0,3-1-37 0 0,0-1-44 0 0,2 0 10 0 0,0-2 2 0 0,0-1 66 0 0,0-2 29 0 0,1-1-22 0 0,0-1-31 0 0,1-2-4 0 0,-1 0 26 0 0,1-1-70 0 0,-1-1-8 0 0,0 0-60 0 0,-1-2 59 0 0,1 0-82 0 0,-1-2 98 0 0,0-1-11 0 0,0-1-13 0 0,0-2 3 0 0,-1-1-11 0 0,1-2 16 0 0,0 0 56 0 0,-3 0 12 0 0,-2 2 1 0 0,-1 1 79 0 0,-2 3 39 0 0,1 2-123 0 0,-1 2-66 0 0,1 1-177 0 0,1 2 81 0 0,-1 3 97 0 0,2 2-108 0 0,-1 2-62 0 0,0 1 102 0 0,2 1 56 0 0,0 1-16 0 0,2 0 28 0 0,1 0 57 0 0,1-1-67 0 0,0-1 19 0 0,4-2 63 0 0,1-2-20 0 0,2 0 80 0 0,0-1-29 0 0,2-2 26 0 0,1 0-112 0 0,0-1-10 0 0,0-1-3 0 0,1-2-6 0 0,0-1-9 0 0,-1-1-2 0 0,0-2-136 0 0,-1-2 132 0 0,0-2-84 0 0,0-1 118 0 0,-3-1-23 0 0,-1-1 10 0 0,-2-1 49 0 0,-1 1-65 0 0,-3 1 91 0 0,-2 1-41 0 0,-4 1 89 0 0,-2 2-10 0 0,-1 2 63 0 0,0 3-219 0 0,0 1 52 0 0,0 3-221 0 0,-1 3 208 0 0,0 3-123 0 0,0 3-76 0 0,0 3 184 0 0,1 2-76 0 0,1 1 88 0 0,2 1-15 0 0,2 0-44 0 0,2-2-13 0 0,2-1 76 0 0,0-3-119 0 0,2-1 89 0 0,1-4-33 0 0,1-1 69 0 0,3-3 62 0 0,0-1-94 0 0,1-1 34 0 0,1-2 3 0 0,1-1-13 0 0,0-3 0 0 0,0-1-15 0 0,0-2 14 0 0,0-2-6 0 0,-1-1-2 0 0,-2-1 10 0 0,-1-1 1 0 0,-2 0 10 0 0,-1 1-3 0 0,-1 0 49 0 0,0 1-60 0 0,-1 1 108 0 0,-1 3 29 0 0,0 2-5 0 0,-1 2-37 0 0,-2 2-104 0 0,-1 3-170 0 0,-1 2 106 0 0,0 4-20 0 0,-2 3-77 0 0,1 1 106 0 0,1 3-53 0 0,2 0 63 0 0,1 1-30 0 0,2-1-3 0 0,4-2 16 0 0,2 0-25 0 0,3-3 115 0 0,0 0-33 0 0,1-2 34 0 0,-2-2 32 0 0,0-1-51 0 0,-2-1 14 0 0,-2-2 209 0 0,-1-1-286 0 0,-1 0 95 0 0,1-3-139 0 0,2-2 138 0 0,2-2-56 0 0,4-4 18 0 0,2-2-80 0 0,1-3-71 0 0,-1 0 118 0 0,-1-2 36 0 0,-2 2 161 0 0,-4 2 47 0 0,-2 2 61 0 0,-1 4 69 0 0,-2 2-17 0 0,-4 3-101 0 0,-4 4-238 0 0,-4 3 0 0 0,-4 4-110 0 0,-2 4-12 0 0,-2 4 71 0 0,2 2-72 0 0,4 2 51 0 0,5 0-23 0 0,2-2 16 0 0,4-1 107 0 0,3-2-34 0 0,1-3 30 0 0,3-1 1 0 0,2-3 70 0 0,-1-2 9 0 0,0-1-91 0 0,0-3 21 0 0,0 0-20 0 0,0-2-167 0 0,2-3 215 0 0,1-1-184 0 0,3-4 47 0 0,0-4 117 0 0,2-3-43 0 0,0-3 24 0 0,-2-2-2 0 0,-3-1 6 0 0,-2 1 64 0 0,-3 1 28 0 0,-1 2 15 0 0,-1 4-59 0 0,-2 4 164 0 0,-2 3 282 0 0,-2 5-462 0 0,-2 3-5 0 0,-2 5-125 0 0,-3 4-23 0 0,-2 3 81 0 0,0 2-58 0 0,0 3-25 0 0,3 1-34 0 0,2-1 6 0 0,3 0-244 0 0,3 0-189 0 0,1-2-441 0 0,3 1-884 0 0,1-2-2975 0 0,1-4 244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5:37.99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2440.25"/>
      <inkml:brushProperty name="anchorY" value="-243035.6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0957.8125"/>
      <inkml:brushProperty name="anchorY" value="-245280.5156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3721.71875"/>
      <inkml:brushProperty name="anchorY" value="-253287.875"/>
      <inkml:brushProperty name="scaleFactor" value="0.5"/>
    </inkml:brush>
  </inkml:definitions>
  <inkml:trace contextRef="#ctx0" brushRef="#br0">876 14 144 0 0,'0'0'0'0'0,"0"0"352"0"0,0 0-93 0 0,0 0-105 0 0,0 0-87 0 0,0 0 13 0 0,0 0-16 0 0,0 0-14 0 0,0 0 51 0 0,0 0 1459 0 0,0 0-746 0 0,10 0 287 0 0,0 0-182 0 0,0 0-145 0 0,-1 0-10 0 0,-2 0-201 0 0,-2 0-209 0 0,-1 0-79 0 0,0 0 22 0 0,-2 0 88 0 0,2 0 97 0 0,-1-1-6 0 0,0 0 28 0 0,1 1 73 0 0,-1-1 8 0 0,1 0-104 0 0,-1-1-87 0 0,1 1-102 0 0,0 0-53 0 0,0 0-29 0 0,0 0-2 0 0,-1 1-4 0 0,1-1-32 0 0,-1 1-1 0 0,0 0 8 0 0,0 0 28 0 0,-1 0-40 0 0,1 1 13 0 0,-2-1 29 0 0,0 0 0 0 0,0 0 20 0 0,-1 0-22 0 0,1 0-63 0 0,-2 0-56 0 0,1 0-83 0 0,0 0 12 0 0,0 0-13 0 0,0 0-4 0 0,0 0-74 0 0,0 0-50 0 0,0 0 24 0 0,0 0 42 0 0,0 0 0 0 0,0 0 56 0 0,0 0-9 0 0,0 0 11 0 0,0 0 9 0 0,0 0 77 0 0,0 0-36 0 0,0 0-44 0 0,0 0-102 0 0,0 0 24 0 0,0 0 31 0 0,0 0 28 0 0,-1 0-5 0 0,0 0-68 0 0,-3 0-22 0 0,-2 0 133 0 0,-3 0-39 0 0,0 0 101 0 0,-3 0-23 0 0,1-1-62 0 0,0 1 109 0 0,0-1-138 0 0,2 1 41 0 0,1-1-23 0 0,0 1-49 0 0,1-1 18 0 0,-1 1-27 0 0,1 0-23 0 0,-1 0-40 0 0,0 0-15 0 0,0 1 70 0 0,-1 0 61 0 0,-1 1-37 0 0,1 0 60 0 0,-1 0 60 0 0,1 0 26 0 0,0 1-29 0 0,1-1 0 0 0,0 0-4 0 0,2-1-62 0 0,0 1 7 0 0,0-1-57 0 0,0 1 4 0 0,-1-1-14 0 0,1 0-17 0 0,0-1-29 0 0,-1 1-3 0 0,0-1 54 0 0,-1 0 44 0 0,0 0 4 0 0,0 0 5 0 0,0 0 16 0 0,-1 0-8 0 0,-1 0-2 0 0,1 0-4 0 0,-1 0 89 0 0,1 0-54 0 0,0-1 35 0 0,1 0-8 0 0,1 0-58 0 0,1-1 72 0 0,1 0-75 0 0,0 0 18 0 0,1 0-21 0 0,1 0 14 0 0,0 1 41 0 0,2 0-7 0 0,-1 0-46 0 0,2 0 6 0 0,-1 1-5 0 0,1 0-10 0 0,0 0 7 0 0,0 0 2 0 0,0 0 9 0 0,-1 0 49 0 0,0 0-18 0 0,0 0 13 0 0,0 0-6 0 0,-1 0-41 0 0,2 1 8 0 0,-1-1-6 0 0,1 0 5 0 0,0 0-2 0 0,0 1-3 0 0,0-1-4 0 0,0 0 0 0 0,0 0-4 0 0,0 0 5 0 0,0 0-2 0 0,0 1 6 0 0,0-1 3 0 0,0 0-1 0 0,0 0 1 0 0,0 0 42 0 0,0 0-54 0 0,0 0 60 0 0,0 0-13 0 0,0 1-52 0 0,0-1 27 0 0,0 0-12 0 0,0 1-7 0 0,0-1 2 0 0,0 1-5 0 0,0 0 5 0 0,0 0 8 0 0,0 0 72 0 0,1 2-1 0 0,0 0-102 0 0,2 1-55 0 0,0 1 84 0 0,0 0-90 0 0,-1 2 97 0 0,0 0-28 0 0,-1 0 10 0 0,-1 2 0 0 0,0 1 0 0 0,0 0 0 0 0,0 2-9 0 0,-1 1-44 0 0,-1 0 53 0 0,-2 1-92 0 0,-2 0-48 0 0,-1 1 29 0 0,-1 0 12 0 0,-1 0 23 0 0,0 0 10 0 0,1-1 66 0 0,0 0-13 0 0,1 1 8 0 0,0 0 6 0 0,1 0 3 0 0,0 0-5 0 0,-1 1 1 0 0,-1 2-9 0 0,-1 1-49 0 0,-2 1 18 0 0,-2 2-27 0 0,-1 1 19 0 0,-2 1-20 0 0,-1 1 67 0 0,-1 1-20 0 0,-1 0 14 0 0,1 0 8 0 0,-1 0 72 0 0,2-1-85 0 0,0-1 29 0 0,1-1-18 0 0,1 0 7 0 0,-1-1-3 0 0,2 0 1 0 0,-1-1-4 0 0,2 1-9 0 0,-1-1-2 0 0,1 0-47 0 0,0-1 64 0 0,1 1-73 0 0,0 1 74 0 0,2 0-13 0 0,0 1 9 0 0,2 0 131 0 0,0 0-41 0 0,2 0-37 0 0,0 0-54 0 0,2 0 12 0 0,1-1-5 0 0,0 0-2 0 0,2-2 1 0 0,0 0 10 0 0,0-2-18 0 0,1 0 11 0 0,0-2 1 0 0,0 0-1 0 0,1-2 62 0 0,-1-1-83 0 0,0 1 27 0 0,0 0-13 0 0,0 0-4 0 0,0 2-14 0 0,0 1-56 0 0,1 0 28 0 0,0 1-35 0 0,2-1 4 0 0,0 1 11 0 0,1-1-4 0 0,2-1 72 0 0,0 0-15 0 0,-1 0 18 0 0,2 0 91 0 0,-1 0 21 0 0,1 0-60 0 0,1 1-9 0 0,0 0-46 0 0,0 0 4 0 0,1 1-6 0 0,-2 0 10 0 0,0 0-13 0 0,0 1 4 0 0,-1-1 97 0 0,1 2-121 0 0,1-1 31 0 0,0 1-11 0 0,0 0-10 0 0,1-1 7 0 0,1 1 2 0 0,0-1 9 0 0,0 1-7 0 0,0-1 2 0 0,-2 0 5 0 0,-1 0-6 0 0,-1 0 1 0 0,-1 1 5 0 0,-1 0 3 0 0,0 1 135 0 0,-1 0 3 0 0,-1 0-169 0 0,0-2 52 0 0,-2 0-34 0 0,1 0 2 0 0,-1-1-5 0 0,-1 0 5 0 0,1 2 68 0 0,-1 0-89 0 0,-1 1 30 0 0,0 1-70 0 0,-1 1 16 0 0,0 1-31 0 0,-1 1 76 0 0,1 1-9 0 0,0 0 25 0 0,1 0 48 0 0,1-2-78 0 0,0-2 22 0 0,1-2-4 0 0,-1-1-2 0 0,0 1 132 0 0,-1 0 60 0 0,0 0-125 0 0,-1-1-66 0 0,1 1 12 0 0,0-1-90 0 0,1 0-50 0 0,0 2 85 0 0,0 0 34 0 0,1 1-4 0 0,0 1-6 0 0,0-2-186 0 0,0 0 127 0 0,0-3 12 0 0,0-1 63 0 0,0-2 3 0 0,0 0 95 0 0,0-1-5 0 0,0-1-44 0 0,0-1 36 0 0,0-3-97 0 0,0 0 23 0 0,0-2-21 0 0,0 0 12 0 0,0-1-5 0 0,0 1-2 0 0,0-1-51 0 0,0 1-65 0 0,0 0 6 0 0,0-1 15 0 0,0 1 57 0 0,0 0-34 0 0,0 0 14 0 0,0 0 73 0 0,0-1-12 0 0,0 0 59 0 0,-2 0-65 0 0,0 0 18 0 0,1 1-11 0 0,-2 2 0 0 0,1 0 0 0 0,-1 3-51 0 0,-1 2 52 0 0,1 2-79 0 0,-1 1-20 0 0,0 3-10 0 0,0 1 129 0 0,0 2-30 0 0,0-1 81 0 0,0-1-92 0 0,1-2 30 0 0,-1-2 4 0 0,1-1 43 0 0,0-1-58 0 0,-1-2 94 0 0,0 1-112 0 0,0-1 31 0 0,0 1-26 0 0,1 0 18 0 0,1 0-6 0 0,0 0 58 0 0,1-1 12 0 0,1-1-79 0 0,0-1 22 0 0,0-3-1 0 0,0-1 48 0 0,0-1 0 0 0,1-1 18 0 0,-1 0-76 0 0,0 0 83 0 0,0 0-93 0 0,0 0 27 0 0,0 0-9 0 0,0 1 5 0 0,0 1 59 0 0,0 0-82 0 0,0 1 23 0 0,-1 0-13 0 0,-1 1 0 0 0,1-1-4 0 0,-2 2 5 0 0,1-1-2 0 0,-1 0 6 0 0,0 1-2 0 0,1-1 11 0 0,0-1-4 0 0,1 0 2 0 0,0-1 5 0 0,0-1 36 0 0,0-1-62 0 0,0 0 16 0 0,1-2-7 0 0,-1 0 0 0 0,1-1-9 0 0,0-1-44 0 0,0 0 7 0 0,0-1 46 0 0,1 1-11 0 0,-1-1 2 0 0,0 1-64 0 0,0 1 79 0 0,0-1-27 0 0,0 2-37 0 0,0-1 12 0 0,0 0-1 0 0,2 1-81 0 0,1 0-61 0 0,2 0 233 0 0,1-1-15 0 0,3-1-37 0 0,1 0 103 0 0,3 0 39 0 0,2 0-3 0 0,2 0-6 0 0,1 0 15 0 0,2 0-48 0 0,1 2-88 0 0,2-1 83 0 0,1 2-106 0 0,3 1 29 0 0,-1 0-84 0 0,3 1 11 0 0,0 0-59 0 0,0 0 4 0 0,-1-1 9 0 0,-1 0 19 0 0,-2-1-174 0 0,-1-2 34 0 0,-2 0-141 0 0,-4-1-369 0 0,-4-1 205 0 0,-2 0-187 0 0,-5 0-409 0 0,-2 0-519 0 0,-4 2-1666 0 0,-4 0-3090 0 0,-9 3 7839 0 0,-1 0-2791 0 0</inkml:trace>
  <inkml:trace contextRef="#ctx0" brushRef="#br1" timeOffset="2461.805">638 3614 640 0 0,'0'0'0'0'0,"0"0"640"0"0,0 0-551 0 0,0 0 2440 0 0,0 0-366 0 0,0 0-1039 0 0,0 0 10 0 0,0 0-461 0 0,0 0 42 0 0,0 0 82 0 0,0 0-12 0 0,11 0-54 0 0,0 1-202 0 0,1-1-173 0 0,-2 0-131 0 0,-2 0-88 0 0,-2 0-9 0 0,-3 0-70 0 0,-2-1 0 0 0,0 1 24 0 0,-1 0 32 0 0,-1 0-17 0 0,1 0 18 0 0,-1 0-14 0 0,1 0-14 0 0,0 0-99 0 0,-1 0 12 0 0,-2-1-159 0 0,-4 0 115 0 0,-3-1 41 0 0,-4-1-13 0 0,-2 0-44 0 0,-3 1 63 0 0,-1 0-82 0 0,-1 0 23 0 0,0 1 58 0 0,0 1-10 0 0,1-1-54 0 0,0 2 79 0 0,1 0-21 0 0,0 1 3 0 0,1 0 1 0 0,1 1-14 0 0,-2 1-70 0 0,0 1 107 0 0,-1 0-31 0 0,-1 1 67 0 0,0 1-1 0 0,0-1-66 0 0,1 0 27 0 0,2 0-12 0 0,1-1 1 0 0,0 0-9 0 0,2 0 12 0 0,0 0-9 0 0,0 0 2 0 0,0 0 103 0 0,0 1 8 0 0,0 0 143 0 0,0 0 153 0 0,1 0-62 0 0,1 0-175 0 0,1 0-88 0 0,1 1-64 0 0,0-1-4 0 0,1 0 42 0 0,0 1-67 0 0,2 0 13 0 0,1 0-79 0 0,1 1-9 0 0,2 1 54 0 0,1-1 27 0 0,-1 1 83 0 0,2 0-19 0 0,0 2 83 0 0,1 1-43 0 0,-2 1-16 0 0,2 1 19 0 0,-2 3 20 0 0,1 1-76 0 0,-1 1-36 0 0,1 3 67 0 0,1 2-91 0 0,0 1 32 0 0,1 3-15 0 0,0 2-8 0 0,0 1-2 0 0,1 2-5 0 0,3 1 10 0 0,0 1 1 0 0,1 1 0 0 0,0 2 1 0 0,1 0 10 0 0,-1 1 57 0 0,0 1-6 0 0,-2 0 47 0 0,-1 0-19 0 0,-1 0-38 0 0,-1 0 16 0 0,1-1 7 0 0,-2 0-79 0 0,0-1 24 0 0,0 0-11 0 0,0-1-10 0 0,0 1 4 0 0,1-1-7 0 0,3 1-3 0 0,1-2 5 0 0,2 1-1 0 0,2-1 0 0 0,0-1 4 0 0,2 0 0 0 0,0-2 9 0 0,1-2-7 0 0,0-1-7 0 0,0-2 3 0 0,0-1-7 0 0,0-1 6 0 0,0-1-6 0 0,1-1-8 0 0,-1-1-72 0 0,2 0 52 0 0,0-3 23 0 0,2 0-83 0 0,0 0 55 0 0,0-1 29 0 0,1 0-52 0 0,1 1 75 0 0,-1 1-17 0 0,-1 2 6 0 0,0 2 1 0 0,-2 1 0 0 0,-2 1-4 0 0,-3 0 0 0 0,-1 1 0 0 0,-3-1 0 0 0,-1 0 0 0 0,-2-3-4 0 0,0-1-4 0 0,-1-2-65 0 0,0-2 0 0 0,1-2 5 0 0,0-2-10 0 0,1 0 16 0 0,1 0 57 0 0,0 0-62 0 0,0 2 26 0 0,-1 1-12 0 0,0 1 53 0 0,-1 2-20 0 0,0 1 13 0 0,-1 1-2 0 0,0 0-120 0 0,-3 0-115 0 0,-1 1 39 0 0,-3-1 36 0 0,-1 0 87 0 0,-2 1 73 0 0,0 0-8 0 0,-1-1 17 0 0,1 0 9 0 0,1-2 63 0 0,2-1-83 0 0,1-2 33 0 0,1-1 50 0 0,0-1-91 0 0,0-1 34 0 0,0 0-7 0 0,-1 0-1 0 0,-2 0-3 0 0,0 1-4 0 0,1 1-9 0 0,-1 0-2 0 0,0 1 13 0 0,0 1-4 0 0,0 0 2 0 0,0 1 5 0 0,2 1 50 0 0,0-1-71 0 0,2-1 38 0 0,1 0 16 0 0,1 0 27 0 0,-1-1 22 0 0,1-1-31 0 0,0 0 8 0 0,0 0-18 0 0,-1-1-52 0 0,-1 0 5 0 0,0-1-10 0 0,-2 1-5 0 0,1-1 5 0 0,-1 0-2 0 0,1 1-87 0 0,-1 0 38 0 0,1 0 73 0 0,-1-2-24 0 0,2 0 18 0 0,1-2 54 0 0,2-2-66 0 0,0-1 74 0 0,0-2-69 0 0,1-1 76 0 0,0-2-73 0 0,1 1 18 0 0,-1-1 49 0 0,0 1-67 0 0,0 1 13 0 0,0 2-14 0 0,0 1-3 0 0,0 1-57 0 0,0 1-26 0 0,0 1 93 0 0,0 1-120 0 0,0 0 126 0 0,0 0-173 0 0,0-1 187 0 0,0-1-54 0 0,0-2 23 0 0,0-1-5 0 0,0-2-3 0 0,0-1 5 0 0,0-2 8 0 0,0 0 7 0 0,0-1 45 0 0,0-1-58 0 0,0 0 19 0 0,0 0 4 0 0,0 0 34 0 0,0 1-5 0 0,0 0-47 0 0,0 1 15 0 0,0-1 45 0 0,0 1-62 0 0,0-1 20 0 0,0 0 69 0 0,0-1-22 0 0,1 0 25 0 0,1 0-50 0 0,-1-1-37 0 0,1 1 4 0 0,-1 0-7 0 0,0 1-4 0 0,-1 1-51 0 0,1 2 10 0 0,-1 0 45 0 0,1 0-20 0 0,0 0-66 0 0,0 0 104 0 0,-1-2-43 0 0,1 0 24 0 0,1-1 0 0 0,2-1 0 0 0,3 0 6 0 0,4-1-2 0 0,4 0 11 0 0,5-1-18 0 0,2 1 2 0 0,5 0 3 0 0,2 0 87 0 0,2 1 17 0 0,2 0-27 0 0,3 0-28 0 0,0 1 18 0 0,0 0-70 0 0,0 0 9 0 0,-2 1-76 0 0,0-2 15 0 0,-3 0-52 0 0,-2 0-90 0 0,-2 0-66 0 0,-5-1-64 0 0,-3 0-244 0 0,-4 1-446 0 0,-5 0-74 0 0,-4 2-1341 0 0,-9 3-2607 0 0,-2-1 293 0 0</inkml:trace>
  <inkml:trace contextRef="#ctx0" brushRef="#br2" timeOffset="11468.371">296 6973 456 0 0,'0'0'0'0'0,"0"0"2008"0"0,0 0-1171 0 0,0 0-165 0 0,0 0-426 0 0,0 0 1159 0 0,0 0 996 0 0,0 0-1839 0 0,0 0 138 0 0,0 0-311 0 0,-5 4-143 0 0,0-1-37 0 0,0 1-86 0 0,1-1-73 0 0,1-1-32 0 0,1-1 48 0 0,1 0 26 0 0,0-1 49 0 0,1 0-4 0 0,0 0 48 0 0,1 0 213 0 0,-1 0 3 0 0,0 1-14 0 0,-1-1-90 0 0,1 1-81 0 0,-2 0-45 0 0,1 0-55 0 0,-1 0-20 0 0,1 0-107 0 0,1-1-48 0 0,-1 0-27 0 0,1 0 3 0 0,0 0 36 0 0,0 0 50 0 0,0 0 2 0 0,0 0 113 0 0,0 0-16 0 0,-1 1 26 0 0,-1-1-146 0 0,-2 1 42 0 0,-1 0 64 0 0,0 0-24 0 0,-1 1 40 0 0,0-1 72 0 0,1 0-113 0 0,1 0-50 0 0,0 0-3 0 0,2 0-22 0 0,1-1 16 0 0,1 0 4 0 0,0 0-2 0 0,0 0 82 0 0,-1 0-5 0 0,-1 0-50 0 0,-2 0-32 0 0,-2 0 6 0 0,-2 1 3 0 0,-1 1 6 0 0,-2 0-6 0 0,2 2 91 0 0,0 1-26 0 0,1 0-89 0 0,2 1-121 0 0,2 1-28 0 0,2 1 37 0 0,0-1 27 0 0,2 2 90 0 0,0-2-2 0 0,0 0 8 0 0,0 0 92 0 0,1-1-7 0 0,-1 0 49 0 0,-1 0 19 0 0,-2 0 26 0 0,0 0-60 0 0,-2 1 2 0 0,0 0 1 0 0,0 0-83 0 0,0 0-14 0 0,1 1-10 0 0,-1-1-3 0 0,2 0-5 0 0,0 0 10 0 0,1 1 57 0 0,1-1-30 0 0,1 0 41 0 0,0-1 32 0 0,-1 0 6 0 0,1 0 35 0 0,-2 0-22 0 0,1-1-23 0 0,0 1 67 0 0,0 0-64 0 0,0 1-25 0 0,1 0-82 0 0,0 2 14 0 0,0-1-16 0 0,0 2-4 0 0,0 0-4 0 0,0 1-9 0 0,0-1-58 0 0,1 1 29 0 0,1 0 35 0 0,1 0-2 0 0,0 0 8 0 0,-1 0 5 0 0,1 0 9 0 0,0 0 2 0 0,-2 0-4 0 0,0 1-3 0 0,0 0-4 0 0,-1 0-4 0 0,1 1-9 0 0,-1 1-49 0 0,-1 2-1 0 0,1 0-45 0 0,1 2 24 0 0,1 1 18 0 0,3 2 13 0 0,2 0-6 0 0,1 1 50 0 0,2 0 0 0 0,1 0 3 0 0,0-1 105 0 0,-1 0-30 0 0,0-1-13 0 0,0-1-52 0 0,-2 0 73 0 0,-2 0 16 0 0,0 0-119 0 0,0 0-32 0 0,0 1-14 0 0,-1 1 27 0 0,1 1-30 0 0,0 1-19 0 0,0 1-22 0 0,1 1 74 0 0,-1 1 23 0 0,1 0-50 0 0,-1 0 80 0 0,0-1-14 0 0,-2-1-4 0 0,-1 0 18 0 0,-1-1-19 0 0,-1 0 6 0 0,0 0-20 0 0,-1-1 9 0 0,-1 0-60 0 0,1-1 83 0 0,-2 1-112 0 0,-1 0-12 0 0,-2 2-28 0 0,-1 2 156 0 0,0 3-216 0 0,-1 4 173 0 0,-1 1 21 0 0,1 3 3 0 0,1-1-2 0 0,-1 0-10 0 0,1-1-85 0 0,0-1 125 0 0,-1-1 47 0 0,-1 0 50 0 0,-1 0 51 0 0,-1 0 40 0 0,-1-1-258 0 0,1-1 28 0 0,-1 0-17 0 0,0 0 29 0 0,-2 2 8 0 0,0 1 140 0 0,0 0-37 0 0,1 2-68 0 0,2-1-36 0 0,1-1-145 0 0,1 0 34 0 0,2-1 129 0 0,1-1 26 0 0,1-1-68 0 0,1-1-68 0 0,0-1-61 0 0,0-1 186 0 0,-1 0-16 0 0,0-1 199 0 0,1-1-140 0 0,1-2-87 0 0,1-1-164 0 0,0-1 109 0 0,1 1 59 0 0,0 0-16 0 0,2 0 10 0 0,1 1-59 0 0,1-1-2 0 0,1-1-92 0 0,2-2 125 0 0,0 0-56 0 0,0-2 94 0 0,0-2-28 0 0,-1 0-26 0 0,-1-2 6 0 0,-1 0-47 0 0,0-1-34 0 0,-1 1 6 0 0,0 0 13 0 0,-2 3 116 0 0,1 0-33 0 0,0 1 28 0 0,1 0-22 0 0,0 0-50 0 0,2-1 33 0 0,0-1-32 0 0,2-1 73 0 0,-1 0-12 0 0,1-1-8 0 0,-1-1-190 0 0,-1 0 26 0 0,-1 0 102 0 0,-1 0 68 0 0,-1 0-4 0 0,0 1 73 0 0,-2 1-72 0 0,0 1 21 0 0,0 1-12 0 0,-1 1-4 0 0,-1 2 10 0 0,-1 2-4 0 0,-1 1 16 0 0,-1 1 57 0 0,0 0 120 0 0,0-1-227 0 0,1-2 62 0 0,-1-2-112 0 0,1-1 111 0 0,1-1 196 0 0,0-2-218 0 0,0 1 10 0 0,1-1-63 0 0,0 0-68 0 0,0 1 59 0 0,0 0 65 0 0,0 1-19 0 0,1 2 74 0 0,-1 1 71 0 0,-1 0 100 0 0,1 1-49 0 0,0-1 319 0 0,1-3-354 0 0,-1-1-31 0 0,0-1-98 0 0,0-2 12 0 0,-1-1 22 0 0,0-1 171 0 0,-1 0-195 0 0,0-1 36 0 0,-1 0-8 0 0,1-1 4 0 0,-1-1-12 0 0,1 0 18 0 0,1-1-79 0 0,0 0 18 0 0,2-1-75 0 0,0-1 84 0 0,1-1-108 0 0,0 0 14 0 0,0 0 7 0 0,0-1 13 0 0,0 0-41 0 0,0-1 111 0 0,0-1-37 0 0,0 0 14 0 0,1-1-46 0 0,-1 0 64 0 0,0 0-17 0 0,2 0 11 0 0,4 1-1 0 0,3 1 81 0 0,6 2 116 0 0,4 0 33 0 0,6 2 2 0 0,4 0 37 0 0,4 0-96 0 0,4 0 28 0 0,3 0-21 0 0,1 0-49 0 0,2 0-145 0 0,1-1-28 0 0,1-1-41 0 0,-2-2-27 0 0,1 0-48 0 0,-2-1 1 0 0,-2 0-75 0 0,-1-1-130 0 0,-3 0-266 0 0,-3 0-749 0 0,-3-1 265 0 0,-5 1-824 0 0,-6-1-2780 0 0,-5 1-1106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6:21.58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3684.5"/>
      <inkml:brushProperty name="anchorY" value="-260618.828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5119.3125"/>
      <inkml:brushProperty name="anchorY" value="-262262.40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5490.8125"/>
      <inkml:brushProperty name="anchorY" value="-258275.6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6886"/>
      <inkml:brushProperty name="anchorY" value="-263161.96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5470.9375"/>
      <inkml:brushProperty name="anchorY" value="-265381.90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3713.28125"/>
      <inkml:brushProperty name="anchorY" value="-264436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1940"/>
      <inkml:brushProperty name="anchorY" value="-263524.96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9940.0625"/>
      <inkml:brushProperty name="anchorY" value="-262763.43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1906.125"/>
      <inkml:brushProperty name="anchorY" value="-263818.43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0632.34375"/>
      <inkml:brushProperty name="anchorY" value="-265528.468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9204.78125"/>
      <inkml:brushProperty name="anchorY" value="-264415.37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7766.875"/>
      <inkml:brushProperty name="anchorY" value="-263518.1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9076.25"/>
      <inkml:brushProperty name="anchorY" value="-265271.59375"/>
      <inkml:brushProperty name="scaleFactor" value="0.5"/>
    </inkml:brush>
  </inkml:definitions>
  <inkml:trace contextRef="#ctx0" brushRef="#br0">544 1486 4092 0 0,'0'0'0'0'0,"0"0"4145"0"0,0 0-3716 0 0,0 0 875 0 0,0 0-640 0 0,0 0 346 0 0,0 0 56 0 0,0 0-334 0 0,0 0-119 0 0,0 0-133 0 0,0 0-106 0 0,6-6-228 0 0,1-1-36 0 0,1-3 18 0 0,1-3-141 0 0,3-3 29 0 0,1-3-89 0 0,1-5-51 0 0,2-3-36 0 0,0-4-12 0 0,0-3-48 0 0,-1 0-64 0 0,-2-1 108 0 0,-2 2 0 0 0,-3 3-40 0 0,-2 5 228 0 0,-2 4-38 0 0,-3 6 139 0 0,1 6 36 0 0,-1 4 35 0 0,1 2-44 0 0,-1 4-159 0 0,-1 2 44 0 0,1 3-216 0 0,-1 5-48 0 0,0 4 57 0 0,-2 5 59 0 0,1 5 71 0 0,-1 6 48 0 0,1 5 0 0 0,0 4 7 0 0,0 3 57 0 0,0 3-2 0 0,1 3 107 0 0,2 0 108 0 0,0 1-15 0 0,2-1-82 0 0,-1-1 12 0 0,0-3-126 0 0,1-2 44 0 0,-1-4 27 0 0,0-4-58 0 0,0-5 5 0 0,0-5-2 0 0,-1-4-34 0 0,0-5-43 0 0,0-4 6 0 0,-1-4-11 0 0,1-3-9 0 0,-1-2-58 0 0,0-1 20 0 0,-1-1-14 0 0,-1-1-41 0 0,-2 1-95 0 0,-4 0-298 0 0,-5 0 357 0 0,-6 0-112 0 0,-5-1 288 0 0,-3 1-70 0 0,-2-2-20 0 0,0-1 54 0 0,1 0-1 0 0,3 0 140 0 0,5 0 89 0 0,5-1-44 0 0,5 1-81 0 0,4 1 3 0 0,3 0-13 0 0,2 1-17 0 0,0 0-84 0 0,1 0-57 0 0,0 0-60 0 0,2 0 159 0 0,6 0-40 0 0,6-1 18 0 0,8 0-2 0 0,5-1-9 0 0,6-1-194 0 0,2-2-57 0 0,1 1-280 0 0,-1-1-253 0 0,-2-1-547 0 0,-6 1-701 0 0,-7-1-3163 0 0,-71 12 1020 0 0,-9 1 4928 0 0</inkml:trace>
  <inkml:trace contextRef="#ctx0" brushRef="#br1" timeOffset="490.457">827 1952 3000 0 0,'0'0'0'0'0,"0"0"4617"0"0,0 0-4145 0 0,0 0 913 0 0,0 0-761 0 0,0 0 148 0 0,0 0-83 0 0,0 0-175 0 0,0 0 157 0 0,0 0-207 0 0,0 0 53 0 0,24 1-67 0 0,8 0 54 0 0,6 0 15 0 0,2 0-111 0 0,1-1-86 0 0,-1 1-93 0 0,-2-1-129 0 0,-2 1-41 0 0,-2-1 3 0 0,-3 0-66 0 0,-2 0 11 0 0,-4-1-6 0 0,-4-1 3 0 0,-4 0 0 0 0,-4 0 56 0 0,-2-2-7 0 0,-3-1-4 0 0,-4-1-56 0 0,-1-3 16 0 0,-2-3-23 0 0,-4-4-38 0 0,-7-2-37 0 0,-7-3 54 0 0,-10-4-24 0 0,-11-1-35 0 0,-9-3 40 0 0,-8-1 52 0 0,-6 0-6 0 0,-1 0 6 0 0,1 3 16 0 0,6 3 71 0 0,10 4-48 0 0,11 5-37 0 0,11 5 8 0 0,9 4-82 0 0,7 3-26 0 0,9 2 124 0 0,9 1 276 0 0,9 0-199 0 0,9 1 34 0 0,8 0-149 0 0,6-1 30 0 0,6 0-29 0 0,2 0-72 0 0,2-1-125 0 0,0 1-180 0 0,0-1-646 0 0,-2 1-300 0 0,-4 0-969 0 0,-7-1-2730 0 0,-10 0-1553 0 0</inkml:trace>
  <inkml:trace contextRef="#ctx0" brushRef="#br2" timeOffset="-7110.867">3378 30 100 0 0,'0'0'0'0'0,"0"0"64"0"0,0 0 79 0 0,0 0 67 0 0,0 0-104 0 0,0 0 356 0 0,0 0 369 0 0,0 0-851 0 0,0 0 116 0 0,0 0-55 0 0,0 0 44 0 0,8-3 257 0 0,2-1 206 0 0,0 1 7 0 0,-2-1 26 0 0,-2 2 3 0 0,-1 0 66 0 0,-3 1-85 0 0,-1 1-121 0 0,0-1-74 0 0,-1 1-158 0 0,-1 1-225 0 0,1-1 8 0 0,-1 1-198 0 0,2 0-31 0 0,0 1 183 0 0,3-1 39 0 0,-1 2-124 0 0,2-1 152 0 0,0 1-28 0 0,-1 0 89 0 0,1 0 171 0 0,-1-1 157 0 0,0 1-1 0 0,-1-1-22 0 0,0-1 72 0 0,0 0 71 0 0,-1-1 24 0 0,-1 0-32 0 0,-1 0-115 0 0,1 0-79 0 0,-1 0-57 0 0,0 0-15 0 0,0 0 43 0 0,0 0-36 0 0,-1 0-43 0 0,1 0-20 0 0,0 0 16 0 0,0 0 10 0 0,0 0 20 0 0,0 0 47 0 0,-1 1 12 0 0,0 0 47 0 0,-2-1-24 0 0,-3 1-82 0 0,-2-1-153 0 0,-3 0-61 0 0,-4 0-1 0 0,-3 0 136 0 0,-4 0-118 0 0,-2 0 10 0 0,-1 0 3 0 0,-2 0-66 0 0,-1 0 8 0 0,0 0 4 0 0,1-1 112 0 0,1 0-102 0 0,0-1 79 0 0,0 0-82 0 0,0 0-6 0 0,1-1-56 0 0,-1 0 68 0 0,2-1 32 0 0,0 0-64 0 0,0 0-88 0 0,2 0 136 0 0,1 1-38 0 0,1 0 101 0 0,0 1-117 0 0,2 0 35 0 0,1 1 104 0 0,1 0-141 0 0,1 1 52 0 0,1 0 133 0 0,2 0-75 0 0,2 0-100 0 0,1 1 32 0 0,-1-1-195 0 0,1 0 158 0 0,0 0 13 0 0,-1 0-8 0 0,1 0 6 0 0,1 0 10 0 0,1 1 1 0 0,2 0 10 0 0,0 0 72 0 0,1 0-52 0 0,0 0 24 0 0,0 0-10 0 0,1 0-36 0 0,-1 0 62 0 0,0 0-86 0 0,-1 1 36 0 0,1-1-17 0 0,-1 1 49 0 0,1 1-60 0 0,1-1 71 0 0,0 2-8 0 0,2-1 0 0 0,0 1-7 0 0,0 0-54 0 0,1 1 15 0 0,0-1 2 0 0,1 1 43 0 0,-1 1-2 0 0,1 1 17 0 0,0 1-86 0 0,2 2 26 0 0,0 1 44 0 0,0 2-67 0 0,-1 2 18 0 0,0 2 49 0 0,-1 3-58 0 0,0 3 11 0 0,-4 2 6 0 0,-2 3-19 0 0,-2 1 67 0 0,-3 2-80 0 0,-1 0 25 0 0,0 0-3 0 0,1-1-6 0 0,-1-1-13 0 0,2 0-38 0 0,0-1 62 0 0,1 0-68 0 0,0 0 67 0 0,1-1-15 0 0,1 1-9 0 0,-1-1 5 0 0,1 0 8 0 0,-1 0-8 0 0,2-1 7 0 0,-1 0-2 0 0,0 1 1 0 0,1-2 0 0 0,0 2 0 0 0,1-1-46 0 0,0 1 59 0 0,1 1-80 0 0,0 1 89 0 0,-1 1-28 0 0,0 2 10 0 0,-1 1 0 0 0,-1 3-65 0 0,-3 1 84 0 0,-1 2 27 0 0,-3-1-52 0 0,-1 1 100 0 0,-2-2-62 0 0,0-2-26 0 0,0-1-1 0 0,1-2-64 0 0,0-1 76 0 0,4-1-30 0 0,1-1-47 0 0,4 1-7 0 0,1-1-53 0 0,3 1-59 0 0,1-1 46 0 0,0 2 4 0 0,-1 0 147 0 0,-4 2-40 0 0,-2 2 186 0 0,-5 2-20 0 0,-2 2-175 0 0,-1 1-82 0 0,-1 0-24 0 0,2-1-5 0 0,0 0 77 0 0,0 0 52 0 0,-1 1 18 0 0,-2-1 45 0 0,1-1-3 0 0,1-1-56 0 0,2-3-174 0 0,4-3 135 0 0,4-2 50 0 0,3-3 67 0 0,4-2-79 0 0,4-1 121 0 0,5-1-138 0 0,3 0 41 0 0,3-2-158 0 0,2 0 124 0 0,1 0 3 0 0,3 1-151 0 0,-1 0 208 0 0,1 0-151 0 0,-1 1 19 0 0,-1 0 15 0 0,-3 1 88 0 0,-2 0-25 0 0,-2 0 5 0 0,-4-1-49 0 0,-1-2 74 0 0,-3-2-15 0 0,-2-1 136 0 0,-2-1-176 0 0,0-2 50 0 0,-1 0-139 0 0,-1-1-13 0 0,1 0-51 0 0,-1 0 53 0 0,1 0 8 0 0,-1 0 97 0 0,-1 2 28 0 0,1 0 3 0 0,-2 1 2 0 0,0 2 1 0 0,-1 0 89 0 0,-2 2-26 0 0,-2 2-75 0 0,-3 1 24 0 0,-2 1-12 0 0,0 1-116 0 0,-1-1-89 0 0,1-1-28 0 0,-1-1 89 0 0,3-1 22 0 0,0-1 129 0 0,1-1-100 0 0,1-2 53 0 0,1-1-14 0 0,1 0 54 0 0,0-2-6 0 0,1-1 9 0 0,0 0 10 0 0,1 0-17 0 0,1 1-64 0 0,-1 0 28 0 0,1 0-28 0 0,0 1-41 0 0,0 0 17 0 0,-1 0 61 0 0,0 1 28 0 0,-1-2 10 0 0,0 1 96 0 0,-1-2 18 0 0,0 0-59 0 0,0-1-6 0 0,-1-1-4 0 0,0 0-46 0 0,0 0 115 0 0,0-1-31 0 0,1 0-61 0 0,-1 0-25 0 0,1 0-2 0 0,0 1-1 0 0,1-1 3 0 0,1 0-1 0 0,0-1 6 0 0,1 0 50 0 0,1-2-1 0 0,1-2 79 0 0,0 0 8 0 0,1-2 3 0 0,1-1-10 0 0,-1-1 4 0 0,1 0-44 0 0,1-1-20 0 0,-1 0 2 0 0,0 0 24 0 0,0-1-50 0 0,0 1-44 0 0,0 0 57 0 0,0 0-68 0 0,0 0 108 0 0,0 0 1 0 0,0 0-1 0 0,0 0 5 0 0,0 0-9 0 0,0 0-16 0 0,2 1 17 0 0,2 0 125 0 0,1 1-194 0 0,4 0 91 0 0,1 1-72 0 0,1 0-44 0 0,1 0 132 0 0,2 0-123 0 0,1 0 115 0 0,5 1-75 0 0,4 0 140 0 0,6 2-49 0 0,6 1-46 0 0,7 2-10 0 0,6 2-49 0 0,4 2-42 0 0,2 0 181 0 0,1 1-234 0 0,0-1-18 0 0,-2 0 34 0 0,-4-1-134 0 0,-5-2 77 0 0,-7-2-148 0 0,-5-1-207 0 0,-6-2-404 0 0,-7-1-334 0 0,-7-2-932 0 0,-6 0-3284 0 0,-4-2-1006 0 0</inkml:trace>
  <inkml:trace contextRef="#ctx0" brushRef="#br3" timeOffset="4887.076">2697 3639 980 0 0,'0'0'0'0'0,"0"0"1512"0"0,0 0-364 0 0,0 0 557 0 0,0 0-513 0 0,0 0-302 0 0,0 0-280 0 0,0 0-340 0 0,0 0 317 0 0,0 0-497 0 0,0 0 675 0 0,-3 0 89 0 0,0 0-260 0 0,-1 0-264 0 0,-1 0-7 0 0,1-1 1 0 0,-1 1 26 0 0,0 0-27 0 0,0-1-49 0 0,0 1-46 0 0,0 0-94 0 0,-1 0-8 0 0,-1 0-80 0 0,-1 0-40 0 0,0 0 2 0 0,-2 0-8 0 0,0 0 5 0 0,-3-1-6 0 0,1 0-8 0 0,-2 0-110 0 0,1-1 143 0 0,0 1-127 0 0,-2 1-36 0 0,1-1 159 0 0,-1 1-217 0 0,0 0 171 0 0,2 0-141 0 0,0 0 67 0 0,2 0 116 0 0,2 0-31 0 0,2 0 23 0 0,2 0-1 0 0,2 0 1 0 0,2 0 10 0 0,-1 0 34 0 0,2 0-56 0 0,-2 0 9 0 0,0 0-8 0 0,0 0-71 0 0,-1 0 20 0 0,-2 0 60 0 0,1 0-20 0 0,-1-1 6 0 0,0 1 10 0 0,0-1 6 0 0,1 1 64 0 0,-1-1 15 0 0,1 1-98 0 0,0 0 33 0 0,0 0-14 0 0,1 0-4 0 0,-1-1 5 0 0,1 1 50 0 0,-1-1-66 0 0,0 0 74 0 0,0 0-69 0 0,0 0 67 0 0,-1 0-6 0 0,1 1-11 0 0,0-1 2 0 0,1 1 64 0 0,0 0 8 0 0,1 0-30 0 0,0 0-30 0 0,0 0 69 0 0,1 0 93 0 0,1 1-118 0 0,-1 1-55 0 0,0 0-45 0 0,0 1-7 0 0,1 0-99 0 0,-1 0 67 0 0,1 1 31 0 0,0 0-19 0 0,0-1-64 0 0,0 0 47 0 0,0 0 34 0 0,0 1-7 0 0,0 0 2 0 0,-1 1-3 0 0,0 0-60 0 0,1 0 16 0 0,-1 1-22 0 0,0-1 4 0 0,1 0 12 0 0,0 0 15 0 0,0 1 52 0 0,0 0 1 0 0,0 2 79 0 0,0 0-48 0 0,0 2 19 0 0,0 0-4 0 0,0 1-4 0 0,0 1-56 0 0,0 0 12 0 0,0 1-3 0 0,0 0-2 0 0,2 1 15 0 0,-1 1 43 0 0,3 1-72 0 0,0 0 19 0 0,1 0-8 0 0,1 0 0 0 0,1 0 5 0 0,-1-1-2 0 0,0 1 6 0 0,0-1 8 0 0,-1 0-17 0 0,0 2 2 0 0,1 0 3 0 0,-1 1-2 0 0,0 2-3 0 0,1 1 0 0 0,1 2-9 0 0,0 1-58 0 0,1 1 90 0 0,-1-1-34 0 0,0 1 2 0 0,0-1-35 0 0,-2-2 61 0 0,-1 1 40 0 0,-1-2-70 0 0,-1 0 30 0 0,0 1-5 0 0,-2-1-10 0 0,0 0 3 0 0,0 0 4 0 0,0 1-6 0 0,0-1 1 0 0,-1 0-74 0 0,1-1 90 0 0,0 1-86 0 0,0-1 31 0 0,0 0-28 0 0,0 2 71 0 0,0 0-73 0 0,0 2 85 0 0,0 0-25 0 0,1 2-51 0 0,0 2-12 0 0,1 0-14 0 0,1 0 19 0 0,-1 2 72 0 0,-1-1-72 0 0,1 1 78 0 0,-2 0-27 0 0,1 0 18 0 0,-1-1 1 0 0,-1 0 84 0 0,-1-1-23 0 0,-1-1-2 0 0,-1-1-70 0 0,-1 0-38 0 0,1-1 58 0 0,-1 1-89 0 0,0 1-735 0 0,0 0 904 0 0,-1 2-354 0 0,-1 0 146 0 0,-3 2 44 0 0,-1 0 15 0 0,-1 0 62 0 0,-2 0 0 0 0,-2 0 10 0 0,1-2 70 0 0,-2-1 56 0 0,1-1 21 0 0,0 0 29 0 0,2-1 11 0 0,0 0-60 0 0,1-1-150 0 0,1 1 31 0 0,1 0-22 0 0,2 0-75 0 0,0 1-22 0 0,1 0 105 0 0,-1 1-36 0 0,0 1 25 0 0,1 0 6 0 0,-1 0 8 0 0,1-1-11 0 0,0 0 0 0 0,1-1-1 0 0,0-1-88 0 0,0-1 38 0 0,0 0-2 0 0,1-1-2 0 0,1 0 58 0 0,0-1-25 0 0,2 0-37 0 0,0-1 60 0 0,0 1-7 0 0,1 0-2 0 0,-1 1 9 0 0,0 0-12 0 0,-1 2-2 0 0,-2 2-69 0 0,-1 1 103 0 0,-1 2-29 0 0,-2 0 10 0 0,-2 1 15 0 0,1-2 33 0 0,0 0-55 0 0,2-2 19 0 0,1-2-2 0 0,1-1 73 0 0,1-2-35 0 0,1 0-60 0 0,-1-2 15 0 0,0-1-14 0 0,0-1-78 0 0,1-1 110 0 0,1-1-51 0 0,0-1-39 0 0,1-1 9 0 0,0 0-6 0 0,1-1-20 0 0,1 0 39 0 0,0 0-27 0 0,1-1 28 0 0,0 0-13 0 0,0-1-42 0 0,-1 1-43 0 0,0-1 98 0 0,1 0 36 0 0,-1 1-7 0 0,0 0-46 0 0,1 1 67 0 0,0 1-83 0 0,0 2 90 0 0,0 1-32 0 0,2 1 16 0 0,0 1 2 0 0,1 0 4 0 0,0-2 8 0 0,-1 0 60 0 0,0-3 30 0 0,-1-1-24 0 0,0-2-85 0 0,0-1 20 0 0,-1-2-21 0 0,0-1-64 0 0,0 0-16 0 0,0-1-8 0 0,-1 0-68 0 0,1-1 3 0 0,0 1 116 0 0,0-1-36 0 0,0 0-375 0 0,0-1 252 0 0,0-1 231 0 0,0-2 19 0 0,1 0 152 0 0,0-1 22 0 0,0-1 5 0 0,-1 0 40 0 0,1 0 60 0 0,-1 0-1 0 0,0-1-237 0 0,0 1-73 0 0,1 0-110 0 0,1 0-24 0 0,1 0 147 0 0,2 0 44 0 0,1 0 169 0 0,2 0 164 0 0,2 0-261 0 0,2 1 19 0 0,2 0-58 0 0,2-1 7 0 0,2 1 20 0 0,0-1 7 0 0,3 1 14 0 0,1-1 59 0 0,1 1-2 0 0,3 0 19 0 0,4 0 395 0 0,3 0-406 0 0,1 0-227 0 0,1 0 58 0 0,0 0-122 0 0,-1 0 20 0 0,-2 1-10 0 0,-3-1 19 0 0,-3 1-10 0 0,-4-1-11 0 0,-4 0 70 0 0,-4 0-68 0 0,-2 0 18 0 0,-3 0-76 0 0,-1 0-353 0 0,-1 0-436 0 0,-1 0-764 0 0,1 0-63 0 0,-2 0-3282 0 0,-1 0 44 0 0</inkml:trace>
  <inkml:trace contextRef="#ctx0" brushRef="#br4" timeOffset="20391.117">488 4642 352 0 0,'0'0'0'0'0,"0"0"380"0"0,0 0 3160 0 0,0 0-3032 0 0,0 0 771 0 0,0 0-525 0 0,0 0 13 0 0,0 0 176 0 0,0 0 52 0 0,0 0-167 0 0,-23 2-166 0 0,-3 2-144 0 0,-4 1-7 0 0,0 1-304 0 0,1 3-71 0 0,1 1 90 0 0,1 1-107 0 0,0 2 1 0 0,1 1-60 0 0,0 3-48 0 0,0 2 97 0 0,1 2-118 0 0,-1 4 121 0 0,2 3 11 0 0,2 2-20 0 0,4 2 30 0 0,5 1-143 0 0,4 0 102 0 0,3-1-111 0 0,7-1-13 0 0,5-1 44 0 0,5-3 43 0 0,5-2-2 0 0,4-1 159 0 0,5-1-14 0 0,3-1-60 0 0,2-1-4 0 0,4 1-76 0 0,1-2-44 0 0,1-1-3 0 0,2-3-10 0 0,0-2-1 0 0,0-4-9 0 0,1-4 7 0 0,3-2-87 0 0,0-5 25 0 0,2-4 2 0 0,0-6-330 0 0,0-4 230 0 0,-1-5-146 0 0,-3-6-113 0 0,-3-4-27 0 0,-6-4 11 0 0,-7-4 216 0 0,-8-2 230 0 0,-9-3 66 0 0,-12-2 265 0 0,-11-1-202 0 0,-12 0 205 0 0,-11-1-351 0 0,-8 3 312 0 0,-5 3-242 0 0,-2 6 61 0 0,0 5-22 0 0,2 8-108 0 0,1 7 21 0 0,3 6-22 0 0,2 7-227 0 0,-1 6 96 0 0,2 8-154 0 0,0 7 0 0 0,1 9-104 0 0,0 8-243 0 0,2 10-736 0 0,4 5-986 0 0,4 11-2495 0 0,9-9 2434 0 0</inkml:trace>
  <inkml:trace contextRef="#ctx0" brushRef="#br5" timeOffset="21126.557">1048 5213 2232 0 0,'0'0'0'0'0,"0"0"4697"0"0,0 0-3814 0 0,0 0 936 0 0,0 0-837 0 0,0 0-94 0 0,0 0 84 0 0,0 0-230 0 0,0 0-206 0 0,-17 21-71 0 0,-6 5-111 0 0,-5 4 46 0 0,-5 2-127 0 0,-1 0-32 0 0,-4-2-80 0 0,-1-2 15 0 0,0-2-44 0 0,0-1-43 0 0,3-3-97 0 0,3-3-93 0 0,3-1-113 0 0,4-3-362 0 0,4-3-325 0 0,3-2-435 0 0,3-3-813 0 0,5-2-847 0 0,1-3-2404 0 0,4-2 3462 0 0,2-1 1966 0 0</inkml:trace>
  <inkml:trace contextRef="#ctx0" brushRef="#br6" timeOffset="22089.886">1649 4749 456 0 0,'0'0'0'0'0,"0"0"64"0"0,0 0 65 0 0,0 0 2199 0 0,0 0-793 0 0,0 0-316 0 0,0 0-198 0 0,0 0-146 0 0,0 0 65 0 0,0 0-238 0 0,0 0-256 0 0,0 0-132 0 0,-42-13-167 0 0,-4-3-71 0 0,-3-1-74 0 0,6-1-173 0 0,9 3 46 0 0,9 1 14 0 0,10 2-30 0 0,6 2-30 0 0,4 1-112 0 0,3 2 149 0 0,1 0 131 0 0,-2 2-21 0 0,-2 1 22 0 0,-2 2-3 0 0,-3 0 7 0 0,-1 3 146 0 0,-3 1-22 0 0,0 3-148 0 0,-1 3 49 0 0,-2 2-28 0 0,0 2-7 0 0,-1 3 10 0 0,1 2 67 0 0,1 1 107 0 0,2 0 21 0 0,2 1 46 0 0,3-1 102 0 0,1-1 139 0 0,3-1 104 0 0,0-1-178 0 0,1-1-75 0 0,0-2-174 0 0,1-1-101 0 0,0-2-45 0 0,0-2 53 0 0,1-2-15 0 0,1-1-3 0 0,1-2-58 0 0,-1-1 8 0 0,1 0-12 0 0,0-1 15 0 0,1 0 4 0 0,0-1-5 0 0,-1 0-2 0 0,3 0-8 0 0,1-2 10 0 0,3 1-3 0 0,4-1 85 0 0,2-1-108 0 0,3 1-81 0 0,2 1-11 0 0,2 0 12 0 0,2 1 115 0 0,1 1-38 0 0,0 3-92 0 0,-2 2 31 0 0,-2 2 31 0 0,-3 3 61 0 0,-5 2 92 0 0,-4 2 9 0 0,-3 3 63 0 0,-4 2-40 0 0,-5 2 49 0 0,-4 2 0 0 0,-6 2-78 0 0,-3 0 29 0 0,-4 1 29 0 0,-3 0-25 0 0,-2 0-18 0 0,-2 0 62 0 0,-2-2-1 0 0,-2-1 30 0 0,-1-1-140 0 0,0-1 14 0 0,2-3-71 0 0,0-2-2 0 0,2-2-125 0 0,4-3-220 0 0,4-3-225 0 0,5-3-213 0 0,6-1-358 0 0,3-4-728 0 0,4-3-979 0 0,3-2-1848 0 0,3-4 3159 0 0,0 0 1509 0 0</inkml:trace>
  <inkml:trace contextRef="#ctx0" brushRef="#br7" timeOffset="22613.97">1355 5299 960 0 0,'0'0'0'0'0,"0"0"1592"0"0,0 0 103 0 0,0 0 1371 0 0,0 0-2295 0 0,0 0 401 0 0,0 0-390 0 0,0 0 8 0 0,0 0-15 0 0,0 0-234 0 0,0 0-170 0 0,0 0-128 0 0,-17 11 22 0 0,3 3 11 0 0,7 1-47 0 0,9 0 105 0 0,11-1-12 0 0,9-1 194 0 0,7-2-65 0 0,6-2-146 0 0,2-2-54 0 0,1-2-188 0 0,-2-1-48 0 0,-4-1-77 0 0,-3-2-20 0 0,-6-1-44 0 0,-5-3 18 0 0,-3-2 126 0 0,-4-3-33 0 0,-2-3 14 0 0,-1-5 1 0 0,-3-4-107 0 0,-1-5 138 0 0,-2-4 19 0 0,0-2-69 0 0,-4-2-32 0 0,-2 0 54 0 0,-4 1-17 0 0,-2 3 15 0 0,-1 4 2 0 0,-1 4-4 0 0,2 5-55 0 0,1 5 54 0 0,3 4-174 0 0,1 3-29 0 0,4 2-116 0 0,5 2 227 0 0,8 1 88 0 0,9-1 57 0 0,9 1-72 0 0,8 0-53 0 0,6 0-345 0 0,4 0-222 0 0,2 1-504 0 0,-2 1-679 0 0,-2 0-710 0 0,-6 1-2556 0 0,-5 0 2625 0 0,-9-1 2704 0 0</inkml:trace>
  <inkml:trace contextRef="#ctx0" brushRef="#br8" timeOffset="27229.358">2096 7316 1720 0 0,'0'0'0'0'0,"0"0"1136"0"0,0 0-564 0 0,0 0-190 0 0,0 0 114 0 0,0 0-143 0 0,0 0 98 0 0,0 0 42 0 0,0 0 40 0 0,0 0-23 0 0,0 0-183 0 0,-11-5-297 0 0,0 0 464 0 0,-1-1-433 0 0,2 1 1403 0 0,2 2-630 0 0,2 1-192 0 0,2 0-224 0 0,2 2-62 0 0,1 0-10 0 0,0 0-10 0 0,1 0-66 0 0,1 1-37 0 0,-1-1 21 0 0,0 2-16 0 0,1 0 7 0 0,-1 1 26 0 0,0 0-39 0 0,0 0-16 0 0,0 0-52 0 0,0 0-53 0 0,0 1-46 0 0,-2 0 21 0 0,-2 1 63 0 0,-2 0-52 0 0,-3 3-111 0 0,-1 1 32 0 0,-2 2-18 0 0,-1 3 108 0 0,0 1 6 0 0,-1 2-38 0 0,1 1-24 0 0,0 3-54 0 0,1 0 10 0 0,-1 1-12 0 0,0 1 0 0 0,-1 2-9 0 0,0 1-86 0 0,-1 1-51 0 0,1 3 8 0 0,-2 1-28 0 0,-1 1-66 0 0,1 1 51 0 0,1 2-85 0 0,1-1 117 0 0,3 0-177 0 0,0-1 45 0 0,4 0 132 0 0,2-2 161 0 0,2 0-28 0 0,2-1 120 0 0,0-1-7 0 0,1 0-99 0 0,0 1 80 0 0,-1 1-75 0 0,-2 1 5 0 0,-2 1-53 0 0,-3 1 50 0 0,-1 1-117 0 0,-2 0 142 0 0,-1 1-50 0 0,-3 0-26 0 0,-1 1 54 0 0,0 0 1 0 0,0 0-112 0 0,0 1 105 0 0,2 0-3 0 0,1-1 238 0 0,2 0 59 0 0,2-1-170 0 0,0 1-116 0 0,0 0 285 0 0,0 1-86 0 0,-1-1-51 0 0,-1 1-11 0 0,-1 0-160 0 0,-1 0 21 0 0,0-1 1 0 0,0 0 202 0 0,1 0-164 0 0,0-1-42 0 0,3-2-225 0 0,2 1 232 0 0,0-2-394 0 0,2 0 245 0 0,1-1 156 0 0,1-1-287 0 0,1-1 9 0 0,0-1 314 0 0,0 1-161 0 0,-1-1 128 0 0,-1-1 136 0 0,-1 0-94 0 0,-1-1 110 0 0,-2 0-205 0 0,-1-3 60 0 0,-2 0-25 0 0,0 0 252 0 0,0-2-207 0 0,0-1-10 0 0,1 0-27 0 0,0 1-1002 0 0,1-1 1237 0 0,-1 1-374 0 0,2 1 125 0 0,2-1-129 0 0,1 1-139 0 0,0-1 8 0 0,2 1 317 0 0,0 1 377 0 0,1 0-564 0 0,-1 0 204 0 0,0 0-175 0 0,0 0 77 0 0,-1 0-71 0 0,0-1 61 0 0,0 0-135 0 0,-1 1-217 0 0,0-2 99 0 0,1 0-226 0 0,1-1 625 0 0,1-1-187 0 0,1-2-386 0 0,0-3 601 0 0,1 0-112 0 0,0-2 256 0 0,1-2 142 0 0,0 0-51 0 0,0-1-91 0 0,1-1-99 0 0,1 0 6 0 0,0-2 13 0 0,1 0-56 0 0,2-1 2 0 0,0-1-90 0 0,1 0-52 0 0,0-1 8 0 0,4 0-173 0 0,1-1 121 0 0,3-1 30 0 0,2 0-6 0 0,4 0 18 0 0,4-1 158 0 0,1 0-40 0 0,3 0 171 0 0,1-1-29 0 0,1 0 121 0 0,3 0-158 0 0,3 0-159 0 0,3 1-46 0 0,3 0-141 0 0,5 1 45 0 0,4 1-235 0 0,4 1-72 0 0,2 1-258 0 0,1 1 99 0 0,-1 1-657 0 0,-4 0-936 0 0,-7 1-1181 0 0,-7 0-1740 0 0,-11-1 5344 0 0</inkml:trace>
  <inkml:trace contextRef="#ctx0" brushRef="#br9" timeOffset="28040.544">185 7898 3604 0 0,'0'0'0'0'0,"0"0"2841"0"0,0 0-1149 0 0,0 0-171 0 0,0 0-456 0 0,0 0 114 0 0,0 0-327 0 0,0 0 33 0 0,0 0-340 0 0,0 0-289 0 0,-22 21 155 0 0,-4 5-207 0 0,-3 5-48 0 0,4 1-32 0 0,4 0-81 0 0,6 0 49 0 0,5-2-35 0 0,4-1-56 0 0,4 1 7 0 0,5-1-2 0 0,4 0-7 0 0,5-1-101 0 0,4-1 28 0 0,3-3-14 0 0,2-4-88 0 0,2-3 52 0 0,1-5 13 0 0,2-4 27 0 0,3-4 89 0 0,3-5-18 0 0,3-6 3 0 0,4-6 13 0 0,2-8-14 0 0,1-6-122 0 0,-1-6-273 0 0,-4-5-121 0 0,-8-5 183 0 0,-7-3 301 0 0,-9-1 1 0 0,-9-1 268 0 0,-8 0-56 0 0,-11 3 137 0 0,-6 2 59 0 0,-7 4 45 0 0,-6 6-73 0 0,-2 5-37 0 0,-2 7-20 0 0,1 7-117 0 0,1 5-65 0 0,1 4-102 0 0,3 7-200 0 0,2 6-145 0 0,1 4-65 0 0,1 6-63 0 0,2 5-294 0 0,1 4-180 0 0,4 5-231 0 0,4 3-298 0 0,4 3-571 0 0,5 0-802 0 0,5 2-1158 0 0,3-8 3250 0 0</inkml:trace>
  <inkml:trace contextRef="#ctx0" brushRef="#br10" timeOffset="28293.682">403 8416 6253 0 0,'0'0'0'0'0,"0"0"1416"0"0,0 0-472 0 0,-1 17-331 0 0,-1 9 467 0 0,-1 8-92 0 0,-1 5-20 0 0,-2 1-365 0 0,-1 1-165 0 0,-1-2-292 0 0,-3-2 36 0 0,-2-6-203 0 0,-2-4-58 0 0,1-5-205 0 0,-1-7-416 0 0,1-5-393 0 0,-1-5-582 0 0,1-4-1176 0 0,0-6-2198 0 0,2-1 3611 0 0</inkml:trace>
  <inkml:trace contextRef="#ctx0" brushRef="#br11" timeOffset="28832.883">883 7843 732 0 0,'0'0'0'0'0,"0"0"2384"0"0,0 0-438 0 0,0 0-48 0 0,0 0-317 0 0,0 0-236 0 0,0 0-308 0 0,0 0-302 0 0,0 0-135 0 0,0 0 17 0 0,0 0-241 0 0,18 19-26 0 0,5 5-141 0 0,1 5-90 0 0,0 1 9 0 0,-3-1 31 0 0,-6 0-28 0 0,-4-1 86 0 0,-5-1-24 0 0,-6-1 21 0 0,-6 2-74 0 0,-9-1-52 0 0,-9 2 38 0 0,-7 1-148 0 0,-9 1-132 0 0,-5 1-35 0 0,-5 0 13 0 0,-2 0-19 0 0,-1-2 83 0 0,2-3-70 0 0,1-2 127 0 0,3-4 53 0 0,7-4 3 0 0,6-3-5 0 0,7-6-87 0 0,7-2-242 0 0,7-5-21 0 0,5-5-74 0 0,4-5 60 0 0,4-4-57 0 0,6-4 97 0 0,5-3 15 0 0,8-2 41 0 0,5-1-1 0 0,6 1 149 0 0,3 1 66 0 0,1 3 52 0 0,-2 2 207 0 0,-1 4 10 0 0,-4 4-16 0 0,-4 2-16 0 0,-5 3 34 0 0,-3 2-55 0 0,-2 3-180 0 0,-3 1-34 0 0,2 3-102 0 0,1 1-222 0 0,2 1-259 0 0,2 1-462 0 0,4-1-509 0 0,3 1-612 0 0,1-2-515 0 0,5-2-429 0 0,-6-2 3769 0 0</inkml:trace>
  <inkml:trace contextRef="#ctx0" brushRef="#br12" timeOffset="29611.103">1419 7819 4804 0 0,'0'0'0'0'0,"0"0"2473"0"0,0 0-916 0 0,0 0-410 0 0,0 0-168 0 0,0 0-49 0 0,0 0-195 0 0,0 0-389 0 0,0 0-605 0 0,0 0-5 0 0,-23-2-59 0 0,-4-1 21 0 0,-3-2 226 0 0,1-2-104 0 0,2-2 195 0 0,4-1-183 0 0,4-1 12 0 0,3 1-61 0 0,4 2 168 0 0,2 1 39 0 0,2 2-3 0 0,1 1-57 0 0,1 3 1 0 0,-2 2-51 0 0,-1 3-3 0 0,-1 3-36 0 0,-2 2-67 0 0,0 3-86 0 0,-1 2 108 0 0,1 2-167 0 0,1 0 282 0 0,2 0-192 0 0,1 1 335 0 0,3-2-36 0 0,1 0 120 0 0,3-2 36 0 0,0 0 91 0 0,1-2-79 0 0,0-1-34 0 0,1-1-61 0 0,0-2-96 0 0,2-1-115 0 0,1-2-248 0 0,3-2-67 0 0,1 0-27 0 0,3-2 195 0 0,1 0-2 0 0,3 0 213 0 0,0 0 40 0 0,0 0 246 0 0,1 2 107 0 0,-2 1 142 0 0,-1 1 175 0 0,-1 3-95 0 0,-1 3-122 0 0,-2 3-129 0 0,0 2-51 0 0,-1 2-63 0 0,-2 2 128 0 0,-1 1 74 0 0,-2 0-26 0 0,-2 1 71 0 0,0 1-59 0 0,-1 0 62 0 0,-4 0 29 0 0,-3 1-12 0 0,-3-1-53 0 0,-6 1-105 0 0,-3-1 3 0 0,-4-1-118 0 0,-2 0-1 0 0,-2-1-212 0 0,-2-1-76 0 0,1-1-198 0 0,0-2-254 0 0,1-2-318 0 0,0-4-547 0 0,1-3-1470 0 0,-4-3-4940 0 0,6-3 6377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4.21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3024.03125"/>
      <inkml:brushProperty name="anchorY" value="-308236.34375"/>
      <inkml:brushProperty name="scaleFactor" value="0.5"/>
    </inkml:brush>
  </inkml:definitions>
  <inkml:trace contextRef="#ctx0" brushRef="#br0">1 68 9733 0 0,'0'0'0'0'0,"0"0"1804"0"0,0 0-1251 0 0,0 0-272 0 0,0 0 286 0 0,0 0-55 0 0,0 0-100 0 0,0 0-396 0 0,0 0 186 0 0,0 0-57 0 0,0 0-43 0 0,0 0-26 0 0,41-10 95 0 0,12-2 71 0 0,11-2 25 0 0,3 2 78 0 0,0 3-118 0 0,-4 2-105 0 0,-5 4-34 0 0,-6 3-78 0 0,-8 6 129 0 0,-5 4-160 0 0,-7 5 96 0 0,-7 5-86 0 0,-5 3 19 0 0,-7 4 109 0 0,-4 2-15 0 0,-4 0 49 0 0,-7 2 24 0 0,-6-2-64 0 0,-7 0-6 0 0,-8-1-57 0 0,-7-2-40 0 0,-7 0 12 0 0,-7-2-13 0 0,-4-2-8 0 0,-1-1 3 0 0,1-4-7 0 0,6-3 6 0 0,7-4-11 0 0,10-3-220 0 0,8-3-200 0 0,7-3-36 0 0,7-3-75 0 0,7-2 127 0 0,8-3 306 0 0,10-3-124 0 0,10-1-204 0 0,8-3-144 0 0,7 1-20 0 0,5 0 220 0 0,2 2 173 0 0,1 3 207 0 0,-2 3 338 0 0,0 3-38 0 0,-3 4 113 0 0,-3 4 102 0 0,-6 4 65 0 0,-6 4 75 0 0,-6 4-113 0 0,-8 2-156 0 0,-7 4-23 0 0,-6 2 42 0 0,-7 0-57 0 0,-8 2 31 0 0,-6 0-168 0 0,-8 0-55 0 0,-6 1-77 0 0,-6-1-80 0 0,-5 0 14 0 0,-3-2-102 0 0,-2-2-86 0 0,-2-3-275 0 0,3-3-208 0 0,2-4-322 0 0,6-5-842 0 0,7-3-1328 0 0,9-6-3028 0 0,6-2 1891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6.24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9824.21875"/>
      <inkml:brushProperty name="anchorY" value="-315943.5"/>
      <inkml:brushProperty name="scaleFactor" value="0.5"/>
    </inkml:brush>
  </inkml:definitions>
  <inkml:trace contextRef="#ctx0" brushRef="#br0">1 1 9793 0 0,'0'0'0'0'0,"0"0"6004"0"0,0 0-7518 0 0,0 0 772 0 0,0 0-579 0 0,0 0-599 0 0,0 0-2754 0 0,0 0-1238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6.40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71094.21875"/>
      <inkml:brushProperty name="anchorY" value="-317213.5"/>
      <inkml:brushProperty name="scaleFactor" value="0.5"/>
    </inkml:brush>
  </inkml:definitions>
  <inkml:trace contextRef="#ctx0" brushRef="#br0">1 0 14557 0 0,'0'0'0'0'0,"0"0"2825"0"0,0 0-2269 0 0,0 0-682 0 0,0 0-378 0 0,0 0-230 0 0,0 0-715 0 0,0 0-1377 0 0,0 0-2904 0 0,0 0-1095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6.57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72364.21875"/>
      <inkml:brushProperty name="anchorY" value="-318483.5"/>
      <inkml:brushProperty name="scaleFactor" value="0.5"/>
    </inkml:brush>
  </inkml:definitions>
  <inkml:trace contextRef="#ctx0" brushRef="#br0">1 1 13773 0 0,'0'0'0'0'0,"0"0"3153"0"0,0 0-2489 0 0,0 0-105 0 0,0 0-281 0 0,0 0-645 0 0,0 0-541 0 0,0 0-526 0 0,0 0-1441 0 0,0 0-4289 0 0,0 0 1548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6.71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73634.21875"/>
      <inkml:brushProperty name="anchorY" value="-319753.5"/>
      <inkml:brushProperty name="scaleFactor" value="0.5"/>
    </inkml:brush>
  </inkml:definitions>
  <inkml:trace contextRef="#ctx0" brushRef="#br0">0 12 4424 0 0,'0'0'0'0'0,"0"0"10165"0"0,0 0-9115 0 0,0 0 1251 0 0,0 0-1373 0 0,0 0-277 0 0,0 0-224 0 0,0 0-551 0 0,0 0-886 0 0,0 0-502 0 0,0 0-1777 0 0,3-6-4762 0 0,1 0 2236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5.70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6740.6875"/>
      <inkml:brushProperty name="anchorY" value="-312952.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8502.875"/>
      <inkml:brushProperty name="anchorY" value="-314181.0625"/>
      <inkml:brushProperty name="scaleFactor" value="0.5"/>
    </inkml:brush>
  </inkml:definitions>
  <inkml:trace contextRef="#ctx0" brushRef="#br0">1 172 11117 0 0,'0'0'0'0'0,"0"0"2380"0"0,0 0-2314 0 0,0 0 273 0 0,0 0 284 0 0,0 0 133 0 0,0 0-126 0 0,0 0-512 0 0,45-2-65 0 0,12-1-591 0 0,10-1-121 0 0,1 0-195 0 0,-3-1-236 0 0,-7 1-369 0 0,-9-1-679 0 0,-10 0-602 0 0,-12 0-1324 0 0,-10 0 1728 0 0</inkml:trace>
  <inkml:trace contextRef="#ctx0" brushRef="#br1" timeOffset="205.712">134 0 10257 0 0,'0'0'0'0'0,"0"0"2352"0"0,0 0-1684 0 0,0 0 219 0 0,0 0 217 0 0,0 0 40 0 0,0 0-101 0 0,0 0-271 0 0,0 0-271 0 0,5 19-232 0 0,1 7-71 0 0,3 7-39 0 0,-2 4-110 0 0,0 4-44 0 0,-2 1-47 0 0,-2 1-74 0 0,-1 0-297 0 0,-1-1-356 0 0,0-1-276 0 0,-1-2-572 0 0,-1-5-1570 0 0,4-4-4275 0 0,0-7 2974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4.65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4739.40625"/>
      <inkml:brushProperty name="anchorY" value="-310218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6614.65625"/>
      <inkml:brushProperty name="anchorY" value="-311423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4908.78125"/>
      <inkml:brushProperty name="anchorY" value="-310777.78125"/>
      <inkml:brushProperty name="scaleFactor" value="0.5"/>
    </inkml:brush>
  </inkml:definitions>
  <inkml:trace contextRef="#ctx0" brushRef="#br0">121 577 8081 0 0,'0'0'0'0'0,"0"0"3196"0"0,0 0-2277 0 0,0 0-129 0 0,0 0 131 0 0,0 0 302 0 0,0 0-636 0 0,46 1-208 0 0,14 0-252 0 0,10 0-103 0 0,1-1-244 0 0,-2-2-388 0 0,-5-1-87 0 0,-8-2-189 0 0,-8-2-358 0 0,-8-2-568 0 0,-8-2-625 0 0,-8 0-223 0 0,-8 0-349 0 0,-7 2 364 0 0</inkml:trace>
  <inkml:trace contextRef="#ctx0" brushRef="#br1" timeOffset="168.268">455 383 6989 0 0,'0'0'0'0'0,"0"0"3244"0"0,0 0-1820 0 0,0 0 273 0 0,0 0-176 0 0,-18 23-20 0 0,-7 8-358 0 0,-6 8-181 0 0,-4 5-133 0 0,1 3-213 0 0,-2 0-133 0 0,0 0-113 0 0,0-1-141 0 0,1-2-138 0 0,0 0-83 0 0,2-3-152 0 0,4-2-207 0 0,3-4-244 0 0,6-5-265 0 0,5-5-334 0 0,6-6-822 0 0,7-6-1300 0 0,11-6-3161 0 0,1-3 249 0 0</inkml:trace>
  <inkml:trace contextRef="#ctx0" brushRef="#br2" timeOffset="691.586">1177 1 1212 0 0,'0'0'0'0'0,"0"0"7221"0"0,0 0-7141 0 0,0 0 1121 0 0,0 0-763 0 0,0 0 552 0 0,-6 21 38 0 0,-3 9-123 0 0,-4 8-240 0 0,-3 5-100 0 0,-2 4 31 0 0,-1 1-32 0 0,1 2-42 0 0,2-1-90 0 0,2-1-141 0 0,1-1-84 0 0,2-3-210 0 0,3-5 33 0 0,3-3-159 0 0,1-7 36 0 0,3-5-5 0 0,1-5-74 0 0,3-5-91 0 0,3-4 103 0 0,3-2 35 0 0,2-3 32 0 0,2 0-15 0 0,4-2 52 0 0,2-1 56 0 0,5-1-18 0 0,3-2-41 0 0,6-2 5 0 0,5-4-70 0 0,5-4-67 0 0,4-5-59 0 0,2-5-94 0 0,1-3 0 0 0,0-4 65 0 0,-3-2 126 0 0,-4-2 9 0 0,-4 1 160 0 0,-6 0 135 0 0,-6 3 140 0 0,-6 4 24 0 0,-5 4 225 0 0,-5 6-41 0 0,-5 5-1 0 0,-2 4-45 0 0,-3 6-41 0 0,-1 3-226 0 0,-3 6-1 0 0,-3 4-138 0 0,-2 6-39 0 0,-3 7-96 0 0,0 7 41 0 0,-1 6 45 0 0,3 5-15 0 0,2 4 4 0 0,3 1-115 0 0,4-1-229 0 0,5-2-287 0 0,6-4-125 0 0,4-3-515 0 0,5-5-881 0 0,2-5-2360 0 0,2-5-1802 0 0,-4-8 6253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3.48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2668.21875"/>
      <inkml:brushProperty name="anchorY" value="-307818.4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4475.5"/>
      <inkml:brushProperty name="anchorY" value="-309018.65625"/>
      <inkml:brushProperty name="scaleFactor" value="0.5"/>
    </inkml:brush>
  </inkml:definitions>
  <inkml:trace contextRef="#ctx0" brushRef="#br0">47 180 7585 0 0,'0'0'0'0'0,"0"0"2088"0"0,0 0-2063 0 0,0 0 473 0 0,0 0-247 0 0,0 0 539 0 0,0 0-303 0 0,50 0-130 0 0,13-2-201 0 0,10-1-146 0 0,1-1-129 0 0,-6-1-437 0 0,-8-1-465 0 0,-11-2-284 0 0,-11-2-266 0 0,-9 0-961 0 0,-9-2-2619 0 0,-7 2 5906 0 0</inkml:trace>
  <inkml:trace contextRef="#ctx0" brushRef="#br1" timeOffset="174.42">341 1 10377 0 0,'0'0'0'0'0,"0"0"1800"0"0,0 0-681 0 0,0 0-100 0 0,-25 22-45 0 0,-9 10 298 0 0,-7 9-361 0 0,-2 4-288 0 0,0 2-284 0 0,3 1-184 0 0,4-2-145 0 0,7-2-62 0 0,6-4-113 0 0,8-5-227 0 0,5-6-420 0 0,9-5-321 0 0,8-7-749 0 0,11-5-406 0 0,9-5-389 0 0,5-4-1889 0 0,8-4-158 0 0,-5-2 5634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42.13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8968.65625"/>
      <inkml:brushProperty name="anchorY" value="-303899.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0991.875"/>
      <inkml:brushProperty name="anchorY" value="-305435.0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2586.78125"/>
      <inkml:brushProperty name="anchorY" value="-306654.3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61145.59375"/>
      <inkml:brushProperty name="anchorY" value="-305976.28125"/>
      <inkml:brushProperty name="scaleFactor" value="0.5"/>
    </inkml:brush>
  </inkml:definitions>
  <inkml:trace contextRef="#ctx0" brushRef="#br0">1 486 5825 0 0,'0'0'0'0'0,"0"0"1324"0"0,0 0-696 0 0,0 0-178 0 0,0 0 143 0 0,0 0 1667 0 0,0 0-1258 0 0,0 0-31 0 0,0 0-298 0 0,0 0-6 0 0,11-6-43 0 0,5-4-50 0 0,6-3-184 0 0,2-2-192 0 0,3-3-142 0 0,0-2-38 0 0,0-1-103 0 0,2-1-5 0 0,0-2-81 0 0,1-2-99 0 0,2-3-169 0 0,0-2 24 0 0,1-2-102 0 0,0-2 109 0 0,-2 0 113 0 0,-3 1-17 0 0,-2 4 163 0 0,-5 3 82 0 0,-4 5 60 0 0,-5 6 10 0 0,-3 6 3 0 0,-5 4 63 0 0,-1 4-83 0 0,-3 4 97 0 0,-1 5-103 0 0,-3 3-77 0 0,-3 4-3 0 0,-2 5-13 0 0,-1 4-50 0 0,0 4 107 0 0,-1 3-75 0 0,1 5 48 0 0,1 3 21 0 0,0 3-21 0 0,0 3 14 0 0,-1 4 75 0 0,0 1-268 0 0,-3 2 333 0 0,-1 0 0 0 0,-1-2 76 0 0,-2-2-47 0 0,0-5-25 0 0,2-6 8 0 0,1-6-2 0 0,1-6-39 0 0,4-7 77 0 0,1-6-11 0 0,3-3-26 0 0,0-5-78 0 0,1-2 6 0 0,-2-1-171 0 0,-4-2 133 0 0,-2-1 26 0 0,-4-1 187 0 0,-3-1-63 0 0,-1-1 32 0 0,1 0-58 0 0,2 1 58 0 0,3 0 8 0 0,4 1-90 0 0,3 2-74 0 0,4 0 16 0 0,2 2 103 0 0,8 0 470 0 0,6 1-304 0 0,10 0-83 0 0,12 2-191 0 0,11 0 21 0 0,10 1-79 0 0,7 0-142 0 0,4 1-126 0 0,1-1-512 0 0,-1-1-888 0 0,-5 1-71 0 0,-7-2-1669 0 0,-9 0-2849 0 0,-12-1 6921 0 0</inkml:trace>
  <inkml:trace contextRef="#ctx0" brushRef="#br1" timeOffset="222.726">1001 584 7585 0 0,'0'0'0'0'0,"0"0"4552"0"0,0 0-4713 0 0,0 0 851 0 0,0 0-274 0 0,0 0 135 0 0,0 0-239 0 0,0 0-496 0 0,0 0-154 0 0,43-2-541 0 0,8-1-51 0 0,8-3-330 0 0,-3-3-572 0 0,-7 0-720 0 0,-10-3-723 0 0,-12 2 655 0 0</inkml:trace>
  <inkml:trace contextRef="#ctx0" brushRef="#br2" timeOffset="446.432">1234 157 8597 0 0,'0'0'0'0'0,"0"0"2328"0"0,0 0-1610 0 0,0 0 194 0 0,0 0-396 0 0,0 0 516 0 0,0 0-34 0 0,-11 20-366 0 0,-3 8-213 0 0,-2 8-200 0 0,0 6-219 0 0,-1 5-64 0 0,1 2-85 0 0,0 3-136 0 0,0-1-17 0 0,1 1-208 0 0,1-3-136 0 0,4-4-419 0 0,3-5-581 0 0,2-6-905 0 0,6-6-1860 0 0,0-9-459 0 0</inkml:trace>
  <inkml:trace contextRef="#ctx0" brushRef="#br3" timeOffset="968.111">1916 210 5004 0 0,'0'0'0'0'0,"0"0"1873"0"0,0 0-1079 0 0,0 0 382 0 0,0 0-431 0 0,0 0 243 0 0,42-7-382 0 0,9 1-288 0 0,6 3-46 0 0,-3 7-23 0 0,-6 7-78 0 0,-8 8-15 0 0,-9 7 94 0 0,-9 6-49 0 0,-8 4 167 0 0,-7 3 62 0 0,-5 3-61 0 0,-8 2 2 0 0,-9 0-73 0 0,-8 1-26 0 0,-9 1-105 0 0,-9 0-50 0 0,-8 0-9 0 0,-7-2-34 0 0,-6-2-73 0 0,-4-3 23 0 0,-2-4-13 0 0,3-6 48 0 0,7-6-74 0 0,7-8-75 0 0,11-5-367 0 0,9-9 152 0 0,9-7-584 0 0,8-7 696 0 0,5-8-364 0 0,5-5 102 0 0,8-5-197 0 0,6-3-165 0 0,8 1-71 0 0,7 2 424 0 0,5 3 493 0 0,2 7-119 0 0,1 5 482 0 0,0 5 112 0 0,-2 5 174 0 0,-1 4-99 0 0,-2 3 34 0 0,-2 4 17 0 0,0 2-66 0 0,0 4-236 0 0,1 3-244 0 0,1 1-55 0 0,0 2-205 0 0,2 1-185 0 0,2-1-859 0 0,0 0-1559 0 0,5-1-2769 0 0,-7-5 1761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8:02.40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74910.78125"/>
      <inkml:brushProperty name="anchorY" value="-321011.65625"/>
      <inkml:brushProperty name="scaleFactor" value="0.5"/>
    </inkml:brush>
  </inkml:definitions>
  <inkml:trace contextRef="#ctx0" brushRef="#br0">1 306 444 0 0,'0'0'0'0'0,"0"0"0"0"0,0 0 4960 0 0,0 0-3615 0 0,0 0-361 0 0,0 0-245 0 0,0 0-5 0 0,0 0-118 0 0,0 0-374 0 0,0 0 6 0 0,-1 0-59 0 0,1-2-33 0 0,0 1 65 0 0,0 0 34 0 0,1 1 114 0 0,0-1 2 0 0,0 1 56 0 0,0-1-24 0 0,-1 1-7 0 0,1-1-133 0 0,-1 1-52 0 0,0 0-102 0 0,0 0-112 0 0,0 0-63 0 0,0 0-59 0 0,2-1-36 0 0,2-1 195 0 0,3-2-15 0 0,5-1 84 0 0,4-4-69 0 0,5-2-30 0 0,3-4 60 0 0,4-3-75 0 0,1-3 18 0 0,1-2 49 0 0,1-1-72 0 0,-2 0-27 0 0,-2 2-31 0 0,-3 2 17 0 0,-2 2-23 0 0,-2 1 34 0 0,-2 3 46 0 0,-2 1-82 0 0,-1 3-18 0 0,-2 1 21 0 0,-1 2 16 0 0,-1 2-51 0 0,-2 2 35 0 0,-2 1-26 0 0,-2 1 16 0 0,0 0 1 0 0,-1 2 102 0 0,-1 1 78 0 0,1 3 177 0 0,2 3-162 0 0,0 4 53 0 0,1 5-183 0 0,2 4 211 0 0,0 4-146 0 0,0 2 133 0 0,0 3-124 0 0,0 1 23 0 0,0-1-40 0 0,2-1-36 0 0,1-1 4 0 0,0-1-1 0 0,2-3-2 0 0,2-1-69 0 0,1-1-3 0 0,3-3 80 0 0,1-1-64 0 0,1-2 60 0 0,2-2-12 0 0,1-1 9 0 0,1-2-61 0 0,0-2 78 0 0,1 0 119 0 0,-1-3-135 0 0,0 0 68 0 0,-1-3-38 0 0,0-1 54 0 0,0 0 17 0 0,1-2-7 0 0,0-2-4 0 0,1-2-105 0 0,0-2-92 0 0,-1-2-23 0 0,-1-2-5 0 0,-3-3-6 0 0,-4-1-14 0 0,-4-3 32 0 0,-2-2 140 0 0,-4-2-40 0 0,-3-2 97 0 0,-3-2-26 0 0,-1 0-59 0 0,-1-1 6 0 0,0 0-1 0 0,-1 1-13 0 0,0 0-197 0 0,1 1 65 0 0,-1 1-46 0 0,1 2-97 0 0,0 2 9 0 0,0 1-51 0 0,0 3 214 0 0,0 2 1 0 0,0 1 20 0 0,-1 3 114 0 0,-3 1 92 0 0,-1 2-5 0 0,-2 1-48 0 0,-2 1-45 0 0,1 1 4 0 0,-2 0 2 0 0,0 1 44 0 0,-1 1-13 0 0,0 1 7 0 0,-1 0 42 0 0,0 1 49 0 0,-1 2-68 0 0,-3 1 109 0 0,-2 2 1 0 0,-3 2 16 0 0,-3 3 20 0 0,-2 3-69 0 0,-4 5-109 0 0,-2 4 247 0 0,-5 4-226 0 0,-3 4 161 0 0,-3 3-120 0 0,-6 2 43 0 0,-2 1 52 0 0,-2-1-78 0 0,0-2 26 0 0,2-4 48 0 0,5-3-16 0 0,6-6-76 0 0,9-5-111 0 0,7-5-48 0 0,7-5-307 0 0,7-3-118 0 0,3-5-2 0 0,3-3 79 0 0,-2-5 15 0 0,-2-4-452 0 0,-3-3 282 0 0,-2-3-1008 0 0,-3-3-487 0 0,0-2-2224 0 0,-2 1 682 0 0,4 5 4233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22.69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84077.65625"/>
      <inkml:brushProperty name="anchorY" value="-329194.09375"/>
      <inkml:brushProperty name="scaleFactor" value="0.5"/>
    </inkml:brush>
  </inkml:definitions>
  <inkml:trace contextRef="#ctx0" brushRef="#br0">62 439 3464 0 0,'0'0'0'0'0,"0"0"1876"0"0,0 0-895 0 0,0 0-310 0 0,0 0-88 0 0,0 0 151 0 0,0 0-303 0 0,0 0-130 0 0,0 0 40 0 0,0 0-43 0 0,24-17-151 0 0,6-6 360 0 0,6-6 215 0 0,3-5-245 0 0,-1-2-121 0 0,0-2-160 0 0,-2 0 103 0 0,-2 0-204 0 0,-5 2-94 0 0,-4 3-83 0 0,-4 4-66 0 0,-6 4 63 0 0,-3 4-8 0 0,-4 5 86 0 0,-3 5-16 0 0,-1 3 15 0 0,-2 4-155 0 0,0 2-34 0 0,-1 1 112 0 0,0 3-94 0 0,-1 1 63 0 0,0 3-138 0 0,-2 3 249 0 0,-1 3-30 0 0,-2 6-105 0 0,-2 4-6 0 0,-1 5-106 0 0,-1 6-131 0 0,0 3-46 0 0,0 3 79 0 0,0 1 23 0 0,1 2 83 0 0,0-2-44 0 0,1-2 164 0 0,0-4 128 0 0,1-3 154 0 0,1-5 65 0 0,-2-4 116 0 0,1-4-94 0 0,-3-3-144 0 0,-2-3-94 0 0,-2-2-119 0 0,-5-1 28 0 0,-4-1-292 0 0,-3-2-89 0 0,-4-1-38 0 0,-4-1 475 0 0,-1-2-24 0 0,0-1 263 0 0,3 0-33 0 0,2-2 28 0 0,6 0 16 0 0,6-1 98 0 0,6 0-82 0 0,4 0 30 0 0,7 0-69 0 0,6 0-136 0 0,9 1-54 0 0,6-1-10 0 0,9 0 5 0 0,11-1 115 0 0,9-1 24 0 0,9-1-36 0 0,9-1-122 0 0,5 0-124 0 0,1 1-296 0 0,-1 0-631 0 0,-8 1-1363 0 0,-9 2-2434 0 0,-15 0 4279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23.07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85958.65625"/>
      <inkml:brushProperty name="anchorY" value="-330537.90625"/>
      <inkml:brushProperty name="scaleFactor" value="0.5"/>
    </inkml:brush>
  </inkml:definitions>
  <inkml:trace contextRef="#ctx0" brushRef="#br0">0 46 3604 0 0,'0'0'0'0'0,"0"0"2945"0"0,0 0-967 0 0,0 0-111 0 0,0 0-364 0 0,45-6 97 0 0,18-3-353 0 0,17 0-362 0 0,13 1-342 0 0,8 1-105 0 0,6 3-84 0 0,4 1-140 0 0,7 3-110 0 0,4 3-102 0 0,4 1 6 0 0,3 1-103 0 0,2 1-172 0 0,0 0-275 0 0,-2 0-207 0 0,-4-1-113 0 0,-6-1-572 0 0,-5-1-883 0 0,-11-2-2061 0 0,-5-3-1052 0 0,-24 0 4894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30.38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0823.5625"/>
      <inkml:brushProperty name="anchorY" value="-333083"/>
      <inkml:brushProperty name="scaleFactor" value="0.5"/>
    </inkml:brush>
  </inkml:definitions>
  <inkml:trace contextRef="#ctx0" brushRef="#br0">257 1 2784 0 0,'0'0'0'0'0,"0"0"4313"0"0,0 0-3786 0 0,0 0 288 0 0,0 0 578 0 0,-15 18-312 0 0,-6 8-430 0 0,-6 8-263 0 0,-4 4-328 0 0,1 2 115 0 0,0 1 25 0 0,3-1-97 0 0,4-2-109 0 0,3 0 26 0 0,6-2-215 0 0,4-3 176 0 0,4-2-137 0 0,3-1-50 0 0,5-3 57 0 0,7 0-146 0 0,6 0-259 0 0,4 1-398 0 0,4 2-306 0 0,3 0-275 0 0,1 1-306 0 0,-1 0 65 0 0,0 0-509 0 0,-6-6 1135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31.29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89489.625"/>
      <inkml:brushProperty name="anchorY" value="-332543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0848.375"/>
      <inkml:brushProperty name="anchorY" value="-334028.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2312.75"/>
      <inkml:brushProperty name="anchorY" value="-335292.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0992.65625"/>
      <inkml:brushProperty name="anchorY" value="-334090.09375"/>
      <inkml:brushProperty name="scaleFactor" value="0.5"/>
    </inkml:brush>
  </inkml:definitions>
  <inkml:trace contextRef="#ctx0" brushRef="#br0">37 307 4028 0 0,'0'0'0'0'0,"0"0"1773"0"0,0 0-365 0 0,0 0-195 0 0,0 0-204 0 0,0 0-358 0 0,0 0 29 0 0,0 0-162 0 0,0 0 8 0 0,0 0 171 0 0,0 0 29 0 0,17-14-385 0 0,5-3-83 0 0,3-5-1 0 0,0-2-150 0 0,0-2 86 0 0,-1 0 107 0 0,-2-1-190 0 0,-3 1-24 0 0,-1 1 16 0 0,-3 2-114 0 0,-3 2 100 0 0,-2 3-108 0 0,-3 3 30 0 0,-3 5-66 0 0,-2 3-16 0 0,-1 2-121 0 0,-1 5-96 0 0,0 1 71 0 0,-1 4-43 0 0,1 3 38 0 0,-3 1-41 0 0,-2 4 106 0 0,-1 3 10 0 0,-3 3-2 0 0,-1 3 174 0 0,-2 4-43 0 0,-2 2 36 0 0,-1 3-17 0 0,0 2 16 0 0,0 1 55 0 0,-1 1-30 0 0,1-1 41 0 0,0 0 65 0 0,-1-1-32 0 0,2-3-55 0 0,1-2-61 0 0,1-4-109 0 0,1-3-19 0 0,2-3-65 0 0,0-3-92 0 0,2-4-13 0 0,1-2 15 0 0,1-4-30 0 0,1-1-24 0 0,1-2 72 0 0,0-2 285 0 0,1 1-60 0 0,-1-2 369 0 0,0 1-2 0 0,1-1-26 0 0,-1 0-76 0 0,0-1-56 0 0,1 0 12 0 0,0 0 43 0 0,1 0 18 0 0,2 1-48 0 0,2 0-29 0 0,1 0-176 0 0,1 0 37 0 0,1 1-24 0 0,1 0-150 0 0,1-1 47 0 0,2 0-177 0 0,3 0-132 0 0,3-1-140 0 0,2 0-112 0 0,2 0-392 0 0,1-1-286 0 0,2 0-835 0 0,-2-1-824 0 0,-43 6-1149 0 0,-7 2 5021 0 0</inkml:trace>
  <inkml:trace contextRef="#ctx0" brushRef="#br1" timeOffset="283.752">383 451 4304 0 0,'0'0'0'0'0,"0"0"3033"0"0,0 0-1737 0 0,0 0-36 0 0,0 0 21 0 0,0 0 193 0 0,0 0-358 0 0,0 0-505 0 0,0 0-276 0 0,0 0-93 0 0,0 0-20 0 0,0 0 19 0 0,21-4-197 0 0,3 0-30 0 0,3 0-384 0 0,-2 1-137 0 0,-2 2-347 0 0,-3 1-491 0 0,-3 2-274 0 0,-2 0-1160 0 0,-2 1-1816 0 0,-3 0 1318 0 0</inkml:trace>
  <inkml:trace contextRef="#ctx0" brushRef="#br2" timeOffset="806.511">980 229 3696 0 0,'0'0'0'0'0,"0"0"2333"0"0,0 0-1070 0 0,0 0-44 0 0,0 0-160 0 0,0 0-11 0 0,0 0-152 0 0,0 0-250 0 0,0 0-166 0 0,0 0-180 0 0,-9 9-381 0 0,-2 4 148 0 0,-4 4-1 0 0,0 4 151 0 0,2 2 201 0 0,2 1-2 0 0,3 2-244 0 0,3-1-81 0 0,2 0-20 0 0,5-3 27 0 0,3-2-44 0 0,4-3-46 0 0,1-3 12 0 0,1-4-22 0 0,1-4 4 0 0,1-2-2 0 0,-2-2 164 0 0,1-1-155 0 0,0-3 3 0 0,1-2-5 0 0,2-2-7 0 0,3-4 341 0 0,1-3-438 0 0,3-3 117 0 0,0-5-236 0 0,-1-3 29 0 0,-4-2-26 0 0,-5-1-194 0 0,-4-1 82 0 0,-6 1 54 0 0,-7 2 305 0 0,-6 1-67 0 0,-4 3 295 0 0,-5 3-172 0 0,-1 4 22 0 0,0 4-123 0 0,-1 5-98 0 0,2 5-121 0 0,1 6-636 0 0,1 6-149 0 0,1 6-625 0 0,1 5-1183 0 0,4 5 2 0 0,3-5-1758 0 0</inkml:trace>
  <inkml:trace contextRef="#ctx0" brushRef="#br3" timeOffset="1059.941">1178 467 4288 0 0,'0'0'0'0'0,"0"0"2513"0"0,0 0-1159 0 0,0 0-448 0 0,-4 24-26 0 0,-1 9 38 0 0,-1 9-286 0 0,1 3-311 0 0,-1 2-289 0 0,2-2 16 0 0,0-1-267 0 0,0-4-408 0 0,0-2-472 0 0,1-3-571 0 0,0-4-1193 0 0,0-3-1137 0 0,2-7 2981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33.56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89670.8125"/>
      <inkml:brushProperty name="anchorY" value="-333293.75"/>
      <inkml:brushProperty name="scaleFactor" value="0.5"/>
    </inkml:brush>
  </inkml:definitions>
  <inkml:trace contextRef="#ctx0" brushRef="#br0">0 1 6445 0 0,'0'0'0'0'0,"0"0"1572"0"0,0 0-668 0 0,0 0-657 0 0,0 0 249 0 0,4 19 381 0 0,3 9-53 0 0,1 9-326 0 0,3 8-132 0 0,1 6-225 0 0,0 3-27 0 0,1 3 2 0 0,-1 0 13 0 0,-2 1-19 0 0,-3-2-127 0 0,-1-2 27 0 0,-3-2-157 0 0,-2-1-278 0 0,-1-1-733 0 0,-2-3-594 0 0,-4 0-2852 0 0,0-11-287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34.18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1032.15625"/>
      <inkml:brushProperty name="anchorY" value="-335363.15625"/>
      <inkml:brushProperty name="scaleFactor" value="0.5"/>
    </inkml:brush>
  </inkml:definitions>
  <inkml:trace contextRef="#ctx0" brushRef="#br0">1 1 7869 0 0,'0'0'0'0'0,"0"0"1996"0"0,0 0-821 0 0,0 0-46 0 0,0 0-340 0 0,0 0 191 0 0,0 0-192 0 0,0 0-247 0 0,0 0-253 0 0,0 0-29 0 0,0 0-66 0 0,40 3-13 0 0,19 1-72 0 0,17 0-117 0 0,9-1 28 0 0,2 0-285 0 0,-5-2-199 0 0,-10 0-286 0 0,-13 0-292 0 0,-15-2-415 0 0,-14 1-909 0 0,-13-2-2500 0 0,-10 0-363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34.35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2960.75"/>
      <inkml:brushProperty name="anchorY" value="-336648.3125"/>
      <inkml:brushProperty name="scaleFactor" value="0.5"/>
    </inkml:brush>
  </inkml:definitions>
  <inkml:trace contextRef="#ctx0" brushRef="#br0">0 31 9713 0 0,'0'0'0'0'0,"0"0"1524"0"0,0 0-537 0 0,0 0-252 0 0,0 0 469 0 0,54-4-382 0 0,18-2-404 0 0,15 0-421 0 0,9 0-167 0 0,0 2-735 0 0,-4 1-452 0 0,-9 1-1139 0 0,-8 4-2968 0 0,-18-1 408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9:35.11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4942.875"/>
      <inkml:brushProperty name="anchorY" value="-337890.6875"/>
      <inkml:brushProperty name="scaleFactor" value="0.5"/>
    </inkml:brush>
  </inkml:definitions>
  <inkml:trace contextRef="#ctx0" brushRef="#br0">772 0 5917 0 0,'0'0'0'0'0,"0"0"2208"0"0,0 0-1078 0 0,0 0-14 0 0,0 0-141 0 0,0 0 303 0 0,0 0-133 0 0,0 0-360 0 0,0 0-306 0 0,0 0-46 0 0,0 0-58 0 0,45 5-2 0 0,5 6-85 0 0,2 4-93 0 0,-5 6-39 0 0,-10 6-97 0 0,-11 7-42 0 0,-12 6-6 0 0,-15 6-10 0 0,-15 6-187 0 0,-15 5 230 0 0,-14 3-143 0 0,-15 2 115 0 0,-11 2-26 0 0,-10 0 5 0 0,-7-1 11 0 0,-4-4 43 0 0,0-6 26 0 0,4-7 10 0 0,5-8-46 0 0,9-9-40 0 0,11-9-150 0 0,10-7 24 0 0,12-6-66 0 0,10-5-45 0 0,12-5-60 0 0,8-3 157 0 0,8-6-70 0 0,9-6-110 0 0,10-5-136 0 0,9-7 557 0 0,8-3-162 0 0,7-2 250 0 0,2 1 123 0 0,-1 4-47 0 0,-2 7 69 0 0,-3 7 140 0 0,-3 6 115 0 0,1 8-88 0 0,4 8-145 0 0,7 7 114 0 0,12 8-89 0 0,10 7-240 0 0,10 4-131 0 0,9 4-78 0 0,6 0-151 0 0,4-2-227 0 0,4-3-121 0 0,2-4 8 0 0,2-5-411 0 0,-2-4-790 0 0,-7-5-1152 0 0,-8-4-2398 0 0,-21-3-950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07:05.37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9705.15625"/>
      <inkml:brushProperty name="anchorY" value="-266606.0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8358.375"/>
      <inkml:brushProperty name="anchorY" value="-265453.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6701.53125"/>
      <inkml:brushProperty name="anchorY" value="-264296.3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5100.15625"/>
      <inkml:brushProperty name="anchorY" value="-263793.6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7040.4375"/>
      <inkml:brushProperty name="anchorY" value="-265114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7304.46875"/>
      <inkml:brushProperty name="anchorY" value="-264596.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9243.5"/>
      <inkml:brushProperty name="anchorY" value="-266124.781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1068.25"/>
      <inkml:brushProperty name="anchorY" value="-267336.6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6070.59375"/>
      <inkml:brushProperty name="anchorY" value="-267461.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7340.59375"/>
      <inkml:brushProperty name="anchorY" value="-268731.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8610.59375"/>
      <inkml:brushProperty name="anchorY" value="-270001.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2622.96875"/>
      <inkml:brushProperty name="anchorY" value="-264440.031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4615.3125"/>
      <inkml:brushProperty name="anchorY" value="-265697.343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2389.09375"/>
      <inkml:brushProperty name="anchorY" value="-262779.68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4347.34375"/>
      <inkml:brushProperty name="anchorY" value="-264752.312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5451.15625"/>
      <inkml:brushProperty name="anchorY" value="-264477.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3951.3125"/>
      <inkml:brushProperty name="anchorY" value="-263456.656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19880.59375"/>
      <inkml:brushProperty name="anchorY" value="-271271.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1464.84375"/>
      <inkml:brushProperty name="anchorY" value="-273377.312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3250.6875"/>
      <inkml:brushProperty name="anchorY" value="-274745.312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5650.9375"/>
      <inkml:brushProperty name="anchorY" value="-275995.937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30563.4375"/>
      <inkml:brushProperty name="anchorY" value="-280971.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32471.40625"/>
      <inkml:brushProperty name="anchorY" value="-282445.5312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35122.34375"/>
      <inkml:brushProperty name="anchorY" value="-283616.8437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37425.75"/>
      <inkml:brushProperty name="anchorY" value="-286366.1562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44039.9375"/>
      <inkml:brushProperty name="anchorY" value="-290363.12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46035.40625"/>
      <inkml:brushProperty name="anchorY" value="-291631.62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39979.34375"/>
      <inkml:brushProperty name="anchorY" value="-287844.4062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42670.5"/>
      <inkml:brushProperty name="anchorY" value="-289023.312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36845.90625"/>
      <inkml:brushProperty name="anchorY" value="-285884.8437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38735.625"/>
      <inkml:brushProperty name="anchorY" value="-287125.6562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7388.90625"/>
      <inkml:brushProperty name="anchorY" value="-277860.562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9210.03125"/>
      <inkml:brushProperty name="anchorY" value="-279096.78125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1425.75"/>
      <inkml:brushProperty name="anchorY" value="-272843.4687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22877.3125"/>
      <inkml:brushProperty name="anchorY" value="-274089.5312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2226.59375"/>
      <inkml:brushProperty name="anchorY" value="-296078.4062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3726.28125"/>
      <inkml:brushProperty name="anchorY" value="-297722.437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47454.96875"/>
      <inkml:brushProperty name="anchorY" value="-293482.65625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49484.34375"/>
      <inkml:brushProperty name="anchorY" value="-294973.34375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5158.65625"/>
      <inkml:brushProperty name="anchorY" value="-300089.25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6428.65625"/>
      <inkml:brushProperty name="anchorY" value="-301359.25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7698.65625"/>
      <inkml:brushProperty name="anchorY" value="-302629.25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2110.65625"/>
      <inkml:brushProperty name="anchorY" value="-297166.3125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53710.21875"/>
      <inkml:brushProperty name="anchorY" value="-298381.46875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7000.3125"/>
      <inkml:brushProperty name="anchorY" value="-340105.75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395009.0625"/>
      <inkml:brushProperty name="anchorY" value="-340456.75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09982.875"/>
      <inkml:brushProperty name="anchorY" value="-345454.37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27321.40625"/>
      <inkml:brushProperty name="anchorY" value="-347199.25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29396.34375"/>
      <inkml:brushProperty name="anchorY" value="-348590.875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31529.34375"/>
      <inkml:brushProperty name="anchorY" value="-349940.84375"/>
      <inkml:brushProperty name="scaleFactor" value="0.5"/>
    </inkml:brush>
  </inkml:definitions>
  <inkml:trace contextRef="#ctx0" brushRef="#br0">7057 379 7265 0 0,'0'0'0'0'0,"0"0"1724"0"0,0 0-1377 0 0,0 0 543 0 0,0 0-435 0 0,0 0 315 0 0,0 0 95 0 0,0 0-244 0 0,0 0-259 0 0,-43 16-137 0 0,-6 7-94 0 0,-2 6-1 0 0,7 5 131 0 0,12 1 5 0 0,12 2-11 0 0,14 0-45 0 0,13-1-74 0 0,12 0 12 0 0,10-1-96 0 0,7-2-36 0 0,6-2 46 0 0,3-2-76 0 0,1-3 22 0 0,0-3-17 0 0,-1-3-77 0 0,0-4-7 0 0,0-3 53 0 0,0-5-48 0 0,0-3-12 0 0,1-6-14 0 0,-1-6-42 0 0,-2-8 71 0 0,-4-7-322 0 0,-7-8 5 0 0,-8-8 85 0 0,-11-6 168 0 0,-11-4 95 0 0,-15-3 42 0 0,-12-2 168 0 0,-13 2-7 0 0,-9 2 70 0 0,-7 5-146 0 0,-4 5 51 0 0,0 8-137 0 0,2 8 29 0 0,5 8-104 0 0,5 7-274 0 0,6 9-152 0 0,8 10-53 0 0,7 8-43 0 0,8 9-846 0 0,7 7-813 0 0,8 3-1847 0 0,3-6 281 0 0</inkml:trace>
  <inkml:trace contextRef="#ctx0" brushRef="#br1" timeOffset="318.222">7714 1162 5456 0 0,'0'0'1'0'0,"0"0"2455"0"0,0 0-765 0 0,0 0 59 0 0,0 0-282 0 0,0 0 25 0 0,0 0-218 0 0,-33 18-321 0 0,-9 3-294 0 0,-6 3-254 0 0,-1-2-232 0 0,4-3-164 0 0,5-5-230 0 0,7-3-260 0 0,6-4-210 0 0,5-4-421 0 0,3-4-609 0 0,5-4-1203 0 0,5-5-2257 0 0,3 0-426 0 0</inkml:trace>
  <inkml:trace contextRef="#ctx0" brushRef="#br2" timeOffset="1112.672">8609 278 7949 0 0,'0'0'0'0'0,"0"0"1904"0"0,0 0-597 0 0,0 0-77 0 0,0 0-197 0 0,0 0 139 0 0,0 0-244 0 0,0 0-224 0 0,0 0-198 0 0,-44 7-161 0 0,-7 2-126 0 0,-6 1-159 0 0,3-2-46 0 0,6-2-73 0 0,7-2-99 0 0,7-2-104 0 0,6-1-69 0 0,5-2 49 0 0,4-2-192 0 0,4-1-16 0 0,4 0 43 0 0,1-1 28 0 0,3 0 99 0 0,1 1-24 0 0,2 2 86 0 0,0 0-20 0 0,2 1 71 0 0,0 1 220 0 0,0 0-45 0 0,1 0-189 0 0,1 0-90 0 0,-1 0-48 0 0,1 2 38 0 0,0 1 371 0 0,0 3 6 0 0,1 5 75 0 0,0 4 21 0 0,0 4-46 0 0,0 5 106 0 0,-3 3 369 0 0,-4 5-47 0 0,-2 1-28 0 0,-4 2-70 0 0,-1-1-80 0 0,0-1-182 0 0,0-3-168 0 0,4-3 23 0 0,2-5-158 0 0,3-2 49 0 0,3-4-8 0 0,5-3-20 0 0,4-3 39 0 0,5-1-40 0 0,3-2 27 0 0,5-2 20 0 0,3-1 69 0 0,6-1-18 0 0,7-2 16 0 0,8 0-2 0 0,7-3-3 0 0,9-1-74 0 0,6 0 95 0 0,2-1-120 0 0,0 1 68 0 0,-4 1 30 0 0,-8 2-6 0 0,-8 4 184 0 0,-11 4 374 0 0,-11 4 54 0 0,-10 5-221 0 0,-10 4-40 0 0,-11 5 45 0 0,-9 3-36 0 0,-9 1-20 0 0,-7 2-26 0 0,-4-2-18 0 0,-1-1-91 0 0,-1-3-74 0 0,0-3-70 0 0,1-3-51 0 0,1-4-223 0 0,-1-2-135 0 0,-2-5-323 0 0,-2-2-405 0 0,-3-4-552 0 0,0-5-969 0 0,3-3-2399 0 0,4-6-1368 0 0,9-1 6949 0 0</inkml:trace>
  <inkml:trace contextRef="#ctx0" brushRef="#br3" timeOffset="1492.983">9444 644 9109 0 0,'0'0'0'0'0,"0"0"2120"0"0,0 0-947 0 0,0 0-392 0 0,0 0-600 0 0,0 0 596 0 0,0 0-139 0 0,0 0-329 0 0,0 0-141 0 0,52 12-165 0 0,15 2-78 0 0,13 0 28 0 0,3-1-109 0 0,-2-3-70 0 0,-8-3-506 0 0,-7-3-76 0 0,-11-3-154 0 0,-11-4-732 0 0,-10-2-1208 0 0,-12-3-1993 0 0,-9-1 2413 0 0</inkml:trace>
  <inkml:trace contextRef="#ctx0" brushRef="#br4" timeOffset="1685.468">9968 376 7765 0 0,'0'0'0'0'0,"0"0"4028"0"0,0 0-3234 0 0,0 0 574 0 0,0 0-1108 0 0,0 0 620 0 0,-15 20 94 0 0,-8 10-379 0 0,-9 11-297 0 0,-5 9-286 0 0,-3 5 40 0 0,-1 4-66 0 0,3 0-113 0 0,4 0-262 0 0,6-2-111 0 0,9-4-327 0 0,7-5-731 0 0,5-7-903 0 0,9-5-2516 0 0,3-11-1498 0 0</inkml:trace>
  <inkml:trace contextRef="#ctx0" brushRef="#br5" timeOffset="-1204.09">4872 474 784 0 0,'0'0'0'0'0,"0"0"5261"0"0,0 0-4817 0 0,0 0 1068 0 0,0 0-1216 0 0,0 0 174 0 0,0 0 717 0 0,0 0-312 0 0,0 0-158 0 0,0 0 69 0 0,4-14-311 0 0,3-3-195 0 0,4-4 113 0 0,2-1-120 0 0,3-1-75 0 0,2-1-96 0 0,1 1-33 0 0,1-2-72 0 0,-1 0 13 0 0,0-2-10 0 0,0-2-56 0 0,-1 0-16 0 0,-2-1 14 0 0,-1 0 6 0 0,-3 1-16 0 0,-1 2 72 0 0,-1 4-101 0 0,-2 3 107 0 0,-1 5-33 0 0,-3 4 7 0 0,-1 4-56 0 0,-1 4 2 0 0,-1 4 29 0 0,-1 4 44 0 0,-1 5-20 0 0,-1 4 20 0 0,-1 5 131 0 0,-2 5-173 0 0,-1 5-16 0 0,1 5 62 0 0,1 5-130 0 0,4 5 93 0 0,4 2-193 0 0,4 2 264 0 0,5 1-157 0 0,3-2 78 0 0,2 0 43 0 0,2-4 47 0 0,0-3-60 0 0,-2-3 117 0 0,-2-4-133 0 0,-4-3 56 0 0,-2-4 94 0 0,-3-1-11 0 0,-4-3-64 0 0,-2-1-42 0 0,-4-2 4 0 0,-4-1-13 0 0,-3-2-60 0 0,-3-2 7 0 0,-1-1-10 0 0,-2-3-15 0 0,-1-2-42 0 0,0-1 24 0 0,0-2 51 0 0,-2-2 36 0 0,-3-1-2 0 0,-1-2 11 0 0,-4 0 69 0 0,-1-3 61 0 0,-2-1 47 0 0,0-3-24 0 0,2 0-1 0 0,4 0 77 0 0,5 0-80 0 0,5 2-159 0 0,4 1 35 0 0,5 1-84 0 0,2 2 67 0 0,3 0-75 0 0,3 1 41 0 0,8 1 29 0 0,7-1 211 0 0,10 0-11 0 0,11-1-56 0 0,8 0-131 0 0,7-2 2 0 0,6 0-149 0 0,3-3-8 0 0,1-1-226 0 0,-1-1-751 0 0,-3-2-739 0 0,-5 0-2535 0 0,-5-1-515 0 0,-12 3 3818 0 0</inkml:trace>
  <inkml:trace contextRef="#ctx0" brushRef="#br6" timeOffset="-938.408">5735 591 52 0 0,'0'0'0'0'0,"0"0"5052"0"0,0 0-4120 0 0,0 0 934 0 0,0 0-1667 0 0,0 0 904 0 0,0 0 329 0 0,0 0-308 0 0,0 0-183 0 0,0 0-157 0 0,44-1-124 0 0,8 0-216 0 0,6-1-119 0 0,0-1-121 0 0,-7 0-153 0 0,-7 0-36 0 0,-7 0-94 0 0,-6-1 15 0 0,-3 1-54 0 0,-2 0-95 0 0,-2-1-270 0 0,-1-1-673 0 0,0 0-665 0 0,-2 0-1030 0 0,-1-2-2770 0 0,-5 1 3202 0 0</inkml:trace>
  <inkml:trace contextRef="#ctx0" brushRef="#br7" timeOffset="-726.759">6194 264 9277 0 0,'0'0'0'0'0,"0"0"1528"0"0,0 0-448 0 0,0 0 119 0 0,0 0-524 0 0,0 0 10 0 0,0 0-55 0 0,-20 22 8 0 0,-3 9-237 0 0,-3 8-128 0 0,1 5-99 0 0,4 1-81 0 0,5 0-86 0 0,5-1 5 0 0,5-4-155 0 0,2-3-82 0 0,4-3-74 0 0,4-3-105 0 0,2-4-278 0 0,3-1-468 0 0,3-3-371 0 0,-1-3-951 0 0,-1-2-2556 0 0,-3-5 220 0 0</inkml:trace>
  <inkml:trace contextRef="#ctx0" brushRef="#br8" timeOffset="5140.178">16189 752 11145 0 0,'0'0'0'0'0,"0"0"2548"0"0,0 0-2128 0 0,0 0-1585 0 0,0 0 75 0 0,0 0-374 0 0,0 0-1701 0 0,0 0-3643 0 0,0 0 7296 0 0</inkml:trace>
  <inkml:trace contextRef="#ctx0" brushRef="#br9" timeOffset="5299.672">16797 744 12225 0 0,'0'0'0'0'0,"0"0"1952"0"0,0 0-1684 0 0,0 0-663 0 0,0 0-58 0 0,0 0-333 0 0,0 0-1089 0 0,0 0-3446 0 0,0 0-493 0 0</inkml:trace>
  <inkml:trace contextRef="#ctx0" brushRef="#br10" timeOffset="5457.911">17579 804 4528 0 0,'0'0'0'0'0,"0"0"9633"0"0,0 0-9605 0 0,0 0 1876 0 0,0 0-1842 0 0,0 0-340 0 0,0 0-252 0 0</inkml:trace>
  <inkml:trace contextRef="#ctx0" brushRef="#br11" timeOffset="4585.619">14604 637 1056 0 0,'0'0'0'0'0,"0"0"4897"0"0,0 0-3632 0 0,0 0 179 0 0,0 0-511 0 0,0 0 43 0 0,0 0-29 0 0,0 0-127 0 0,0 0-209 0 0,50 5-264 0 0,15 1-165 0 0,15 0-179 0 0,5-2-26 0 0,-2 0-79 0 0,-6-2-21 0 0,-8-3-164 0 0,-9-1-467 0 0,-10-2-269 0 0,-9-3-647 0 0,-11 0-1610 0 0,-10-3-2637 0 0,-7 1 6448 0 0</inkml:trace>
  <inkml:trace contextRef="#ctx0" brushRef="#br12" timeOffset="4775.802">14947 429 8341 0 0,'0'0'0'0'0,"0"0"1656"0"0,0 0-681 0 0,0 0-81 0 0,0 0 65 0 0,0 0 264 0 0,8 23-464 0 0,2 8-479 0 0,1 7-242 0 0,0 6-191 0 0,1 1-87 0 0,1 1-129 0 0,1-1-369 0 0,2 0-144 0 0,2-3-641 0 0,1-1-838 0 0,1-6-1658 0 0,-2-1-1021 0 0,-3-9 6091 0 0</inkml:trace>
  <inkml:trace contextRef="#ctx0" brushRef="#br13" timeOffset="3397.296">13052 221 6109 0 0,'0'0'0'0'0,"0"0"2264"0"0,0 0-1844 0 0,0 0 155 0 0,0 0-116 0 0,0 0 523 0 0,0 0-255 0 0,0 0-329 0 0,0 0-228 0 0,47 1-142 0 0,9 4-4 0 0,6 4-9 0 0,-3 4 74 0 0,-9 6 3 0 0,-11 4 24 0 0,-12 5-78 0 0,-10 3 128 0 0,-11 4 48 0 0,-11 2-25 0 0,-14 1-25 0 0,-11 2-125 0 0,-13 0 42 0 0,-11 1-18 0 0,-9 0 47 0 0,-9 0 90 0 0,-7 1-13 0 0,-6-1 30 0 0,-4-1 10 0 0,1-2-89 0 0,4-3 45 0 0,6-4-102 0 0,11-5-85 0 0,13-5-82 0 0,14-7-109 0 0,14-5-241 0 0,11-6-288 0 0,9-6 220 0 0,11-5 101 0 0,10-5 112 0 0,8-6 33 0 0,7-4-7 0 0,5-2-64 0 0,1-1 48 0 0,1 1 326 0 0,-3 3 23 0 0,-5 4 141 0 0,-6 4 112 0 0,-5 5 55 0 0,-6 3 30 0 0,-3 4 43 0 0,1 3 245 0 0,3 4-10 0 0,5 4-236 0 0,7 3-200 0 0,9 4-147 0 0,10 3-88 0 0,9 0-171 0 0,10 0-78 0 0,9 0 27 0 0,8-3-92 0 0,7-2-485 0 0,5-3-379 0 0,4-4-939 0 0,-2-2 2 0 0,-5-3-686 0 0,-6-2-1230 0 0,-20-1 3255 0 0</inkml:trace>
  <inkml:trace contextRef="#ctx0" brushRef="#br14" timeOffset="4062.461">14092 116 484 0 0,'0'0'0'0'0,"0"0"7313"0"0,0 0-7188 0 0,0 0 1559 0 0,0 0-936 0 0,0 0 153 0 0,0 0 330 0 0,-14 17-280 0 0,-5 4-293 0 0,-5 2-140 0 0,-3 0-152 0 0,-2-2 8 0 0,-3-4-8 0 0,0-3 85 0 0,-3-2-9 0 0,-2-3-156 0 0,-2-2-123 0 0,0-3-152 0 0,-1-1 13 0 0,1-1-83 0 0,2-2-110 0 0,3-2-179 0 0,4-2-113 0 0,5-2 137 0 0,4-3-30 0 0,5 0 10 0 0,5-3 46 0 0,4 0 35 0 0,3 0 34 0 0,3 0-37 0 0,2 1-28 0 0,2 3 55 0 0,1 1 4 0 0,1 1 4 0 0,-1 3 44 0 0,-1 1 3 0 0,-1 1 2 0 0,0 1-26 0 0,-2 1 246 0 0,2 3 152 0 0,1 3 59 0 0,1 4-171 0 0,2 4 31 0 0,0 4 16 0 0,0 5 47 0 0,1 2 29 0 0,1 3-124 0 0,0 1 73 0 0,1 1-13 0 0,0-1-45 0 0,0-2-102 0 0,1-1 22 0 0,1-2-114 0 0,0-3 28 0 0,1-3-14 0 0,1-3 10 0 0,2-3-88 0 0,2-3 40 0 0,3-3 31 0 0,4-2 30 0 0,4-3 9 0 0,5-1-26 0 0,4 0-36 0 0,3-1 8 0 0,1-1 13 0 0,-2 1 22 0 0,-2-1 65 0 0,-4 1-53 0 0,-4 2 76 0 0,-5 3 128 0 0,-3 3 204 0 0,-5 5 84 0 0,-3 4 118 0 0,-4 5-49 0 0,-3 5-20 0 0,-2 4-108 0 0,-2 2-123 0 0,-3 3-62 0 0,-4 1-43 0 0,-4-2 89 0 0,-5 0 137 0 0,-6-3 71 0 0,-4-2 12 0 0,-5-2-97 0 0,-5-3-130 0 0,-5-3-150 0 0,-3-1-61 0 0,-3-4-262 0 0,-1-3-283 0 0,0-4-410 0 0,1-4-820 0 0,4-3-1414 0 0,3-7-3475 0 0,8-1 2165 0 0</inkml:trace>
  <inkml:trace contextRef="#ctx0" brushRef="#br15" timeOffset="2588.281">11371 276 5549 0 0,'0'0'0'0'0,"0"0"2252"0"0,0 0-1400 0 0,0 0 64 0 0,0 0-589 0 0,0 0 272 0 0,-45 20 42 0 0,-10 7-155 0 0,-8 7-168 0 0,4 6-130 0 0,9 3-90 0 0,12 2-23 0 0,13 0 54 0 0,12 0-50 0 0,11-1 12 0 0,11-3 73 0 0,8-3-18 0 0,7-2-9 0 0,5-4-102 0 0,3-4-28 0 0,3-3-17 0 0,2-4-60 0 0,1-5 24 0 0,0-4 44 0 0,1-4-4 0 0,1-5 4 0 0,0-5 49 0 0,2-8 112 0 0,0-8-201 0 0,1-8-200 0 0,-3-10-116 0 0,-2-9-18 0 0,-5-7 87 0 0,-6-8 55 0 0,-7-3 157 0 0,-7-3 68 0 0,-7 0 55 0 0,-8 1 142 0 0,-8 4-70 0 0,-8 6 40 0 0,-7 7-2 0 0,-5 9 41 0 0,-5 11-193 0 0,-5 11 16 0 0,-5 10-355 0 0,-4 12 176 0 0,-2 10-204 0 0,-2 10 45 0 0,2 9 16 0 0,3 7-72 0 0,6 6-402 0 0,9 3-569 0 0,11 2-523 0 0,8-2-657 0 0,14 1-1803 0 0,6-11 5295 0 0</inkml:trace>
  <inkml:trace contextRef="#ctx0" brushRef="#br16" timeOffset="2826.195">12068 863 4468 0 0,'0'0'0'0'0,"0"0"3177"0"0,0 0-2283 0 0,0 0 283 0 0,0 0-416 0 0,-4 18 484 0 0,-3 8 21 0 0,-4 11-325 0 0,-2 7-264 0 0,-3 6-176 0 0,-1 4-192 0 0,-2 2-83 0 0,-1 1-83 0 0,-1-2-37 0 0,-1-4-116 0 0,1-6-109 0 0,1-7-150 0 0,0-8-283 0 0,1-10-822 0 0,0-8-987 0 0,-4-10-3270 0 0,3-4-71 0 0</inkml:trace>
  <inkml:trace contextRef="#ctx0" brushRef="#br17" timeOffset="9659.895">4566 3067 912 0 0,'0'0'0'0'0,"0"0"1160"0"0,0 0 5456 0 0,0 0-6917 0 0,0 0 2096 0 0,0 0-947 0 0,0 0-143 0 0,0 0-48 0 0,0 0-143 0 0,0 0-241 0 0,0 0-87 0 0,-1-1 30 0 0,2-2-149 0 0,3-2 141 0 0,4-2-163 0 0,4-4 19 0 0,4-2-68 0 0,3-2 12 0 0,3-3-12 0 0,2-2-56 0 0,0-2-26 0 0,0-1-42 0 0,0 0-82 0 0,-2 0-98 0 0,-2 0-101 0 0,-3 2 46 0 0,-2 2 78 0 0,-5 5 109 0 0,-4 3 126 0 0,-2 4-186 0 0,-2 4 291 0 0,-4 4-87 0 0,-3 4 32 0 0,-4 4-5 0 0,-3 6-96 0 0,-4 6-6 0 0,-3 5 122 0 0,-2 7-130 0 0,0 4 137 0 0,1 3-30 0 0,1 3 95 0 0,3 2 80 0 0,3-1 89 0 0,1 0 32 0 0,3-3 76 0 0,3-2-33 0 0,2-4-73 0 0,2-4-80 0 0,1-3-77 0 0,1-4 17 0 0,0-5-75 0 0,1-4-34 0 0,-1-4 6 0 0,1-4 59 0 0,-1-3-6 0 0,-1-1 20 0 0,0-2 31 0 0,-3-1-68 0 0,-4 0-53 0 0,-7 0-403 0 0,-8-1-88 0 0,-7 0 44 0 0,-6-2 117 0 0,-3-1 115 0 0,-1-1 21 0 0,3 0 103 0 0,4 0 97 0 0,6 2 68 0 0,6 0 38 0 0,7 1-122 0 0,5 1 27 0 0,5 1 80 0 0,2-1-61 0 0,4 2-38 0 0,4-1 13 0 0,8 0 47 0 0,8 0 96 0 0,10 0-192 0 0,11 1 31 0 0,10-1-565 0 0,8 0-584 0 0,6 1-597 0 0,2-2-168 0 0,-1 0-274 0 0,-4-1-701 0 0,-14 0 1272 0 0</inkml:trace>
  <inkml:trace contextRef="#ctx0" brushRef="#br18" timeOffset="11219.682">6634 3201 4228 0 0,'0'0'0'0'0,"0"0"576"0"0,0 0 4500 0 0,0 0-4908 0 0,0 0 958 0 0,0 0-754 0 0,0 0 312 0 0,0 0 14 0 0,0 0-126 0 0,0 0-344 0 0,17-20-99 0 0,4-8-103 0 0,5-6-14 0 0,2-4-14 0 0,-1-1-86 0 0,-2-1 113 0 0,-1 0 18 0 0,-1 0-45 0 0,-1 1 72 0 0,0 0-87 0 0,1 2-62 0 0,-1 3-3 0 0,-1 5-3 0 0,-2 4-92 0 0,-2 5 67 0 0,-3 6-10 0 0,-4 6-26 0 0,-3 3-78 0 0,-3 5 15 0 0,-4 5 41 0 0,-3 5 186 0 0,-2 7-51 0 0,-2 7 34 0 0,-3 7 54 0 0,-1 6 4 0 0,-1 4-59 0 0,-3 3 77 0 0,1 1-76 0 0,-1 1 106 0 0,0 0-59 0 0,1-1 109 0 0,0-1-118 0 0,0-2 37 0 0,2-2-82 0 0,-1-2 86 0 0,0-2-100 0 0,1-3 21 0 0,-1-3-73 0 0,0-3 31 0 0,0-2-27 0 0,1-3 72 0 0,1-2-73 0 0,0-4 71 0 0,2-3-95 0 0,0-3 41 0 0,2-3-28 0 0,1-3 20 0 0,1-1 69 0 0,-1-2 55 0 0,1-1-43 0 0,-3-2 52 0 0,-3-1-42 0 0,-4-1 219 0 0,-2-2-31 0 0,0 0-59 0 0,0 0-117 0 0,2 0 57 0 0,3 0-107 0 0,4 1 17 0 0,3 1-69 0 0,2 0-17 0 0,2 1-37 0 0,1 1 137 0 0,2-1-43 0 0,4 1 122 0 0,3-2-11 0 0,3 0-42 0 0,5 0 55 0 0,4-1 65 0 0,5 0-134 0 0,8-2-30 0 0,8-1-145 0 0,9-1 65 0 0,7-1-255 0 0,8-2-678 0 0,3-1-1027 0 0,-2 0-1320 0 0,-4 2-3023 0 0,-14 3 6581 0 0</inkml:trace>
  <inkml:trace contextRef="#ctx0" brushRef="#br19" timeOffset="11488.811">6311 3673 4820 0 0,'0'0'0'0'0,"0"0"2149"0"0,0 0-1369 0 0,0 0 354 0 0,0 0 287 0 0,0 0-47 0 0,0 0-131 0 0,0 0-181 0 0,49-2 222 0 0,20-1-543 0 0,18-1-53 0 0,13 0-198 0 0,6-1-268 0 0,1 0-206 0 0,-3 0 20 0 0,-6 2-338 0 0,-7 0 25 0 0,-11 1-349 0 0,-11 1-51 0 0,-12 2-423 0 0,-12 1-1100 0 0,-12 2-2116 0 0,-11 1-564 0 0,-9 0 2103 0 0</inkml:trace>
  <inkml:trace contextRef="#ctx0" brushRef="#br20" timeOffset="12012.448">6779 3960 3068 0 0,'0'0'0'0'0,"0"0"1668"0"0,0 0-438 0 0,0 0-230 0 0,0 0 403 0 0,0 0-206 0 0,0 0-121 0 0,43-19-177 0 0,11-3-75 0 0,9-3 24 0 0,-1 1-98 0 0,-1 4-200 0 0,-7 6-67 0 0,-4 4-119 0 0,-7 7-127 0 0,-4 5-98 0 0,-6 8-56 0 0,-5 5 3 0 0,-6 7-24 0 0,-5 5-70 0 0,-7 6 4 0 0,-5 4-1 0 0,-8 5 1 0 0,-8 3 4 0 0,-9 3 4 0 0,-8 1 83 0 0,-8 0-107 0 0,-6 1 46 0 0,-6 0 31 0 0,-5-1-16 0 0,-6-1 133 0 0,-2-3 44 0 0,-3-3 55 0 0,-1-5 23 0 0,0-4-47 0 0,1-7-99 0 0,1-6-20 0 0,2-6-143 0 0,4-7-215 0 0,3-5-74 0 0,6-8 51 0 0,5-6 14 0 0,7-5-94 0 0,8-6 171 0 0,8-3-75 0 0,8-2 68 0 0,7 0-1 0 0,8 0-58 0 0,8 3 126 0 0,7 2 16 0 0,7 4-28 0 0,4 4 133 0 0,4 4 4 0 0,2 3 141 0 0,3 4 8 0 0,2 2 55 0 0,3 5-26 0 0,1 4 11 0 0,3 4 96 0 0,1 4-97 0 0,0 4-112 0 0,2 2-99 0 0,0 1 3 0 0,2 1-146 0 0,0-1-427 0 0,2-3-525 0 0,2-3-962 0 0,-2-3-2317 0 0,1-5-2212 0 0,-10-2 5431 0 0</inkml:trace>
  <inkml:trace contextRef="#ctx0" brushRef="#br21" timeOffset="13786.752">10125 3163 1812 0 0,'0'0'0'0'0,"0"0"3925"0"0,0 0 298 0 0,0 0-3353 0 0,0 0 627 0 0,0 0-628 0 0,0 0 94 0 0,0 0-374 0 0,7-17-334 0 0,4-8-238 0 0,3-8 28 0 0,2-3-40 0 0,2-2 3 0 0,0-1 4 0 0,-2 0-5 0 0,1 0 6 0 0,-3 3-16 0 0,0 1 5 0 0,-1 4-104 0 0,-1 4-74 0 0,-2 6-32 0 0,-3 5 12 0 0,-2 6-52 0 0,-3 4 206 0 0,0 7-136 0 0,-5 5-264 0 0,-1 6 438 0 0,-4 8-134 0 0,-2 8 151 0 0,-4 7-88 0 0,0 7 92 0 0,1 5-21 0 0,0 2 91 0 0,1 1 38 0 0,2 0-94 0 0,3-1 117 0 0,1-2 104 0 0,2-1-135 0 0,2-3 22 0 0,-1-1-25 0 0,-1-2-116 0 0,0-2 86 0 0,-2-4-102 0 0,-2-2 28 0 0,0-5-10 0 0,-1-4 89 0 0,1-4-26 0 0,-1-5 27 0 0,2-5-18 0 0,0-2 6 0 0,0-4-81 0 0,0-2 13 0 0,-3-2-298 0 0,-5-3 357 0 0,-6-2-298 0 0,-5-3 160 0 0,-3-2 72 0 0,-3 0-19 0 0,2 0 137 0 0,2 2 21 0 0,7 1-35 0 0,6 2-117 0 0,5 1 38 0 0,5 1-30 0 0,5 1-90 0 0,8-1-129 0 0,9-1 279 0 0,12 0-14 0 0,12-3-67 0 0,12 0-82 0 0,11-2 7 0 0,9 1-16 0 0,7-1 120 0 0,3 1-185 0 0,-1 3 32 0 0,-4 1-195 0 0,-6 2-96 0 0,-8 1-588 0 0,-11 2-800 0 0,-10 2-934 0 0,-12 2-2528 0 0,-11 0 3597 0 0</inkml:trace>
  <inkml:trace contextRef="#ctx0" brushRef="#br22" timeOffset="14040.339">9786 3814 952 0 0,'0'0'0'0'0,"0"0"5521"0"0,0 0-3907 0 0,0 0 225 0 0,0 0 265 0 0,41-3-727 0 0,18-2-28 0 0,16-2-420 0 0,13-2-188 0 0,9-1-257 0 0,6-1-362 0 0,3 0-88 0 0,3 0-230 0 0,-1 1-2 0 0,-3 2-95 0 0,-4 2-386 0 0,-8 1-246 0 0,-9 2-377 0 0,-11 1-691 0 0,-13 2-1102 0 0,-13 1-2456 0 0,-15 0 3071 0 0</inkml:trace>
  <inkml:trace contextRef="#ctx0" brushRef="#br23" timeOffset="14821.873">10395 4089 1472 0 0,'0'0'0'0'0,"0"0"1044"0"0,0 0-788 0 0,0 0-9 0 0,0 0-46 0 0,0 0 3449 0 0,0 0-2414 0 0,0 0-114 0 0,0 0-202 0 0,0 0-114 0 0,0 0 230 0 0,5 4-179 0 0,0 3-205 0 0,0 4-250 0 0,-1 5-85 0 0,-1 3-66 0 0,-3 4 58 0 0,-4 4-133 0 0,-4 2-77 0 0,-6 3-99 0 0,-3 0 26 0 0,-3 1 60 0 0,-2-1 39 0 0,-1-1 22 0 0,0-2-31 0 0,2-3-30 0 0,1-4 50 0 0,2-3-74 0 0,4-5 8 0 0,4-3-74 0 0,2-4 14 0 0,4-2-10 0 0,1-2-4 0 0,2-2-9 0 0,1 0 7 0 0,1-1-7 0 0,-1 0 1 0 0,1-1 10 0 0,-1 1-130 0 0,0 0 38 0 0,1 0 113 0 0,1 2-24 0 0,3 0 249 0 0,5 2-61 0 0,4 2 18 0 0,5 0 57 0 0,5 1 71 0 0,4-1 127 0 0,4 1-117 0 0,3-2-66 0 0,4 0-47 0 0,1-1-80 0 0,1 0-42 0 0,1 0-113 0 0,-1 0 26 0 0,-1-1-31 0 0,-1 1 4 0 0,-1-2-2 0 0,1 1-61 0 0,-1-2 22 0 0,2-1-14 0 0,-1-2-50 0 0,1-2 10 0 0,-2-4-34 0 0,0-3-82 0 0,-3-3 36 0 0,-3-4 1 0 0,-3-2 26 0 0,-4-3 3 0 0,-6-1 34 0 0,-3 0 63 0 0,-5 2 58 0 0,-5 4 46 0 0,-2 4 68 0 0,-3 4-26 0 0,-1 4 42 0 0,-1 4 32 0 0,-2 4-50 0 0,-4 6-52 0 0,-3 4-47 0 0,-4 6-6 0 0,-3 5 125 0 0,-2 6-24 0 0,-3 5 56 0 0,-1 3 18 0 0,0 4-114 0 0,0 2-11 0 0,1 2-58 0 0,2 2-85 0 0,1 1 10 0 0,2 0-150 0 0,2 0-242 0 0,3-2-332 0 0,3-1-260 0 0,4-4-899 0 0,2-5-1412 0 0,4-4-3187 0 0,2-9 3334 0 0</inkml:trace>
  <inkml:trace contextRef="#ctx0" brushRef="#br24" timeOffset="16450.884">13528 3239 536 0 0,'0'0'0'0'0,"0"0"1928"0"0,0 0-1516 0 0,0 0 3545 0 0,0 0-2603 0 0,0 0 144 0 0,0 0 27 0 0,0 0-357 0 0,0 0-83 0 0,0 0 5 0 0,0 0-166 0 0,17 2-254 0 0,3-1-141 0 0,4-1-63 0 0,0-3-67 0 0,-1-1-64 0 0,-1-4-120 0 0,-1-4-103 0 0,-1-3-103 0 0,-2-4 7 0 0,0-3-75 0 0,-3-5 20 0 0,-1-2-84 0 0,-2-4 8 0 0,0-1-7 0 0,0-2-72 0 0,0 0 29 0 0,1-1-68 0 0,2 1 35 0 0,2 2 11 0 0,1 2 70 0 0,0 3-22 0 0,-1 5 77 0 0,-3 4-66 0 0,-2 5 50 0 0,-4 5 10 0 0,-2 3 62 0 0,-4 4-2 0 0,0 2 53 0 0,-2 3-58 0 0,-1 4 5 0 0,-2 3-6 0 0,-1 6 17 0 0,-1 7-15 0 0,1 6 15 0 0,-1 7-14 0 0,1 7 23 0 0,1 5-25 0 0,0 4 26 0 0,-1 4 34 0 0,0 3 43 0 0,-2 2 135 0 0,-3 0-178 0 0,-1 0 20 0 0,-2-1 14 0 0,0-3-78 0 0,-1-3 4 0 0,2-5-4 0 0,1-4-22 0 0,3-6-32 0 0,0-5 55 0 0,3-6-84 0 0,1-5 86 0 0,0-6-17 0 0,0-4 10 0 0,2-5 1 0 0,-2-4-42 0 0,0-1-124 0 0,-5-4 66 0 0,-5-2-285 0 0,-8-5 217 0 0,-6-4-6 0 0,-8-4 0 0 0,-3-2 57 0 0,0-2 42 0 0,3 1 5 0 0,6 1 70 0 0,8 3-8 0 0,7 3 34 0 0,7 3-29 0 0,12 3 6 0 0,14 2 310 0 0,15 1-24 0 0,17-1-73 0 0,17 0-139 0 0,15-1-15 0 0,13 0-62 0 0,9-1 7 0 0,6-1-7 0 0,1 1-70 0 0,-2-1-115 0 0,-5 2-191 0 0,-8 1-120 0 0,-12 1-209 0 0,-13 2-542 0 0,-14 1-804 0 0,-15 2-847 0 0,-14 4-2657 0 0,-12-1 3410 0 0</inkml:trace>
  <inkml:trace contextRef="#ctx0" brushRef="#br25" timeOffset="18125.003">15257 3680 2704 0 0,'0'0'0'0'0,"0"0"7541"0"0,0 0-6684 0 0,0 0 814 0 0,0 0-1063 0 0,0 0 198 0 0,0 0 428 0 0,0 0-518 0 0,42 1-288 0 0,16 1-139 0 0,17 1-169 0 0,9 0-115 0 0,2 0-66 0 0,-3 0-47 0 0,-7-2-10 0 0,-9 1-224 0 0,-11-1-237 0 0,-11-1-194 0 0,-13-2-406 0 0,-12-1-788 0 0,-9-1-1366 0 0,-13-2-2729 0 0,-5 0 4098 0 0</inkml:trace>
  <inkml:trace contextRef="#ctx0" brushRef="#br26" timeOffset="18319.915">15463 3473 9233 0 0,'0'0'0'0'0,"0"0"2400"0"0,0 0-1353 0 0,0 0-239 0 0,0 0 167 0 0,14 21 317 0 0,5 8-381 0 0,3 10-285 0 0,-1 7-425 0 0,-2 4-164 0 0,-5 1-221 0 0,-2 1 74 0 0,-5-2-119 0 0,-1-2-192 0 0,-2-3-288 0 0,0-5-299 0 0,-1-4-924 0 0,-1-6-2264 0 0,0-4-1762 0 0,-2-8 3652 0 0</inkml:trace>
  <inkml:trace contextRef="#ctx0" brushRef="#br27" timeOffset="16742.473">13197 4039 5717 0 0,'0'0'0'0'0,"0"0"4208"0"0,0 0-3285 0 0,0 0 933 0 0,0 0-289 0 0,58-5-71 0 0,23-3-338 0 0,24-1-294 0 0,14-1-205 0 0,7 0-182 0 0,1 0-466 0 0,-3 1 50 0 0,-7 1-300 0 0,-9 0-49 0 0,-10 2-88 0 0,-13 2-230 0 0,-10 1-308 0 0,-13 1-603 0 0,-12 1-895 0 0,-12 1-1676 0 0,-9 1-826 0 0,-10 0 1470 0 0</inkml:trace>
  <inkml:trace contextRef="#ctx0" brushRef="#br28" timeOffset="17492.93">13987 4148 4528 0 0,'0'0'0'0'0,"0"0"4369"0"0,0 0-4024 0 0,0 0 697 0 0,0 0-450 0 0,0 0 324 0 0,0 0-64 0 0,0 0-369 0 0,0 0-413 0 0,0 0 52 0 0,-10 1-22 0 0,-3 2-13 0 0,-2 2 88 0 0,-1 3 127 0 0,0 1 71 0 0,0 3-22 0 0,0 3-27 0 0,1 3-36 0 0,1 3-36 0 0,3 2-50 0 0,2 3 34 0 0,3 3-11 0 0,2 1 31 0 0,5 0 20 0 0,7 1-51 0 0,6-1-71 0 0,7 0-23 0 0,6-2-57 0 0,6-2-74 0 0,5-1 11 0 0,2 0-10 0 0,3-2-57 0 0,1 0 53 0 0,-1-1-56 0 0,-1 1-16 0 0,-2 0 22 0 0,-4-1 61 0 0,-3 1-18 0 0,-5 0-51 0 0,-4-1 78 0 0,-4 0-21 0 0,-6-1 8 0 0,-4-2 9 0 0,-4-1 68 0 0,-6 0 41 0 0,-5-2-62 0 0,-8 1-56 0 0,-6 0 11 0 0,-7-1-10 0 0,-6 1 3 0 0,-6-1 46 0 0,-3-1-8 0 0,-4-2 1 0 0,0-2 6 0 0,0-2-53 0 0,3-3 104 0 0,6-2-130 0 0,4-3-58 0 0,7-3-19 0 0,4-4 66 0 0,5-3-63 0 0,4-4-128 0 0,4-4 126 0 0,4-5-4 0 0,2-3 102 0 0,7-4-97 0 0,6-4-20 0 0,7-4 47 0 0,6-4 78 0 0,5-3-22 0 0,5-4 14 0 0,3-3-10 0 0,3-4 18 0 0,0-1-2 0 0,-1-2-3 0 0,-1 0 2 0 0,-4 2-104 0 0,-3 3-27 0 0,-6 4 12 0 0,-6 6 2 0 0,-5 7 73 0 0,-5 8 36 0 0,-4 9-5 0 0,-3 6-146 0 0,-5 6-91 0 0,-9 7-175 0 0,-8 4-287 0 0,-11 6-149 0 0,-9 5-541 0 0,-7 4-1468 0 0,-6 4-2461 0 0,8-1 1409 0 0</inkml:trace>
  <inkml:trace contextRef="#ctx0" brushRef="#br29" timeOffset="15408.09">12056 3478 3556 0 0,'0'0'0'0'0,"0"0"3297"0"0,0 0-1653 0 0,0 0-298 0 0,0 0-133 0 0,0 0 223 0 0,0 0-238 0 0,0 0-320 0 0,0 0-255 0 0,0 0-13 0 0,0 0-48 0 0,45 8-143 0 0,13 0-183 0 0,11-1-246 0 0,4 0 24 0 0,-4-4-310 0 0,-4-2 1 0 0,-9-3-173 0 0,-7-3-269 0 0,-8-3-384 0 0,-7-2-400 0 0,-8-1-1097 0 0,-5-3-2699 0 0,-7 1 667 0 0</inkml:trace>
  <inkml:trace contextRef="#ctx0" brushRef="#br30" timeOffset="15582.643">12334 3282 2584 0 0,'0'0'0'0'0,"0"0"7341"0"0,0 0-7001 0 0,0 0 1216 0 0,0 0-687 0 0,0 0 511 0 0,-6 18-51 0 0,-2 6-391 0 0,-1 8-357 0 0,1 4-215 0 0,1 2-152 0 0,1 2-50 0 0,1 1-181 0 0,1 0-33 0 0,2 1-162 0 0,1-2-427 0 0,0-2-531 0 0,2-1-625 0 0,2-5-1358 0 0,4-2-2839 0 0,0-8 1469 0 0</inkml:trace>
  <inkml:trace contextRef="#ctx0" brushRef="#br31" timeOffset="12534.859">8367 3336 1200 0 0,'0'0'0'0'0,"0"0"9525"0"0,0 0-9418 0 0,0 0 2028 0 0,0 0-1829 0 0,0 0 5 0 0,44 1-56 0 0,10 0-297 0 0,10 1 26 0 0,0-1-252 0 0,-1-1-476 0 0,-4-2-393 0 0,-6-2-495 0 0,-5-3-649 0 0,-7-1-607 0 0,-5-2-1832 0 0,-11 2 5302 0 0</inkml:trace>
  <inkml:trace contextRef="#ctx0" brushRef="#br32" timeOffset="12724.164">8512 3174 1004 0 0,'0'0'0'0'0,"0"0"9137"0"0,0 0-8751 0 0,0 0 1609 0 0,0 0-1210 0 0,0 0 568 0 0,-1 19-16 0 0,0 9-184 0 0,2 9-525 0 0,1 7-220 0 0,2 5-222 0 0,0 4-180 0 0,2 3-179 0 0,0 0-148 0 0,2-1-351 0 0,2-3-390 0 0,1-4-651 0 0,1-6-1147 0 0,0-4-2732 0 0,-2-11-569 0 0</inkml:trace>
  <inkml:trace contextRef="#ctx0" brushRef="#br33" timeOffset="10032.208">5328 3189 4608 0 0,'0'0'0'0'0,"0"0"3085"0"0,0 0-2115 0 0,0 0 385 0 0,0 0-375 0 0,0 0-72 0 0,0 0-342 0 0,0 0-370 0 0,0 0-241 0 0,0 0-15 0 0,24 0 64 0 0,7 0-29 0 0,7 0-123 0 0,2-1-362 0 0,-1-1-227 0 0,-3-2 54 0 0,-5-3-710 0 0,-5 0-1494 0 0,-7-3-2800 0 0,-66 13 5943 0 0,-9 1-850 0 0</inkml:trace>
  <inkml:trace contextRef="#ctx0" brushRef="#br34" timeOffset="10267.682">5561 2964 536 0 0,'0'0'0'0'0,"0"0"8793"0"0,0 0-8494 0 0,0 0 1399 0 0,0 0-938 0 0,0 0 158 0 0,0 0 317 0 0,-4 20-432 0 0,-3 7-390 0 0,-1 8-189 0 0,-2 4-54 0 0,-1 3 21 0 0,-1 3-110 0 0,-2 0-85 0 0,-1 0-166 0 0,1 0-57 0 0,0-3-70 0 0,3-3-128 0 0,3-3-359 0 0,2-4-399 0 0,2-5-1231 0 0,1-5-2452 0 0,2-5-1131 0 0</inkml:trace>
  <inkml:trace contextRef="#ctx0" brushRef="#br35" timeOffset="20744.691">16914 4547 2796 0 0,'0'0'0'0'0,"0"0"7989"0"0,0 0-6996 0 0,0 0 491 0 0,0 0-881 0 0,0 0 97 0 0,0 0-84 0 0,0 0 178 0 0,0 0-520 0 0,11-18-476 0 0,4-6 47 0 0,1-8-44 0 0,1-2 39 0 0,-1-1 119 0 0,-1 1 17 0 0,-1 3-111 0 0,-2 4 7 0 0,0 4-110 0 0,-4 4 57 0 0,-2 6 60 0 0,-1 4 131 0 0,-3 5 66 0 0,-1 4-104 0 0,-5 4 52 0 0,-3 6 108 0 0,-5 5-80 0 0,-4 6-58 0 0,-2 6 4 0 0,-3 5-54 0 0,-2 3 57 0 0,0 3-20 0 0,2 2 17 0 0,2 0 1 0 0,2 0 56 0 0,4 0-61 0 0,3-1 160 0 0,3-2 52 0 0,1-1-64 0 0,1-3-40 0 0,0-1-6 0 0,-2-2-38 0 0,-1-2-3 0 0,-1-2 40 0 0,-3-3 15 0 0,-1-2-58 0 0,-2-4-40 0 0,1-2 8 0 0,-2-3-22 0 0,2-3-140 0 0,3-2 20 0 0,1-2 73 0 0,3-2-9 0 0,2-1 3 0 0,2-1 64 0 0,1-1-8 0 0,2-1 113 0 0,0 1 17 0 0,-1 0-16 0 0,0-1 16 0 0,-2 0-8 0 0,-1-1 39 0 0,-3 0 7 0 0,1-1-23 0 0,-1 0-37 0 0,1 0-42 0 0,2 1-71 0 0,2 0 2 0 0,0 1-64 0 0,4 0 32 0 0,3 0 39 0 0,4 1 90 0 0,3 0-73 0 0,3 1-22 0 0,0-1 8 0 0,0 2 48 0 0,1-1 278 0 0,3 0 208 0 0,5 1-468 0 0,4 0-42 0 0,5-1-338 0 0,2 0-177 0 0,4 0 3 0 0,2-1-193 0 0,1-2-385 0 0,-1-2-708 0 0,-2-2-1236 0 0,-2-3-3484 0 0,-8 0 3158 0 0</inkml:trace>
  <inkml:trace contextRef="#ctx0" brushRef="#br36" timeOffset="21141.091">17684 4225 9925 0 0,'0'0'0'0'0,"0"0"2484"0"0,0 0-2198 0 0,0 0 656 0 0,0 0-84 0 0,0 0 86 0 0,-32 18-276 0 0,-9 8-247 0 0,-9 7-168 0 0,-3 5-68 0 0,0 3-131 0 0,5 3-46 0 0,3 2 2 0 0,8 1 4 0 0,5 1-18 0 0,9 1-41 0 0,8-2-16 0 0,7-1 19 0 0,8-2 38 0 0,10-4-62 0 0,7-5 12 0 0,6-4-98 0 0,3-5 16 0 0,2-5 31 0 0,1-6 15 0 0,0-5 26 0 0,-2-3-78 0 0,1-6 174 0 0,0-3 30 0 0,1-7-86 0 0,1-5-85 0 0,0-6-164 0 0,0-5-170 0 0,-3-4 102 0 0,-4-2 115 0 0,-5 0 242 0 0,-7 2 313 0 0,-4 3-52 0 0,-6 6 105 0 0,-7 5-14 0 0,-9 6-220 0 0,-9 7-146 0 0,-8 6-74 0 0,-8 5 101 0 0,-5 8-44 0 0,-4 4-87 0 0,1 5-144 0 0,4 3-40 0 0,7 2 38 0 0,10-1-288 0 0,10 0-734 0 0,12-4-1808 0 0,18-3-3133 0 0,4-6 2162 0 0</inkml:trace>
  <inkml:trace contextRef="#ctx0" brushRef="#br37" timeOffset="19731.472">16955 3342 5581 0 0,'0'0'0'0'0,"0"0"4664"0"0,0 0-4359 0 0,0 0 191 0 0,0 0-256 0 0,28-21-127 0 0,11-8 370 0 0,9-8-189 0 0,3-3-136 0 0,0-1-63 0 0,-4 0 113 0 0,-5 3 78 0 0,-5 3 125 0 0,-7 5-10 0 0,-5 5-15 0 0,-7 6-120 0 0,-5 6-28 0 0,-5 5-48 0 0,-4 4-94 0 0,-2 4-99 0 0,-2 5-26 0 0,-6 5-14 0 0,-5 7 38 0 0,-5 7-3 0 0,-6 8-124 0 0,-6 7-22 0 0,-4 7 129 0 0,-5 6-134 0 0,-2 3 179 0 0,0 2-154 0 0,1 1 86 0 0,3-1 54 0 0,4-2 276 0 0,6-5-39 0 0,6-4-56 0 0,5-7-36 0 0,5-6-78 0 0,1-7 1 0 0,3-5 6 0 0,0-5 50 0 0,1-5 94 0 0,-1-4 0 0 0,2-3-15 0 0,0-2-32 0 0,0-1 33 0 0,0-1-13 0 0,1-1-2 0 0,1 0-96 0 0,0-1-29 0 0,2-2-73 0 0,2-2 0 0 0,3-3-227 0 0,4-2 206 0 0,8-1 16 0 0,7-3 66 0 0,8 0-8 0 0,8 1-60 0 0,6 1 34 0 0,4 1 18 0 0,5 2-53 0 0,1 2-272 0 0,2 1-194 0 0,3 1-179 0 0,1 2-337 0 0,1 0-796 0 0,-3 1-1464 0 0,-3 1-2852 0 0,-13 0 3100 0 0</inkml:trace>
  <inkml:trace contextRef="#ctx0" brushRef="#br38" timeOffset="19966.435">16596 3946 10725 0 0,'0'0'0'0'0,"0"0"1800"0"0,0 0-1460 0 0,0 0 402 0 0,54-7 268 0 0,25-3 250 0 0,23-3-370 0 0,16-2-425 0 0,8-1-294 0 0,4 1-137 0 0,2-1-168 0 0,-3 1-171 0 0,-5 1-229 0 0,-10 1-74 0 0,-11 2-269 0 0,-13 3-701 0 0,-17 2-1642 0 0,-15 2-3504 0 0,-18 2 3668 0 0</inkml:trace>
  <inkml:trace contextRef="#ctx0" brushRef="#br39" timeOffset="22363.933">19228 3688 10905 0 0,'0'0'0'0'0,"0"0"2132"0"0,0 0-4013 0 0,0 0 1034 0 0,0 0-261 0 0,0 0-600 0 0,0 0-3023 0 0,0 0 2156 0 0</inkml:trace>
  <inkml:trace contextRef="#ctx0" brushRef="#br40" timeOffset="22506.561">19765 3638 8857 0 0,'0'0'0'0'0,"0"0"4708"0"0,0 0-4218 0 0,0 0 285 0 0,0 0-503 0 0,0 0-393 0 0,0 0-807 0 0,0 0-1714 0 0,0 0-3455 0 0,0 0 775 0 0</inkml:trace>
  <inkml:trace contextRef="#ctx0" brushRef="#br41" timeOffset="22632.948">20063 3638 6281 0 0,'0'0'0'0'0,"0"0"7836"0"0,0 0-7023 0 0,0 0 1031 0 0,0 0-822 0 0,0 0-94 0 0,0 0-294 0 0,0 0-1626 0 0,0 0-1079 0 0,0 0-4287 0 0,0 0-4351 0 0</inkml:trace>
  <inkml:trace contextRef="#ctx0" brushRef="#br42" timeOffset="21776.521">18418 3573 3708 0 0,'0'0'0'0'0,"0"0"6129"0"0,0 0-5601 0 0,0 0 695 0 0,0 0-841 0 0,0 0 46 0 0,0 0-102 0 0,0 0-182 0 0,45 0-68 0 0,6 0-69 0 0,4-1-99 0 0,-5-2-369 0 0,-7-1-357 0 0,-9-3-289 0 0,-10-1-451 0 0,-9-2-673 0 0,-6-2-884 0 0,-5 2-560 0 0</inkml:trace>
  <inkml:trace contextRef="#ctx0" brushRef="#br43" timeOffset="21992.173">18454 3404 3968 0 0,'0'0'0'0'0,"0"0"4241"0"0,0 0-3137 0 0,0 0 579 0 0,0 0-204 0 0,0 0 135 0 0,0 0-158 0 0,0 0-313 0 0,23 21-311 0 0,2 8-354 0 0,3 7-237 0 0,-4 3-236 0 0,-6 3 5 0 0,-6-1-292 0 0,-4 0-190 0 0,-5-3-266 0 0,0-3-226 0 0,1-4-525 0 0,2-3-808 0 0,1-5-673 0 0,2-3-2058 0 0,0-6 1100 0 0</inkml:trace>
  <inkml:trace contextRef="#ctx0" brushRef="#br44" timeOffset="178857.636">2364 2516 796 0 0,'0'0'0'0'0,"0"0"4592"0"0,0 0-4792 0 0,0 0 1742 0 0,0 0-31 0 0,0 0-1134 0 0,0 0 428 0 0,0 0-212 0 0,0 0 52 0 0,0 0 86 0 0,-6 3-12 0 0,-1 1-21 0 0,1-1-64 0 0,0-1-21 0 0,2 0-116 0 0,2-1-33 0 0,0-1-46 0 0,1 0-70 0 0,-1 0-121 0 0,-3-1-116 0 0,-3 0-2 0 0,-2 0-116 0 0,-4 0 81 0 0,-3-1-90 0 0,-5 0-50 0 0,-4 1 78 0 0,-7-1-39 0 0,-8 0-44 0 0,-10 0 76 0 0,-9-1-68 0 0,-11 0 77 0 0,-9 0-36 0 0,-7 0 12 0 0,-5 0 12 0 0,-1 1-13 0 0,3 1-56 0 0,5 1 81 0 0,8 3-214 0 0,8 2 249 0 0,8 2-192 0 0,8 4 59 0 0,9 3 26 0 0,6 1 49 0 0,5 0-7 0 0,7 2 7 0 0,5-3-50 0 0,6-1 61 0 0,3-3-95 0 0,5-3 27 0 0,4-2-24 0 0,1-2 4 0 0,2-2-2 0 0,0 0 0 0 0,1-1-14 0 0,0-1 0 0 0,0 1 31 0 0,-1 0 70 0 0,0 0-9 0 0,1 0 8 0 0,0 1 7 0 0,3-1 12 0 0,1 2 109 0 0,4 0-104 0 0,4 0-15 0 0,4 2 98 0 0,6 1-119 0 0,3 1 24 0 0,3 1-68 0 0,3 2 0 0 0,3 0 66 0 0,3 1-17 0 0,5 0 78 0 0,6 1-75 0 0,6 0 26 0 0,8 0-22 0 0,8 0-38 0 0,8 0 43 0 0,8 2-6 0 0,5 1-73 0 0,3 2 8 0 0,-1 1-34 0 0,-6 3 109 0 0,-7 1-108 0 0,-11 2 35 0 0,-12 1-70 0 0,-15 1 49 0 0,-13 1-78 0 0,-14 2 138 0 0,-13 0 10 0 0,-13 2-78 0 0,-15 2 16 0 0,-12 2-86 0 0,-12 1-36 0 0,-10 2 10 0 0,-10 2-33 0 0,-8 0 147 0 0,-7 2 74 0 0,-5 1-14 0 0,-3 2 120 0 0,-1 1 3 0 0,-1 1 33 0 0,3 2 39 0 0,3-1 25 0 0,6 0-4 0 0,8 0-37 0 0,8-2 22 0 0,9-1-98 0 0,9-2-16 0 0,9-2-65 0 0,10-3 12 0 0,7-1-9 0 0,7-3-9 0 0,6-2-68 0 0,5-1 89 0 0,4-2 17 0 0,7-3 85 0 0,5-3 93 0 0,8-4-89 0 0,6-4 50 0 0,8-2-102 0 0,6-3-62 0 0,9-2 59 0 0,5-3-86 0 0,7-1-271 0 0,2-2-339 0 0,1-1-26 0 0,-2 0-456 0 0,-3 0-513 0 0,-7-2-602 0 0,-8 0-2110 0 0,-7-2-76 0 0,-11 0 5221 0 0</inkml:trace>
  <inkml:trace contextRef="#ctx0" brushRef="#br45" timeOffset="182147.291">4985 1744 2736 0 0,'0'0'0'0'0,"0"0"1144"0"0,0 0-905 0 0,0 0 221 0 0,0 0-343 0 0,0 0 274 0 0,0 0 891 0 0,0 0-134 0 0,0 0-298 0 0,-42-9-386 0 0,-4 0-64 0 0,-5-1 166 0 0,5 1-45 0 0,7 1-61 0 0,8 2 46 0 0,6 1-22 0 0,3 0-70 0 0,4 2-222 0 0,1-1-16 0 0,-1 0-190 0 0,-1 1-17 0 0,-3 0-116 0 0,-1 1 92 0 0,-5-1 54 0 0,-5 1-11 0 0,-5 0 11 0 0,-8-1 76 0 0,-5 1-92 0 0,-7-2 134 0 0,-4 0 2 0 0,-7-1-30 0 0,-3 0 7 0 0,-5 0-54 0 0,-3-1-43 0 0,-6 1-33 0 0,-5 1-15 0 0,-3-1 14 0 0,-5 1-16 0 0,-1 1 41 0 0,-1 1 8 0 0,2 0 64 0 0,1 1-71 0 0,4 1 6 0 0,4 0 3 0 0,1 1-61 0 0,4 1 22 0 0,-1 1 27 0 0,0 1 0 0 0,-1 1 8 0 0,-1 1-6 0 0,1 0-76 0 0,4 0 110 0 0,3-1 24 0 0,7 1-56 0 0,6-2 14 0 0,6 0-5 0 0,7-1-62 0 0,4 1-38 0 0,5-1 44 0 0,3 0-41 0 0,4 0 44 0 0,5 0 57 0 0,3 0-15 0 0,5 0 10 0 0,4-1 0 0 0,2 1 0 0 0,4-1 0 0 0,1 0 9 0 0,4-1 3 0 0,2 0-15 0 0,2 1-4 0 0,2-1-65 0 0,1 0 17 0 0,0 1-9 0 0,1 1-14 0 0,-1 1 79 0 0,-2 1-103 0 0,-2 4 52 0 0,-3 1 58 0 0,-4 1-33 0 0,-4 2 15 0 0,-4 1 7 0 0,-4 1 3 0 0,-3-1 60 0 0,-3 0-64 0 0,-4 1 23 0 0,0 0-7 0 0,-2 0 0 0 0,-1 1-5 0 0,-1-1-7 0 0,0 2-4 0 0,-1 0 6 0 0,0 1 86 0 0,0 1-25 0 0,0 2-62 0 0,0 1 143 0 0,0 2-106 0 0,0 2 49 0 0,0 3 66 0 0,1 2-71 0 0,0 4-92 0 0,-1 2 32 0 0,1 4-19 0 0,-1 1-4 0 0,0 2 2 0 0,0 2 120 0 0,2 0-34 0 0,0 2 13 0 0,3 2-14 0 0,2 2 23 0 0,4 3-26 0 0,1 4-35 0 0,4 4 38 0 0,0 3-98 0 0,3 3 38 0 0,-1 2 26 0 0,0 0-52 0 0,-3 0 140 0 0,0-2-102 0 0,-1-1 123 0 0,-2-2-108 0 0,1-1-55 0 0,0 1 14 0 0,2 1-21 0 0,3 3-138 0 0,2 5 100 0 0,5 4-112 0 0,4 6 1 0 0,4 5 96 0 0,5 6-13 0 0,5 4 74 0 0,6 4-12 0 0,5 3-43 0 0,4 1 57 0 0,3-1-5 0 0,3 0-2 0 0,1-2-16 0 0,1-3-61 0 0,1-3 105 0 0,1-4-35 0 0,2-6 55 0 0,3-6-49 0 0,4-6 12 0 0,3-7 89 0 0,5-7-32 0 0,6-6 14 0 0,4-5 196 0 0,6-6-107 0 0,5-4 94 0 0,7-3-102 0 0,5-1-26 0 0,9-2 80 0 0,8-2-95 0 0,10 0 109 0 0,9-2-173 0 0,10-2-41 0 0,9-1 2 0 0,6-2-13 0 0,6-2-88 0 0,3-2 104 0 0,1-3-36 0 0,-1-2-104 0 0,-1-3 154 0 0,-1-2-42 0 0,-1-4 61 0 0,-1-2-54 0 0,2-2 24 0 0,1-3 67 0 0,2-1-109 0 0,1-1 171 0 0,2 0 18 0 0,-2 0-74 0 0,-1 0 152 0 0,-2 2-195 0 0,-2 0 121 0 0,-2 3-197 0 0,-1 1 49 0 0,0 1-31 0 0,4 2 12 0 0,2 1-5 0 0,8 1 12 0 0,6-1-13 0 0,7 1 9 0 0,6-3 30 0 0,6-1-46 0 0,5-1 15 0 0,2-2 98 0 0,4-2-30 0 0,1-1 104 0 0,2-1 58 0 0,3-2 102 0 0,3 0 39 0 0,3-2-84 0 0,2-2-127 0 0,4 0 1 0 0,3 0-69 0 0,4-2 53 0 0,2 1-62 0 0,5-1-1 0 0,3 0 121 0 0,4 0-112 0 0,4 0-22 0 0,6 0 21 0 0,3 0-107 0 0,4 1 137 0 0,2 0-156 0 0,2 0 47 0 0,1-1-16 0 0,-1 0-5 0 0,-2-2-8 0 0,-3-1 17 0 0,-4-2-104 0 0,-6-1 67 0 0,-7-3 36 0 0,-8 0 59 0 0,-10-1-78 0 0,-7 0 165 0 0,-7 1-184 0 0,-6 2 59 0 0,-7 2-25 0 0,-4 1 2 0 0,-5 1-11 0 0,-3 2-6 0 0,-4 0-50 0 0,-3 0 0 0 0,-2-1 66 0 0,0-2-18 0 0,2-2-51 0 0,2-2-43 0 0,4-2 41 0 0,3-2-8 0 0,0-2 6 0 0,0 0 66 0 0,-3 1 0 0 0,-5 3 51 0 0,-7 2 13 0 0,-5 3 107 0 0,-5 3-195 0 0,-4 4 44 0 0,-3 2-9 0 0,-2 1-61 0 0,-2 1-30 0 0,-6-1 52 0 0,-2 1-19 0 0,-5-2 48 0 0,-2 0-115 0 0,-3-2 64 0 0,-2-1-65 0 0,-2-1-115 0 0,-2-1-169 0 0,-4-1-69 0 0,-3 0-147 0 0,-6 1-178 0 0,-3 2-294 0 0,-4 1-402 0 0,-3 2-216 0 0,1 3-415 0 0,16 6-4152 0 0,-16 1 4348 0 0</inkml:trace>
  <inkml:trace contextRef="#ctx0" brushRef="#br46" timeOffset="183730.875">4525 1584 1528 0 0,'0'0'0'0'0,"0"0"600"0"0,0 0 150 0 0,0 0-450 0 0,0 0-16 0 0,0 0 28 0 0,0 0-29 0 0,0 0 4 0 0,0 0 15 0 0,0 0 24 0 0,0 0 102 0 0,-10-4 33 0 0,-1 0-165 0 0,-1 0-24 0 0,2 1-75 0 0,1 1 38 0 0,3 0 149 0 0,1 1-240 0 0,1 1 500 0 0,3 0-480 0 0,0 0-162 0 0,0 0-50 0 0,1 0-93 0 0,1-1 176 0 0,0 0 109 0 0,2 0 50 0 0,2-1-15 0 0,2 0-87 0 0,2 0 27 0 0,2 1 73 0 0,2-1 83 0 0,-1 1 103 0 0,1 1-80 0 0,2 0-72 0 0,2 1 7 0 0,4 2 50 0 0,6 3 83 0 0,6 3 86 0 0,8 3 55 0 0,9 2-271 0 0,8 4-7 0 0,12 2-147 0 0,10 3 147 0 0,11 2-129 0 0,11 1-97 0 0,10 1 271 0 0,11 0-182 0 0,7-1-93 0 0,6-1 199 0 0,5-2-98 0 0,5 0 46 0 0,3-2-8 0 0,5-1-58 0 0,5-2 35 0 0,5 0-46 0 0,5-2-68 0 0,7-2 23 0 0,5-1 48 0 0,8-2-77 0 0,6-2 53 0 0,6-1 3 0 0,8-2 73 0 0,6-1-23 0 0,7-1-31 0 0,5-1-16 0 0,3-1-44 0 0,0 1 55 0 0,-1 1-66 0 0,-5 0 61 0 0,-4 0-13 0 0,-7 2 121 0 0,-5 0-135 0 0,-8 1-20 0 0,-5 1 186 0 0,-2 0-93 0 0,-1 1-22 0 0,2 0-11 0 0,2 1-81 0 0,4 1 19 0 0,3-1-15 0 0,4 1-56 0 0,1-1 77 0 0,1 2-16 0 0,-1-1-4 0 0,-1-1 9 0 0,-2 0-7 0 0,-3-1-3 0 0,-4-2 5 0 0,-6-1 8 0 0,-6-2 44 0 0,-6-2-68 0 0,-6 0 33 0 0,-5-2-16 0 0,-6 0-2 0 0,-3-1-56 0 0,-4-2 68 0 0,-1 0-136 0 0,-3-1 138 0 0,-2 0-34 0 0,-2 0 20 0 0,-3 0 78 0 0,-3 1-87 0 0,0 1 152 0 0,-2 0-77 0 0,1 1 8 0 0,0 0-14 0 0,2 0-68 0 0,0-1 4 0 0,3 0-52 0 0,0-1 66 0 0,1 0-31 0 0,-1 0-32 0 0,-2 1 53 0 0,-5 0-4 0 0,-3 1 7 0 0,-6 1 0 0 0,-3-1 113 0 0,-4 1-148 0 0,-4 0 48 0 0,-1 0-76 0 0,-1 1 63 0 0,3-1-17 0 0,4-1-60 0 0,5-1 5 0 0,4-1-19 0 0,5-2-26 0 0,2-1 48 0 0,-1 0 59 0 0,-3-1-11 0 0,-8 1 19 0 0,-7 0 2 0 0,-9 0-4 0 0,-9 1-13 0 0,-6 0-159 0 0,-6 0 72 0 0,-3 0-26 0 0,1 0-268 0 0,1 0-142 0 0,1-1-470 0 0,-1 0-274 0 0,-6-1-613 0 0,-8 2-1456 0 0,-12 0-1973 0 0,-17 2 4976 0 0</inkml:trace>
  <inkml:trace contextRef="#ctx0" brushRef="#br47" timeOffset="184781.879">8436 6290 4104 0 0,'0'0'0'0'0,"0"0"3073"0"0,0 0-1737 0 0,0 0-372 0 0,0 0-224 0 0,0 0-93 0 0,0 0-115 0 0,43 15-114 0 0,11 2-36 0 0,9 2-122 0 0,3-1-50 0 0,-3-1-125 0 0,-3-3-26 0 0,-3-3-41 0 0,-4-2 73 0 0,-1-2-25 0 0,-3-2 38 0 0,-3-2-124 0 0,-4 0 27 0 0,-5-2-242 0 0,-6-1-54 0 0,-5 0-301 0 0,-6-1-146 0 0,-5 0 98 0 0,-4-1-254 0 0,-3-1-617 0 0,-3-1-930 0 0,-2 1-429 0 0,-2 0-18 0 0</inkml:trace>
  <inkml:trace contextRef="#ctx0" brushRef="#br48" timeOffset="185034.249">8916 6120 1552 0 0,'0'0'0'0'0,"0"0"7805"0"0,0 0-7118 0 0,0 0 1217 0 0,0 0-1376 0 0,0 0 310 0 0,0 0 341 0 0,0 0-247 0 0,0 0-336 0 0,0 0-312 0 0,46 4-270 0 0,10 1 32 0 0,9 2-46 0 0,2 0-74 0 0,-3 0 6 0 0,-5 0-230 0 0,-3-1-208 0 0,-4-1-91 0 0,-3-1-154 0 0,-1 0-217 0 0,-1-1-257 0 0,0-1-391 0 0,0 1-258 0 0,-2 0-399 0 0,-2 0-178 0 0,-3 2-554 0 0,-8 0 2716 0 0</inkml:trace>
  <inkml:trace contextRef="#ctx0" brushRef="#br49" timeOffset="185876.775">10141 6161 2844 0 0,'0'0'0'0'0,"0"0"1800"0"0,0 0-279 0 0,0 0-603 0 0,0 0-26 0 0,0 0 84 0 0,0 0 120 0 0,0 0-113 0 0,0 0-125 0 0,0 0-110 0 0,0 0 13 0 0,11-4-259 0 0,3-2 64 0 0,8-1-122 0 0,3 0-55 0 0,5-1-88 0 0,4 1-90 0 0,1 0-54 0 0,1 1 1 0 0,-1 2 0 0 0,0 1-41 0 0,-2 2-15 0 0,-2 0 30 0 0,0 2-40 0 0,-3 2-35 0 0,-2 2-60 0 0,-2 3 13 0 0,-3 3-169 0 0,-2 3 55 0 0,-5 4 40 0 0,-5 3 53 0 0,-3 2-100 0 0,-3 4 35 0 0,-7 3 12 0 0,-6 2 72 0 0,-8 3 74 0 0,-7 3-53 0 0,-7 0 85 0 0,-7 2-8 0 0,-8 2 92 0 0,-8-1-125 0 0,-7 1-61 0 0,-8-1 117 0 0,-7-2-99 0 0,-3-2-31 0 0,-1-4-93 0 0,3-5 21 0 0,8-6-85 0 0,9-5 1 0 0,12-5 0 0 0,11-4-27 0 0,12-5-35 0 0,10-2-61 0 0,7-3 103 0 0,7-4 109 0 0,9-4 46 0 0,8-2-47 0 0,11-4 84 0 0,10 0-10 0 0,12-1 47 0 0,13 2 172 0 0,13 3 183 0 0,15 3-124 0 0,14 4-17 0 0,16 4-10 0 0,15 4-75 0 0,13 3 245 0 0,10 2 504 0 0,6 1-1112 0 0,-3-2 315 0 0,-7-1-803 0 0,-16-2-266 0 0,-19-5-1349 0 0,-23-3-2526 0 0,-19-6-3041 0 0,-24 0 6995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1:06.74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67950.625"/>
      <inkml:brushProperty name="anchorY" value="-357012.96875"/>
      <inkml:brushProperty name="scaleFactor" value="0.5"/>
    </inkml:brush>
  </inkml:definitions>
  <inkml:trace contextRef="#ctx0" brushRef="#br0">953 1 3068 0 0,'0'0'0'0'0,"0"0"3529"0"0,0 0-3147 0 0,0 0 4 0 0,-54 17-269 0 0,-17 7-106 0 0,-14 5 185 0 0,-5 3-252 0 0,4 0-38 0 0,8-2-128 0 0,9-2 143 0 0,9-3 20 0 0,9-2-260 0 0,6-2 401 0 0,3-2 143 0 0,4-2-288 0 0,2 0 98 0 0,-1 0-2204 0 0,0 0-2358 0 0,-3 1 5127 0 0,7-4-1628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1:06.87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65728.21875"/>
      <inkml:brushProperty name="anchorY" value="-356123.0625"/>
      <inkml:brushProperty name="scaleFactor" value="0.5"/>
    </inkml:brush>
  </inkml:definitions>
  <inkml:trace contextRef="#ctx0" brushRef="#br0">313 0 1304 0 0,'0'0'0'0'0,"0"0"12"0"0,0 0 8924 0 0,0 0-8790 0 0,0 0 2213 0 0,0 0-1299 0 0,0 0-118 0 0,-39 13 170 0 0,-7 3-174 0 0,-3 0-361 0 0,4-1-346 0 0,8-3-206 0 0,9-2-219 0 0,8-4-304 0 0,5 0-340 0 0,4-1-847 0 0,3-1-2793 0 0,0 1-5607 0 0,2-1 11694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0:47.90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34341.8125"/>
      <inkml:brushProperty name="anchorY" value="-351756.4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33055.71875"/>
      <inkml:brushProperty name="anchorY" value="-350432.90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45350.5625"/>
      <inkml:brushProperty name="anchorY" value="-351308.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43268.34375"/>
      <inkml:brushProperty name="anchorY" value="-350865.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41564.53125"/>
      <inkml:brushProperty name="anchorY" value="-357791.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39914.65625"/>
      <inkml:brushProperty name="anchorY" value="-357082.875"/>
      <inkml:brushProperty name="scaleFactor" value="0.5"/>
    </inkml:brush>
    <inkml:context xml:id="ctx1">
      <inkml:inkSource xml:id="inkSrc6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3:10:55.625"/>
    </inkml:context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41294.625"/>
      <inkml:brushProperty name="anchorY" value="-358756.09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55463.75"/>
      <inkml:brushProperty name="anchorY" value="-356951.21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65154.0625"/>
      <inkml:brushProperty name="anchorY" value="-354019.78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66538.9375"/>
      <inkml:brushProperty name="anchorY" value="-355813.0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65216.21875"/>
      <inkml:brushProperty name="anchorY" value="-354548.40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466577"/>
      <inkml:brushProperty name="anchorY" value="-355779.90625"/>
      <inkml:brushProperty name="scaleFactor" value="0.5"/>
    </inkml:brush>
  </inkml:definitions>
  <inkml:trace contextRef="#ctx0" brushRef="#br0">583 8140 260 0 0,'0'0'0'0'0,"0"0"980"0"0,0 0-504 0 0,0 0-10 0 0,0 0-88 0 0,0 0 349 0 0,0 0-740 0 0,0 0 189 0 0,0 0-110 0 0,0 0 278 0 0,-3-9-51 0 0,0-1-203 0 0,-1 0 104 0 0,2 2 51 0 0,0 2-298 0 0,1 2 27 0 0,0 2 35 0 0,1 1-15 0 0,0 0-196 0 0,0 0-86 0 0,0 1-254 0 0,0-1-275 0 0,0 1 238 0 0,0 0-113 0 0,0 0-292 0 0,0 0 547 0 0</inkml:trace>
  <inkml:trace contextRef="#ctx0" brushRef="#br1" timeOffset="2141.55">583 8140 964 0 0,'0'0'0'0'0,"-29"-6"1164"0"0,-12-3-583 0 0,6 1-272 0 0,5 2 9 0 0,8 1 68 0 0,7 2 175 0 0,7 2-123 0 0,5 0-185 0 0,2 1 99 0 0,2 0 1126 0 0,0 1-791 0 0,1-1 121 0 0,-1 0-262 0 0,0 0-150 0 0,0 1-41 0 0,-1-1-71 0 0,0 0-94 0 0,0 0-100 0 0,0 0-74 0 0,0 0 130 0 0,0 0-47 0 0,0 0 3 0 0,0 0 46 0 0,0 0 79 0 0,0 0 69 0 0,0 0 48 0 0,0 0 23 0 0,0 0-13 0 0,0 0-85 0 0,0 0-125 0 0,0 0-55 0 0,0 0-76 0 0,0 0 57 0 0,0 0-11 0 0,0 0 45 0 0,0 0-5 0 0,1 0 14 0 0,0 0 63 0 0,-1 0 38 0 0,1 0 8 0 0,0 0 37 0 0,0 0-12 0 0,0 0-37 0 0,4 0 129 0 0,1 1-142 0 0,4 1-48 0 0,3 0-72 0 0,2 1 25 0 0,4 0 17 0 0,1 1 16 0 0,3-1 16 0 0,2 0-20 0 0,1 1 54 0 0,0-1-25 0 0,1-1-28 0 0,1 1-32 0 0,0-1-55 0 0,2 0-40 0 0,0 0 7 0 0,-1 0 1 0 0,0 0-7 0 0,0-1-2 0 0,-1 1 5 0 0,-1-1 3 0 0,-2 1 60 0 0,-1 0-2 0 0,-2 0 13 0 0,-2 1 4 0 0,0-1 1 0 0,0 2 14 0 0,0-1 10 0 0,1-1 26 0 0,0 1 36 0 0,3 0 24 0 0,1-1-133 0 0,1 0-47 0 0,0 0 49 0 0,2-1-81 0 0,0 1 8 0 0,0 0-46 0 0,0 0 61 0 0,1 0-25 0 0,-1 1-43 0 0,0-1 66 0 0,-1 0-22 0 0,0 0 11 0 0,0 1 4 0 0,-1-1-10 0 0,1 1 4 0 0,1-1 7 0 0,1 0 7 0 0,3-1 59 0 0,3 0-81 0 0,3 0 28 0 0,4-1 172 0 0,3 1-230 0 0,3 0 68 0 0,3 1-74 0 0,1-1 46 0 0,0 1-2 0 0,1-1-52 0 0,-2 1 60 0 0,0 0-11 0 0,-2-1 8 0 0,-2 1 1 0 0,-1 0 0 0 0,1-1 0 0 0,-1 0 4 0 0,1 0 0 0 0,1-1 0 0 0,0 0-5 0 0,1 0-3 0 0,1 0 5 0 0,-1-1 3 0 0,1-1-5 0 0,0 0-8 0 0,-1 0-63 0 0,-1 0 36 0 0,-2 0-14 0 0,-2 1 48 0 0,-2 0-64 0 0,-3 0 78 0 0,-2 0-20 0 0,-1 1-2 0 0,-2 0-43 0 0,-1-1 58 0 0,1 1-10 0 0,-1-1 4 0 0,1 0 1 0 0,-1 0 0 0 0,0 0 0 0 0,0 0 0 0 0,0 0-5 0 0,0 1-12 0 0,0 0 7 0 0,0 0-100 0 0,0-1 51 0 0,0 2-6 0 0,1 0 17 0 0,1 1 49 0 0,1 1-17 0 0,1 0-38 0 0,1 1 69 0 0,1-2-23 0 0,1 1 64 0 0,2-1-63 0 0,-1-1 12 0 0,1 0-3 0 0,0-1 12 0 0,0 1 56 0 0,0-1-80 0 0,0-1 18 0 0,-1 1-16 0 0,0-2-78 0 0,-1 1 106 0 0,0-1-46 0 0,0 0-45 0 0,1-1 76 0 0,-1 1-114 0 0,-1-1 66 0 0,0 1 39 0 0,-2 0-12 0 0,0 0 3 0 0,-2 0 11 0 0,-1 0 1 0 0,-1 0 1 0 0,-1 0 0 0 0,1 0 0 0 0,2 0 14 0 0,2 0-4 0 0,2-1 72 0 0,4-1-90 0 0,3 1 72 0 0,3-1-4 0 0,1 0-17 0 0,2 0-44 0 0,1 1 8 0 0,-1 0-20 0 0,-1 0 3 0 0,-3 0-49 0 0,-2 1 60 0 0,-4 1-75 0 0,-2-1 31 0 0,-3 1-34 0 0,-1 1 18 0 0,-3-1 59 0 0,-2 1-83 0 0,-1 0 47 0 0,-2 0 42 0 0,-1 0-19 0 0,1 1 14 0 0,-1 0-11 0 0,1 1-1 0 0,1 0 14 0 0,1 1 51 0 0,2 0-70 0 0,1 1 14 0 0,2 0-51 0 0,0 0 68 0 0,3 0-19 0 0,2-1 8 0 0,1 0 9 0 0,2-1-7 0 0,0 0-7 0 0,2-1 17 0 0,0 0 36 0 0,-1-1-62 0 0,0 1 26 0 0,0-1 1 0 0,-1 1 30 0 0,-1-1-59 0 0,-2 1 20 0 0,0 0-8 0 0,0-1 9 0 0,1 1-12 0 0,0 0 9 0 0,3-1-7 0 0,1 1-3 0 0,3-1 1 0 0,2 0 3 0 0,4 0-10 0 0,3-1-1 0 0,0 1 4 0 0,1-1-109 0 0,0 1 88 0 0,-2-1 24 0 0,-1 1-13 0 0,-1-1 10 0 0,-2 1-6 0 0,-1 0 2 0 0,-2 1 8 0 0,-1-1-2 0 0,0 1 5 0 0,0-1 9 0 0,0 1 2 0 0,1-1 61 0 0,2 1-35 0 0,2-1-33 0 0,3 0 11 0 0,2 0-12 0 0,5 0 2 0 0,0 0-6 0 0,3 0-8 0 0,-1 0-72 0 0,-1 0 85 0 0,-2 0-25 0 0,-3 0-94 0 0,-2 0 48 0 0,-3 0 60 0 0,-1 1-16 0 0,-2 0 25 0 0,0 0-14 0 0,-2 1-88 0 0,0-1 128 0 0,0 0-33 0 0,1 0 58 0 0,1-1-63 0 0,0 1 17 0 0,3-1-20 0 0,2 0 12 0 0,2 0-9 0 0,1-1-63 0 0,1 1 93 0 0,1-1-40 0 0,1 1 9 0 0,1 0-1 0 0,-1 0 0 0 0,1 0-46 0 0,-1 0 73 0 0,0 0-19 0 0,0 1 17 0 0,-1-1 86 0 0,1 0-9 0 0,-1 0-109 0 0,1 0 26 0 0,0 0-13 0 0,0 0 2 0 0,-1-1-5 0 0,-2 0 2 0 0,-2 0 3 0 0,-1-1 4 0 0,-3 1-10 0 0,-2 0 4 0 0,-2 0-2 0 0,-4 1-52 0 0,-2 0 67 0 0,-2 0-22 0 0,-3 0-59 0 0,-1 0 94 0 0,-1 0-31 0 0,-1 0 16 0 0,-1 0 3 0 0,1 0-5 0 0,-1 0-3 0 0,0 0 0 0 0,1 0 0 0 0,-2 1-9 0 0,0 0-2 0 0,0 0 9 0 0,-1 0 1 0 0,0 0 0 0 0,-2 1 1 0 0,-1-1-4 0 0,-2 1 5 0 0,-1 0-2 0 0,-3 0 62 0 0,0-1 6 0 0,-1 0-64 0 0,0 0 60 0 0,-1 1-62 0 0,1-2 63 0 0,1 1-23 0 0,3-1 82 0 0,2 1-35 0 0,4-1-89 0 0,3 1 74 0 0,5-1-79 0 0,1 0 26 0 0,2 1 34 0 0,-1-1 6 0 0,-2 1 44 0 0,-1-1-57 0 0,-3 1-46 0 0,-4 0 17 0 0,-3 0 55 0 0,-5-1-37 0 0,-5 0-23 0 0,-4 0 46 0 0,-4 0-58 0 0,-5 0 59 0 0,-2 0-14 0 0,-3 0 1 0 0,0 0 6 0 0,-2 0-48 0 0,0 0 84 0 0,1 0-51 0 0,-1 0 13 0 0,1 0 16 0 0,-1 0 4 0 0,1 0 4 0 0,0 0-18 0 0,0 1 24 0 0,0-1-40 0 0,0 0-35 0 0,0 1 13 0 0,0-1-7 0 0,0 0-10 0 0,0 0 4 0 0,0 0-7 0 0,0 0-3 0 0,0 0-93 0 0,0 0-62 0 0,0 0-35 0 0,0 0-13 0 0,0 0-13 0 0,0 0-36 0 0,0 0 14 0 0,0 0 22 0 0,0-1 108 0 0,0 0 112 0 0,0 0-20 0 0,0 0 122 0 0,0 0-19 0 0,0 0 49 0 0,0 0 0 0 0,0 0-39 0 0,0 0-48 0 0,0 0-30 0 0,0 0 49 0 0,0 0-79 0 0,0 1 10 0 0,0-1-122 0 0,0 0 18 0 0,0 0-32 0 0,0 0 36 0 0,0-2 17 0 0,0-1-89 0 0,-1-3 85 0 0,-3-2 89 0 0,-4-4-12 0 0,-4-3 27 0 0,-5-4 171 0 0,-5-2-117 0 0,-3-3 90 0 0,-2-1-13 0 0,0-1-66 0 0,1-1-82 0 0,3 0 20 0 0,4 1-90 0 0,5-1 40 0 0,4 1-20 0 0,4 1 8 0 0,3 1-76 0 0,3 1-11 0 0,4 3-193 0 0,2 2-220 0 0,2 3-371 0 0,0 4-860 0 0,-1 2-996 0 0,-2 4-3407 0 0,-2 2 2513 0 0</inkml:trace>
  <inkml:trace contextRef="#ctx0" brushRef="#br2" timeOffset="2620.458">11727 8228 1056 0 0,'0'0'0'0'0,"0"0"4076"0"0,0 0-2795 0 0,0 0 309 0 0,0 0-685 0 0,0 0-60 0 0,0 0-10 0 0,0 0 48 0 0,0 0-54 0 0,0 0-199 0 0,0 0-232 0 0,0 0 5 0 0,-2 15-15 0 0,-1 6 65 0 0,-2 7-6 0 0,-2 5 49 0 0,-3 4-89 0 0,-4 4-140 0 0,-3 5-112 0 0,-5 3-47 0 0,-7 3-114 0 0,-8 3-53 0 0,-8 2-111 0 0,-9 0-10 0 0,-10 1-106 0 0,-9-2-209 0 0,-8-2-424 0 0,-7-4-541 0 0,-1-4-1055 0 0,-6-5-3273 0 0,17-10 1277 0 0</inkml:trace>
  <inkml:trace contextRef="#ctx0" brushRef="#br3" timeOffset="5333.888">499 9 756 0 0,'0'0'0'0'0,"0"0"1616"0"0,0 0-970 0 0,0 0-288 0 0,0 0 83 0 0,0 0-65 0 0,0 0 191 0 0,0 0-107 0 0,0 0-63 0 0,0 0-10 0 0,0 0-95 0 0,-8 11 53 0 0,2 1-26 0 0,0 1-22 0 0,1 1-12 0 0,3-2-40 0 0,2-1 37 0 0,0-1 0 0 0,0-1 93 0 0,1-1 37 0 0,-1 0-131 0 0,1 0-86 0 0,-1 1-101 0 0,0-1-36 0 0,1 1 2 0 0,-2 1-51 0 0,0-1 83 0 0,-1 2-40 0 0,-1-1 61 0 0,1 1-63 0 0,-1 1-49 0 0,0 0 8 0 0,0 0-8 0 0,-1-1 4 0 0,2 1 68 0 0,-1 0 0 0 0,2 0-85 0 0,0-1 24 0 0,1 1-20 0 0,0-1-125 0 0,0 1 49 0 0,0 0 85 0 0,0 0-93 0 0,0 0 61 0 0,0-1 25 0 0,0 1 11 0 0,0 1-9 0 0,0-1 10 0 0,0 2 67 0 0,0 0-33 0 0,0 2-47 0 0,0-1 21 0 0,0 2-2 0 0,0 0-15 0 0,0 1-9 0 0,0 0-91 0 0,0 0 29 0 0,0 0-20 0 0,0 0 3 0 0,2 0-15 0 0,1-1 111 0 0,2 0-107 0 0,1-1 32 0 0,2 0 75 0 0,-1-1-30 0 0,0 1 28 0 0,0-1-14 0 0,-1 1-94 0 0,-2-1 32 0 0,0 1-68 0 0,-2 0-39 0 0,-1 0-72 0 0,-1 2 48 0 0,-1 0 54 0 0,-1 1 63 0 0,0 1 34 0 0,-2 1 50 0 0,0 0 1 0 0,-1 1 9 0 0,0-1 141 0 0,0 1-96 0 0,1-1 64 0 0,0 2 194 0 0,-2 1 625 0 0,0 0-752 0 0,1 1-160 0 0,0 0-79 0 0,2-1-246 0 0,0 1 96 0 0,1 0 240 0 0,1 1 438 0 0,-1 1-394 0 0,0-1-69 0 0,1 1 9 0 0,0-2-299 0 0,0 1 328 0 0,1-1-78 0 0,0 1 479 0 0,0-1-484 0 0,0 0 74 0 0,0 0-356 0 0,0 0 291 0 0,0 0 14 0 0,-1-1 131 0 0,-1 1 40 0 0,-2 0-120 0 0,-2 1 150 0 0,-1 0-220 0 0,1 0 60 0 0,-2 0 33 0 0,0-1 25 0 0,0-1-46 0 0,2-1 32 0 0,-1-1-85 0 0,2 1-51 0 0,-1-1-17 0 0,0-1 39 0 0,0 1-63 0 0,-2 1 39 0 0,-1-1 66 0 0,0 1-19 0 0,-1-1 11 0 0,-1 1 9 0 0,-1 0 7 0 0,1 1 4 0 0,1-1 46 0 0,1 2-60 0 0,1 0 7 0 0,1 0-3 0 0,1 0-11 0 0,0 0-82 0 0,2 0 28 0 0,-1 0 65 0 0,2 1-12 0 0,1-1 9 0 0,1 0 57 0 0,0 0 31 0 0,1 0 73 0 0,0-1 27 0 0,0 0-118 0 0,1 0-53 0 0,1 0 65 0 0,-1 1-94 0 0,2 0 17 0 0,-1 1-12 0 0,0 0-111 0 0,0 2 64 0 0,1 0 63 0 0,-1 0-21 0 0,0 2-113 0 0,1 0 134 0 0,-1 0-18 0 0,0 1 20 0 0,0 1 47 0 0,-1-1-73 0 0,0 0 34 0 0,0-1-6 0 0,0 1 46 0 0,-1 1-64 0 0,0-1 72 0 0,0 0-68 0 0,0 1 100 0 0,0 1-122 0 0,0-1-38 0 0,-1 1 70 0 0,0 0-90 0 0,0 0 102 0 0,1 1-45 0 0,-1-1-106 0 0,0 2 158 0 0,-1-1-48 0 0,0 1 7 0 0,1 0-62 0 0,0-1 96 0 0,0 1-31 0 0,1-2 2 0 0,-1 1-49 0 0,-1-1 64 0 0,0 0-16 0 0,0-1 0 0 0,0 1 8 0 0,0-1-3 0 0,1 1-50 0 0,1-1 70 0 0,-1-1 98 0 0,1-1-143 0 0,0 1 60 0 0,0 0 51 0 0,0 0-103 0 0,0 0 29 0 0,0 1-80 0 0,-3 1 5 0 0,0 0 22 0 0,-2 1-206 0 0,-1 0 153 0 0,-1 1-12 0 0,0-1-134 0 0,-1 0 301 0 0,0-1-84 0 0,-1 0 161 0 0,2-1-166 0 0,-1-1 140 0 0,1 0-122 0 0,0-2 29 0 0,-2 1-4 0 0,0-2-12 0 0,0 1-6 0 0,-1-1-4 0 0,-1 1 1 0 0,-2-1 13 0 0,1 0-9 0 0,0 1 9 0 0,0 1 2 0 0,1-1 88 0 0,1 1-2 0 0,2 1-110 0 0,3-1 37 0 0,1 0-26 0 0,2 1-49 0 0,1-1 22 0 0,1 1 42 0 0,0 0-13 0 0,1-1-12 0 0,-1 1 11 0 0,1-1-52 0 0,1 1 71 0 0,0 0-28 0 0,-1-1 19 0 0,1 1 6 0 0,1 0 4 0 0,-1 0 106 0 0,1-1-90 0 0,-1 0 61 0 0,2 0-45 0 0,-1 0-49 0 0,1 0 9 0 0,0-1-77 0 0,0 1 5 0 0,0 1 22 0 0,-1-1-10 0 0,0 0 65 0 0,-1 1-18 0 0,0-1 4 0 0,-1 2 7 0 0,0-1 58 0 0,-1 1-68 0 0,1 0 18 0 0,-1 1-10 0 0,0-1-8 0 0,-1 0 10 0 0,1 1-82 0 0,0 0 102 0 0,0 0-19 0 0,0-1-7 0 0,0 0-106 0 0,0-1 142 0 0,0 1 59 0 0,1 0 103 0 0,1-1 14 0 0,2 1-203 0 0,0 1 18 0 0,2 1-16 0 0,1-1-16 0 0,0 2-110 0 0,0 0 78 0 0,1 1-77 0 0,-1 0-54 0 0,1 0 57 0 0,0 1 56 0 0,0 1-77 0 0,-1-1 160 0 0,0 1-52 0 0,-2-1 26 0 0,0 0 2 0 0,-3 0 60 0 0,0 0-68 0 0,-1-1 28 0 0,-1 2-14 0 0,0-1-6 0 0,0 1 62 0 0,0 0-70 0 0,-1 1 14 0 0,-1 1-14 0 0,-1-1 10 0 0,1 1-3 0 0,0-1 1 0 0,0 0-5 0 0,1-1-3 0 0,1-1 6 0 0,-1-1 2 0 0,1 0-1 0 0,0-2 6 0 0,1 0-7 0 0,-1 0 3 0 0,0-2-6 0 0,0 1-7 0 0,0 1 15 0 0,0-1-5 0 0,0 1-3 0 0,0 0 7 0 0,0 0-3 0 0,0-1-4 0 0,0 0-3 0 0,0-1 10 0 0,0-1-3 0 0,-1 0 1 0 0,0-2 0 0 0,0-1-9 0 0,1-1-3 0 0,-1-1-74 0 0,1-1 100 0 0,0-2-33 0 0,-1 0-96 0 0,0-2 7 0 0,-1 0-19 0 0,0-2 136 0 0,0 0-26 0 0,-1-1 1 0 0,0-2-74 0 0,-1 0 110 0 0,0-2-41 0 0,0-1 18 0 0,-1-2-165 0 0,0-1 6 0 0,1-1-59 0 0,0-1 68 0 0,0-2 173 0 0,0 0-44 0 0,0-1 98 0 0,0 0-95 0 0,1-1-29 0 0,0-1-7 0 0,2-1 9 0 0,0-1 40 0 0,0 0 4 0 0,1-1 16 0 0,0 0-16 0 0,0 0-8 0 0,0 0-87 0 0,0 0-56 0 0,-1 0-461 0 0,0-1-1015 0 0,-3 0-928 0 0,0 0-584 0 0</inkml:trace>
  <inkml:trace contextRef="#ctx0" brushRef="#br4" timeOffset="6362.155">386 18 3272 0 0,'0'0'0'0'0,"0"0"1372"0"0,0 0-37 0 0,0 0-400 0 0,0 0-56 0 0,0 0 82 0 0,0 0-162 0 0,0 0-123 0 0,0 0-117 0 0,0 0 41 0 0,0 0 38 0 0,-4-3-52 0 0,0 0-144 0 0,0-1-5 0 0,3 1-25 0 0,0 1 12 0 0,1 1-38 0 0,0 0-50 0 0,0 0-2 0 0,1 1-18 0 0,-1 0-77 0 0,0 1-78 0 0,0 2-25 0 0,-3 2-151 0 0,-1 5-127 0 0,-5 5 72 0 0,-3 6 66 0 0,-4 6-23 0 0,-2 6-87 0 0,-1 5-4 0 0,-3 5 41 0 0,0 1-74 0 0,-2 2 5 0 0,-1-1-4 0 0,-1-1-2 0 0,0-3 19 0 0,-2-4-38 0 0,1-3-376 0 0,2-5-337 0 0,3-6-489 0 0,4-4-1238 0 0,5-6-3115 0 0,5-5 2321 0 0</inkml:trace>
  <inkml:trace contextRef="#ctx0" brushRef="#br5" timeOffset="6647.009">612 25 3968 0 0,'0'0'0'0'0,"0"0"3193"0"0,0 0-1621 0 0,0 0-479 0 0,0 0-401 0 0,0 0 33 0 0,0 0 14 0 0,0 0-95 0 0,0 0-282 0 0,0 0 331 0 0,0 0-551 0 0,0 0-26 0 0,14 25-103 0 0,3 12-135 0 0,1 11-59 0 0,-1 8-102 0 0,-2 5-327 0 0,-2 0-1536 0 0,-4 3-3279 0 0,-2-13 144 0 0</inkml:trace>
  <inkml:trace contextRef="#ctx1" brushRef="#br6">104 8120 3512,'0'0'0,"0"0"1876,0 0-531,0 0-129,0 0-645,0 0 524,0 0-812,0 0 1553,0 0-1478,0 0 194,45 2-226,9 0-13,5 0 89,-3-1 8,-8 0-178,-11 0-100,-8-1-131,-8 0-96,-6 1-82,-3 3-578,-3 1-284,-3 2-957,-1 3-4398,-2-1 2592</inkml:trace>
  <inkml:trace contextRef="#ctx0" brushRef="#br7" timeOffset="15889.856">1761 6612 588 0 0,'0'0'0'0'0,"0"0"272"0"0,0 0 3001 0 0,0 0-2384 0 0,0 0 642 0 0,0 0-421 0 0,0 0-409 0 0,0 0-95 0 0,0 0-221 0 0,0 0-23 0 0,0 0 9 0 0,0 2 47 0 0,1-1 139 0 0,1 0 77 0 0,0 0-38 0 0,1-2-139 0 0,0 0-112 0 0,0 0-39 0 0,-1 1-48 0 0,0-1-14 0 0,0 1-44 0 0,-1-1-78 0 0,1 1-28 0 0,-2 0-93 0 0,1 0 20 0 0,-1 0-13 0 0,0 0 52 0 0,1 0-62 0 0,0-1 81 0 0,0 0-38 0 0,2 0 41 0 0,2 0-10 0 0,1-1 4 0 0,1 0-4 0 0,0-1-70 0 0,2 0 6 0 0,1 0 4 0 0,2-2-1 0 0,1 0 75 0 0,4-1-105 0 0,2-1 31 0 0,2 0-12 0 0,1-1-4 0 0,2-1-9 0 0,1-1 7 0 0,-1 0 7 0 0,2-1-3 0 0,0 0 16 0 0,1-1 38 0 0,2-1 37 0 0,1-2-106 0 0,1-1 45 0 0,1-1-18 0 0,2-2 44 0 0,1 0-63 0 0,0-1 16 0 0,0-1-7 0 0,1 0 0 0 0,0 0 75 0 0,1 0-82 0 0,-1 0 88 0 0,0 1-91 0 0,-2 0 135 0 0,1 1-83 0 0,-2 1 14 0 0,2 0-6 0 0,-2 0 3 0 0,2 0-53 0 0,0-1 76 0 0,1 0-34 0 0,1-1-45 0 0,-1-1 15 0 0,2 1-12 0 0,-1-2 0 0 0,1 0 0 0 0,-1 1 0 0 0,-1 0 5 0 0,0 0 54 0 0,-1 0-71 0 0,0 0 24 0 0,0 1 146 0 0,-1 0-188 0 0,1-1 198 0 0,-2 1-120 0 0,1 0 50 0 0,-1 0-54 0 0,1 0-42 0 0,-1 1 80 0 0,1-1-98 0 0,0 0 82 0 0,0 1-81 0 0,1 0 18 0 0,1-1-16 0 0,0 1 7 0 0,3-1 7 0 0,0-1 138 0 0,1 1-179 0 0,1-1 69 0 0,0 0-32 0 0,0 1 5 0 0,-1 0 2 0 0,2-1 84 0 0,2 0-20 0 0,1 0-82 0 0,2-1 28 0 0,3 0 37 0 0,1-1-66 0 0,0-1 18 0 0,0 1-104 0 0,1-1 125 0 0,-1 0-94 0 0,0 1 25 0 0,-2 0 40 0 0,-1 0-4 0 0,-2 1 8 0 0,-1 1 5 0 0,-3 1 4 0 0,-2 0 107 0 0,-3 0-72 0 0,0 0 8 0 0,0 0 32 0 0,4-1 3 0 0,3-2 116 0 0,6-2-138 0 0,6-1 52 0 0,6-2 12 0 0,4-1 38 0 0,4-2 174 0 0,2 1-158 0 0,2 0-59 0 0,-1 0-118 0 0,-2 2 13 0 0,-2 0-2 0 0,-4 1-20 0 0,-4 1 6 0 0,-4 1-2 0 0,-3 0 0 0 0,-3 0 0 0 0,-1-1-5 0 0,1-1-115 0 0,2-2 145 0 0,4-1-40 0 0,5-2 0 0 0,4-2 19 0 0,4-1-11 0 0,3-1 8 0 0,3 0 59 0 0,1 1-16 0 0,0 0 3 0 0,0 2-3 0 0,-2 2-51 0 0,-3 1 15 0 0,-5 2 1 0 0,-8 0-7 0 0,-6 3 59 0 0,-5 0-8 0 0,-5 2-8 0 0,-4-1-33 0 0,0 1 47 0 0,1-2-72 0 0,5 0 21 0 0,4-3 48 0 0,7-1 114 0 0,8-1-14 0 0,6-2-112 0 0,6-1 89 0 0,5 0-42 0 0,1-1-22 0 0,2 1 82 0 0,0 0-11 0 0,0 1-41 0 0,-4 0-50 0 0,-3 2-43 0 0,-4 1 1 0 0,-6 1-6 0 0,-7 1-1 0 0,-4 2 0 0 0,-4 1 56 0 0,-4 0-72 0 0,-3 1 24 0 0,0 1 6 0 0,2-1 52 0 0,2 0 4 0 0,6-1 69 0 0,6-1 17 0 0,7-1-183 0 0,3-1 108 0 0,3-1-7 0 0,-2 1 62 0 0,-5 0-36 0 0,-6 2 295 0 0,-6 2-354 0 0,-7 1-13 0 0,-5 2 50 0 0,-4 0-38 0 0,-2 1 9 0 0,-3 1-43 0 0,1 0 96 0 0,1-1-128 0 0,3 0 40 0 0,2 0-14 0 0,3-1 84 0 0,2 1-52 0 0,4-2 48 0 0,1 1 44 0 0,4-1-96 0 0,3 1 149 0 0,1-1-214 0 0,0 1 70 0 0,-5 1 63 0 0,-4 1-67 0 0,-8 2 86 0 0,-5 1-29 0 0,-5 3-17 0 0,-2 1-16 0 0,-1 0-59 0 0,-2 2 1 0 0,-1 1 0 0 0,-2 0 5 0 0,-2 1 4 0 0,-2 1 8 0 0,-3 1-1 0 0,-2 0-4 0 0,-2 0 7 0 0,-2 2 67 0 0,-2 0-94 0 0,-1 0 97 0 0,-1 1-34 0 0,-2 0 25 0 0,-2 0 9 0 0,-1 1-16 0 0,0 1-64 0 0,-1-1 60 0 0,0 1-22 0 0,-1 0 39 0 0,0 0 41 0 0,0 0-79 0 0,0 0-29 0 0,-1 0-3 0 0,1 1-11 0 0,0-1-4 0 0,0 0-50 0 0,-1 0-43 0 0,1 0-24 0 0,-2 0 49 0 0,0 0-5 0 0,-1 0-25 0 0,2 0-4 0 0,-1 0 37 0 0,1 0-7 0 0,1 0 31 0 0,0 0 40 0 0,0 0-57 0 0,0 0 77 0 0,0 0-18 0 0,0 0 6 0 0,0 0 10 0 0,0 0 54 0 0,0 0-29 0 0,0 0 26 0 0,0 0-1 0 0,0 0-5 0 0,0 0 17 0 0,-1 0 9 0 0,0 0-16 0 0,1 0 6 0 0,-2 0-25 0 0,0-1 1 0 0,0 0-48 0 0,-1 0 13 0 0,-1-1-16 0 0,-1-1-7 0 0,-1 0-46 0 0,-1-1-6 0 0,-2-1 18 0 0,-1 0-9 0 0,-1-1-25 0 0,-2 1 83 0 0,-1-1-26 0 0,-2 0-92 0 0,-2 0-87 0 0,-3-1 108 0 0,-3 0-57 0 0,-3 0-16 0 0,-2 0-43 0 0,-2-1-94 0 0,-2 0 37 0 0,1 0-103 0 0,4 2-133 0 0,4-1-172 0 0,6 3-276 0 0,5 0-598 0 0,6 2-217 0 0,5 1-397 0 0,6 0-752 0 0,8 2 498 0 0,4 0-770 0 0,8 1-1841 0 0,-3 0 6118 0 0</inkml:trace>
  <inkml:trace contextRef="#ctx0" brushRef="#br8" timeOffset="16540.253">10420 2489 536 0 0,'0'0'0'0'0,"0"0"8"0"0,0 0 327 0 0,0 0 1745 0 0,0 0-754 0 0,0 0-475 0 0,0 0-26 0 0,0 0-95 0 0,0 0-39 0 0,0 0-182 0 0,0 0-222 0 0,0 0-42 0 0,0 0-25 0 0,0 0 78 0 0,0 0-12 0 0,0 0-34 0 0,0 0-33 0 0,0 0 22 0 0,0 0 68 0 0,1 0 50 0 0,1 0 24 0 0,-1 0 56 0 0,1 0-39 0 0,0 0-152 0 0,0 0-222 0 0,1 0 5 0 0,-2 0-206 0 0,1 0 36 0 0,0 0-1 0 0,-1 0 44 0 0,1 0 36 0 0,-1 0 63 0 0,0 0 104 0 0,0 0 9 0 0,-1 0 54 0 0,1 0 5 0 0,-1 0-25 0 0,0 0-23 0 0,0 0 6 0 0,0 0 9 0 0,0 0-50 0 0,0 0-93 0 0,0 0 15 0 0,0 0-22 0 0,0 0 11 0 0,0 0-5 0 0,0 0 152 0 0,0 0-30 0 0,3 1 350 0 0,0 0-70 0 0,3 1-95 0 0,0 0-42 0 0,0 2 47 0 0,0 1-89 0 0,1 1 104 0 0,-1 2 70 0 0,-1 0-83 0 0,0 2-74 0 0,-2 1 54 0 0,1 3-108 0 0,0 2 0 0 0,1 3 38 0 0,-1 5-16 0 0,1 4-55 0 0,-1 6-122 0 0,0 4-16 0 0,-1 3-235 0 0,0 2-165 0 0,-1-1-483 0 0,0-1-445 0 0,-1-4-996 0 0,-1-5-2818 0 0,0-6-2209 0 0,-3-7 8538 0 0,-1-8-2300 0 0</inkml:trace>
  <inkml:trace contextRef="#ctx0" brushRef="#br9" timeOffset="18232.474">1708 6636 640 0 0,'0'0'0'0'0,"0"0"508"0"0,0 0 612 0 0,0 0 1145 0 0,0 0-1297 0 0,0 0-38 0 0,0 0-197 0 0,0 0 91 0 0,0 0-45 0 0,0 0-171 0 0,-18 7-221 0 0,-1-1-116 0 0,0 0-168 0 0,4-1-95 0 0,6-1 9 0 0,7-2-288 0 0,4-3-165 0 0,3-1-772 0 0,2-2-183 0 0,-2-1-913 0 0,0 0-2305 0 0,-2 1 5361 0 0,-1 1-1400 0 0</inkml:trace>
  <inkml:trace contextRef="#ctx0" brushRef="#br10" timeOffset="18483.969">672 7113 1304 0 0,'0'0'0'0'0,"0"0"1368"0"0,0 0 6394 0 0,0 0-8160 0 0,0 0 1967 0 0,0 0-1352 0 0,0 0 115 0 0,0 0-539 0 0,0 0-459 0 0,0 0-239 0 0,18-6-140 0 0,2-1-1055 0 0,-1-1-731 0 0,-2 0-1806 0 0,-6 3 5618 0 0,-5 1-1718 0 0</inkml:trace>
  <inkml:trace contextRef="#ctx0" brushRef="#br11" timeOffset="18672.788">132 7337 8485 0 0,'0'0'0'0'0,"0"0"2352"0"0,0 0-1288 0 0,0 0-206 0 0,0 0-146 0 0,0 0 76 0 0,0 0-268 0 0,0 0-804 0 0,0 0-417 0 0,0 0-364 0 0,0 0-340 0 0,14-4-836 0 0,4-1-147 0 0,1-2-801 0 0,1 0 367 0 0,-2-1 2522 0 0,-4 2 25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1:26.50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9076.25"/>
      <inkml:brushProperty name="anchorY" value="-360980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0869.8125"/>
      <inkml:brushProperty name="anchorY" value="-362728.59375"/>
      <inkml:brushProperty name="scaleFactor" value="0.5"/>
    </inkml:brush>
  </inkml:definitions>
  <inkml:trace contextRef="#ctx0" brushRef="#br0">214 55 7213 0 0,'0'0'0'0'0,"0"0"2112"0"0,0 0-579 0 0,0 0-207 0 0,0 0-383 0 0,0 0 26 0 0,0 0-304 0 0,0 0-68 0 0,0 0-147 0 0,0 0-107 0 0,47 13-26 0 0,9 7-129 0 0,8 5 72 0 0,-1 4-58 0 0,-5 2-33 0 0,-8 0-102 0 0,-7 1-64 0 0,-6-1 5 0 0,-6 0-207 0 0,-5-1 78 0 0,-4-3-305 0 0,-4 0-92 0 0,-5-2-172 0 0,-4-2-200 0 0,-3-2-326 0 0,-3-2-245 0 0,-3 0-191 0 0,-3-3-847 0 0,-7 0-1708 0 0,1-4 770 0 0</inkml:trace>
  <inkml:trace contextRef="#ctx0" brushRef="#br1" timeOffset="252.768">1 533 2796 0 0,'0'0'0'0'0,"0"0"3969"0"0,0 0-3039 0 0,0 0 1045 0 0,0 0-731 0 0,0 0 44 0 0,0 0 105 0 0,0 0-281 0 0,0 0-329 0 0,0 0-345 0 0,0 0 36 0 0,0 0-17 0 0,28-13 60 0 0,11-6-34 0 0,11-7-87 0 0,8-3-104 0 0,3-3-80 0 0,2-2-87 0 0,0 0-132 0 0,-2-2-52 0 0,-5 0-105 0 0,-6-2-358 0 0,-6 0-226 0 0,-6-1-224 0 0,-8 0-433 0 0,-7 3-1025 0 0,-6 3-1968 0 0,-7 4-1489 0 0,-5 8 4154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1:25.16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4246.8125"/>
      <inkml:brushProperty name="anchorY" value="-356389.5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5985.78125"/>
      <inkml:brushProperty name="anchorY" value="-357633"/>
      <inkml:brushProperty name="scaleFactor" value="0.5"/>
    </inkml:brush>
  </inkml:definitions>
  <inkml:trace contextRef="#ctx0" brushRef="#br0">1 572 704 0 0,'0'0'0'0'0,"0"0"8657"0"0,0 0-8396 0 0,0 0 2104 0 0,0 0-1656 0 0,0 0-88 0 0,0 0-212 0 0,0 0-184 0 0,0 0-69 0 0,41 7-76 0 0,10 0-82 0 0,8 1-42 0 0,2-3-103 0 0,-3-3-52 0 0,-6-4-293 0 0,-8-3-281 0 0,-6-5-500 0 0,-9-2-502 0 0,-8-2-1675 0 0,-6 1-3081 0 0</inkml:trace>
  <inkml:trace contextRef="#ctx0" brushRef="#br1" timeOffset="175.137">37 300 8565 0 0,'0'0'0'0'0,"0"0"1284"0"0,0 0-219 0 0,0 0-195 0 0,0 0-116 0 0,0 0 383 0 0,0 0-420 0 0,50 5-456 0 0,17 2-227 0 0,12 1-469 0 0,4-1-733 0 0,-4-1-306 0 0,-9-1-762 0 0,-9 0-2436 0 0,-17-2-139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1:24.55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4145.28125"/>
      <inkml:brushProperty name="anchorY" value="-354964.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5743.6875"/>
      <inkml:brushProperty name="anchorY" value="-356791.03125"/>
      <inkml:brushProperty name="scaleFactor" value="0.5"/>
    </inkml:brush>
  </inkml:definitions>
  <inkml:trace contextRef="#ctx0" brushRef="#br0">0 0 5917 0 0,'0'0'0'0'0,"0"0"1492"0"0,0 0-542 0 0,0 0-362 0 0,0 0-387 0 0,0 0 1792 0 0,0 0-1322 0 0,0 0 373 0 0,0 0-372 0 0,0 0-108 0 0,0 0 51 0 0,11 1-130 0 0,2 2-173 0 0,4 5 59 0 0,4 6-196 0 0,3 8-185 0 0,3 8 43 0 0,2 8-149 0 0,0 7 32 0 0,0 5 12 0 0,-3 2-171 0 0,-3 0-225 0 0,-3-1-346 0 0,-2-4-377 0 0,-3-3-727 0 0,-3-6-793 0 0,-3-3-3173 0 0,-3-9 3728 0 0</inkml:trace>
  <inkml:trace contextRef="#ctx0" brushRef="#br1" timeOffset="270.931">375 119 8961 0 0,'0'0'0'0'0,"0"0"1124"0"0,0 0-303 0 0,0 0-157 0 0,0 0-332 0 0,0 0 543 0 0,0 0 135 0 0,0 0-560 0 0,0 0-161 0 0,0 18-282 0 0,2 8 0 0 0,1 9 4 0 0,1 7-7 0 0,0 5-7 0 0,-1 5-47 0 0,-1 5 9 0 0,-6 3 45 0 0,-7 4-174 0 0,-7 4-214 0 0,-7 2-380 0 0,-8 3-395 0 0,-5-1-965 0 0,-2-4-1125 0 0,-2-2-1204 0 0,8-15 2636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1:27.38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2836.46875"/>
      <inkml:brushProperty name="anchorY" value="-363466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4777.65625"/>
      <inkml:brushProperty name="anchorY" value="-364616.6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6211.46875"/>
      <inkml:brushProperty name="anchorY" value="-366433.0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4621.21875"/>
      <inkml:brushProperty name="anchorY" value="-366222.4375"/>
      <inkml:brushProperty name="scaleFactor" value="0.5"/>
    </inkml:brush>
  </inkml:definitions>
  <inkml:trace contextRef="#ctx0" brushRef="#br0">0 696 6369 0 0,'0'0'0'0'0,"0"0"2068"0"0,0 0-569 0 0,0 0 195 0 0,0 0-380 0 0,0 0-1 0 0,0 0-306 0 0,51-10-378 0 0,16-3-258 0 0,11-2-87 0 0,3 1-108 0 0,-3 1-102 0 0,-8 2-71 0 0,-9 2-79 0 0,-10 2 17 0 0,-10 1-149 0 0,-9 2-376 0 0,-7 0-321 0 0,-8 1-480 0 0,-6 0-1105 0 0,-5 1-2493 0 0,-4-1-1175 0 0,-2 0 7220 0 0</inkml:trace>
  <inkml:trace contextRef="#ctx0" brushRef="#br1" timeOffset="206.542">403 459 1528 0 0,'0'0'0'0'0,"0"0"8829"0"0,0 0-8275 0 0,0 0 1744 0 0,0 0-1388 0 0,0 0-190 0 0,0 0 48 0 0,0 0-238 0 0,1 17-241 0 0,0 10-240 0 0,1 9-14 0 0,2 7-200 0 0,3 5-24 0 0,2 4-76 0 0,1-1-133 0 0,5 0-105 0 0,2-3-294 0 0,3-4-533 0 0,2-4-418 0 0,0-5-803 0 0,-3-4-2717 0 0,-4-8 2184 0 0</inkml:trace>
  <inkml:trace contextRef="#ctx0" brushRef="#br2" timeOffset="808.622">1089 1 588 0 0,'0'0'0'0'0,"0"0"6537"0"0,0 0-5643 0 0,0 0 1047 0 0,0 0-1055 0 0,-9 19 37 0 0,-2 8-82 0 0,-1 5-157 0 0,-1 4-199 0 0,2 2-207 0 0,1 2-125 0 0,2 2-139 0 0,1 2 94 0 0,3 3-127 0 0,0 2 45 0 0,1 1 176 0 0,-1 2-21 0 0,-1-2-28 0 0,-1-1 78 0 0,-1-4-42 0 0,-1-3 74 0 0,0-5-34 0 0,-1-5-61 0 0,0-5-42 0 0,0-5-124 0 0,1-4 14 0 0,1-5-18 0 0,2-3-72 0 0,2-4 6 0 0,1-3-104 0 0,1-1-142 0 0,1-2 81 0 0,2-1 37 0 0,3-1 41 0 0,4-4-19 0 0,7-2 101 0 0,7-3-163 0 0,9-5-107 0 0,9-5-189 0 0,7-3 10 0 0,5-2 127 0 0,4-1 206 0 0,2 0 187 0 0,1 3 257 0 0,2 3 181 0 0,1 3-53 0 0,1 5-15 0 0,-2 4-128 0 0,-1 4-112 0 0,-6 4-12 0 0,-8 5 7 0 0,-9 6 210 0 0,-10 6 126 0 0,-9 6-120 0 0,-10 5-38 0 0,-14 5-16 0 0,-12 4 14 0 0,-14 2 70 0 0,-12 2 157 0 0,-10 1-86 0 0,-8 0-139 0 0,-8-1-39 0 0,-5-2-133 0 0,-5-3-133 0 0,-2-5 22 0 0,-1-5-236 0 0,-1-7-453 0 0,1-5-196 0 0,1-8-638 0 0,5-6-2863 0 0,1-10-1980 0 0,17-1 2041 0 0</inkml:trace>
  <inkml:trace contextRef="#ctx0" brushRef="#br3" timeOffset="1998.932">960 736 3412 0 0,'0'0'0'0'0,"0"0"2061"0"0,0 0-659 0 0,0 0-358 0 0,0 0-368 0 0,0 0 121 0 0,-13 18-37 0 0,-2 5-232 0 0,-1 3-123 0 0,0 1-84 0 0,3 0-12 0 0,3-3 31 0 0,2-1 33 0 0,3-2 67 0 0,0-2 55 0 0,3-1-37 0 0,-1 0-131 0 0,1-1-130 0 0,1-1-206 0 0,1 0 38 0 0,-1-2-131 0 0,1 0-74 0 0,0-1-210 0 0,1 0-206 0 0,-2 0-226 0 0,0 1-343 0 0,0-1-446 0 0,0 1-687 0 0,-2-1-2413 0 0,0-3 2446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1:55.23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3232.71875"/>
      <inkml:brushProperty name="anchorY" value="-365376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4655.0625"/>
      <inkml:brushProperty name="anchorY" value="-367156.65625"/>
      <inkml:brushProperty name="scaleFactor" value="0.5"/>
    </inkml:brush>
  </inkml:definitions>
  <inkml:trace contextRef="#ctx0" brushRef="#br0">237 214 1840 0 0,'0'0'0'0'0,"0"0"1316"0"0,0 0-485 0 0,0 0-90 0 0,0 0-112 0 0,0 0 27 0 0,0 0-430 0 0,0 0-109 0 0,0 0-90 0 0,0 0 135 0 0,0 0 1691 0 0,-4-2-1416 0 0,-1 0 298 0 0,1 0-128 0 0,1 1-20 0 0,0 0 97 0 0,2 0-45 0 0,0 1-149 0 0,1-1-164 0 0,0 1-113 0 0,0-1-2 0 0,1 0-17 0 0,0 0-48 0 0,1 0-48 0 0,1-1 1 0 0,0 0 32 0 0,1-1 95 0 0,2-2-12 0 0,1-1-90 0 0,3-2-72 0 0,1-1-37 0 0,3-2-4 0 0,3-1-11 0 0,1-1-14 0 0,1-2-42 0 0,2 0 71 0 0,0 0-19 0 0,0 0 3 0 0,-3 1-8 0 0,-1 1 12 0 0,-1 2 5 0 0,-3 2-2 0 0,-2 2 68 0 0,-1 1-90 0 0,-1 2 40 0 0,-1 2 108 0 0,0 0 64 0 0,-1 2-38 0 0,1 1 130 0 0,1 1-339 0 0,-1 2 196 0 0,3 3-159 0 0,3 3 113 0 0,3 4-122 0 0,2 4 21 0 0,3 3-54 0 0,0 4-4 0 0,1 2-44 0 0,-1 3-4 0 0,0 1-6 0 0,-3 1-72 0 0,-1 0 137 0 0,-5 0-160 0 0,-3-1 194 0 0,-4 0-100 0 0,-2-1 136 0 0,-3-1 16 0 0,-1 0-52 0 0,-3-1 13 0 0,-2-1-117 0 0,-1-1 36 0 0,-3-1-4 0 0,-2-1-49 0 0,-1-2 19 0 0,-2 0 62 0 0,-2-1-5 0 0,1-1 67 0 0,0-1-16 0 0,-1-1 61 0 0,1-1-58 0 0,2-2 11 0 0,1-1 99 0 0,2-1-119 0 0,0-1 100 0 0,3-2-44 0 0,2-1-47 0 0,2-2 5 0 0,2-1-15 0 0,0-2-36 0 0,1-2 5 0 0,1 0 42 0 0,-1-2-9 0 0,1 0 15 0 0,-1 0 7 0 0,1-1-11 0 0,1-1 14 0 0,1-2 117 0 0,2 0-43 0 0,2-2-73 0 0,1-1-3 0 0,0 0-196 0 0,1-1 106 0 0,-1-1-113 0 0,-1-1-4 0 0,-2-1-2 0 0,-1-2 57 0 0,-2-2 85 0 0,-1-1 49 0 0,-1-1 0 0 0,0-1 8 0 0,-3-2 71 0 0,-3-1-90 0 0,-4-2 26 0 0,-4-1-5 0 0,-4-1 68 0 0,-3-1-75 0 0,-5 1 73 0 0,-4 0-73 0 0,-3 2 21 0 0,-4 2-11 0 0,-3 4 229 0 0,-1 4-210 0 0,0 3 87 0 0,2 3 84 0 0,2 5-16 0 0,3 3-212 0 0,1 4 66 0 0,2 5 29 0 0,2 4 10 0 0,0 4 29 0 0,4 2-4 0 0,1 2 23 0 0,5 0-127 0 0,5-1 173 0 0,4 0-150 0 0,4-1 140 0 0,4 0 76 0 0,4-1-127 0 0,5 0-37 0 0,5-1-65 0 0,6 0 4 0 0,6-1-108 0 0,7-2-18 0 0,5-1-557 0 0,6-2-370 0 0,3-3-584 0 0,1-1 112 0 0,0-3-597 0 0,-2-1-2535 0 0,-9-2 1211 0 0</inkml:trace>
  <inkml:trace contextRef="#ctx0" brushRef="#br1" timeOffset="9007.21">321 671 80 0 0,'0'0'0'0'0,"0"0"336"0"0,0 0-177 0 0,0 0-29 0 0,0 0 2937 0 0,0 0-2297 0 0,0 0 221 0 0,0 0-171 0 0,0 0-44 0 0,0 0 68 0 0,0 0-71 0 0,3 1-235 0 0,1-1-82 0 0,0 1 5 0 0,0 0 40 0 0,1 1 52 0 0,-1 0 96 0 0,0 0-99 0 0,-1-1-84 0 0,-1 1-51 0 0,0 0-99 0 0,-1-1-42 0 0,0 0-58 0 0,-1-1-85 0 0,1 1-19 0 0,0-1-49 0 0,0 1-53 0 0,1-1 85 0 0,0 0-16 0 0,3 1-81 0 0,0 1 26 0 0,2 0-12 0 0,3 1 47 0 0,2-1-60 0 0,1 1 94 0 0,5-1 61 0 0,2 1-187 0 0,2-1 61 0 0,0 0-24 0 0,2 0 84 0 0,-1 1-112 0 0,-1-1-29 0 0,-2 1-73 0 0,-4-1 9 0 0,-2 1 36 0 0,-3-1-42 0 0,-2 0-64 0 0,-3 0-201 0 0,-1-1-168 0 0,-2-1-127 0 0,-2 1-211 0 0,0-1-863 0 0,-3 0-1436 0 0,-8-3-4166 0 0,0 0 8975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2:11.10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6235.375"/>
      <inkml:brushProperty name="anchorY" value="-368483.28125"/>
      <inkml:brushProperty name="scaleFactor" value="0.5"/>
    </inkml:brush>
  </inkml:definitions>
  <inkml:trace contextRef="#ctx0" brushRef="#br0">1 1 352 0 0,'0'0'0'0'0,"0"0"144"0"0,0 0-163 0 0,0 0 116 0 0,0 0 22 0 0,0 0 883 0 0,0 0 143 0 0,0 0-783 0 0,0 0 228 0 0,0 0-266 0 0,10 6-254 0 0,3 2-24 0 0,2-1 99 0 0,-1 0 183 0 0,-1-1 12 0 0,-4-3 109 0 0,-2 0-18 0 0,-2-1-67 0 0,-1-1-186 0 0,-2 0-120 0 0,0 0-38 0 0,-1 0-8 0 0,1 0-13 0 0,0 0-115 0 0,0 0-47 0 0,0 1 81 0 0,-1-1 89 0 0,1-1 83 0 0,0 1 15 0 0,0-1-7 0 0,-1 0 68 0 0,0 0 420 0 0,0 0 126 0 0,1-1 204 0 0,0 0-87 0 0,0 0 1 0 0,-1-1-88 0 0,-1 0-74 0 0,1 1-66 0 0,0 0-135 0 0,0 0-69 0 0,0 0-90 0 0,1 0-107 0 0,-1 0-73 0 0,1 0 0 0 0,-1 0 3 0 0,0 1 51 0 0,0-1-14 0 0,0 1 13 0 0,-1 0 22 0 0,0 1-35 0 0,0 0-2 0 0,-1 2-28 0 0,-1 0-12 0 0,-1 1-14 0 0,-1 2-26 0 0,1 3-87 0 0,0 1 60 0 0,-1 3-71 0 0,1 2 18 0 0,0 1-10 0 0,2 1 10 0 0,0 1 29 0 0,0 0-40 0 0,1 0 13 0 0,0 0 6 0 0,0-1 113 0 0,0 0-13 0 0,0-1-77 0 0,0 0 41 0 0,1-3-90 0 0,3 0-48 0 0,1-2 80 0 0,4-2 92 0 0,3 0-147 0 0,3-1-18 0 0,3-1 73 0 0,2 0 26 0 0,2-2 27 0 0,3-1 55 0 0,2-1-82 0 0,3-1 126 0 0,4-1-150 0 0,1-1-1 0 0,0 0 86 0 0,2 0-78 0 0,-1-1-30 0 0,0 0 13 0 0,-2 0-13 0 0,0-2 146 0 0,0-1-167 0 0,2-1 51 0 0,-1-2 26 0 0,3-2-55 0 0,2-3 116 0 0,3-3-146 0 0,0-1 36 0 0,-1-3-208 0 0,-3 0-250 0 0,-5-1-76 0 0,-6 1-182 0 0,-7 1-328 0 0,-8 5-609 0 0,-9 4-1334 0 0,-14 4-2505 0 0,-4 3 1401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19.55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7118.96875"/>
      <inkml:brushProperty name="anchorY" value="-387668.5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8442.40625"/>
      <inkml:brushProperty name="anchorY" value="-389336.96875"/>
      <inkml:brushProperty name="scaleFactor" value="0.5"/>
    </inkml:brush>
  </inkml:definitions>
  <inkml:trace contextRef="#ctx0" brushRef="#br0">576 480 28 0 0,'0'0'0'0'0,"0"0"600"0"0,0 0-415 0 0,0 0 5406 0 0,0 0-4851 0 0,0 0 1175 0 0,0 0-559 0 0,0 0 55 0 0,0 0-425 0 0,0 0-272 0 0,0 0-157 0 0,7-1-186 0 0,1 0-22 0 0,-1-1 13 0 0,0 1 19 0 0,-1-2-10 0 0,-1 0 10 0 0,-1-3-123 0 0,-1-4-11 0 0,0-2-191 0 0,-1-5 19 0 0,-3-3-80 0 0,-3-2-42 0 0,-7-3-40 0 0,-6 0-83 0 0,-7-1-80 0 0,-7 0 40 0 0,-6 3 6 0 0,-5 2 15 0 0,-1 4-160 0 0,-2 4 43 0 0,-1 5 156 0 0,1 4-112 0 0,1 5-18 0 0,3 5 55 0 0,3 5 20 0 0,3 5 145 0 0,5 4-5 0 0,4 3 68 0 0,4 2 3 0 0,5 2 140 0 0,4 1-42 0 0,5 1 114 0 0,3 0-74 0 0,3 0 59 0 0,3 0 8 0 0,5 0-45 0 0,6-1 2 0 0,5-1-2 0 0,6-1-16 0 0,3-2-42 0 0,4-3-18 0 0,2-2-12 0 0,2-3 42 0 0,-1-2-42 0 0,1-3 14 0 0,-1-3 1 0 0,-2-3-48 0 0,0-1-38 0 0,-1-3 102 0 0,1-2-34 0 0,0-4 41 0 0,3-4-83 0 0,1-5-21 0 0,3-6-2 0 0,2-6-10 0 0,1-5 1 0 0,1-7-6 0 0,-3-4 6 0 0,-2-5-1 0 0,-4-2 0 0 0,-3-2 0 0 0,-5 0 0 0 0,-4 2 9 0 0,-5 1 2 0 0,-5 5 75 0 0,-4 4-95 0 0,-3 4 106 0 0,-3 6 11 0 0,-4 4 12 0 0,-1 6 2 0 0,0 6-40 0 0,-1 4 26 0 0,0 5-71 0 0,0 2-36 0 0,0 4 7 0 0,-3 4-204 0 0,-4 6-168 0 0,-3 6 208 0 0,-4 7 92 0 0,-2 9 50 0 0,-3 8 148 0 0,0 7-175 0 0,0 8-32 0 0,1 5 2 0 0,2 3-45 0 0,4 2-113 0 0,3 0-147 0 0,3-4-167 0 0,5-4-29 0 0,2-5-105 0 0,2-7-593 0 0,2-5-898 0 0,3-6-1125 0 0,1-6-2447 0 0,1-6 4770 0 0,-1-8 696 0 0</inkml:trace>
  <inkml:trace contextRef="#ctx0" brushRef="#br1" timeOffset="540.692">959 810 1016 0 0,'0'0'0'0'0,"0"0"420"0"0,0 0 6338 0 0,0 0-6473 0 0,0 0 1943 0 0,0 0-685 0 0,0 0-170 0 0,0 0-353 0 0,0 0-306 0 0,0 0-189 0 0,0 0-238 0 0,26-22-74 0 0,5-7-52 0 0,4-5 35 0 0,0-2 1 0 0,-4 2-27 0 0,-5 3-79 0 0,-6 5-95 0 0,-6 5 16 0 0,-5 6-20 0 0,-4 5 10 0 0,-3 5-92 0 0,-1 3-43 0 0,-2 5-143 0 0,-1 3 122 0 0,-1 3-210 0 0,-2 5 134 0 0,-2 4 105 0 0,-2 4 126 0 0,0 3 121 0 0,-2 4 14 0 0,1 2-63 0 0,0 1 58 0 0,0 3-38 0 0,-1 0 24 0 0,0 1-21 0 0,0 0-8 0 0,0-1 2 0 0,1-2 26 0 0,1-2 34 0 0,1-5 24 0 0,2-3-21 0 0,2-6-32 0 0,1-4-5 0 0,0-4-2 0 0,2-4 12 0 0,-1-2 10 0 0,1-2-2 0 0,0-1-87 0 0,0-1-30 0 0,1 0 49 0 0,0 1-67 0 0,-1-1 104 0 0,1 1-13 0 0,-2-1-39 0 0,1 1 20 0 0,-1 0-12 0 0,1-1-59 0 0,0 1 21 0 0,1 0 37 0 0,-1 0-64 0 0,1 0 12 0 0,0 0-4 0 0,2 0-7 0 0,1 0-96 0 0,3-1-1 0 0,4 1 124 0 0,4-1 90 0 0,7 0-56 0 0,6-1-64 0 0,7-1 8 0 0,2 0-183 0 0,2 0-256 0 0,-1-1-404 0 0,-3 0-415 0 0,-6-1-1158 0 0,-7-1-3253 0 0,-9 0-2699 0 0,-67 11 10267 0 0,-6 2-3294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17.36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9757.875"/>
      <inkml:brushProperty name="anchorY" value="-382934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1039.09375"/>
      <inkml:brushProperty name="anchorY" value="-383483.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2787.8125"/>
      <inkml:brushProperty name="anchorY" value="-384999.6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4364.25"/>
      <inkml:brushProperty name="anchorY" value="-386471"/>
      <inkml:brushProperty name="scaleFactor" value="0.5"/>
    </inkml:brush>
  </inkml:definitions>
  <inkml:trace contextRef="#ctx0" brushRef="#br0">291 721 912 0 0,'0'0'0'0'0,"0"0"5505"0"0,0 0-4360 0 0,0 0 966 0 0,0 0-1150 0 0,0 0-123 0 0,0 0-139 0 0,0 0-365 0 0,0 0-194 0 0,0 0-112 0 0,-1-19 66 0 0,0-7 21 0 0,0-4 39 0 0,1-2 5 0 0,-1-2 22 0 0,1-1 127 0 0,1 0 54 0 0,2-2 110 0 0,1-1-35 0 0,0-1-156 0 0,-1-1-115 0 0,-1 0-170 0 0,0-1 31 0 0,-1 1-115 0 0,0 1-22 0 0,-1 2-23 0 0,0 3 56 0 0,-1 4-93 0 0,1 3 0 0 0,0 5-81 0 0,0 5-140 0 0,0 5-27 0 0,0 3-183 0 0,0 4-429 0 0,0 3-750 0 0,-3 1-3373 0 0,1 1-31 0 0</inkml:trace>
  <inkml:trace contextRef="#ctx0" brushRef="#br1" timeOffset="316.126">452 446 784 0 0,'0'0'0'0'0,"0"0"848"0"0,0 0 1764 0 0,0 0-401 0 0,0 0-846 0 0,0 0 213 0 0,0 0-580 0 0,35-19-342 0 0,10-3-234 0 0,7-3-208 0 0,1 2-80 0 0,-3 2-124 0 0,-4 5 5 0 0,-4 3-74 0 0,-4 4 63 0 0,-5 2-23 0 0,-3 2-26 0 0,-3 3 57 0 0,-2 2-5 0 0,-3 4 232 0 0,-1 3-83 0 0,-3 6 39 0 0,-2 5-92 0 0,-3 7-21 0 0,-3 5 10 0 0,-4 4-107 0 0,-6 5-46 0 0,-5 0 8 0 0,-5 0 50 0 0,-4-2-79 0 0,-2-4-62 0 0,1-5-417 0 0,1-5-496 0 0,2-6-355 0 0,3-6-1148 0 0,4-4-2535 0 0,2-3 4006 0 0</inkml:trace>
  <inkml:trace contextRef="#ctx0" brushRef="#br2" timeOffset="1003.289">1254 771 612 0 0,'0'0'0'0'0,"0"0"5053"0"0,0 0-3515 0 0,0 0 411 0 0,0 0-598 0 0,0 0-345 0 0,0 0-166 0 0,0 0-170 0 0,18-20-218 0 0,3-6-112 0 0,5-4-88 0 0,0 0-12 0 0,-2 1-42 0 0,-3 4-124 0 0,-4 4-66 0 0,-5 5 6 0 0,-3 5-4 0 0,-4 4-13 0 0,-3 4-61 0 0,-2 2-81 0 0,0 3 66 0 0,-2 2-177 0 0,-3 4 17 0 0,-3 3 6 0 0,-3 3 121 0 0,-2 5 115 0 0,-1 2-25 0 0,-1 4 22 0 0,0 1-4 0 0,1 2 5 0 0,0 0-2 0 0,1-1 6 0 0,1 0-6 0 0,1-2 6 0 0,0 0-2 0 0,0-3 71 0 0,1-1 8 0 0,1-4 35 0 0,-1-1-38 0 0,0-3-29 0 0,-1-2 4 0 0,1-2 88 0 0,-1-2 61 0 0,1-2 30 0 0,1-2-27 0 0,1-1 14 0 0,3-1-139 0 0,1 0 155 0 0,2-1-48 0 0,1 0-139 0 0,2 0-20 0 0,5-1-22 0 0,4 1 359 0 0,6 1 104 0 0,5 0 105 0 0,6 0-283 0 0,6 0-77 0 0,3 0-224 0 0,2 0 43 0 0,1 0-193 0 0,-1-1-146 0 0,-3 0-229 0 0,-4 0-237 0 0,-4 0-414 0 0,-6 0-694 0 0,-7 0-942 0 0,-4-1-2697 0 0,-8 0 1325 0 0,-2-1 4883 0 0</inkml:trace>
  <inkml:trace contextRef="#ctx0" brushRef="#br3" timeOffset="1349.928">0 1148 116 0 0,'0'0'0'0'0,"0"0"212"0"0,0 0-98 0 0,0 0 2240 0 0,0 0 2206 0 0,0 0-3337 0 0,0 0 939 0 0,0 0-503 0 0,0 0-312 0 0,0 0-143 0 0,0 0-359 0 0,0 0-143 0 0,54-1 75 0 0,20 0-214 0 0,18-1-387 0 0,12 0-148 0 0,4 0-137 0 0,1-1-41 0 0,-3 1-31 0 0,-3-1-116 0 0,-6 0-134 0 0,-5-1-133 0 0,-7 1 37 0 0,-7-1-45 0 0,-7 1-302 0 0,-7 0-665 0 0,-8-1-521 0 0,-8 0-301 0 0,-5-1-627 0 0,-8-1-213 0 0,-7 0 1279 0 0,-5 0 2001 0 0,-8 0-410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25.54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4539.125"/>
      <inkml:brushProperty name="anchorY" value="-391438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5977.1875"/>
      <inkml:brushProperty name="anchorY" value="-392883.5"/>
      <inkml:brushProperty name="scaleFactor" value="0.5"/>
    </inkml:brush>
  </inkml:definitions>
  <inkml:trace contextRef="#ctx0" brushRef="#br0">532 633 836 0 0,'0'0'0'0'0,"0"0"12"0"0,0 0 4705 0 0,0 0-4131 0 0,0 0 1020 0 0,0 0-588 0 0,0 0 23 0 0,0 0-44 0 0,0 0-85 0 0,0 0-65 0 0,4 1-84 0 0,1 0-87 0 0,0 0-93 0 0,-1 0-105 0 0,-1 0-130 0 0,-1-1-63 0 0,-1 1-71 0 0,0-1-20 0 0,-1 0-25 0 0,0 0-49 0 0,0-1-30 0 0,-1 0-10 0 0,1-1-86 0 0,0-2 17 0 0,0-1-113 0 0,0-3-28 0 0,-2-3-2 0 0,-3-4 6 0 0,-4-2-46 0 0,-4-2 28 0 0,-7-2 84 0 0,-5 0 49 0 0,-5 1-87 0 0,-4 2 47 0 0,-2 2-117 0 0,1 3 133 0 0,0 3 22 0 0,3 4 5 0 0,2 2-124 0 0,2 2-36 0 0,2 3-147 0 0,1 3 32 0 0,1 4 54 0 0,1 2 67 0 0,0 3 102 0 0,2 3-49 0 0,2 3 128 0 0,1 2-34 0 0,3 2 104 0 0,3 2-26 0 0,3 1 55 0 0,4 1-7 0 0,3 1-28 0 0,6-2-33 0 0,5-1 64 0 0,5-3-50 0 0,5-2 105 0 0,2-3-58 0 0,2-3 17 0 0,2-2 1 0 0,-1-3-62 0 0,-1-3 31 0 0,-1-1-100 0 0,-1-1 87 0 0,-1-2-90 0 0,-2-1 114 0 0,-1 0-34 0 0,0-3 41 0 0,1-2-8 0 0,3-4 23 0 0,4-4 4 0 0,3-5-29 0 0,5-6-55 0 0,5-7-51 0 0,3-7-5 0 0,2-6 9 0 0,2-4-6 0 0,1-4 12 0 0,-1-3 80 0 0,-2-1 16 0 0,-3 1 75 0 0,-3 0-6 0 0,-3 3 73 0 0,-4 2 6 0 0,-4 3-25 0 0,-4 5-50 0 0,-4 5 18 0 0,-3 5 0 0 0,-3 7-58 0 0,-4 7-25 0 0,-3 5-24 0 0,-2 5 25 0 0,-2 3-43 0 0,-1 4-81 0 0,-1 2-164 0 0,-2 4-63 0 0,-5 3-156 0 0,-5 5 147 0 0,-6 6 89 0 0,-4 8 60 0 0,-5 6-74 0 0,-2 8 60 0 0,-2 5 10 0 0,2 5-18 0 0,2 3 8 0 0,1 3-21 0 0,4 1-107 0 0,3 0-110 0 0,3-3-186 0 0,5-3-291 0 0,4-5-178 0 0,3-5 44 0 0,3-6-297 0 0,3-8-310 0 0,5-5-828 0 0,3-8-311 0 0,3-6-14 0 0,4-4 878 0 0,1-4 2036 0 0,-3-3-525 0 0</inkml:trace>
  <inkml:trace contextRef="#ctx0" brushRef="#br1" timeOffset="603.809">991 470 1292 0 0,'0'0'0'0'0,"0"0"180"0"0,0 0 3034 0 0,0 0-1497 0 0,0 0-349 0 0,0 0-122 0 0,0 0-64 0 0,0 0-31 0 0,0 0-163 0 0,0 0-209 0 0,0 0-100 0 0,0 0-236 0 0,26-9-55 0 0,6-3 8 0 0,4-2-50 0 0,-1 0-64 0 0,-5 3-54 0 0,-5 2-139 0 0,-7 3 60 0 0,13 12-565 0 0,2 6 310 0 0,-2 6-129 0 0,-1 1 94 0 0,-6 2 26 0 0,-6 0-8 0 0,-6 0-16 0 0,-5 1 146 0 0,-4-1-108 0 0,-6 2 122 0 0,-7-1-93 0 0,-4 1 14 0 0,-6 0-46 0 0,-4-1-36 0 0,-2 0-68 0 0,0-2 33 0 0,0-1 96 0 0,2-3 79 0 0,1-4-16 0 0,4-2 110 0 0,3-4 10 0 0,3-2-68 0 0,3-2-34 0 0,3-2-82 0 0,1-2-16 0 0,1-2 113 0 0,1-2-374 0 0,0-1 277 0 0,2-1-54 0 0,0 0 73 0 0,0 1 54 0 0,2 1-85 0 0,0 0 114 0 0,0 2 74 0 0,0 1 64 0 0,4 1-36 0 0,2 1 95 0 0,3 0 105 0 0,2 1 76 0 0,4 0-216 0 0,3 0-90 0 0,4 0-85 0 0,3 1-51 0 0,3-1 49 0 0,1 0-87 0 0,2 0 30 0 0,0 0 55 0 0,0 0-23 0 0,-2 0-83 0 0,-1 0-62 0 0,-2 0-63 0 0,-1-1-169 0 0,-2 0-216 0 0,-1-3-373 0 0,-1-1-761 0 0,-3-2-1284 0 0,-2-3-2899 0 0,-3 1 5008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14.08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040.3125"/>
      <inkml:brushProperty name="anchorY" value="-380132.7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443.84375"/>
      <inkml:brushProperty name="anchorY" value="-381475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8504.875"/>
      <inkml:brushProperty name="anchorY" value="-369920.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9876.03125"/>
      <inkml:brushProperty name="anchorY" value="-371172.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1227.375"/>
      <inkml:brushProperty name="anchorY" value="-372563.93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5905.84375"/>
      <inkml:brushProperty name="anchorY" value="-373911.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4543.15625"/>
      <inkml:brushProperty name="anchorY" value="-374298.40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5913.09375"/>
      <inkml:brushProperty name="anchorY" value="-375573.96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193.84375"/>
      <inkml:brushProperty name="anchorY" value="-377692.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703.46875"/>
      <inkml:brushProperty name="anchorY" value="-378974.5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0116.5625"/>
      <inkml:brushProperty name="anchorY" value="-380127.3437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778.59375"/>
      <inkml:brushProperty name="anchorY" value="-379750.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483.125"/>
      <inkml:brushProperty name="anchorY" value="-378240.93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891.0625"/>
      <inkml:brushProperty name="anchorY" value="-379662.68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0218.46875"/>
      <inkml:brushProperty name="anchorY" value="-381053.43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9975.28125"/>
      <inkml:brushProperty name="anchorY" value="-390836.2812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7832.9375"/>
      <inkml:brushProperty name="anchorY" value="-394362.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6367.71875"/>
      <inkml:brushProperty name="anchorY" value="-394547.687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7712.0625"/>
      <inkml:brushProperty name="anchorY" value="-395374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9361.4375"/>
      <inkml:brushProperty name="anchorY" value="-396856.718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1136.78125"/>
      <inkml:brushProperty name="anchorY" value="-398339.125"/>
      <inkml:brushProperty name="scaleFactor" value="0.5"/>
    </inkml:brush>
  </inkml:definitions>
  <inkml:trace contextRef="#ctx0" brushRef="#br0">592 3805 272 0 0,'0'0'0'0'0,"0"0"420"0"0,0 0-355 0 0,0 0 4923 0 0,0 0-4410 0 0,0 0 821 0 0,0 0-505 0 0,0 0 156 0 0,0 0 86 0 0,0 0-193 0 0,0 0-291 0 0,-1 0-116 0 0,0 0-103 0 0,0-1-58 0 0,1-1-41 0 0,0-1-89 0 0,-1 0-68 0 0,1 0-31 0 0,0-1-46 0 0,-1 0-59 0 0,1-2-39 0 0,-1-1-4 0 0,-1-2-5 0 0,0-1-113 0 0,0-2-52 0 0,-1-1 64 0 0,0-1-9 0 0,-1 1 2 0 0,-2 0-29 0 0,-1 0-52 0 0,-1 2-48 0 0,-3 1 88 0 0,-1 0 90 0 0,-3 3 56 0 0,0 0-57 0 0,0 3-53 0 0,0 0-55 0 0,2 3-23 0 0,2 0-49 0 0,-1 0-32 0 0,2 2 47 0 0,0 0-18 0 0,-1 3 34 0 0,-1 1 85 0 0,0 2 20 0 0,-1 2 34 0 0,1 1 10 0 0,0 2 76 0 0,2 0-6 0 0,1 2 142 0 0,2 1-50 0 0,3 1 9 0 0,2 1-17 0 0,1 2-94 0 0,0 0 34 0 0,4 2 45 0 0,3 1 11 0 0,3-1-97 0 0,5 1 23 0 0,2-2-3 0 0,2-2 72 0 0,0-4 35 0 0,-1-2-5 0 0,-1-4 97 0 0,-3-2-26 0 0,-1-3 102 0 0,-3-2-40 0 0,-1-1-15 0 0,-2 0-36 0 0,-1 0 83 0 0,-2-1-74 0 0,0 0-65 0 0,0-1-14 0 0,0-1 1 0 0,2-1 22 0 0,2-2-39 0 0,2-3 45 0 0,2-2-46 0 0,2-4-43 0 0,2-2-53 0 0,1-3 20 0 0,1-2 25 0 0,-2-2-61 0 0,-1 0 16 0 0,-1-1-21 0 0,-2-1-56 0 0,-2 2 14 0 0,-1 0 58 0 0,-1 2-66 0 0,-2 1 18 0 0,0 2 46 0 0,-1 2-20 0 0,-1 3 8 0 0,-1 1 14 0 0,0 3 1 0 0,0 2 10 0 0,-1 0 72 0 0,1 2-34 0 0,-1 0-45 0 0,1 1 56 0 0,-1-1-62 0 0,1 0 4 0 0,-1 0-20 0 0,0 0-49 0 0,1 1 8 0 0,0 1-7 0 0,-1 1 66 0 0,0 0-113 0 0,0 2 64 0 0,-1 0-21 0 0,1 0-24 0 0,-1 1 36 0 0,0 0-12 0 0,1 1 4 0 0,0-2 19 0 0,0 1 50 0 0,0-2 179 0 0,1-1-108 0 0,0-1 2 0 0,1-1-75 0 0,2 1 7 0 0,-1-1-18 0 0,-1 1-3 0 0,0 2 4 0 0,0 0-2 0 0,-2 1 1 0 0,0 1-65 0 0,0 0 18 0 0,-1 1-65 0 0,0 1-49 0 0,0 3 104 0 0,0 3-65 0 0,0 3-43 0 0,0 4 122 0 0,0 2-27 0 0,-1 4-44 0 0,0 1-33 0 0,-1 1-78 0 0,0 1 59 0 0,0 1 51 0 0,-1 0 12 0 0,1 0 8 0 0,0-2-119 0 0,1 0-147 0 0,0-1-54 0 0,1-2-5 0 0,0-3 82 0 0,1-1-134 0 0,0-2-242 0 0,2-2-288 0 0,-1-2 93 0 0,1-1 29 0 0,-2-2-11 0 0,0-1-154 0 0,0-2-624 0 0,-1-1-452 0 0,0-2 1421 0 0</inkml:trace>
  <inkml:trace contextRef="#ctx0" brushRef="#br1" timeOffset="803.83">963 3779 1004 0 0,'0'0'0'0'0,"0"0"80"0"0,0 0 1550 0 0,0 0 3075 0 0,0 0-3947 0 0,0 0 1191 0 0,0 0-759 0 0,0 0 38 0 0,0 0-229 0 0,0 0-74 0 0,0 0-178 0 0,1-10-212 0 0,1-3-152 0 0,0-3-109 0 0,1-1-253 0 0,1 0 10 0 0,0 0-169 0 0,1 2 30 0 0,-1 1-20 0 0,0 2 47 0 0,0 2-102 0 0,-1 2 31 0 0,-1 1 7 0 0,0 2 4 0 0,0 2 18 0 0,-1 1-22 0 0,0 2-7 0 0,-1-1-12 0 0,1 1-26 0 0,-1 1-73 0 0,0-1-19 0 0,0 2-38 0 0,0 1 52 0 0,0 1 103 0 0,1 3-33 0 0,-1 4-84 0 0,1 2-61 0 0,0 4 68 0 0,-1 4 302 0 0,1 2-72 0 0,1 1 43 0 0,1 1 105 0 0,0 1 77 0 0,1-1 13 0 0,-1-1 40 0 0,1-1-10 0 0,-2-1 24 0 0,0-3-38 0 0,-1-1-96 0 0,0-2-11 0 0,-1-2-103 0 0,0-3 89 0 0,-1-1-20 0 0,1-3 6 0 0,0-1-12 0 0,0-2-14 0 0,0-2 35 0 0,0-1 63 0 0,0 0-3 0 0,0-1 21 0 0,0 0 3 0 0,0-1-37 0 0,0 1 30 0 0,0 0 17 0 0,0 0-79 0 0,-2-1-106 0 0,-3 0-501 0 0,-4-1 366 0 0,-4 0-54 0 0,-3-1-52 0 0,-1 0 174 0 0,0-1 20 0 0,1 2 53 0 0,4 0-6 0 0,3 1 8 0 0,3 0 5 0 0,2 0 50 0 0,3 1-57 0 0,0 0 11 0 0,2 0-8 0 0,-1 0-5 0 0,1 0 5 0 0,-1 0 82 0 0,1 0 1 0 0,-1 0 14 0 0,0 0-28 0 0,1 0 24 0 0,1 0 6 0 0,3 0 120 0 0,3 0-155 0 0,3 0-60 0 0,2 0 15 0 0,1-1-11 0 0,1 0-11 0 0,-1 1-43 0 0,-1-1-73 0 0,-3 1-89 0 0,0 0-336 0 0,-2 0-461 0 0,-1 0-594 0 0,-1 0-2688 0 0,-2 1-2256 0 0,-25 0 6712 0 0,-3 0-874 0 0</inkml:trace>
  <inkml:trace contextRef="#ctx0" brushRef="#br2" timeOffset="-48967.48">44 2819 680 0 0,'0'0'0'0'0,"0"0"508"0"0,0 0 61 0 0,0 0-92 0 0,0 0 454 0 0,0 0 111 0 0,0 0-158 0 0,0 0-184 0 0,0 0 21 0 0,0 0-238 0 0,0 0-533 0 0,4-1 138 0 0,1 0 368 0 0,1 1-404 0 0,-1-1 111 0 0,-1 1-44 0 0,-1-1-29 0 0,1 1 94 0 0,-2-1 835 0 0,0 1-626 0 0,-1 0 34 0 0,0-1-45 0 0,-1 1 78 0 0,0-1-19 0 0,0 1-117 0 0,0 0-107 0 0,0-1-130 0 0,0 1-80 0 0,0-1-76 0 0,-1 1-42 0 0,1-1-12 0 0,1 0 44 0 0,1 0 87 0 0,0 1-14 0 0,1-2 78 0 0,-1 1-31 0 0,3-1-34 0 0,-2 0 105 0 0,0 0-66 0 0,-1 0 79 0 0,-1 0 58 0 0,0 1 19 0 0,-1 0 43 0 0,0 0-26 0 0,0 1-30 0 0,0 0-23 0 0,0 0-54 0 0,0 0-6 0 0,0 1-120 0 0,0 1-105 0 0,0 0-52 0 0,0-1 1 0 0,0 2 69 0 0,0 0 109 0 0,0 1 99 0 0,0 0 25 0 0,0 1-59 0 0,0-1-4 0 0,0-1 13 0 0,0 0-82 0 0,0-1 69 0 0,0-1-24 0 0,0 0 21 0 0,0-1-22 0 0,0 0-36 0 0,1-1 85 0 0,2 0-102 0 0,1-2 17 0 0,1 0-290 0 0,2-2 363 0 0,0 0-33 0 0,1-1 62 0 0,1-2-127 0 0,0-1 34 0 0,0 0-30 0 0,-3 0 17 0 0,-1 0 64 0 0,-2 1 43 0 0,-2 2 11 0 0,0 1-25 0 0,-1 1 7 0 0,-1 2 29 0 0,-1 1 32 0 0,-1 0-49 0 0,0 2-14 0 0,-1 0 63 0 0,-1 3-64 0 0,-1 1 3 0 0,0 2-16 0 0,0 3-100 0 0,-1 2 40 0 0,2 2 43 0 0,0 3-34 0 0,2 2 32 0 0,1 1-8 0 0,1-2 120 0 0,1 0-169 0 0,0-2 60 0 0,0-2 7 0 0,1-3-7 0 0,1-3-28 0 0,0-2-43 0 0,-1-2 6 0 0,1-2-21 0 0,1-1 4 0 0,1-2 12 0 0,1-1-60 0 0,0-1-341 0 0,0-2 351 0 0,1-1 34 0 0,-1-2 122 0 0,-1-3-19 0 0,0-2-102 0 0,-2-3 25 0 0,0-1-10 0 0,-1-2-59 0 0,-3 0 69 0 0,-2 2-19 0 0,-1 1 20 0 0,-2 3 114 0 0,1 2-13 0 0,-1 4 7 0 0,0 3 22 0 0,1 1-85 0 0,0 3 44 0 0,0 2-105 0 0,0 2 88 0 0,0 1-95 0 0,0 1 18 0 0,2 1-95 0 0,1 0 56 0 0,1 1 25 0 0,0 2 1 0 0,1 0 148 0 0,1 0-68 0 0,0 0-73 0 0,0-1 20 0 0,0-1-23 0 0,1-2-7 0 0,0-1 6 0 0,1-2 2 0 0,0-1 4 0 0,1-1 4 0 0,1-1 4 0 0,-1-2-15 0 0,2 0-158 0 0,1-2-203 0 0,1-1 141 0 0,2-3 255 0 0,2-2-78 0 0,0-2 4 0 0,0-1-212 0 0,-2-3 72 0 0,-1-1 58 0 0,-3 1 133 0 0,-2 1 80 0 0,-3 1 71 0 0,-3 3-22 0 0,-1 3 30 0 0,-2 3 36 0 0,0 1-52 0 0,-4 4-42 0 0,-1 3 10 0 0,-1 2-106 0 0,-2 2-4 0 0,1 2-24 0 0,0 2-84 0 0,3 1 55 0 0,3 1 34 0 0,2 1 3 0 0,2 1 4 0 0,2-1 30 0 0,3 0 67 0 0,3-1-46 0 0,2-2 75 0 0,2-1-62 0 0,2-1 67 0 0,-1-1-24 0 0,1-2-109 0 0,-3-1 28 0 0,-1-2 64 0 0,0-1-107 0 0,-2-1 30 0 0,1-1-188 0 0,-1-1-230 0 0,0-2 265 0 0,-1-2-132 0 0,1-1 304 0 0,-1-3-70 0 0,-1-2-78 0 0,-1-3 95 0 0,0-2 22 0 0,-1-2 129 0 0,-3-2-153 0 0,-1 0 157 0 0,-2 0-154 0 0,-1 0 50 0 0,-2 1-17 0 0,-1 3 137 0 0,0 1-72 0 0,0 3 103 0 0,2 4 2 0 0,1 3-81 0 0,2 2 24 0 0,0 2-39 0 0,1 2-45 0 0,-2 2-40 0 0,2 1 3 0 0,-1 2-104 0 0,1 2 115 0 0,0 1-24 0 0,1 3 12 0 0,0 3 72 0 0,1 4-39 0 0,3 4 20 0 0,2 2-8 0 0,2 4-45 0 0,3 1 22 0 0,2 0 14 0 0,2 0-47 0 0,0-3-60 0 0,-1-2 81 0 0,0-4-76 0 0,-2-5 4 0 0,-2-5 73 0 0,0-4 23 0 0,0-5-49 0 0,-1-5-419 0 0,-2-6 543 0 0,-2-6-170 0 0,-1-4 57 0 0,-4-6 124 0 0,-5-4-148 0 0,-4-3 130 0 0,-5-2 59 0 0,-3 1 15 0 0,-2 1 62 0 0,-1 2-40 0 0,0 3-129 0 0,1 4 66 0 0,2 3-62 0 0,2 5 46 0 0,4 3-41 0 0,4 4-2 0 0,2 4-80 0 0,3 2 12 0 0,3 1-22 0 0,-1 2 6 0 0,1 1-7 0 0,-1 3 6 0 0,0 1 8 0 0,-2 3-2 0 0,2 2-4 0 0,0 2-8 0 0,0 2 17 0 0,3 1-48 0 0,2 0 42 0 0,4 2 0 0 0,4-2-145 0 0,2 0 86 0 0,1-2-75 0 0,1-2 4 0 0,0-2 40 0 0,-1-2-131 0 0,-1-2-58 0 0,-2-2-27 0 0,-2-2 72 0 0,-2-1-55 0 0,-2-1-83 0 0,0-1-125 0 0,-2-2-210 0 0,1-2 383 0 0,-1-2-158 0 0,1-2-65 0 0,-1 0-423 0 0,-1 0-22 0 0,-1 1 253 0 0,0 3 167 0 0,0 1-60 0 0,-3 4-505 0 0,-2 2-1125 0 0,-3 6-479 0 0,2 4 41 0 0,2 0 3170 0 0</inkml:trace>
  <inkml:trace contextRef="#ctx0" brushRef="#br3" timeOffset="-47034.072">3568 1053 328 0 0,'0'0'0'0'0,"0"0"1200"0"0,0 0-126 0 0,0 0 120 0 0,0 0-186 0 0,0 0-111 0 0,0 0-99 0 0,0 0-63 0 0,0 0 64 0 0,0 0 61 0 0,0 0 12 0 0,9-5-71 0 0,1 0-385 0 0,0 0 60 0 0,-1 1-106 0 0,-2 0-3 0 0,-2 1 9 0 0,-3 1 4 0 0,0 0-39 0 0,-2 1-39 0 0,0 0-19 0 0,0 1-13 0 0,0-1 10 0 0,0 1-15 0 0,1 0-89 0 0,-1 0-63 0 0,1 0-21 0 0,-1 1-97 0 0,0 1 13 0 0,-1 2-95 0 0,-2 3 112 0 0,0 2-28 0 0,0 3 5 0 0,0 3-2 0 0,2 2 0 0 0,-1 0 0 0 0,2 2 56 0 0,0-2-11 0 0,-1 0-54 0 0,2-2 13 0 0,0-2-17 0 0,1-2-2 0 0,0-2-38 0 0,1-2 62 0 0,0-2-21 0 0,-1-2-1 0 0,0-1-44 0 0,0-1 11 0 0,1-1 46 0 0,-2 0-6 0 0,2 0 9 0 0,-1-1 70 0 0,1-1-33 0 0,1 0-46 0 0,-1-1-32 0 0,0-1 51 0 0,0-2 144 0 0,-2-1-143 0 0,-1-2 6 0 0,-3-2-16 0 0,-2 0-16 0 0,0 0 16 0 0,-2 0-6 0 0,2 1-72 0 0,-1 3 34 0 0,3 2 42 0 0,-1 2-9 0 0,2 2 16 0 0,0 0-12 0 0,-1 2-66 0 0,1 1 29 0 0,0 2 47 0 0,1 3-2 0 0,0 1 108 0 0,1 3 5 0 0,0 3-144 0 0,2 1 47 0 0,3 2-86 0 0,2-1 84 0 0,0-1-15 0 0,3-1 62 0 0,-1-4-84 0 0,-1-3 14 0 0,0-3 8 0 0,-1-1 78 0 0,-2-2 11 0 0,0-2 63 0 0,0-1-190 0 0,-1-3-141 0 0,-1-2 213 0 0,-1-3-61 0 0,-1-4-82 0 0,0-3 64 0 0,-1-3-28 0 0,-1-2 66 0 0,-3-1-4 0 0,-2 0 94 0 0,-2 1-103 0 0,-2 2 129 0 0,0 2-39 0 0,1 4 56 0 0,0 3 49 0 0,0 3-12 0 0,1 4-65 0 0,0 2 53 0 0,-1 4-108 0 0,1 2-45 0 0,-2 4-155 0 0,0 3 144 0 0,0 2-73 0 0,2 4 90 0 0,2 1-17 0 0,2 2 97 0 0,1 0-99 0 0,5 0 108 0 0,2-2 38 0 0,4-1-102 0 0,1-2 27 0 0,1-3-53 0 0,0-2 58 0 0,-2-2-24 0 0,0-4-34 0 0,-3-1 57 0 0,-2-1-23 0 0,0-2-34 0 0,0 0-3 0 0,0-2-114 0 0,0-1-125 0 0,1-4-87 0 0,-2-2 290 0 0,0-4 2 0 0,0-4-44 0 0,-2-2 35 0 0,0-3 37 0 0,-2-1 6 0 0,-3 0-8 0 0,0 1 61 0 0,-4 2 91 0 0,-1 3-42 0 0,-1 3-36 0 0,0 2 14 0 0,-1 5-82 0 0,1 2 114 0 0,1 2-28 0 0,1 3 25 0 0,1 2-134 0 0,2 2 40 0 0,2 3-19 0 0,1 3 0 0 0,2 2 0 0 0,2 2 14 0 0,3 1 187 0 0,3 1-244 0 0,4-1 78 0 0,1-1-31 0 0,2-2 1 0 0,1-2-1 0 0,-1-4 4 0 0,0-1-10 0 0,-1-3-66 0 0,1-1 83 0 0,-1-3-164 0 0,0-3 189 0 0,0-1-74 0 0,-1-3-121 0 0,1-2 21 0 0,-3-2-16 0 0,-1-1 87 0 0,-3 0-12 0 0,-2 1 75 0 0,-1 0-97 0 0,-2 3 18 0 0,-1 2-109 0 0,-3 4 40 0 0,-1 4-237 0 0,-5 7 181 0 0,-2 8-256 0 0,-3 7-171 0 0,0 7-1270 0 0,1 8-3310 0 0,3-4-1794 0 0</inkml:trace>
  <inkml:trace contextRef="#ctx0" brushRef="#br4" timeOffset="-31986.629">105 2814 1500 0 0,'0'0'0'0'0,"0"0"1448"0"0,0 0-396 0 0,0 0-102 0 0,0 0-177 0 0,0 0-21 0 0,0 0-612 0 0,0 0-77 0 0,0 0 30 0 0,0 0-1 0 0,0 0 885 0 0,2 0-836 0 0,1 0 75 0 0,-1 1-207 0 0,0-1 17 0 0,0 0 217 0 0,1 0 5 0 0,-1 0-75 0 0,0 0-114 0 0,0 0-49 0 0,0 0-54 0 0,0 0 60 0 0,1 0 64 0 0,0-1 17 0 0,1 1 49 0 0,1 0 33 0 0,1 0 28 0 0,1-1 10 0 0,1 1 62 0 0,-1 0-49 0 0,0-1-84 0 0,1 0-8 0 0,-2 0-47 0 0,1 0-40 0 0,-2 1-48 0 0,0-1 4 0 0,-1 1-67 0 0,0 0-30 0 0,0 1 24 0 0,1-1 15 0 0,-1 2 56 0 0,1-1-23 0 0,-1 2 6 0 0,1-1 15 0 0,0 0 9 0 0,0 1 105 0 0,1-2 0 0 0,2 1-40 0 0,1 0 69 0 0,2 0-100 0 0,0-1 71 0 0,3 2 28 0 0,0-1 48 0 0,2 0-51 0 0,0 1 1 0 0,2 0-61 0 0,0-1-13 0 0,-1 1-71 0 0,1-1 11 0 0,-1 0-8 0 0,-1 0-1 0 0,-1-1 0 0 0,0 0-9 0 0,-1 0 11 0 0,-1 0 58 0 0,1 1-17 0 0,0-1-52 0 0,-1 0 13 0 0,0 0-138 0 0,-1 0 23 0 0,0 1-29 0 0,-1-1-31 0 0,0 1-6 0 0,0 0 13 0 0,0 0-6 0 0,0 0 21 0 0,0 0 17 0 0,-1 0 48 0 0,-1 0 78 0 0,1 1-94 0 0,0-1 124 0 0,2-1 98 0 0,0 1-67 0 0,1-1-53 0 0,2 0 111 0 0,0 0-33 0 0,-1 0 128 0 0,2-1 28 0 0,-1 0-118 0 0,1 0-125 0 0,-1 0-30 0 0,1 0-6 0 0,1 0 52 0 0,-1 0-9 0 0,1 0-2 0 0,0 0 3 0 0,0 0 4 0 0,0 0-2 0 0,0 0 10 0 0,0 0-16 0 0,1-1 14 0 0,1 0 1 0 0,-1 0-15 0 0,1-1 10 0 0,0 0 66 0 0,2 0-94 0 0,-2 1 32 0 0,1 0-6 0 0,-1 0 7 0 0,-1 1-15 0 0,0-1 5 0 0,-3 1-91 0 0,-2 0-7 0 0,-2 1 58 0 0,-2 0 38 0 0,-1 0-4 0 0,1 1 12 0 0,1-1 69 0 0,1 0-89 0 0,2-1 25 0 0,1 1-13 0 0,2-1 1 0 0,1 0 4 0 0,0 0 3 0 0,1 0-10 0 0,1-1-11 0 0,-1 1 3 0 0,0 0-95 0 0,-1-1 31 0 0,0 1 8 0 0,0 0 70 0 0,0 0-28 0 0,0 1-136 0 0,0 1-24 0 0,0 0 16 0 0,1 0 106 0 0,0 0-3 0 0,0 0 56 0 0,1-1-103 0 0,0 0 38 0 0,0 0 74 0 0,0-1-11 0 0,-2 0 28 0 0,1 0-13 0 0,-1 0 0 0 0,-1-1 1 0 0,0 1 4 0 0,0-1-7 0 0,0 0-2 0 0,-2 1-13 0 0,0-1-72 0 0,0 1 109 0 0,1 0-32 0 0,0 0 11 0 0,3 0-4 0 0,0 0 2 0 0,2 0-1 0 0,1 0 14 0 0,1 0-9 0 0,0 0-1 0 0,-2 0-4 0 0,0 0 94 0 0,-2 0 29 0 0,0 0-78 0 0,0-1 63 0 0,0 0-40 0 0,-1 0-68 0 0,-1 0 19 0 0,-1 1-20 0 0,-1-1 2 0 0,0 1-6 0 0,0 0 2 0 0,1 1-6 0 0,2 0-3 0 0,0 1 1 0 0,2-1-6 0 0,0 1 11 0 0,-1 0-50 0 0,1 0 71 0 0,-1-1-23 0 0,-1 1 13 0 0,-1-1-11 0 0,0 1-48 0 0,0-1 64 0 0,0-1-21 0 0,-1 1-2 0 0,0 0 11 0 0,-1 0-59 0 0,0 0 17 0 0,1 0-8 0 0,0 0-61 0 0,1 0 125 0 0,0-1-39 0 0,2 1-32 0 0,1-1 61 0 0,0 0-12 0 0,1 0 5 0 0,1 0 6 0 0,1-1-2 0 0,0 0 76 0 0,-1 0-97 0 0,0 0 33 0 0,-2 0-11 0 0,1 0 14 0 0,0-1-4 0 0,1 1-12 0 0,-1-1-61 0 0,0 1-21 0 0,1-1-18 0 0,-1 1 108 0 0,-1-1-33 0 0,0 0 29 0 0,-1 1 75 0 0,-2 0 3 0 0,1 0 10 0 0,-1-1 43 0 0,1 1-39 0 0,1 0 28 0 0,0-1 53 0 0,3 2-109 0 0,1-1 26 0 0,0 0 22 0 0,1 0-137 0 0,-2 1-34 0 0,1 0-75 0 0,-4 0 104 0 0,-2 0-65 0 0,-2 0 7 0 0,-3 0 84 0 0,0 0-68 0 0,-1 0 71 0 0,-1 1-127 0 0,0 0 144 0 0,1 1-45 0 0,0 0-120 0 0,1 0 108 0 0,0-1 36 0 0,1 1-96 0 0,1 0 35 0 0,0-1-45 0 0,0 0-37 0 0,0 0 74 0 0,-2-1-16 0 0,-1 1 100 0 0,-1-1 31 0 0,-1 0-59 0 0,0 0 15 0 0,-2 0-118 0 0,0 0-44 0 0,0 0-41 0 0,-1 0 3 0 0,1 0-124 0 0,-1 0-4 0 0,0 0 13 0 0,1 0 4 0 0,1-1 16 0 0,1-1-7 0 0,0 1 36 0 0,1-1 93 0 0,-1-1 8 0 0,0 1 6 0 0,-1 0-90 0 0,-2 0 0 0 0,-1 0-310 0 0,-2 1-645 0 0,0 0-936 0 0,-16 4 252 0 0,0 1 2225 0 0</inkml:trace>
  <inkml:trace contextRef="#ctx0" brushRef="#br5" timeOffset="-29919.909">3652 1277 352 0 0,'0'0'0'0'0,"0"0"560"0"0,0 0-121 0 0,0 0-148 0 0,0 0-128 0 0,0 0-45 0 0,0 0 224 0 0,0 0-168 0 0,0 0-43 0 0,0 0-78 0 0,0 0 26 0 0,-4-4 63 0 0,-1 1 114 0 0,0-1 0 0 0,1 1-30 0 0,1 1-49 0 0,0 1-58 0 0,1 0 7 0 0,1 1 70 0 0,0 0 32 0 0,1 0 122 0 0,-1 0-60 0 0,-1-1-263 0 0,1 1 158 0 0,-1-1 220 0 0,-1 0 10 0 0,0 0-108 0 0,2 1-159 0 0,-1 0 51 0 0,1-1 103 0 0,0 1 89 0 0,-1 0-69 0 0,1 1-50 0 0,-1 0-110 0 0,1 0 70 0 0,0 1-16 0 0,-1-1-73 0 0,1 1 24 0 0,1 1 64 0 0,-1-1-41 0 0,1 1 22 0 0,0 1 23 0 0,0 1-49 0 0,0 0-49 0 0,0 1 3 0 0,0 1-26 0 0,0 0 33 0 0,0 1-39 0 0,0 1 59 0 0,0 0-195 0 0,0 1 52 0 0,0 1-18 0 0,0 0-3 0 0,0 0-4 0 0,0-1 7 0 0,0 1-8 0 0,0-1-2 0 0,0-1-4 0 0,0-1 1 0 0,0 0 8 0 0,0 1-2 0 0,1-1 15 0 0,0 1-18 0 0,-1 1 15 0 0,2 0-4 0 0,0 1 1 0 0,0 0 51 0 0,0 1-70 0 0,-1-1 32 0 0,0 0-10 0 0,0 0-8 0 0,0 0 7 0 0,0-1-8 0 0,0 0 8 0 0,1 0-8 0 0,-1-2 3 0 0,-1 1-6 0 0,1 0 2 0 0,0 0 18 0 0,1 1-15 0 0,-1 0-4 0 0,2 0-4 0 0,-1 1-46 0 0,-1 0 64 0 0,1 1 82 0 0,0 1-107 0 0,-1 0 30 0 0,0 0-5 0 0,-1 0 90 0 0,1-1-58 0 0,-1 0-47 0 0,0-1 10 0 0,0 0-8 0 0,-1-1 4 0 0,1 0 68 0 0,0-1 14 0 0,0 0-107 0 0,2 0-21 0 0,0 0 43 0 0,0-1-15 0 0,1-1-1 0 0,0 1 12 0 0,-1-1-3 0 0,-1 1 6 0 0,0 0 59 0 0,0 0-64 0 0,-1 1 70 0 0,0 1-77 0 0,0-1 28 0 0,0 1-19 0 0,-1 1 8 0 0,0-1 2 0 0,0 1 41 0 0,0 0-62 0 0,1 0 6 0 0,-1-1-78 0 0,1 2 95 0 0,0-2-33 0 0,0 1 16 0 0,0-1-2 0 0,0 0 10 0 0,0 0 12 0 0,0 0 44 0 0,0 1-68 0 0,0-1 32 0 0,0 0 55 0 0,0 0-87 0 0,0-1 20 0 0,0 0 48 0 0,0 0 2 0 0,-1 1-73 0 0,-1-1 30 0 0,1 1 43 0 0,-2-1-1 0 0,2 1-52 0 0,-1 0 102 0 0,1 1-121 0 0,0 0 145 0 0,0-1-90 0 0,0 1-32 0 0,0 0 58 0 0,1-1-84 0 0,-1-1 25 0 0,0 1-9 0 0,0-1-51 0 0,1 0 65 0 0,-1 1-7 0 0,0-1 50 0 0,1 0-54 0 0,-1 1 14 0 0,0-1 43 0 0,1-1-71 0 0,-2 1 23 0 0,1-1 1 0 0,0 0 59 0 0,0 1-82 0 0,0 0 18 0 0,-1 0-16 0 0,1 0-50 0 0,1 0 64 0 0,-1 1-21 0 0,1-1 7 0 0,-1 1 0 0 0,0-1-9 0 0,0 1-35 0 0,1 0 56 0 0,-1 1-14 0 0,-1-1 10 0 0,1 1-57 0 0,-1 1 73 0 0,1-1-24 0 0,0 0 83 0 0,0 1-97 0 0,1-1-42 0 0,-2 0 76 0 0,0 0-24 0 0,0 1 12 0 0,-1-1-1 0 0,0 1-8 0 0,-1 0-3 0 0,0 0 6 0 0,1 0-45 0 0,0-1 64 0 0,1 0-6 0 0,-1 0 3 0 0,1-1 2 0 0,0 0 47 0 0,1 0-65 0 0,1 0 12 0 0,-2 0-10 0 0,0-1 6 0 0,0 0 2 0 0,1 0 4 0 0,0 0-1 0 0,1-1 66 0 0,-1 0-79 0 0,1 1 22 0 0,0-1-12 0 0,0 1-4 0 0,-1-1-4 0 0,-1 1 1 0 0,1 0 4 0 0,-1 1-2 0 0,1-1-4 0 0,1 0-3 0 0,-1 0 1 0 0,1 0 8 0 0,0-1-2 0 0,0-1 1 0 0,0 0-61 0 0,0-1 74 0 0,1-1-20 0 0,-1 0 11 0 0,0-1 4 0 0,0-1 64 0 0,0 0-31 0 0,0 0-34 0 0,0-1 17 0 0,0-1-28 0 0,0-1 7 0 0,0 1-78 0 0,0-1-99 0 0,0 0-154 0 0,2 0-32 0 0,1-1-240 0 0,0-1-209 0 0,-1 0-270 0 0,2-2-331 0 0,-2 1-1126 0 0,0 0-559 0 0,-5 5 1514 0 0,0 0 1693 0 0</inkml:trace>
  <inkml:trace contextRef="#ctx0" brushRef="#br6" timeOffset="-29569.821">3366 2889 3344 0 0,'0'0'0'0'0,"0"0"1968"0"0,0 0-625 0 0,0 0-190 0 0,0 0 137 0 0,0 0-638 0 0,0 0 119 0 0,0 0-161 0 0,0 0-97 0 0,0 0-447 0 0,0 0-424 0 0,19 0-109 0 0,1 0-292 0 0,0 0-403 0 0,-2 1-917 0 0,-4 1-2643 0 0,-5 1 2873 0 0</inkml:trace>
  <inkml:trace contextRef="#ctx0" brushRef="#br7" timeOffset="-16956.679">2100 1957 196 0 0,'0'0'0'0'0,"0"0"12"0"0,0 0 61 0 0,0 0 1 0 0,0 0-16 0 0,0 0-5 0 0,0 0 20 0 0,0 0-73 0 0,0 0 100 0 0,0 0-50 0 0,0 0 64 0 0,0-1 1491 0 0,0 0-793 0 0,-1-1-58 0 0,0 0-186 0 0,-1 0-121 0 0,1 1-150 0 0,-1-1-82 0 0,0 0-99 0 0,0 0-106 0 0,0-1 24 0 0,1 0 52 0 0,0 0-2 0 0,0 0 94 0 0,1-1 38 0 0,0 0 28 0 0,0-1 135 0 0,0 0 87 0 0,1 0 45 0 0,0 1-46 0 0,1 0-160 0 0,1 0-119 0 0,-1 1-58 0 0,1 0 14 0 0,-1 1 63 0 0,-1 0-6 0 0,0 1-58 0 0,0 0-17 0 0,-1-1-22 0 0,0 1 20 0 0,0-1-23 0 0,2 0 54 0 0,0 0 12 0 0,-1 0 13 0 0,0 1 89 0 0,0-1 41 0 0,-1 1 51 0 0,1 0-7 0 0,-1 1-85 0 0,0 0-119 0 0,0 0-92 0 0,0 0-48 0 0,-1 0 1 0 0,1 0-9 0 0,0 0 5 0 0,0 0 3 0 0,0 0 64 0 0,0 0-3 0 0,0 0 66 0 0,0 0 12 0 0,0 0 34 0 0,0 0-20 0 0,0 0-42 0 0,0 0 3 0 0,0 1-65 0 0,0 1-45 0 0,0 1 158 0 0,0 2 37 0 0,0 0-134 0 0,0 1-58 0 0,0 1 3 0 0,0 1-17 0 0,1 0-10 0 0,1 2 12 0 0,-1 0 0 0 0,2 0 5 0 0,0 1-10 0 0,1 0 3 0 0,-2 0-61 0 0,1-2 68 0 0,-2 0-75 0 0,0-1 13 0 0,-1-1-42 0 0,0 0-14 0 0,0 0 11 0 0,0 0 40 0 0,0 0 54 0 0,0 0-78 0 0,0 1 47 0 0,0 0-52 0 0,-1 1 102 0 0,1 1-40 0 0,0 0 25 0 0,0 1 0 0 0,0 0 61 0 0,0 0-63 0 0,0 1 21 0 0,0-1 41 0 0,0 1-74 0 0,0-1 23 0 0,0 0-8 0 0,0 0-9 0 0,0 0-49 0 0,0 0 65 0 0,2 1-23 0 0,0 0 8 0 0,1 0 5 0 0,0 0-11 0 0,1 1 3 0 0,1-1-1 0 0,-1 1 5 0 0,2-1-2 0 0,0 1 6 0 0,0 0-6 0 0,0-1-8 0 0,1 2-68 0 0,-1-1 33 0 0,0 0-28 0 0,0 0 6 0 0,-1 0-77 0 0,-2 0-11 0 0,1-1 18 0 0,-1 0-118 0 0,-1-1-597 0 0,1-1 842 0 0,-1-1-107 0 0,0-1 108 0 0,0 0 21 0 0,0 0 112 0 0,-1-1-33 0 0,-1 1-39 0 0,1 0-46 0 0,-1 1 10 0 0,0 0-126 0 0,0 1 15 0 0,0 0 45 0 0,-1 1-28 0 0,1-2 85 0 0,0-2-116 0 0,0-1 42 0 0,0-1 13 0 0,0-2 68 0 0,0-1-13 0 0,0 0 93 0 0,0-1-23 0 0,0 0 31 0 0,0 0 22 0 0,0-1 23 0 0,0 0 15 0 0,0 1-49 0 0,-1-1-44 0 0,1 1-54 0 0,-1 1 0 0 0,0 1-68 0 0,0 1-25 0 0,0 1-30 0 0,-1 1-57 0 0,0 2 148 0 0,0 1 14 0 0,0 0-4 0 0,-1-1 6 0 0,0-1 10 0 0,1 0 100 0 0,0-3 22 0 0,0 0-36 0 0,1-1-81 0 0,-1-1 4 0 0,1 0-22 0 0,0 0 1 0 0,0 1 3 0 0,0-1-2 0 0,0 1-50 0 0,0-1 65 0 0,0 1-12 0 0,1-1 80 0 0,-1 0-21 0 0,0-1 44 0 0,0 1-15 0 0,0-1 26 0 0,1 0-12 0 0,-1 0-4 0 0,1 0-46 0 0,0 0-38 0 0,0-1 12 0 0,0 1 47 0 0,0-1-85 0 0,0 0 14 0 0,-1 1-53 0 0,0 1-2 0 0,-1 0 11 0 0,0 1-20 0 0,-1 1 6 0 0,0 0 73 0 0,-1 1-8 0 0,0 1 2 0 0,0-1 9 0 0,0-1-17 0 0,1 1 5 0 0,-2 0-16 0 0,2-1-57 0 0,0 1-40 0 0,-1 0-58 0 0,2 0 52 0 0,0 0 16 0 0,0-1 19 0 0,1-1 78 0 0,-1 0-5 0 0,1-1 7 0 0,1-1 95 0 0,-1-1-17 0 0,1 0 16 0 0,0 0-108 0 0,0 0-2 0 0,0 0-271 0 0,0 0-279 0 0,-2-1-568 0 0,-1 1-1681 0 0,-5-1-2499 0 0,0-1 4731 0 0</inkml:trace>
  <inkml:trace contextRef="#ctx0" brushRef="#br8" timeOffset="-15849.243">1794 1977 340 0 0,'0'0'0'0'0,"0"0"416"0"0,0 0-350 0 0,0 0 151 0 0,0 0 2153 0 0,0 0-916 0 0,0 0-258 0 0,0 0-368 0 0,0 0-390 0 0,0 0 26 0 0,0 0-122 0 0,14 2-278 0 0,4 1-38 0 0,2 0-132 0 0,1 0 127 0 0,1 0-366 0 0,-1 0 135 0 0,-1-1 6 0 0,-1 0-45 0 0,-2-1 83 0 0,-1 0 19 0 0,-3-1 43 0 0,-1 0 54 0 0,-3 0-43 0 0,-2 0-71 0 0,-2-1-208 0 0,-2-1-232 0 0,-1 0-596 0 0,-1-1-873 0 0,-1 0-128 0 0</inkml:trace>
  <inkml:trace contextRef="#ctx0" brushRef="#br9" timeOffset="-15009.473">1794 1977 612 0 0,'0'0'0'0'0,"44"-10"288"0"0,16-3-243 0 0,-7 3 201 0 0,-9 2 1379 0 0,-13 4-154 0 0,-11 3-473 0 0,-9 1-173 0 0,-6 1-324 0 0,-5 0 105 0 0,-1 0 97 0 0,-1 0-24 0 0,-1-1-177 0 0,1 1-96 0 0,1-1-31 0 0,1 0 25 0 0,0 0-31 0 0,1 0-70 0 0,0 0-83 0 0,0 0-56 0 0,1 0-26 0 0,1 0-1 0 0,0 0 9 0 0,1-1 15 0 0,0 0 24 0 0,2-2 9 0 0,0-1-33 0 0,0-2 77 0 0,-1-2-13 0 0,-1-1-51 0 0,-1 0-42 0 0,-1-1 64 0 0,-1 0 116 0 0,-3 2-69 0 0,-2 1-128 0 0,-4 2-49 0 0,-1 0 16 0 0,-2 1-2 0 0,1 1-6 0 0,-1 2-82 0 0,3 0 15 0 0,0 0-19 0 0,3 1-97 0 0,1 0-75 0 0,2 1-51 0 0,1-1-80 0 0,1 1 146 0 0,0 1 67 0 0,2 2 37 0 0,2 1 71 0 0,3 1 152 0 0,2 0-112 0 0,1 1 16 0 0,2-1 87 0 0,0-1-76 0 0,0 0-77 0 0,-1-2 18 0 0,0-1-9 0 0,-1 0 82 0 0,0-2 103 0 0,-1 0-42 0 0,-1-1-6 0 0,0-1 34 0 0,-2-1 63 0 0,-1 0 85 0 0,-2-1 42 0 0,-1 1-68 0 0,-3-2-337 0 0,-5 0 81 0 0,-3-1-34 0 0,-5-1 69 0 0,-3 1-94 0 0,-2 0 17 0 0,-1 1-52 0 0,-1 1-46 0 0,2 2 122 0 0,1 0-40 0 0,2 1 12 0 0,3 1-144 0 0,3 1-156 0 0,4 2-174 0 0,1 2 116 0 0,3 2 110 0 0,2 3 188 0 0,0 2-26 0 0,3 1 103 0 0,2 0-34 0 0,4 0 29 0 0,2-2 4 0 0,1-1 124 0 0,0-2-160 0 0,0-1 54 0 0,0-2-13 0 0,-1-1 92 0 0,-3-2-125 0 0,-1 0 47 0 0,-3-2 59 0 0,0 0-7 0 0,-1 0 12 0 0,0-1 38 0 0,-1 0 111 0 0,1-3-44 0 0,0-1-38 0 0,0-3-79 0 0,-1-1-80 0 0,-2-3 15 0 0,-5 0 84 0 0,-4-1-28 0 0,-5 0-79 0 0,-3 0 17 0 0,-2 2-85 0 0,0 2 89 0 0,2 2-76 0 0,2 2 64 0 0,2 2-209 0 0,2 1 60 0 0,4 3-115 0 0,1 3-50 0 0,3 2 92 0 0,2 3 172 0 0,0 1 32 0 0,3 2 16 0 0,2 0 8 0 0,3 0 54 0 0,2-2 12 0 0,2 0-74 0 0,2-2 66 0 0,0-2-78 0 0,0-1 22 0 0,1-1-22 0 0,2-1-94 0 0,0-1 138 0 0,-1-1 57 0 0,1-1-14 0 0,0 0 29 0 0,-1-2-32 0 0,-1-1-4 0 0,-3-1 61 0 0,-1-2-52 0 0,-3-1-85 0 0,-3-2 24 0 0,-2-2-18 0 0,-6-1 5 0 0,-5-1 87 0 0,-7-1 17 0 0,-5 1-27 0 0,-4 0-88 0 0,-2 3-64 0 0,-2 2-148 0 0,3 3-89 0 0,0 4-543 0 0,6 6-232 0 0,3 5-1406 0 0,5 7-2346 0 0,4-1-117 0 0</inkml:trace>
  <inkml:trace contextRef="#ctx0" brushRef="#br10" timeOffset="-12250.674">2100 1905 612 0 0,'0'0'0'0'0,"0"0"284"0"0,0 0-327 0 0,0 0 271 0 0,0 0 589 0 0,0 0 665 0 0,0 0-1098 0 0,0 0 131 0 0,0 0-15 0 0,0 0 131 0 0,0 0-12 0 0,1 7-245 0 0,0 1-224 0 0,0 1-132 0 0,-1-1 12 0 0,2 0 30 0 0,-1-2 58 0 0,0-1 48 0 0,0-1 101 0 0,-1 0 57 0 0,0-1 49 0 0,1 1 55 0 0,-1-1 6 0 0,0 1 4 0 0,0 0 2 0 0,-2 1-47 0 0,0 0-135 0 0,0 0-114 0 0,-1 1-147 0 0,0-1 8 0 0,1 0-102 0 0,0 0 110 0 0,1 0-117 0 0,1-1 119 0 0,-1 0-40 0 0,0-1 19 0 0,0-1 2 0 0,1 1 4 0 0,-1-1 8 0 0,0 0 64 0 0,0 0-3 0 0,0 0 10 0 0,0 1 9 0 0,-1 0 4 0 0,0 1-38 0 0,0 1-59 0 0,0 0-60 0 0,0 1-21 0 0,0 1 92 0 0,0 0-92 0 0,0 0 96 0 0,1 0-36 0 0,-1 0-73 0 0,1-1 51 0 0,-1 0-1 0 0,1 0 54 0 0,0-1 1 0 0,-1 0-5 0 0,1-1-1 0 0,1 0-74 0 0,-1 1 86 0 0,1 0-20 0 0,-1 0 2 0 0,-1 0 3 0 0,1 0-6 0 0,-1 0-7 0 0,1 1 20 0 0,0-1 2 0 0,1 0 10 0 0,-1 0-15 0 0,0 1 61 0 0,0 0-79 0 0,0 1 31 0 0,1 0-16 0 0,-1 1-2 0 0,0 0 6 0 0,0 0-3 0 0,1-1-18 0 0,-1 1-64 0 0,1-2 106 0 0,0 0-36 0 0,-1-1 13 0 0,0 0 0 0 0,0 0-14 0 0,0 0 9 0 0,-1 0 5 0 0,1 0-1 0 0,1 0 15 0 0,-1 0 43 0 0,1-1-59 0 0,0 1 12 0 0,-1 0-10 0 0,2 1-60 0 0,-1-1 17 0 0,0 2-9 0 0,0-1 0 0 0,0 1-28 0 0,0 1 83 0 0,0-1-63 0 0,0 0 72 0 0,0 0 42 0 0,0 0-58 0 0,0-1 18 0 0,0 1-14 0 0,0 0-13 0 0,0 1 8 0 0,0 0-116 0 0,0 0 80 0 0,0 1-44 0 0,0 1 39 0 0,1 1-117 0 0,1 0 113 0 0,1 1-56 0 0,0-1-11 0 0,0 0 47 0 0,0 0 73 0 0,-1 0-104 0 0,-1 0 18 0 0,1-1 87 0 0,-2 0-76 0 0,0 0-34 0 0,0 1-125 0 0,0-1 17 0 0,0 0-2 0 0,0 0-72 0 0,0-1 101 0 0,0 0 33 0 0,0-1 16 0 0,0-1-11 0 0,0-1-68 0 0,0-1-55 0 0,-1 0 132 0 0,0-1 137 0 0,0-1-31 0 0,1 1-40 0 0,-1-1-102 0 0,0 1-21 0 0,-1 1 10 0 0,1 0 49 0 0,-1 0 4 0 0,1 1-1 0 0,-1 0 158 0 0,1 0 11 0 0,0-1 57 0 0,0 0-39 0 0,1-1 17 0 0,0-2-19 0 0,0 0 4 0 0,0-1-2 0 0,0 0 18 0 0,0-1 98 0 0,0 0 2 0 0,0 0-172 0 0,0 0 23 0 0,0 0-124 0 0,0 0 59 0 0,0 0 32 0 0,0 0 6 0 0,0 0 190 0 0,0 0-13 0 0,1 0 20 0 0,-1 0 65 0 0,2-1-16 0 0,0-1 36 0 0,0-2 38 0 0,0-1-69 0 0,1-1-116 0 0,0-3-39 0 0,0-2 42 0 0,0-2-158 0 0,2-3-183 0 0,2-3 50 0 0,2-2 69 0 0,1-2-42 0 0,2-2 60 0 0,0-2-89 0 0,1-2 135 0 0,-1-1-55 0 0,-1 0 93 0 0,-3 0 141 0 0,-3 0-36 0 0,-1 1 102 0 0,-3 3-50 0 0,-1 2-107 0 0,-4 2 18 0 0,-2 4 79 0 0,-3 3 107 0 0,-2 3 21 0 0,1 2-58 0 0,-1 3 29 0 0,2 1-137 0 0,1 1-19 0 0,1 1 40 0 0,1 0-34 0 0,1 0 10 0 0,0-1-16 0 0,2 1-29 0 0,0-1-81 0 0,2 0-54 0 0,0 1-19 0 0,1 0-36 0 0,0 1 20 0 0,0 1-37 0 0,1 0 38 0 0,-1 1 16 0 0,0 1 15 0 0,0-1-2 0 0,0 1-30 0 0,0 0-4 0 0,2 0-62 0 0,-1 1 198 0 0,3 1 79 0 0,-1 3-51 0 0,1 1-12 0 0,-1 4-54 0 0,0 3-44 0 0,0 2-12 0 0,-2 2 73 0 0,0 3-25 0 0,-1 1 11 0 0,0 2 5 0 0,-2 0 101 0 0,0 1 13 0 0,-2 0-53 0 0,-1 0 3 0 0,0 1-63 0 0,1-2 6 0 0,0 0-12 0 0,1-1-13 0 0,1-3-58 0 0,0-2 16 0 0,1-3-88 0 0,1-3 13 0 0,0-3-28 0 0,0-2 51 0 0,0-3-48 0 0,1-1-12 0 0,-1-2 45 0 0,1 1-12 0 0,0 0-27 0 0,-1 1-219 0 0,2 0-89 0 0,-1 1-17 0 0,0-1 23 0 0,0 0 51 0 0,1 0 66 0 0,0-1 285 0 0,-1-1 34 0 0,2-2 240 0 0,-1-1-175 0 0,0-4 58 0 0,0-3 88 0 0,-1-4 245 0 0,1-4-368 0 0,0-5 80 0 0,0-4-91 0 0,1-4 71 0 0,1-2 96 0 0,0-3 48 0 0,0-2 132 0 0,1 0-24 0 0,-2 0-47 0 0,1 2-8 0 0,-2 2-35 0 0,0 3 160 0 0,-1 4-82 0 0,0 4-122 0 0,-1 5 11 0 0,0 6-28 0 0,-2 4-42 0 0,0 3-88 0 0,-2 3-95 0 0,0 1-55 0 0,-1 2 19 0 0,1 1-104 0 0,-1 2-168 0 0,-1 2 85 0 0,1 2 263 0 0,-2 3-66 0 0,1 4 221 0 0,1 3-139 0 0,0 2-46 0 0,0 4 66 0 0,0 3-89 0 0,0 1 11 0 0,0 2-66 0 0,1 2 91 0 0,0 1-31 0 0,2 1 72 0 0,-1-1-4 0 0,1-1 94 0 0,1-1-19 0 0,0-3 6 0 0,0-2-25 0 0,1-3-21 0 0,0-2-43 0 0,0-2-41 0 0,0-2-2 0 0,0-2-19 0 0,1-1-76 0 0,0-2-36 0 0,3-1-42 0 0,1-1-143 0 0,2-1-26 0 0,1-1 11 0 0,1-2-13 0 0,-2-1 137 0 0,-1-1 219 0 0,-3-2 10 0 0,-1-2 164 0 0,-1 1 42 0 0,0-2 92 0 0,-1-3-183 0 0,-2-2 80 0 0,-1-3-95 0 0,0-5 12 0 0,1-3-152 0 0,0-5 32 0 0,1-2-24 0 0,0-4-116 0 0,1-1 47 0 0,-1-1 77 0 0,2-2-105 0 0,2 1 125 0 0,-1-1-32 0 0,2 2 67 0 0,0 1 60 0 0,0 2-28 0 0,0 3-4 0 0,-1 5 37 0 0,-1 4 20 0 0,0 4 4 0 0,-2 4-39 0 0,1 3-15 0 0,-1 2-105 0 0,-1 4-44 0 0,-2 3-168 0 0,-1 4 87 0 0,-2 4 82 0 0,0 3-27 0 0,-2 5 92 0 0,1 2-13 0 0,0 3 0 0 0,1 2 3 0 0,1 1-15 0 0,1 1 18 0 0,1 1-1 0 0,1 0 5 0 0,-1 0-10 0 0,2 0 3 0 0,-2-1-52 0 0,1-1 65 0 0,-1-2-12 0 0,0-3 10 0 0,0-2-10 0 0,1-3-2 0 0,0-3-74 0 0,1-3-26 0 0,0-3-39 0 0,2-2-88 0 0,1-2-115 0 0,2-2-82 0 0,1-1-246 0 0,0-1-184 0 0,-2-1-425 0 0,0 0-874 0 0,-2-2-2122 0 0,0 1 4630 0 0</inkml:trace>
  <inkml:trace contextRef="#ctx0" brushRef="#br11" timeOffset="-5508.273">2439 2309 380 0 0,'0'0'0'0'0,"0"0"404"0"0,0 0-369 0 0,0 0 17 0 0,0 0-27 0 0,0 0 34 0 0,0 0-61 0 0,0 0 1104 0 0,0 0-606 0 0,0 0 97 0 0,0 0 32 0 0,4 2 17 0 0,2-1 19 0 0,-1 1-14 0 0,1-1 49 0 0,-1 0 46 0 0,-2-1 97 0 0,-1-1-8 0 0,-4 1-8 0 0,-1-1-39 0 0,-3 0-82 0 0,1-1-116 0 0,1 1-171 0 0,-1 0-52 0 0,2 0-156 0 0,1 0-43 0 0,1-1 3 0 0,0-1 30 0 0,0 0 3 0 0,0 0-58 0 0,1-1-70 0 0,-1 0 30 0 0,1 0-16 0 0,-1-1-12 0 0,0 0-24 0 0,0 0 20 0 0,-1-1-8 0 0,0 0 2 0 0,0-1-60 0 0,0 0 16 0 0,-1 0-8 0 0,1-2 47 0 0,0-1-65 0 0,0-1 12 0 0,-1-1-19 0 0,1-1 8 0 0,1-1-8 0 0,0 0 1 0 0,0 1-42 0 0,0 0-6 0 0,1 0-16 0 0,0 2-58 0 0,0 0 47 0 0,0 3-22 0 0,1 1 10 0 0,-1 1-48 0 0,0 2-47 0 0,0 2-139 0 0,0 0-83 0 0,0 1-141 0 0,0 1-332 0 0,2 1-648 0 0,0 1-730 0 0,-1 0-891 0 0,0 1-1117 0 0</inkml:trace>
  <inkml:trace contextRef="#ctx0" brushRef="#br12" timeOffset="-5033.793">2467 2225 468 0 0,'0'0'0'0'0,"0"0"300"0"0,0 0-289 0 0,0 0 31 0 0,0 0 85 0 0,0 0 2061 0 0,0 0-1316 0 0,0 0-192 0 0,0 0-160 0 0,0 0-88 0 0,0 0 27 0 0,0 0-129 0 0,5 1-116 0 0,1 0-47 0 0,0 0 168 0 0,-2 0 123 0 0,0-1 0 0 0,-2 0-15 0 0,0 0 32 0 0,-2-1 47 0 0,1-1-28 0 0,-2 0-2 0 0,1 0-77 0 0,0 0 25 0 0,0 0-36 0 0,0-1-49 0 0,-1 0-76 0 0,2 0-47 0 0,0 1-23 0 0,0-1-89 0 0,-1 1-110 0 0,2 0 15 0 0,-1 0-11 0 0,1 1 44 0 0,0 0-59 0 0,0 0 66 0 0,0-1-80 0 0,1 1-65 0 0,0-1 105 0 0,-1 1-47 0 0,0 0-64 0 0,0 1 35 0 0,0-1-118 0 0,0 1 88 0 0,1 0 76 0 0,0 0-111 0 0,2 0 41 0 0,1 0 90 0 0,0 1-30 0 0,2 1 20 0 0,2 1-7 0 0,0 1-11 0 0,0 2 17 0 0,0 1-11 0 0,0 1-80 0 0,0 2-38 0 0,-3 0-22 0 0,-2 1 27 0 0,-1 0-45 0 0,-3 0-89 0 0,0 1-82 0 0,-1-1-116 0 0,0-1-131 0 0,0 0-222 0 0,-2 1-386 0 0,-2 0-1041 0 0,0 0-397 0 0,-3 0-449 0 0,1 0 3327 0 0,0-3-670 0 0</inkml:trace>
  <inkml:trace contextRef="#ctx0" brushRef="#br13" timeOffset="-4321.581">2733 2356 744 0 0,'0'0'0'0'0,"0"0"184"0"0,0 0-93 0 0,0 0 3050 0 0,0 0-1343 0 0,0 0-523 0 0,0 0-273 0 0,0 0-265 0 0,0 0 135 0 0,0 0-182 0 0,0 0-254 0 0,0 0-200 0 0,4-10-114 0 0,1-1 120 0 0,1-2-186 0 0,0 1 8 0 0,-1 2-66 0 0,0 2-82 0 0,-1 3 8 0 0,-1 2-16 0 0,-1 1-88 0 0,-1 1-45 0 0,-1 1-16 0 0,0 1-27 0 0,0 0-76 0 0,0 2 140 0 0,0 1-185 0 0,0 2 62 0 0,0 2 113 0 0,0 2-42 0 0,0 1-49 0 0,0 1 107 0 0,-1 1 222 0 0,-1 2 28 0 0,0 0 77 0 0,-2 1-25 0 0,1 0 47 0 0,0-2 31 0 0,-1-1 25 0 0,1-1 85 0 0,0-2 26 0 0,0-3-108 0 0,0-1-10 0 0,0-3-29 0 0,1-1-102 0 0,0-1 35 0 0,0-1 34 0 0,0 0-4 0 0,1-1 66 0 0,0 1-73 0 0,0-1 20 0 0,1 1-20 0 0,0 0 3 0 0,0 0-58 0 0,0 0 39 0 0,0 0-9 0 0,0 0 62 0 0,0 0 6 0 0,0 0 8 0 0,0 0 90 0 0,0 0-142 0 0,0 0 131 0 0,0 0-157 0 0,1 0 119 0 0,2 0 51 0 0,3 0-89 0 0,2-1-205 0 0,4 1 7 0 0,0 0-174 0 0,2-1-252 0 0,0 1-892 0 0,-1 0-1711 0 0,-3 0-4682 0 0,-24 0 7728 0 0,-3 1-658 0 0</inkml:trace>
  <inkml:trace contextRef="#ctx0" brushRef="#br14" timeOffset="-1447.264">2024 2777 328 0 0,'0'0'0'0'0,"0"0"312"0"0,0 0-350 0 0,0 0 207 0 0,0 0-127 0 0,0 0 62 0 0,0 0 1869 0 0,0 0-945 0 0,0 0-267 0 0,0 0-12 0 0,0 0-20 0 0,0 0 31 0 0,4 5-152 0 0,1 0-148 0 0,0 0-146 0 0,0 0-84 0 0,-3-1 113 0 0,-1-1-65 0 0,-2 0-21 0 0,-2 0-52 0 0,0 0-7 0 0,-1 0-17 0 0,0 0 62 0 0,-1 2-48 0 0,0 0-58 0 0,0 1-136 0 0,-1 1 215 0 0,0 1-46 0 0,0 1-24 0 0,0-1-49 0 0,0-1-91 0 0,1 0 82 0 0,-1 0-19 0 0,0 0-84 0 0,0 0 23 0 0,0-1-142 0 0,1 1 23 0 0,-1-1-1 0 0,2 2-6 0 0,-1 0 16 0 0,0 1 29 0 0,0 0 71 0 0,1 1-8 0 0,0-1 23 0 0,0 0-3 0 0,-1 0-7 0 0,1-1-3 0 0,1-1 1 0 0,0-1-6 0 0,0 0-3 0 0,0-1-4 0 0,1 0-92 0 0,0 0 118 0 0,-1-1-39 0 0,0 1 13 0 0,0 1 0 0 0,0 0-75 0 0,-1 1 17 0 0,0 0-65 0 0,-1 0 62 0 0,-1 1-41 0 0,1 0 60 0 0,-1 0 39 0 0,0-1-37 0 0,0 1 63 0 0,-1-2 192 0 0,0 0-67 0 0,-2-1 48 0 0,0 0-48 0 0,-2-1 37 0 0,-1 0 39 0 0,-2-1-44 0 0,-2 1-90 0 0,-2 0 30 0 0,-1 0-36 0 0,0 1 54 0 0,-1-1-45 0 0,-1 2-18 0 0,1-1-59 0 0,1 0 92 0 0,1 0-31 0 0,1 1 72 0 0,1 0-74 0 0,1-1 81 0 0,0 0-85 0 0,0 0 101 0 0,1-1-31 0 0,-2 0 16 0 0,0 0 54 0 0,-1 0-61 0 0,-1-1 20 0 0,-2 1-34 0 0,-2 1-52 0 0,0-1-67 0 0,-2 1 10 0 0,-1 0 45 0 0,1-1-2 0 0,-1 1 18 0 0,2 0-2 0 0,0-1-26 0 0,1 0 22 0 0,0 0 20 0 0,0-1 41 0 0,-1-1 18 0 0,-2 0-61 0 0,0 0 20 0 0,-1-1-54 0 0,-1 0-58 0 0,0 0 14 0 0,1-1-5 0 0,0 0 171 0 0,2 0-123 0 0,0 0 17 0 0,1 0-62 0 0,1 0 134 0 0,1 0-76 0 0,2 0 26 0 0,1 0-102 0 0,1 0 24 0 0,2 0-14 0 0,1 0 61 0 0,1 0-64 0 0,1 0 63 0 0,1 0-18 0 0,2 0-50 0 0,2 0 2 0 0,2 0-4 0 0,-1 0-6 0 0,2 0-112 0 0,-1 0 74 0 0,1 0 47 0 0,-1 0-104 0 0,0 0 77 0 0,0 0-66 0 0,0 0-10 0 0,1 0 12 0 0,-1 1 25 0 0,1 0-22 0 0,0 0-47 0 0,-1 0-4 0 0,1 0 66 0 0,0 0 76 0 0,1 0-8 0 0,-1-1 15 0 0,1 1 56 0 0,0-1-75 0 0,-1 1 20 0 0,0-1-106 0 0,-1 0 112 0 0,-2 0-108 0 0,-3 2-42 0 0,-2-1-4 0 0,-3 1 167 0 0,-1 1-52 0 0,-1-1 30 0 0,0 0 8 0 0,2 0 91 0 0,2 0 54 0 0,1 0-75 0 0,2-1 35 0 0,1 0-29 0 0,0-1 94 0 0,0 1-102 0 0,-1-1 19 0 0,-1 0-48 0 0,-1 0-50 0 0,-1 0 85 0 0,1-1 26 0 0,1 1-14 0 0,1 0-41 0 0,1 0 13 0 0,1 0-77 0 0,1 0-110 0 0,2 0 8 0 0,0 0 61 0 0,1-1 46 0 0,1 1-4 0 0,1 0 8 0 0,0-1 11 0 0,0 1-4 0 0,-1-1 54 0 0,2 1-2 0 0,-2-1-10 0 0,0 1-54 0 0,0-1 10 0 0,-1 1-17 0 0,-2-1-40 0 0,0 0 63 0 0,0 0-78 0 0,-2-1 80 0 0,0 0-117 0 0,0 1 132 0 0,-1-1-36 0 0,1 1 8 0 0,0-1 6 0 0,0 1 68 0 0,2 0-84 0 0,1 0 80 0 0,0 0-71 0 0,0 0 62 0 0,2 0-60 0 0,0 0 74 0 0,0 0-87 0 0,1 0 22 0 0,-1 0-79 0 0,0 0 30 0 0,0 0-42 0 0,0 0 90 0 0,-1 0-93 0 0,0-1 100 0 0,0-1-33 0 0,0 1 20 0 0,0-1 6 0 0,-1 0-2 0 0,-1-1 7 0 0,1 0 87 0 0,-1-2-113 0 0,0 0 196 0 0,0 0-95 0 0,-1-2-27 0 0,2-1-49 0 0,1 1 50 0 0,0-2-15 0 0,1 0-47 0 0,1-1 20 0 0,1 0 61 0 0,0-1-103 0 0,1 0 20 0 0,0 1-96 0 0,0 0 22 0 0,0 2 2 0 0,0 2-32 0 0,0 2-8 0 0,1 1-56 0 0,-1 3-135 0 0,0 0-199 0 0,1 1-319 0 0,2 0-349 0 0,0 1-231 0 0,1 1-884 0 0,-1 0-885 0 0,0 2-2040 0 0,-1-1 6371 0 0</inkml:trace>
  <inkml:trace contextRef="#ctx0" brushRef="#br15" timeOffset="10146.62">117 1322 508 0 0,'0'0'0'0'0,"0"0"0"0"0,0 0 161 0 0,0 0-97 0 0,0 0 184 0 0,0 0 1417 0 0,0 0-767 0 0,0 0-218 0 0,0 0-128 0 0,-2-6 259 0 0,0 1 138 0 0,-1-1-65 0 0,1 0-109 0 0,0 1-176 0 0,1 1-123 0 0,1 0-78 0 0,-1 1 3 0 0,1 0 43 0 0,0 0-39 0 0,0-1-84 0 0,0 0-3 0 0,0 0-62 0 0,1 0 7 0 0,-2-1-113 0 0,0-2-8 0 0,-1 0-145 0 0,1-2 138 0 0,0-2-92 0 0,0-1-38 0 0,-1 0 7 0 0,0-1-2 0 0,0 0-12 0 0,1-1 12 0 0,-1 1 62 0 0,-1 0 11 0 0,1 0-27 0 0,1 1 26 0 0,-1-1-8 0 0,-1-1-12 0 0,1-1-10 0 0,0-1 44 0 0,1-1-9 0 0,1-2-89 0 0,-1-1 13 0 0,1-1-79 0 0,2-1 14 0 0,1-1 4 0 0,2 1 48 0 0,1-1-93 0 0,1 0 114 0 0,0 0-39 0 0,0 1 12 0 0,-1 1 10 0 0,1 1 48 0 0,-2 0-46 0 0,0 0 54 0 0,-1 0-53 0 0,2-1 175 0 0,0-1-228 0 0,1 0-48 0 0,0 0 56 0 0,1 1 44 0 0,-1 1-29 0 0,2 1-87 0 0,0 1-6 0 0,1-1 144 0 0,2 0-20 0 0,1 0 360 0 0,2-1-278 0 0,-1 1 18 0 0,0 2 68 0 0,-1 3 29 0 0,-4 1-82 0 0,-1 4-134 0 0,-1 0-99 0 0,-1 2 48 0 0,0 2-15 0 0,-2 1 90 0 0,2 1-14 0 0,0 1 61 0 0,0 1-74 0 0,3 1-102 0 0,2-1 108 0 0,5 1 5 0 0,3 1 59 0 0,5-1 3 0 0,6 2-69 0 0,6 0 22 0 0,3 2-10 0 0,3-1 75 0 0,2 1-22 0 0,2-2 53 0 0,2 0-21 0 0,3 0 18 0 0,3-2 159 0 0,1-2-326 0 0,1-1-101 0 0,-4-1 32 0 0,-3 0 51 0 0,-7 0 86 0 0,-4 1-20 0 0,-6 1-40 0 0,-3 1-49 0 0,-2 0 43 0 0,-2 0 56 0 0,1 1-17 0 0,0 0 21 0 0,-1 0-4 0 0,0 0 7 0 0,0-1 54 0 0,-2 1 51 0 0,0 0-2 0 0,-3 0-3 0 0,0-1-56 0 0,-2 1 25 0 0,0 0 40 0 0,-1-1 28 0 0,1 1-22 0 0,0 0-74 0 0,2 0-38 0 0,1-1-112 0 0,0 0 85 0 0,1 0 22 0 0,-1-1-2 0 0,0 1 11 0 0,-1-1 65 0 0,0-1-93 0 0,-2 1 44 0 0,0 0-18 0 0,-1-1-2 0 0,-2 2 0 0 0,-2-1-4 0 0,-1 1 0 0 0,-1-1 5 0 0,-2 1 12 0 0,0 0-12 0 0,-1-1 9 0 0,0 1-3 0 0,1-1 1 0 0,0 0 61 0 0,0-2-32 0 0,0 0-33 0 0,0 0 85 0 0,-1-2-28 0 0,-1 0-63 0 0,-2-1 151 0 0,-1 0-1 0 0,-2-1-51 0 0,-1-1 19 0 0,-2-1-129 0 0,-2-2 86 0 0,-2 0-93 0 0,-2-2 20 0 0,-1-1-3 0 0,0-1-62 0 0,0 0 73 0 0,1 0-94 0 0,1-1 33 0 0,1 0 44 0 0,1 0-10 0 0,1 0 6 0 0,0 0-45 0 0,0 2-20 0 0,1 1-44 0 0,1 1 88 0 0,1 3 12 0 0,0 2 0 0 0,0 2-54 0 0,0 1 82 0 0,0 2-18 0 0,0 2 6 0 0,0 0 12 0 0,0 1 118 0 0,0 0-62 0 0,0 0 12 0 0,0 0-28 0 0,0 0-50 0 0,0 1 8 0 0,0 0-8 0 0,0 0 10 0 0,0 0 43 0 0,0 2-63 0 0,0 3 77 0 0,0 2 47 0 0,2 4-133 0 0,2 3 54 0 0,2 4 17 0 0,1 4-66 0 0,1 1-24 0 0,0 1 51 0 0,-1 1-20 0 0,0 0 7 0 0,-2-1-14 0 0,-1 0 14 0 0,-2-2-10 0 0,0 0-2 0 0,0-3-56 0 0,0-2 68 0 0,0-1-75 0 0,1-3 18 0 0,0-1 7 0 0,1-2-13 0 0,1-1 60 0 0,1-1-59 0 0,3 0 72 0 0,1 0-31 0 0,3-1-36 0 0,0-1 72 0 0,3-1 46 0 0,1-1-81 0 0,3-1 35 0 0,1-1-12 0 0,2-1 1 0 0,2-1 10 0 0,1 0 43 0 0,2-1 30 0 0,0-1-51 0 0,2-1 23 0 0,-1-1-59 0 0,1-1 6 0 0,2-1-9 0 0,0 0-99 0 0,2 0 28 0 0,0 0 28 0 0,0 0-68 0 0,0-1 22 0 0,0 2 44 0 0,-1-1 50 0 0,0 0-7 0 0,-2 0 4 0 0,0 0-87 0 0,0 0 24 0 0,-2 0-12 0 0,0-1 80 0 0,-1 1-28 0 0,-1-1-62 0 0,-1 1 34 0 0,-1 0 5 0 0,-2 0-8 0 0,-1 1 50 0 0,-1 1-135 0 0,-1 0 163 0 0,-1 2-113 0 0,0 0 53 0 0,0 0 42 0 0,-1 1-13 0 0,1 0 22 0 0,0 1 38 0 0,-1 0-66 0 0,0 1 18 0 0,-1 2-12 0 0,-1-1 5 0 0,1 1 3 0 0,-1 0-5 0 0,0 1-3 0 0,-1-1-51 0 0,0 1 75 0 0,-1-1-25 0 0,0 1 0 0 0,1-1 7 0 0,-2 0 2 0 0,0 0-1 0 0,0-1 15 0 0,-1 1-18 0 0,-1-2 6 0 0,-1 1-16 0 0,0-1 4 0 0,-1 0-48 0 0,0 0 59 0 0,0-1-66 0 0,0 0 71 0 0,-1 1-26 0 0,1 1 18 0 0,-1 0 1 0 0,-1 1 5 0 0,0 1 55 0 0,0 0 55 0 0,-1 2 35 0 0,0 1-4 0 0,-2 1-35 0 0,0 1-34 0 0,-1 1-22 0 0,0 0-44 0 0,-1 2 69 0 0,0 0-42 0 0,-1 0-29 0 0,-1 1 15 0 0,0 1-17 0 0,0-1-6 0 0,0 0-59 0 0,0-1-41 0 0,2-1-113 0 0,0-1 26 0 0,1-2-31 0 0,-1 0-173 0 0,2-3-442 0 0,-2-1-748 0 0,0-2-949 0 0,0-2-3199 0 0,-1 0 3139 0 0</inkml:trace>
  <inkml:trace contextRef="#ctx0" brushRef="#br16" timeOffset="14864.547">3999 1149 600 0 0,'0'0'0'0'0,"0"0"52"0"0,0 0 47 0 0,0 0 775 0 0,0 0 1961 0 0,0 0-1794 0 0,0 0-21 0 0,0 0-227 0 0,0 0-16 0 0,0 0-39 0 0,0 0-241 0 0,0 0-219 0 0,3 0-135 0 0,1 0 16 0 0,1 0 28 0 0,1 0 32 0 0,-1 0-39 0 0,1 0 110 0 0,0 0-31 0 0,0 0 22 0 0,-2 0-58 0 0,2 0-30 0 0,-2 0-22 0 0,-1 0-60 0 0,1 0 56 0 0,1 0-2 0 0,-1 0 14 0 0,2 0-108 0 0,2 0 37 0 0,2 0 7 0 0,2 0-30 0 0,3 0 155 0 0,2 0-297 0 0,2 0 93 0 0,1 0-138 0 0,-1 0 117 0 0,0 0-44 0 0,-2 0 18 0 0,-2 1 8 0 0,-1-1-3 0 0,-2 0-7 0 0,-1 1 2 0 0,-2 0-47 0 0,-1 0 73 0 0,-1 1-19 0 0,-1-1 12 0 0,-1 1 51 0 0,1 1-66 0 0,-1-1 88 0 0,1 1-101 0 0,1 1 40 0 0,0 0-9 0 0,-1 1-4 0 0,-1-1 11 0 0,0 1-18 0 0,-1 0 11 0 0,-1-1-13 0 0,0 1 17 0 0,0-1 42 0 0,-1 1-63 0 0,-1 1 21 0 0,-1 1 59 0 0,1 0 8 0 0,-1 1-91 0 0,0 0 40 0 0,-1 2-26 0 0,-1 1 4 0 0,-1 1-1 0 0,-2 0 0 0 0,-1 2-9 0 0,-2 0-7 0 0,1 1 6 0 0,-1 0-3 0 0,0 0 1 0 0,1 0 0 0 0,-1-1 5 0 0,2 1-6 0 0,0-2-8 0 0,1 0 7 0 0,2 0-3 0 0,0-2-45 0 0,1-1 68 0 0,1 0-22 0 0,0-2 13 0 0,1 0-6 0 0,0 0 6 0 0,0 0 3 0 0,0 0-5 0 0,0 1 1 0 0,0 0 10 0 0,0 1-13 0 0,0 1 0 0 0,0 1-10 0 0,0-1-49 0 0,0 1 74 0 0,-1-1-11 0 0,-1 0 66 0 0,1-1-81 0 0,-1 0 79 0 0,-1 0-81 0 0,1 0 29 0 0,0-1-14 0 0,0 0-3 0 0,-1 0-9 0 0,1 0 7 0 0,0 1-3 0 0,1-1 6 0 0,0 0-6 0 0,1 0 1 0 0,0-2-4 0 0,0 0 5 0 0,0-2-2 0 0,0-1-8 0 0,0 0 16 0 0,0-1 51 0 0,0 0-51 0 0,0 0 70 0 0,0 0-72 0 0,2 0 18 0 0,0 2 40 0 0,2 0-65 0 0,2 2 101 0 0,1 1-119 0 0,1 1 27 0 0,0 1-89 0 0,0-1 101 0 0,0-1-30 0 0,-3-2 15 0 0,0-1 60 0 0,-2-1-17 0 0,0-1-42 0 0,-1-2 5 0 0,0 0-14 0 0,0 0-3 0 0,-1-1 4 0 0,0 0-6 0 0,1 0 6 0 0,-1 0-48 0 0,-1 0-5 0 0,1 0 64 0 0,-1 0-26 0 0,0 0 15 0 0,0 0 8 0 0,0 0 7 0 0,0 1 8 0 0,0-1 54 0 0,1 1-32 0 0,0-1 106 0 0,0 1-30 0 0,1-1-70 0 0,-1 0-41 0 0,0 0-82 0 0,0 0 29 0 0,-1 0 45 0 0,0 0-62 0 0,0 0 73 0 0,0 0-31 0 0,0 0-27 0 0,0 0 56 0 0,0 0-19 0 0,0 0-44 0 0,0 0-14 0 0,0 0-17 0 0,0 0 5 0 0,0 0 10 0 0,0 0 11 0 0,0 0 59 0 0,0 0-2 0 0,0 0 15 0 0,0 0 124 0 0,0 0-20 0 0,0 0 28 0 0,0 0-95 0 0,0 0-32 0 0,0-1-1 0 0,0 0-12 0 0,0 0-4 0 0,0-1-14 0 0,-2-1-243 0 0,-2 0 260 0 0,-1 0-77 0 0,-4-1 85 0 0,-2 0-72 0 0,-3-1 81 0 0,0 1 18 0 0,-1 1 90 0 0,1-1 34 0 0,-1 1-44 0 0,2 1-115 0 0,3 0 28 0 0,0 1-23 0 0,3 0-4 0 0,1 1 0 0 0,1 0 0 0 0,0 0 0 0 0,2 0-56 0 0,0 0 63 0 0,0 0-73 0 0,1 0 21 0 0,0 1 40 0 0,0-1-14 0 0,1 0 12 0 0,0 0 8 0 0,-1 2-3 0 0,1 0 16 0 0,0 2 57 0 0,-1 1-81 0 0,0 1 27 0 0,-1 2 57 0 0,-1 2 8 0 0,-1 2 21 0 0,-1 0-34 0 0,-1 1-3 0 0,-1-1-18 0 0,1 0-40 0 0,0-1 71 0 0,1-1-24 0 0,2-1-56 0 0,1-1 23 0 0,0-1 64 0 0,1 0 40 0 0,1-1-7 0 0,1 1-23 0 0,-1 1 8 0 0,1 0-18 0 0,1 2-10 0 0,-1 0 49 0 0,3 1-34 0 0,0 1-45 0 0,1 2-46 0 0,2-1-1 0 0,-1 2-6 0 0,-1-1 4 0 0,1 1-6 0 0,-2 1 1 0 0,2 0-4 0 0,0 3 10 0 0,0 0 1 0 0,2 3 0 0 0,2 0 6 0 0,0 2 68 0 0,2 0-84 0 0,0 1 28 0 0,0-2-9 0 0,0 0 5 0 0,-1-2 45 0 0,-1-2 15 0 0,-3-2 55 0 0,-1-2-7 0 0,-3-1-129 0 0,0 0 25 0 0,-2-1-89 0 0,0 0-24 0 0,-1-1-44 0 0,-2 1 39 0 0,0-2-16 0 0,-1 1 61 0 0,0 0-2 0 0,0-2 56 0 0,1 0-4 0 0,0-1 60 0 0,0-1 19 0 0,1-2 82 0 0,-1 0 0 0 0,0-1-22 0 0,-1 0-35 0 0,-1-1-6 0 0,-1 0-16 0 0,-3 0 30 0 0,-1 0 4 0 0,-2 1 14 0 0,-2-1-72 0 0,-1-1 13 0 0,0 0 44 0 0,-2 0-2 0 0,-1-1-72 0 0,-2-1-32 0 0,-2 0-65 0 0,-3-1 49 0 0,-2 0 12 0 0,-2 0-3 0 0,-1 0-52 0 0,-1-1 72 0 0,2 0-24 0 0,4 1-53 0 0,4-1-53 0 0,4 0-123 0 0,7 0-350 0 0,3 0-298 0 0,4 0-513 0 0,2-1-1302 0 0,2 0-2727 0 0,1 0 414 0 0</inkml:trace>
  <inkml:trace contextRef="#ctx0" brushRef="#br17" timeOffset="15361.644">4705 2044 536 0 0,'0'0'0'0'0,"0"0"1108"0"0,0 0 4317 0 0,0 0-4901 0 0,0 0 688 0 0,0 0-543 0 0,0 0-91 0 0,0 0 46 0 0,0-21-298 0 0,1-7-158 0 0,2-7-86 0 0,1-4 18 0 0,3-2 61 0 0,1 1 86 0 0,3 0-116 0 0,0 2-144 0 0,-1 3-95 0 0,0 3-124 0 0,-3 5-233 0 0,-2 5-614 0 0,-2 4-364 0 0,-3 5-1179 0 0,-3 4-2070 0 0,0 4 3948 0 0</inkml:trace>
  <inkml:trace contextRef="#ctx0" brushRef="#br18" timeOffset="15735.077">4689 1858 692 0 0,'0'0'0'0'0,"0"0"220"0"0,0 0-196 0 0,0 0 938 0 0,0 0 2310 0 0,0 0-1673 0 0,0 0-13 0 0,0 0-96 0 0,0 0-81 0 0,0 0-257 0 0,0 0-273 0 0,0 0-13 0 0,22-4-256 0 0,5-1-137 0 0,3-3-85 0 0,0-1-230 0 0,-2-1-154 0 0,-2 0 25 0 0,-2-1-159 0 0,-3 1 32 0 0,-1 1 15 0 0,-4 1 9 0 0,0 1-52 0 0,-2 2 8 0 0,0 1-23 0 0,0 2 36 0 0,0 0-2 0 0,-1 2 53 0 0,0 0-46 0 0,-1 1 63 0 0,-2 0 38 0 0,-1 3 5 0 0,-1 2 4 0 0,-1 2-2 0 0,0 4 61 0 0,-1 3-88 0 0,-1 5 20 0 0,-1 3-59 0 0,-1 4-15 0 0,-1 1 20 0 0,-2 1-47 0 0,-2 0 4 0 0,-2-2-3 0 0,1-2-75 0 0,-2-3-26 0 0,2-4-58 0 0,-1-3-106 0 0,1-5-186 0 0,0-3-227 0 0,1-3-349 0 0,0-3-607 0 0,1 0-1341 0 0,0-3-1117 0 0,-1-2 2782 0 0,2-1 1357 0 0,-1 0-275 0 0</inkml:trace>
  <inkml:trace contextRef="#ctx0" brushRef="#br19" timeOffset="16434.649">5414 1993 808 0 0,'0'0'0'0'0,"0"0"4380"0"0,0 0-2935 0 0,0 0 223 0 0,0 0-743 0 0,0 0-193 0 0,0 0-15 0 0,17-18-213 0 0,1-2-127 0 0,1 1-191 0 0,-2 2-112 0 0,-3 4-59 0 0,-4 5-6 0 0,-3 3-97 0 0,-1 4 95 0 0,-1 3-103 0 0,1 3 119 0 0,2 2-36 0 0,0 3 4 0 0,0 2-199 0 0,-1 3 10 0 0,-2 2 106 0 0,-1 3-41 0 0,-2 2 3 0 0,-5 2 37 0 0,-5 3-63 0 0,-6 0 140 0 0,-4 3 6 0 0,-4-1 110 0 0,-2-1-23 0 0,-1-1 24 0 0,0-3 77 0 0,1-3 7 0 0,3-4 68 0 0,2-4 70 0 0,3-4-76 0 0,1-4-208 0 0,2-2-16 0 0,2-3-236 0 0,1-4 263 0 0,1-2-92 0 0,0-2-255 0 0,3-1 245 0 0,1-2 48 0 0,2-1-1 0 0,1 1 211 0 0,2 0-40 0 0,3 2 10 0 0,3 2-55 0 0,2 3 119 0 0,4 1 335 0 0,6 2 178 0 0,7 3-374 0 0,10 2-290 0 0,8 3-44 0 0,9-1-309 0 0,10 1-603 0 0,5-2-429 0 0,4-1-652 0 0,1-4-2257 0 0,-5-4-1076 0 0,-7-4 5612 0 0,-14 0-1032 0 0</inkml:trace>
  <inkml:trace contextRef="#ctx0" brushRef="#br20" timeOffset="17127.374">4838 1351 236 0 0,'0'0'0'0'0,"0"0"456"0"0,0 0-527 0 0,0 0 234 0 0,0 0 3495 0 0,0 0-2327 0 0,0 0-21 0 0,0 0-134 0 0,0 0-42 0 0,0 0 23 0 0,0 0-126 0 0,3-2-276 0 0,0 1-262 0 0,1 0 9 0 0,-2 0 53 0 0,0 1-36 0 0,-1 1-122 0 0,0 0-92 0 0,-1 0-15 0 0,0 0-24 0 0,0 0 14 0 0,0 1-136 0 0,0 0-153 0 0,0 1 22 0 0,0 2-153 0 0,-2 4 90 0 0,-1 5-34 0 0,-3 5-34 0 0,-2 3 26 0 0,-2 4 18 0 0,-3 3-6 0 0,-1 2-10 0 0,-2 1-70 0 0,-1 0-126 0 0,0 0-282 0 0,2-2-468 0 0,3-2-975 0 0,3-3-2552 0 0,4-3-2584 0 0,1-6 8727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32.61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9732.53125"/>
      <inkml:brushProperty name="anchorY" value="-397448.28125"/>
      <inkml:brushProperty name="scaleFactor" value="0.5"/>
    </inkml:brush>
  </inkml:definitions>
  <inkml:trace contextRef="#ctx0" brushRef="#br0">1 30 992 0 0,'0'0'0'0'0,"0"0"220"0"0,0 0 887 0 0,0 0 3569 0 0,0 0-4205 0 0,0 0 898 0 0,0 0-472 0 0,0 0 57 0 0,0 0-9 0 0,0 0-181 0 0,0 0-21 0 0,0 0 146 0 0,20-2-36 0 0,8-1-30 0 0,9-2-45 0 0,4 1-41 0 0,4-1 16 0 0,5 2 83 0 0,2 0-427 0 0,2 0-128 0 0,-2 2-176 0 0,-4 2-93 0 0,-4 1-6 0 0,-5 1-73 0 0,-3 2-45 0 0,-4-1-145 0 0,-1 1-199 0 0,-1-1-127 0 0,-2-1-87 0 0,-2-1-261 0 0,-2-3-439 0 0,-4-2-212 0 0,-6-4-1166 0 0,-4-2-2806 0 0,-4 0 190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32.81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1769.65625"/>
      <inkml:brushProperty name="anchorY" value="-398688.6875"/>
      <inkml:brushProperty name="scaleFactor" value="0.5"/>
    </inkml:brush>
  </inkml:definitions>
  <inkml:trace contextRef="#ctx0" brushRef="#br0">1 18 3344 0 0,'0'0'0'0'0,"0"0"7605"0"0,0 0-7178 0 0,0 0 1770 0 0,0 0-1010 0 0,0 0 109 0 0,52 1 38 0 0,19-1-618 0 0,19 1-718 0 0,10-1 125 0 0,6 0-840 0 0,-1-2-163 0 0,-3-1-603 0 0,-10-1-1522 0 0,-7-2-3681 0 0,-21 1 1281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35.06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6094.5625"/>
      <inkml:brushProperty name="anchorY" value="-400978.90625"/>
      <inkml:brushProperty name="scaleFactor" value="0.5"/>
    </inkml:brush>
  </inkml:definitions>
  <inkml:trace contextRef="#ctx0" brushRef="#br0">0 45 144 0 0,'0'0'0'0'0,"0"0"5957"0"0,0 0-3525 0 0,0 0-322 0 0,0 0-539 0 0,0 0-188 0 0,0 0 95 0 0,0 0-266 0 0,43 0 4 0 0,21-1-322 0 0,20-1-383 0 0,18-1-193 0 0,10-1-150 0 0,6-1-170 0 0,3 0-70 0 0,-1 0-31 0 0,-6 0-18 0 0,-7 1-99 0 0,-10 1-91 0 0,-9 0-69 0 0,-11 1-117 0 0,-11 1-145 0 0,-10 0-26 0 0,-10 1-135 0 0,-10 0-255 0 0,-9 0-554 0 0,-9 0-975 0 0,-7 0-2949 0 0,-5 0 755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33.81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3907.09375"/>
      <inkml:brushProperty name="anchorY" value="-399941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2623.34375"/>
      <inkml:brushProperty name="anchorY" value="-397600.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4309.5"/>
      <inkml:brushProperty name="anchorY" value="-399115.5"/>
      <inkml:brushProperty name="scaleFactor" value="0.5"/>
    </inkml:brush>
  </inkml:definitions>
  <inkml:trace contextRef="#ctx0" brushRef="#br0">15 1071 1292 0 0,'0'0'0'0'0,"0"0"12"0"0,0 0 3561 0 0,0 0 401 0 0,0 0-3153 0 0,0 0 1305 0 0,0 0-916 0 0,0 0-150 0 0,0 0-334 0 0,0 0-107 0 0,0 0-199 0 0,0 0-33 0 0,-1-14-14 0 0,0-7-27 0 0,0-5 79 0 0,0-5 33 0 0,1-4 73 0 0,0-5-210 0 0,-1-4-36 0 0,1-4-148 0 0,0-6-125 0 0,0-3 8 0 0,0-3-23 0 0,0-3-164 0 0,1-2-75 0 0,-2 1-128 0 0,0 0-114 0 0,-1 2-50 0 0,1 5-80 0 0,-1 3-122 0 0,1 6-164 0 0,1 7-2 0 0,-1 7-348 0 0,1 7-130 0 0,0 6-330 0 0,0 6-344 0 0,0 4-734 0 0,0 4-1529 0 0,0 2 4185 0 0,-1 2-260 0 0</inkml:trace>
  <inkml:trace contextRef="#ctx0" brushRef="#br1" timeOffset="363.907">39 765 600 0 0,'0'0'0'0'0,"0"0"288"0"0,0 0 1153 0 0,0 0 3875 0 0,0 0-4821 0 0,0 0 1313 0 0,0 0-692 0 0,0 0 203 0 0,0 0-317 0 0,0 0-50 0 0,31-20-304 0 0,8-3-230 0 0,7-4-137 0 0,0 1-66 0 0,-2 4-135 0 0,-2 4-76 0 0,-3 4 10 0 0,-4 5-23 0 0,-1 3-119 0 0,-3 3 15 0 0,-1 2 20 0 0,-2 2 16 0 0,-3 3-59 0 0,-3 2 165 0 0,-3 3-40 0 0,-2 4 22 0 0,-4 4-14 0 0,-4 4 5 0 0,-4 5-90 0 0,-3 4 38 0 0,-6 3-216 0 0,-6 3-156 0 0,-4 1-94 0 0,-3 0-166 0 0,-2-2-311 0 0,2-4-537 0 0,-1-4-636 0 0,3-6-2096 0 0,4-6 551 0 0,1-5 3470 0 0,4-5-171 0 0</inkml:trace>
  <inkml:trace contextRef="#ctx0" brushRef="#br2" timeOffset="871.06">1063 550 6889 0 0,'0'0'0'0'0,"0"0"2028"0"0,0 0-1414 0 0,0 0 101 0 0,0 0-573 0 0,0 0 50 0 0,0 0-32 0 0,19 20-188 0 0,3 7 39 0 0,4 6-264 0 0,-2 3 87 0 0,-5 1 62 0 0,-5-1 108 0 0,-4 0 126 0 0,-5 0 112 0 0,-3 0 76 0 0,-2 0 35 0 0,-3 0 164 0 0,-4 0 53 0 0,-4-1-292 0 0,-4 0-115 0 0,-4-1-153 0 0,-3-2 18 0 0,-3-1 60 0 0,-1-2 9 0 0,0-4 44 0 0,0-3 54 0 0,1-5 2 0 0,3-5 47 0 0,3-3-66 0 0,3-4-202 0 0,1-5 42 0 0,2-4-238 0 0,0-6-236 0 0,-1-4 199 0 0,1-5 38 0 0,3-4-48 0 0,2-3 42 0 0,3-1 38 0 0,2 1 119 0 0,5 1 62 0 0,3 3 96 0 0,2 3 62 0 0,4 6 110 0 0,0 3-144 0 0,2 5 131 0 0,2 3 370 0 0,3 5-92 0 0,5 4-239 0 0,6 5-68 0 0,6 3-142 0 0,4 2-70 0 0,5 1 65 0 0,3 0 26 0 0,2 0-16 0 0,1-3-97 0 0,-1-3-55 0 0,-1-2-42 0 0,-1-3-100 0 0,-2-2-137 0 0,-4-3-553 0 0,-6-2-533 0 0,-6-2-906 0 0,-6-3-2603 0 0,-8 0 366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35.98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8877.5"/>
      <inkml:brushProperty name="anchorY" value="-402205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7582.78125"/>
      <inkml:brushProperty name="anchorY" value="-401247.90625"/>
      <inkml:brushProperty name="scaleFactor" value="0.5"/>
    </inkml:brush>
  </inkml:definitions>
  <inkml:trace contextRef="#ctx0" brushRef="#br0">681 653 1420 0 0,'0'0'0'0'0,"0"0"368"0"0,0 0 6520 0 0,0 0-6063 0 0,0 0 1366 0 0,0 0-778 0 0,0 0-337 0 0,0 0-380 0 0,0 0-268 0 0,0 0-169 0 0,0 0-8 0 0,0 0-211 0 0,5-18-20 0 0,-3-6 46 0 0,-2-5-72 0 0,-6-1 72 0 0,-5 0-12 0 0,-7 1 98 0 0,-4 3-7 0 0,-6 2 41 0 0,-5 4 26 0 0,-5 1-32 0 0,-5 4-30 0 0,-4 3-39 0 0,-1 3-123 0 0,-1 3-95 0 0,2 2-7 0 0,2 5-62 0 0,3 5-49 0 0,4 5-65 0 0,3 5 50 0 0,4 7 72 0 0,4 5 104 0 0,4 4 58 0 0,4 4 50 0 0,4 2 57 0 0,4 1 51 0 0,4-1-9 0 0,4-2-51 0 0,2-2 3 0 0,5-2-19 0 0,5-4-12 0 0,6-4 11 0 0,5-2 14 0 0,7-4-17 0 0,4-2 48 0 0,4-2 74 0 0,2-2-79 0 0,2-2 16 0 0,0-3-33 0 0,0-2 20 0 0,-1-2 20 0 0,-1-2 8 0 0,-1-4-28 0 0,-1-5-18 0 0,0-4 74 0 0,-1-6-113 0 0,0-5-58 0 0,-1-7 15 0 0,0-6-19 0 0,1-5-12 0 0,-1-7-39 0 0,0-5 56 0 0,1-5-23 0 0,-1-3 8 0 0,0-2 13 0 0,-1-1 42 0 0,-2 2-43 0 0,-5 3 2 0 0,-6 4-1 0 0,-6 6 7 0 0,-5 7 77 0 0,-3 7-40 0 0,-6 8-39 0 0,-3 8 101 0 0,-2 6-121 0 0,-3 6 24 0 0,0 5-112 0 0,0 6-42 0 0,-2 4-252 0 0,-2 7 115 0 0,-1 7 107 0 0,-2 8 23 0 0,-3 8 108 0 0,-2 8 36 0 0,0 7 54 0 0,-1 5-64 0 0,1 5-23 0 0,0 1 52 0 0,3 2-33 0 0,1-1-135 0 0,4-2-49 0 0,3-3 33 0 0,3-4-21 0 0,3-6-188 0 0,2-4-192 0 0,1-7-111 0 0,1-4-345 0 0,1-6-883 0 0,-1-5-1004 0 0,1-5-2894 0 0,-1-6 2906 0 0</inkml:trace>
  <inkml:trace contextRef="#ctx0" brushRef="#br1" timeOffset="1081.822">1028 696 872 0 0,'0'0'0'0'0,"0"0"848"0"0,0 0 3795 0 0,0 0-2943 0 0,0 0-177 0 0,0 0-300 0 0,0 0-422 0 0,0 0-117 0 0,0 0-177 0 0,0 0-250 0 0,0 0-100 0 0,25-3-41 0 0,6-1 126 0 0,4 1-46 0 0,-1 2-110 0 0,-2 3 120 0 0,-3 4-84 0 0,-2 3-50 0 0,-4 5-14 0 0,-3 4 12 0 0,-3 5-26 0 0,-5 4 39 0 0,-4 3-12 0 0,-3 4-9 0 0,-5 2 46 0 0,-5 4 19 0 0,-7 2 80 0 0,-6 1 42 0 0,-4 0 144 0 0,-4 0 17 0 0,-4-2 16 0 0,-2-4-182 0 0,0-4-57 0 0,1-5-56 0 0,1-6 16 0 0,3-7-13 0 0,3-5-157 0 0,4-4-85 0 0,4-5-13 0 0,1-4 63 0 0,2-4-290 0 0,3-5 188 0 0,0-4 18 0 0,3-3 83 0 0,3-4-61 0 0,3-1 36 0 0,3 0 37 0 0,4 1-40 0 0,3 4 48 0 0,1 3-74 0 0,0 6 124 0 0,2 3-24 0 0,1 5 231 0 0,2 4 13 0 0,5 4-3 0 0,4 5-122 0 0,6 2-102 0 0,4 2 20 0 0,3-1-25 0 0,1 0-8 0 0,2-2-63 0 0,1-3-6 0 0,-1-3-68 0 0,2-2-148 0 0,1-3-397 0 0,1-3-81 0 0,-1-3-798 0 0,1-3-913 0 0,-3-1-2622 0 0,-3-2-466 0 0,-9 2 6614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3:47.84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9471.3125"/>
      <inkml:brushProperty name="anchorY" value="-402967.7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1446.625"/>
      <inkml:brushProperty name="anchorY" value="-404223.4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3517.15625"/>
      <inkml:brushProperty name="anchorY" value="-405465.78125"/>
      <inkml:brushProperty name="scaleFactor" value="0.5"/>
    </inkml:brush>
  </inkml:definitions>
  <inkml:trace contextRef="#ctx0" brushRef="#br0">0 811 1500 0 0,'0'0'0'0'0,"0"0"808"0"0,0 0 5367 0 0,0 0-6373 0 0,0 0 1842 0 0,0 0-455 0 0,0 0 231 0 0,0 0-237 0 0,0 0-331 0 0,0 0-72 0 0,0 0 44 0 0,16 1-161 0 0,4 0 10 0 0,1 1-97 0 0,0-1-129 0 0,-1 0-44 0 0,-4-1-56 0 0,0 1 5 0 0,-3-1-50 0 0,1 0-49 0 0,3 0-100 0 0,2 0 93 0 0,4 1-139 0 0,4 0 73 0 0,3 1-198 0 0,5 0 41 0 0,4 0-35 0 0,4 0 7 0 0,3-1-97 0 0,1 1 4 0 0,0-1-110 0 0,-2 0-43 0 0,-3-1-9 0 0,-6 0-95 0 0,-5 0-121 0 0,-8-1-228 0 0,-7-1-311 0 0,-5-1-405 0 0,-5 0-495 0 0,-4-1-776 0 0,-3-1-1284 0 0,-5 0-1693 0 0,-9-2 5502 0 0,0 0-1338 0 0</inkml:trace>
  <inkml:trace contextRef="#ctx0" brushRef="#br1" timeOffset="285.587">12 520 1460 0 0,'0'0'0'0'0,"0"0"208"0"0,0 0 8989 0 0,0 0-9648 0 0,0 0 2396 0 0,0 0-592 0 0,0 0-36 0 0,0 0 231 0 0,45 0-560 0 0,15-1-230 0 0,14 1-366 0 0,6 0-137 0 0,0-1-111 0 0,-3 1-150 0 0,-5-1 28 0 0,-7-1-92 0 0,-7 0-256 0 0,-8 0-159 0 0,-8-1-366 0 0,-8 1-636 0 0,-8-1-1209 0 0,-8 0-2230 0 0,-6 0-2569 0 0,-7 0 8164 0 0,-2 1-2050 0 0</inkml:trace>
  <inkml:trace contextRef="#ctx0" brushRef="#br2" timeOffset="1476.318">1431 64 808 0 0,'0'0'0'0'0,"0"0"6445"0"0,0 0-5200 0 0,0 0 445 0 0,0 0-669 0 0,0 0 60 0 0,0 0 174 0 0,0 0-494 0 0,42-9 46 0 0,9-1-227 0 0,9-2 87 0 0,1 2-200 0 0,-3 1-4 0 0,-5 2 137 0 0,-5 3-25 0 0,-4 2-117 0 0,-5 2-90 0 0,-4 3-79 0 0,-3 2-66 0 0,-3 4-6 0 0,-2 3-105 0 0,-3 3-39 0 0,-1 5-71 0 0,-3 3 13 0 0,-2 3 68 0 0,-5 5-17 0 0,-3 2-75 0 0,-4 3 20 0 0,-3 3-5 0 0,-5 1-12 0 0,-5 1 8 0 0,-4 1-12 0 0,-4 1-44 0 0,-2 0 50 0 0,-3-2-8 0 0,-1-1 3 0 0,0-1-60 0 0,1-3 83 0 0,3-3-32 0 0,3-4-50 0 0,2-3 78 0 0,3-3-22 0 0,2-3 2 0 0,3-3-2 0 0,0-2 1 0 0,2-3-6 0 0,1-2 7 0 0,0-1-45 0 0,1-2 60 0 0,0-2-15 0 0,0-1-5 0 0,1-1 5 0 0,-1-1-2 0 0,0 0 9 0 0,0-2 2 0 0,0 1 15 0 0,0-1 38 0 0,1-1-66 0 0,0 1-90 0 0,0-1 33 0 0,2-1 70 0 0,0-2-107 0 0,0-2 50 0 0,3-3-21 0 0,1-3-34 0 0,2-4-22 0 0,1-3-66 0 0,-1-3 29 0 0,-2-4 0 0 0,-2-1-194 0 0,-4-2 394 0 0,-5-1-82 0 0,-6 0 40 0 0,-9 0 15 0 0,-7 1 40 0 0,-6 3 77 0 0,-7 2-28 0 0,-6 4-106 0 0,-6 2-83 0 0,-6 5 44 0 0,-4 4-7 0 0,-5 3-14 0 0,0 3 90 0 0,1 5 72 0 0,4 4 44 0 0,6 6-156 0 0,8 6 150 0 0,9 5-97 0 0,10 7 74 0 0,10 5 93 0 0,9 4 16 0 0,12 4-52 0 0,11 1-123 0 0,12 2 66 0 0,12-1-48 0 0,9-2-51 0 0,11-1 5 0 0,6-2-47 0 0,6-4-93 0 0,3-5-18 0 0,-2-4-461 0 0,-2-5-630 0 0,-5-6-1167 0 0,-9-5-2284 0 0,-8-5-3159 0 0,-13-3 6199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4:32.40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2746.1875"/>
      <inkml:brushProperty name="anchorY" value="-408897.0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4143.375"/>
      <inkml:brushProperty name="anchorY" value="-410525.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6069.5"/>
      <inkml:brushProperty name="anchorY" value="-411711.0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8008.6875"/>
      <inkml:brushProperty name="anchorY" value="-412968.40625"/>
      <inkml:brushProperty name="scaleFactor" value="0.5"/>
    </inkml:brush>
  </inkml:definitions>
  <inkml:trace contextRef="#ctx0" brushRef="#br0">354 449 508 0 0,'0'0'0'0'0,"0"0"132"0"0,0 0 89 0 0,0 0-73 0 0,0 0 3695 0 0,0 0-2426 0 0,0 0 397 0 0,0 0-151 0 0,0 0-287 0 0,-7-20 13 0 0,0-4-79 0 0,-1-5-116 0 0,4-1-452 0 0,3 1 30 0 0,6 1-207 0 0,4 1-161 0 0,6 0-197 0 0,5 0-51 0 0,5 1 35 0 0,3 0-53 0 0,4 1-70 0 0,2 1-69 0 0,1 2 14 0 0,2 4-69 0 0,-2 2-3 0 0,-2 4-58 0 0,-2 3-29 0 0,-5 5 18 0 0,-2 4 102 0 0,-3 6 16 0 0,-2 6 13 0 0,-3 7 209 0 0,-3 7-211 0 0,-4 5 157 0 0,-4 7-93 0 0,-6 3-68 0 0,-8 5 16 0 0,-5 1-17 0 0,-6 1-65 0 0,-4 0 79 0 0,-2-1-26 0 0,0-1 17 0 0,0-3-16 0 0,3-3 9 0 0,3-3-49 0 0,4-5 70 0 0,5-6-23 0 0,3-5-48 0 0,4-6-31 0 0,2-5 52 0 0,2-4 37 0 0,0-3 92 0 0,1-2-109 0 0,-1-2 40 0 0,1 0 43 0 0,0 0 16 0 0,-1 0 9 0 0,1-2-22 0 0,1-3-80 0 0,1-3-48 0 0,2-4 2 0 0,0-6-78 0 0,0-4-9 0 0,0-5-2 0 0,-2-3 24 0 0,-5-2-8 0 0,-9 1 144 0 0,-8 1-36 0 0,-10 4 29 0 0,-10 6 105 0 0,-7 6-146 0 0,-8 5 49 0 0,-4 7-120 0 0,-2 8 132 0 0,1 8-43 0 0,2 8 56 0 0,5 5-54 0 0,9 4 8 0 0,9 4-166 0 0,11 0 32 0 0,9 0-123 0 0,13-2-122 0 0,14-1 276 0 0,10-3-242 0 0,12-3-122 0 0,8-2 96 0 0,7-4-316 0 0,4-4-465 0 0,3-3-358 0 0,1-3-343 0 0,-2-4-538 0 0,-4-2-650 0 0,-11-2-1854 0 0</inkml:trace>
  <inkml:trace contextRef="#ctx0" brushRef="#br1" timeOffset="254.143">758 703 8353 0 0,'0'0'0'0'0,"0"0"1724"0"0,0 0-719 0 0,0 0-111 0 0,0 0 356 0 0,0 0-43 0 0,0 0-385 0 0,0 0-106 0 0,51 4-237 0 0,17-1-131 0 0,11-2-278 0 0,4-3-43 0 0,-4-2-129 0 0,-7-3-37 0 0,-9-1-62 0 0,-11-1-261 0 0,-9-1-454 0 0,-11 0-366 0 0,-10 0-554 0 0,-9 0-1292 0 0,-11-2-2792 0 0,-5 2 3398 0 0</inkml:trace>
  <inkml:trace contextRef="#ctx0" brushRef="#br2" timeOffset="458.695">1161 338 1384 0 0,'0'0'0'0'0,"0"0"10633"0"0,0 0-9829 0 0,0 0 1749 0 0,0 0-1783 0 0,0 0-208 0 0,47-3-274 0 0,12-2-128 0 0,9 1-72 0 0,1 1-89 0 0,-3 0-145 0 0,-5 1-131 0 0,-4 2-162 0 0,-6 0-297 0 0,-4 2-424 0 0,-3 0-765 0 0,-4 0-2643 0 0,-6-1-1866 0 0,-8 0 5637 0 0</inkml:trace>
  <inkml:trace contextRef="#ctx0" brushRef="#br3" timeOffset="1000.334">1773 302 8537 0 0,'0'0'0'0'0,"0"0"2160"0"0,0 0-1171 0 0,0 0-175 0 0,0 0-161 0 0,0 0 23 0 0,0 0-138 0 0,0 0-146 0 0,0 0 38 0 0,26-20-44 0 0,4-5-38 0 0,5-4-120 0 0,-1-2-100 0 0,0 0-117 0 0,-4 1 137 0 0,-2 1 50 0 0,-3 3-115 0 0,-4 3 2 0 0,-3 3-87 0 0,-5 5 69 0 0,-3 4 34 0 0,-4 4 5 0 0,-3 3-118 0 0,-2 3 28 0 0,-3 4-234 0 0,-3 5-97 0 0,-4 6 158 0 0,-3 6 161 0 0,-3 8-40 0 0,-2 6 41 0 0,-1 6 63 0 0,0 3-78 0 0,1 4 31 0 0,1 1-19 0 0,3 0 55 0 0,3 0-16 0 0,2-2 128 0 0,3-2 64 0 0,1-4 35 0 0,3-3-17 0 0,0-3 54 0 0,1-4-15 0 0,-1-4-22 0 0,-1-2-76 0 0,-1-3-102 0 0,-2-3 28 0 0,-2-3-65 0 0,-2-3 4 0 0,-2-2-64 0 0,-2-3-73 0 0,-4-1 7 0 0,-4-2 14 0 0,-3-1 66 0 0,-4-2-17 0 0,-3-1 14 0 0,-2 1 4 0 0,2-2 79 0 0,2 1 104 0 0,6-1-53 0 0,6 0-161 0 0,6 0-11 0 0,5 0 37 0 0,4 0-12 0 0,7 0-295 0 0,9 0 390 0 0,12 0-45 0 0,15 0 355 0 0,15 0-164 0 0,16-1 20 0 0,15 1-146 0 0,10 0-104 0 0,6 3-94 0 0,1 2-105 0 0,-5 5-216 0 0,-8 3-649 0 0,-13 5-600 0 0,-14 3-3190 0 0,-18 4-5800 0 0,-16-3 11187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4:23.72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5281"/>
      <inkml:brushProperty name="anchorY" value="-407715.9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0648.0625"/>
      <inkml:brushProperty name="anchorY" value="-408448.7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5767.4375"/>
      <inkml:brushProperty name="anchorY" value="-410768.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4040.46875"/>
      <inkml:brushProperty name="anchorY" value="-409468.90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0109.9375"/>
      <inkml:brushProperty name="anchorY" value="-414790.28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1621.9375"/>
      <inkml:brushProperty name="anchorY" value="-416057.53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3632.3125"/>
      <inkml:brushProperty name="anchorY" value="-417399.84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5151.125"/>
      <inkml:brushProperty name="anchorY" value="-418163.1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6692.375"/>
      <inkml:brushProperty name="anchorY" value="-419881.343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5285.25"/>
      <inkml:brushProperty name="anchorY" value="-422110.90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9820"/>
      <inkml:brushProperty name="anchorY" value="-423394.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8495.4375"/>
      <inkml:brushProperty name="anchorY" value="-422496.031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9895.125"/>
      <inkml:brushProperty name="anchorY" value="-424210.5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1425.1875"/>
      <inkml:brushProperty name="anchorY" value="-425792.9062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9977.875"/>
      <inkml:brushProperty name="anchorY" value="-423767.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1869"/>
      <inkml:brushProperty name="anchorY" value="-425452.68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3999.5625"/>
      <inkml:brushProperty name="anchorY" value="-425984.656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5398.625"/>
      <inkml:brushProperty name="anchorY" value="-427867.2187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7339"/>
      <inkml:brushProperty name="anchorY" value="-428998.562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8853.3125"/>
      <inkml:brushProperty name="anchorY" value="-430215.28125"/>
      <inkml:brushProperty name="scaleFactor" value="0.5"/>
    </inkml:brush>
  </inkml:definitions>
  <inkml:trace contextRef="#ctx0" brushRef="#br0">1033 3179 328 0 0,'0'0'0'0'0,"0"0"0"0"0,0 0 462 0 0,0 0-687 0 0,0 0-51 0 0,0 0 178 0 0,0 0-93 0 0,9 12 218 0 0,3 0-54 0 0,5 2 335 0 0,1-2-135 0 0,1-2-115 0 0,0-1 62 0 0,0-1-138 0 0,-1-1-56 0 0,-2 0 100 0 0,-2-2-240 0 0,0 0 197 0 0,-2-1-172 0 0,0-1 123 0 0,-4-1-41 0 0</inkml:trace>
  <inkml:trace contextRef="#ctx0" brushRef="#br1" timeOffset="6256.482">4710 245 928 0 0,'0'0'0'0'0,"0"0"376"0"0,0 0-285 0 0,0 0 96 0 0,0 0 1201 0 0,0 0-1086 0 0,0 0-155 0 0,0 0 46 0 0,0 0 199 0 0,0 0 56 0 0,0 0-102 0 0,0 3 2 0 0,0 1 297 0 0,0-1 156 0 0,0 0 74 0 0,1-1 7 0 0,0-1-107 0 0,2 0-31 0 0,0-1-256 0 0,0 0-112 0 0,1 0 22 0 0,0 0-130 0 0,1 0-62 0 0,-1 0 16 0 0,0 0 83 0 0,0 0 10 0 0,1-1-108 0 0,0 0-51 0 0,0-1 27 0 0,-1-1 113 0 0,-1 1 26 0 0,0-1-45 0 0,-1 1-39 0 0,0-1-134 0 0,0 0-103 0 0,1 0-56 0 0,0 0 76 0 0,1-1-41 0 0,0 2 23 0 0,-1-1-5 0 0,0 2 133 0 0,-2-1 42 0 0,0 2 19 0 0,-1-1-33 0 0,-1 1-79 0 0,0 0 49 0 0,-3 1-7 0 0,0 0-9 0 0,-1 1-131 0 0,-2 1-112 0 0,0 2 0 0 0,0 0 158 0 0,-2 2-1 0 0,-1 1 47 0 0,-1 0-83 0 0,1 1 210 0 0,-2-1-77 0 0,-2 1-72 0 0,-1 0 138 0 0,-1 1-69 0 0,-2 0-38 0 0,-1 0-47 0 0,0 0-34 0 0,0 0-98 0 0,0 0 125 0 0,0 1-48 0 0,-1 0 15 0 0,-1 1 5 0 0,-1-1-11 0 0,-2 2 13 0 0,-1-1 9 0 0,-3 2 59 0 0,0 0-81 0 0,-2 0 135 0 0,1 0-143 0 0,0 0 91 0 0,1-1-79 0 0,1 0 12 0 0,1 0-5 0 0,3-1-10 0 0,2 0-63 0 0,1-1 87 0 0,3 0-24 0 0,2-2 83 0 0,1 0 21 0 0,3-1 4 0 0,1 0 0 0 0,0-1 2 0 0,3 0-15 0 0,-1 0-34 0 0,2-1-56 0 0,-2 2 4 0 0,1-1-114 0 0,0 1 2 0 0,-1 1 122 0 0,-1 0-27 0 0,0 1 58 0 0,-3 2 49 0 0,-1 0-38 0 0,-1 0 72 0 0,-2 0-48 0 0,-1 0 44 0 0,1 0-45 0 0,1 0-5 0 0,0 0-69 0 0,0 0-2 0 0,2 0 0 0 0,2 0-55 0 0,1-1 11 0 0,1 0 54 0 0,-1-1-22 0 0,2 0 19 0 0,1 0-8 0 0,0-1 17 0 0,2 1 69 0 0,0-1-37 0 0,0 0-36 0 0,0 1 3 0 0,1 0 0 0 0,0 0-16 0 0,1 1 92 0 0,-1 1-101 0 0,-1 0 20 0 0,0 0 63 0 0,-1 0 38 0 0,0 0 50 0 0,-1 0-106 0 0,-1-1 3 0 0,-1 1 66 0 0,0 0-147 0 0,-1 0 139 0 0,0 0-128 0 0,1 1 37 0 0,0 0-26 0 0,0 0 8 0 0,1 0-7 0 0,0 0 2 0 0,0 0 8 0 0,0 0 77 0 0,0-1-101 0 0,0 0 81 0 0,-1-1 8 0 0,0 0-82 0 0,0 0 74 0 0,0 0-71 0 0,-2 1 24 0 0,1 1 67 0 0,-3 1-100 0 0,1 1 24 0 0,-1 1-8 0 0,-1 1 49 0 0,1 0-61 0 0,-1-1 25 0 0,0 0 86 0 0,3-2-45 0 0,0-1 51 0 0,2-1-39 0 0,2-2-7 0 0,1 0 2 0 0,2-2-59 0 0,0 0 90 0 0,-1 0-117 0 0,0 0 31 0 0,-2 0-7 0 0,-1 1-1 0 0,0 0 0 0 0,-2 2 0 0 0,-2 1 9 0 0,-1 2 49 0 0,0 0-69 0 0,0 1 18 0 0,1 0-6 0 0,-1 1 8 0 0,2 1-2 0 0,-1-1 66 0 0,1 1-37 0 0,0 0-41 0 0,0-1 13 0 0,-1 1 1 0 0,-1 0-12 0 0,0 0 9 0 0,-2 0-2 0 0,-2 0 51 0 0,-3 1 4 0 0,-2 0-72 0 0,-1 1 28 0 0,-2 0-16 0 0,0 0-12 0 0,-1 1-44 0 0,1 0 21 0 0,1 0 37 0 0,2 0-7 0 0,1-1 1 0 0,1-1 6 0 0,2-2 8 0 0,1 0 2 0 0,0-2 1 0 0,2-1 0 0 0,0 0-10 0 0,0 0-1 0 0,0 0-14 0 0,0 0-39 0 0,0 0 56 0 0,0 2-18 0 0,0 0-27 0 0,0 0 47 0 0,0 2-6 0 0,1-1 3 0 0,-1 1-4 0 0,1 0 16 0 0,0-1 37 0 0,0 0-62 0 0,0 1 22 0 0,0 0-13 0 0,0 1-68 0 0,0 0 89 0 0,-1 1-30 0 0,0 2-112 0 0,-1 0 157 0 0,-2 2-52 0 0,-1 0 21 0 0,-4 1-10 0 0,-1 0 13 0 0,-1 0 38 0 0,-1-1-58 0 0,0 0 24 0 0,2-2-12 0 0,1-2-50 0 0,2-1 10 0 0,3-2-25 0 0,3-1 79 0 0,1 0-23 0 0,3-2 5 0 0,1-1 2 0 0,1 0-11 0 0,0 0 18 0 0,0 0 8 0 0,-1 2 114 0 0,-1 0-105 0 0,0 0 84 0 0,-2 0-117 0 0,1 1 34 0 0,-1-1 60 0 0,0 0-104 0 0,0 0 29 0 0,0-1-20 0 0,1 0-39 0 0,-1-1 10 0 0,0 0 36 0 0,0 1 2 0 0,-2 0 11 0 0,0 1-10 0 0,-2 2 9 0 0,-2 0 2 0 0,-1 3 46 0 0,-2 0 34 0 0,-2 2-39 0 0,-1 0 58 0 0,1 1-120 0 0,2-1 36 0 0,1-1 31 0 0,3-1-59 0 0,2-2 15 0 0,1-1 4 0 0,2-2-17 0 0,0 0-5 0 0,0 0 11 0 0,-1 0 0 0 0,-1 0 1 0 0,-2 1-5 0 0,-3 1 16 0 0,-3 1-19 0 0,-3 0 76 0 0,-4 2-88 0 0,-2 0 86 0 0,-2-1 156 0 0,1 0-189 0 0,2-3-16 0 0,3-1 3 0 0,3-1 16 0 0,2-2-50 0 0,3 1-110 0 0,2-2 72 0 0,0 2-21 0 0,3 0 8 0 0,0 1 57 0 0,2 1-58 0 0,1 1 15 0 0,0 1 56 0 0,0 1 43 0 0,2-1-60 0 0,-1 1 24 0 0,-1-1-18 0 0,1 0 4 0 0,-1 1 7 0 0,0-1 58 0 0,0 1-76 0 0,1 0 30 0 0,0-1 33 0 0,1 0-64 0 0,3-1 31 0 0,1-1-15 0 0,1 0 49 0 0,2-2 1 0 0,1 1 2 0 0,2-1 34 0 0,-1-1-97 0 0,1-1 114 0 0,1 0-135 0 0,-2-1 26 0 0,0-1-1 0 0,-1-1-4 0 0,0 0 1 0 0,-1-1-66 0 0,1-2 20 0 0,0 0-29 0 0,1-2 10 0 0,0-1 71 0 0,0 0-25 0 0,1-1-91 0 0,0 0 47 0 0,0 0-66 0 0,0 0-82 0 0,0 0-255 0 0,0 0-378 0 0,0 0-767 0 0,0-1-1690 0 0,-6-3-6365 0 0,6 3 7163 0 0,0 1 2432 0 0</inkml:trace>
  <inkml:trace contextRef="#ctx0" brushRef="#br2" timeOffset="7227.148">4774 231 1264 0 0,'0'0'0'0'0,"0"0"328"0"0,0 0 3178 0 0,0 0-1766 0 0,0 0-249 0 0,0 0-154 0 0,0 0-372 0 0,0 0-282 0 0,0 0-302 0 0,0 0-185 0 0,0 0-183 0 0,-10 3 75 0 0,-1 1-29 0 0,0-1 36 0 0,2 0 76 0 0,3-1 107 0 0,2 0 60 0 0,1-2-34 0 0,0-2-12 0 0,-5-1-10 0 0,-4-1-163 0 0,-6-1 236 0 0,-7 0-181 0 0,-6-1 262 0 0,-6 0-134 0 0,-5 1-206 0 0,-1 0 41 0 0,-1 0-95 0 0,2 1-41 0 0,5 1-35 0 0,6 0-103 0 0,5 1-74 0 0,5 1-66 0 0,5 1-1 0 0,4 0-116 0 0,3 0-17 0 0,4 0-77 0 0,3 0-196 0 0,1 1-431 0 0,4 0-639 0 0,5 1-985 0 0,5 1 459 0 0,7 0-2717 0 0,-2-1 6086 0 0</inkml:trace>
  <inkml:trace contextRef="#ctx0" brushRef="#br3" timeOffset="7511.574">4879 205 808 0 0,'0'0'0'0'0,"0"0"720"0"0,0 0 5825 0 0,0 0-6509 0 0,0 0 1390 0 0,0 0-605 0 0,0 0 148 0 0,0 0-122 0 0,0 0-392 0 0,0 0-207 0 0,0 0 100 0 0,0 0 42 0 0,-4 22 48 0 0,0 10 174 0 0,0 9 0 0 0,0 7-298 0 0,2 5-139 0 0,0 3-169 0 0,2 2-95 0 0,-1 1-83 0 0,1 0-230 0 0,0-2-252 0 0,0-4-436 0 0,1-3-753 0 0,-2-6-645 0 0,-1-6-2025 0 0,1-10-88 0 0</inkml:trace>
  <inkml:trace contextRef="#ctx0" brushRef="#br4" timeOffset="12478.218">1089 60 328 0 0,'0'0'0'0'0,"0"0"232"0"0,0 0-131 0 0,0 0-41 0 0,0 0 1646 0 0,0 0-574 0 0,0 0 173 0 0,0 0-128 0 0,0 0-277 0 0,0 0-68 0 0,-7-3-23 0 0,0-1-79 0 0,-1 1-181 0 0,2 0-102 0 0,2 1-33 0 0,1 1 68 0 0,1 0 74 0 0,3 1-61 0 0,3-1 4 0 0,3 2 33 0 0,2-1 1 0 0,2 0-106 0 0,1 0-117 0 0,0 0-103 0 0,1 1-59 0 0,2 0-44 0 0,0 0 16 0 0,0 0 79 0 0,2 0 9 0 0,0-1-15 0 0,0 1-47 0 0,1 0 10 0 0,0 0-17 0 0,-3-1 35 0 0,0 1-48 0 0,-2-1-73 0 0,-1 1-32 0 0,-2 0-2 0 0,-3-1-16 0 0,-2 1 3 0 0,-3-1-7 0 0,-1 0 6 0 0,0 1-1 0 0,-2-1 9 0 0,1 0-2 0 0,-1 1-13 0 0,1-1-80 0 0,0 0-123 0 0,-1 0-101 0 0,1 0-91 0 0,0 0-34 0 0,0 0-35 0 0,0 0-161 0 0,0 0-378 0 0,0 0-398 0 0,1 0 49 0 0,0 0 224 0 0,0 0-1758 0 0,-1 0-70 0 0,1 0-79 0 0,-3 1 3348 0 0,1-1-934 0 0,0 0 639 0 0</inkml:trace>
  <inkml:trace contextRef="#ctx0" brushRef="#br5" timeOffset="13479.592">912 3636 288 0 0,'0'0'0'0'0,"0"0"324"0"0,0 0-359 0 0,0 0 3794 0 0,0 0-1778 0 0,0 0-182 0 0,0 0-449 0 0,0 0-34 0 0,0 0-98 0 0,0 0-89 0 0,0 0-102 0 0,0 0-90 0 0,15 3-22 0 0,3-1 9 0 0,4 1-122 0 0,-1-1-74 0 0,-1-1-101 0 0,1 0-85 0 0,0-1-118 0 0,0-1-145 0 0,2 1-60 0 0,4-1 72 0 0,2 1-136 0 0,3 1-11 0 0,2 0-90 0 0,-1 1-51 0 0,1 1 2 0 0,0-1-59 0 0,0 1-15 0 0,0-1-74 0 0,2 0-80 0 0,1 1-11 0 0,1-1-62 0 0,1 1-63 0 0,-3 1-112 0 0,-4 0-167 0 0,-6 1-513 0 0,-6 1-379 0 0,-8-1-522 0 0,-6 1-1169 0 0,-12-1-3321 0 0,-3-1 2565 0 0</inkml:trace>
  <inkml:trace contextRef="#ctx0" brushRef="#br6" timeOffset="14149.318">1 1723 156 0 0,'0'0'0'0'0,"0"0"364"0"0,0 0-299 0 0,0 0 21 0 0,0 0 6122 0 0,0 0-5425 0 0,0 0 1341 0 0,0 0-740 0 0,0 0-90 0 0,0 0-114 0 0,0 0-238 0 0,9 1-111 0 0,2 1-66 0 0,-1 0-15 0 0,1-1-232 0 0,-1-1-116 0 0,0-2-83 0 0,0-3-80 0 0,3-4-52 0 0,2-5 80 0 0,4-6-221 0 0,2-7-32 0 0,2-6-10 0 0,3-5-71 0 0,-2-4-101 0 0,-2-3-106 0 0,-3-1-283 0 0,-4 1-104 0 0,-5 2-32 0 0,-3 3-284 0 0,-4 4-489 0 0,-1 7-643 0 0,-2 7-655 0 0,-1 6-1368 0 0,-2 7 1274 0 0,-3 4 1505 0 0,-2 5 697 0 0,-4 6 546 0 0,1 1 32 0 0</inkml:trace>
  <inkml:trace contextRef="#ctx0" brushRef="#br7" timeOffset="14416.637">158 1640 536 0 0,'0'0'0'0'0,"0"0"444"0"0,0 0 4378 0 0,0 0-3552 0 0,0 0 475 0 0,0 0-494 0 0,0 0-25 0 0,0 0-191 0 0,0 0 196 0 0,0 0-430 0 0,0 0-171 0 0,41-15-252 0 0,5-3-4 0 0,4-2-42 0 0,-6 2 87 0 0,-9 3 24 0 0,-10 4-72 0 0,-8 4-81 0 0,-7 3-62 0 0,-6 2-53 0 0,-1 3 20 0 0,0 2-97 0 0,3 6-2 0 0,3 5 66 0 0,5 6-155 0 0,4 5 6 0 0,1 7-91 0 0,-1 4-90 0 0,-3 4-4 0 0,-4 2-111 0 0,-3 1-63 0 0,-4 0-45 0 0,-3 1-100 0 0,-4-2-179 0 0,-5-2-350 0 0,-4-4-490 0 0,-2-4-522 0 0,-3-6-341 0 0,0-7-996 0 0,0-7-659 0 0,1-6 3705 0 0,1-8-926 0 0,4-3 1302 0 0</inkml:trace>
  <inkml:trace contextRef="#ctx0" brushRef="#br8" timeOffset="15944.318">1235 0 572 0 0,'0'0'0'0'0,"0"0"140"0"0,0 0-159 0 0,0 0 340 0 0,0 0 2231 0 0,0 0-1699 0 0,0 0 235 0 0,0 0-76 0 0,0 0 33 0 0,0 0-108 0 0,0 0-222 0 0,-5 20-260 0 0,0 4-122 0 0,0 3-57 0 0,2 0-12 0 0,4-3-49 0 0,2-3-64 0 0,2-1 44 0 0,1-1-5 0 0,1-1-14 0 0,1 1 34 0 0,-1 1-24 0 0,1 1-34 0 0,-2 3 5 0 0,1 1-32 0 0,-2 1-82 0 0,0 1-20 0 0,-1 1 97 0 0,-1 0 27 0 0,-1 0 90 0 0,1 0 51 0 0,1 0-48 0 0,0-1-52 0 0,2-1-79 0 0,0 0-40 0 0,0 0-67 0 0,0 0 17 0 0,0 0 35 0 0,-1 0-55 0 0,0 0 66 0 0,-2 0-80 0 0,-1-1 145 0 0,0 0-6 0 0,0 0-3 0 0,0-1 22 0 0,0-1-19 0 0,1 0-26 0 0,1-1-36 0 0,1-1-62 0 0,1 0 14 0 0,1-1-14 0 0,1 0 0 0 0,-1-1-9 0 0,0-1 2 0 0,-1 1 4 0 0,-2-1 3 0 0,-1 1-1 0 0,-1 1 1 0 0,-1 0 0 0 0,-2 0 5 0 0,-1 0-6 0 0,-2 0 1 0 0,-2 0-18 0 0,-1 0-47 0 0,1-2 8 0 0,0 0 59 0 0,1-1-24 0 0,1 0-36 0 0,0-1 68 0 0,1 1-17 0 0,1-1-3 0 0,-1 2 8 0 0,1 0 2 0 0,0-1-1 0 0,-1 2 15 0 0,0-2 71 0 0,0 1-99 0 0,0-1 29 0 0,-1 1-15 0 0,0-1-4 0 0,-2 0-9 0 0,1 0-72 0 0,-2 0 19 0 0,1 1-10 0 0,0-1 0 0 0,0 0-14 0 0,1 1 88 0 0,0 1-21 0 0,-1 2 20 0 0,-1 0-7 0 0,-1 1-2 0 0,0 1-46 0 0,-1 0-16 0 0,1 0-189 0 0,-1-1-57 0 0,1-1 111 0 0,-2-1-112 0 0,1 0 188 0 0,0 0 64 0 0,1 1 2 0 0,-1 1 69 0 0,1 1-19 0 0,-1 1 1 0 0,1 1-36 0 0,-1 2 65 0 0,0 0-12 0 0,0 0 71 0 0,1 0-3 0 0,2-1-84 0 0,-1-2 33 0 0,2 0-20 0 0,0-2 3 0 0,0-2-1 0 0,1 0-9 0 0,0-1-63 0 0,1-1 82 0 0,0 0-200 0 0,1 1 3 0 0,1 0 80 0 0,1 2 111 0 0,0 1-24 0 0,0 0 28 0 0,0 1 64 0 0,0-1-78 0 0,0 0 18 0 0,0-2-12 0 0,0 0-4 0 0,0-1-50 0 0,0 0 50 0 0,0-1-87 0 0,0 1-36 0 0,0-1 69 0 0,0 1 48 0 0,0 1-18 0 0,0 0 27 0 0,0 0-14 0 0,1 0 18 0 0,0 1-5 0 0,0 1 53 0 0,0-1-65 0 0,1 1 21 0 0,-1 0-21 0 0,0 1-1 0 0,-1 0-70 0 0,1 0-14 0 0,-1 0 19 0 0,2-1 82 0 0,1-1-14 0 0,0 0 72 0 0,0-2 25 0 0,0-1 90 0 0,0 0 83 0 0,-2-2 30 0 0,1 1-78 0 0,-2 0-87 0 0,0 0-72 0 0,0 1-46 0 0,0 0-86 0 0,0 2 46 0 0,0 0-110 0 0,0 2-59 0 0,1 0-94 0 0,2 1 124 0 0,2-1 72 0 0,2 0 102 0 0,0-1-12 0 0,0-2 160 0 0,-1-2 6 0 0,-1 0 82 0 0,-1-2-136 0 0,-2 0-16 0 0,-1 0-88 0 0,0 0-86 0 0,-2-1-151 0 0,-1 1-144 0 0,-3-1-385 0 0,-1 0-355 0 0,-2-2-258 0 0,-1-1-927 0 0,1-2-436 0 0,-1-2 183 0 0,-1-2 2383 0 0,2-2-438 0 0</inkml:trace>
  <inkml:trace contextRef="#ctx0" brushRef="#br9" timeOffset="17120.51">1279 3765 92 0 0,'0'0'0'0'0,"0"0"128"0"0,0 0 65 0 0,0 0 71 0 0,0 0 1005 0 0,0 0 235 0 0,0 0-240 0 0,0 0 166 0 0,0 0-177 0 0,0 0-326 0 0,0 0-115 0 0,10-6-112 0 0,3-1-32 0 0,1 0 40 0 0,0 1-140 0 0,-2 2-48 0 0,0 1 75 0 0,0 1-14 0 0,0 1-42 0 0,2 0 11 0 0,2-1 83 0 0,0 1-44 0 0,2-1-85 0 0,1 1-34 0 0,1-1-105 0 0,1 2 65 0 0,3-1-70 0 0,2 1-113 0 0,5 0-85 0 0,3 0-27 0 0,5 0-75 0 0,4 0 9 0 0,4 0-4 0 0,3 0-76 0 0,2 0 22 0 0,2 0-11 0 0,0 0 0 0 0,-1 0 4 0 0,1-1 4 0 0,0 1 4 0 0,-1 0 84 0 0,1-1-48 0 0,-2 1 57 0 0,0 0-10 0 0,0 0 33 0 0,1 0-13 0 0,0 1-32 0 0,3-1 6 0 0,0 2-42 0 0,1 0-36 0 0,0 0 50 0 0,-1 1-75 0 0,-2 0 17 0 0,0 0-58 0 0,-3 0 66 0 0,-2 0-18 0 0,-2-1-12 0 0,-2 0-27 0 0,-1-1 58 0 0,0 0-19 0 0,-1-1 7 0 0,-1 0 0 0 0,0 0 0 0 0,-2 0-10 0 0,0 0 13 0 0,-2 1 0 0 0,-1-1 1 0 0,-2 1-5 0 0,-1-1 2 0 0,-4 1-6 0 0,-2-1-3 0 0,-1 1 5 0 0,-2 0-11 0 0,0 0 13 0 0,-1 0-9 0 0,-1 0 7 0 0,2 1-6 0 0,-1 0 6 0 0,1-1 3 0 0,-1 1-14 0 0,1 0-57 0 0,-1 0 34 0 0,0 0-13 0 0,-1-1 2 0 0,1 0-5 0 0,-2 0 48 0 0,1-2-69 0 0,0 0 82 0 0,0-1-15 0 0,0 0 6 0 0,-1 0 15 0 0,-3 0 52 0 0,-1 1-70 0 0,-3 0 84 0 0,1 1-85 0 0,-2 0 82 0 0,-1-1-95 0 0,0 1 28 0 0,1 1-24 0 0,-2-1-80 0 0,0 0 45 0 0,0 1 0 0 0,0-1 45 0 0,1 0-10 0 0,1 1 1 0 0,0-1 11 0 0,2 0 1 0 0,1 0 10 0 0,0 1-2 0 0,0 0-9 0 0,0 0 4 0 0,0 1-12 0 0,-1-1-62 0 0,0 1-20 0 0,-2 0 25 0 0,0 0-8 0 0,-2-1 17 0 0,-1 0-65 0 0,-2 0 20 0 0,0 0 51 0 0,-2 0 49 0 0,0 0-15 0 0,-2-1 20 0 0,1 0 6 0 0,-1 1-1 0 0,1-1-4 0 0,1 0 11 0 0,-1 1-8 0 0,2-1-2 0 0,1 0-4 0 0,1 0 1 0 0,0 0-1 0 0,0 0-75 0 0,0 0-90 0 0,-1-1-82 0 0,-2 0 14 0 0,-1 0-99 0 0,-3 0-98 0 0,-1 1-182 0 0,-2-1-463 0 0,-5 1-1434 0 0,-3 1-2986 0 0,-3 0-2075 0 0,-1 0 9185 0 0,3 1-2872 0 0</inkml:trace>
  <inkml:trace contextRef="#ctx0" brushRef="#br10" timeOffset="17619.122">4762 3533 52 0 0,'0'0'0'0'0,"0"0"196"0"0,0 0-75 0 0,0 0 3 0 0,0 0-66 0 0,0 0 1051 0 0,0 0 153 0 0,0 0-306 0 0,0 0 359 0 0,0 0 74 0 0,0 0-190 0 0,0 0-175 0 0,0 0-251 0 0,5-2-230 0 0,0 0-108 0 0,0-1-49 0 0,-1 1-110 0 0,-1 1-145 0 0,-1 0-130 0 0,0 0 22 0 0,-1 0-23 0 0,0 1 61 0 0,0 0 117 0 0,1-1 102 0 0,0 1 224 0 0,-1 0 99 0 0,1-1-135 0 0,1 1 2 0 0,-1 0 36 0 0,-1 0-62 0 0,1 3-103 0 0,-2 1-14 0 0,1 3 9 0 0,-3 4 154 0 0,0 3-358 0 0,-1 4-107 0 0,1 3 5 0 0,0 4-19 0 0,1 3 42 0 0,0 0-53 0 0,1 1 64 0 0,-1-1-65 0 0,0-2 94 0 0,1-2-102 0 0,-2-2 60 0 0,0-3-61 0 0,0-2-185 0 0,-2-3-159 0 0,0-2-220 0 0,-1-2-266 0 0,-2-1-587 0 0,-3-2-1019 0 0,-1-2-2547 0 0,-2-2-322 0 0,0-1 6002 0 0,2-1-2076 0 0</inkml:trace>
  <inkml:trace contextRef="#ctx0" brushRef="#br11" timeOffset="18720.735">1077 3416 160 0 0,'0'0'0'0'0,"0"0"236"0"0,0 0-33 0 0,0 0 253 0 0,0 0 6062 0 0,0 0-5615 0 0,0 0 1346 0 0,0 0-1166 0 0,0 0-211 0 0,0 0-108 0 0,20 20-55 0 0,2 5-233 0 0,2 7-248 0 0,-3 1-144 0 0,-3 2-67 0 0,-4-1-136 0 0,-3-1-110 0 0,-4 0-292 0 0,-3 0-94 0 0,-2-2-236 0 0,-1 0-291 0 0,-1-3-806 0 0,-2-2-2834 0 0,-1-5 384 0 0,-2-4 4788 0 0,1-4-1070 0 0</inkml:trace>
  <inkml:trace contextRef="#ctx0" brushRef="#br12" timeOffset="19609.551">2416 4523 820 0 0,'0'0'0'0'0,"0"0"4472"0"0,0 0-1679 0 0,0 0-552 0 0,0 0-786 0 0,0 0-453 0 0,0 0-267 0 0,0 0-230 0 0,0 0-49 0 0,0 0 89 0 0,0 0-161 0 0,0 0-72 0 0,20-9 3 0 0,2-2 39 0 0,2-3 34 0 0,-4-1 77 0 0,-3-1-17 0 0,-6-2-35 0 0,-5 0-131 0 0,-5-2-7 0 0,-5-1-187 0 0,-6-1-80 0 0,-4-2 0 0 0,-4-1-61 0 0,-3 0-2 0 0,-2 0-50 0 0,-1 0-2 0 0,0 3 57 0 0,1 3-9 0 0,0 4 62 0 0,1 3-25 0 0,1 4 16 0 0,1 3-49 0 0,0 3 60 0 0,-1 3-113 0 0,2 3-8 0 0,0 4-72 0 0,-1 3-178 0 0,1 4 265 0 0,1 4 92 0 0,2 3-31 0 0,3 4 44 0 0,4 3 45 0 0,4 3 25 0 0,3 1 67 0 0,5 0-43 0 0,5-3 32 0 0,4-2-153 0 0,4-4-87 0 0,2-5 31 0 0,3-4 19 0 0,0-4 50 0 0,1-3-66 0 0,1-4 80 0 0,0-1-10 0 0,0-3 4 0 0,1-2 11 0 0,0-4 58 0 0,2-3 73 0 0,1-4 2 0 0,-1-5 3 0 0,0-5-57 0 0,0-4-95 0 0,-3-5-29 0 0,-1-4 37 0 0,-2-3-4 0 0,-2-2-9 0 0,-1-1-130 0 0,-3 1 38 0 0,-2 2-76 0 0,-3 4-3 0 0,-3 5-30 0 0,-2 5 37 0 0,-2 8 25 0 0,0 5-2 0 0,-2 6-42 0 0,0 5 13 0 0,0 6 78 0 0,-2 6-47 0 0,0 7-89 0 0,-2 8 163 0 0,-1 6 15 0 0,0 8 47 0 0,0 6 1 0 0,0 7-41 0 0,2 6-94 0 0,1 4 71 0 0,1 3-89 0 0,3 0 140 0 0,3-2 10 0 0,4-6-92 0 0,2-6-848 0 0,1-7-1203 0 0,2-9-629 0 0,-1-7-3043 0 0,-3-9 3862 0 0,-3-7 947 0 0</inkml:trace>
  <inkml:trace contextRef="#ctx0" brushRef="#br13" timeOffset="20323.538">5367 2643 628 0 0,'0'0'0'0'0,"0"0"8913"0"0,0 0-7318 0 0,0 0 340 0 0,0 0-1282 0 0,0 0-114 0 0,0 0-85 0 0,2-21 46 0 0,-1-8-328 0 0,1-7-165 0 0,-1-6-58 0 0,0-3 15 0 0,0 0 41 0 0,-1-1-14 0 0,-1 0 159 0 0,-1 2 12 0 0,-2 1 20 0 0,-3 2-42 0 0,-3 3-158 0 0,-3 3-112 0 0,-2 2-386 0 0,-3 1-181 0 0,-2 2-269 0 0,0 1-503 0 0,-1 1-300 0 0,4 1-684 0 0,1 2-897 0 0,4 2-528 0 0,3 6 3706 0 0</inkml:trace>
  <inkml:trace contextRef="#ctx0" brushRef="#br14" timeOffset="20675.592">5113 2322 768 0 0,'0'0'0'0'0,"0"0"6497"0"0,0 0-5373 0 0,0 0 761 0 0,0 0-1059 0 0,0 0-44 0 0,0 0 66 0 0,0 0 86 0 0,0 0-296 0 0,0 0-243 0 0,0 0-73 0 0,0 0-161 0 0,43-2-22 0 0,7-2-65 0 0,4-3-18 0 0,-1-3-4 0 0,-6-2 15 0 0,-7-2 69 0 0,-5 0 19 0 0,-4 0 46 0 0,-4 1 72 0 0,-3 2 35 0 0,-2 2-17 0 0,-4 3-64 0 0,-4 1-97 0 0,-2 3-117 0 0,-2 2 116 0 0,-1 5 47 0 0,1 3-116 0 0,2 6-51 0 0,2 5 3 0 0,1 6-10 0 0,-1 4-63 0 0,-1 3-24 0 0,-2 3 7 0 0,0 1-39 0 0,-3 1-65 0 0,-1 0-156 0 0,-1 0-45 0 0,-3-2-58 0 0,0-1-93 0 0,-2-2-274 0 0,1-3-247 0 0,-1-4-484 0 0,-1-3-626 0 0,1-4-870 0 0,-1-4-2016 0 0,0-5 4092 0 0,0-3 341 0 0</inkml:trace>
  <inkml:trace contextRef="#ctx0" brushRef="#br15" timeOffset="21026.593">5669 3070 520 0 0,'0'0'0'0'0,"0"0"8"0"0,0 0 5741 0 0,0 0-4754 0 0,0 0 921 0 0,0 0-788 0 0,0 0 35 0 0,21-19 96 0 0,7-7-346 0 0,8-8-231 0 0,4-6-146 0 0,4-4 41 0 0,3-2-14 0 0,5-3-26 0 0,3-1-115 0 0,3-1-15 0 0,3 0-18 0 0,-1 1-59 0 0,-1 4-220 0 0,-3 3-99 0 0,-4 4-170 0 0,-6 5-251 0 0,-7 5-240 0 0,-7 5-311 0 0,-6 4-547 0 0,-6 4-909 0 0,-6 4-1598 0 0,-4 3-1508 0 0,-5 3 3396 0 0</inkml:trace>
  <inkml:trace contextRef="#ctx0" brushRef="#br16" timeOffset="21761.696">6625 3084 288 0 0,'0'0'0'0'0,"0"0"832"0"0,0 0 7631 0 0,0 0-7828 0 0,0 0 1491 0 0,0 0-1161 0 0,0 0-183 0 0,0 0 30 0 0,0 0-246 0 0,0 0-344 0 0,0 0-75 0 0,0 0 21 0 0,5-11 9 0 0,-1-3-119 0 0,-5-5 15 0 0,-6-3-5 0 0,-8 0 66 0 0,-8-1 82 0 0,-6 0 42 0 0,-5 3 35 0 0,-5 2-30 0 0,-2 4-141 0 0,-1 4-124 0 0,0 5 16 0 0,0 5-174 0 0,1 6-38 0 0,2 6 212 0 0,2 5-54 0 0,5 5 40 0 0,4 4-100 0 0,7 3-17 0 0,6 3 84 0 0,6 2 29 0 0,5 0 66 0 0,8 1-82 0 0,5-1-45 0 0,7-1 86 0 0,6-1 71 0 0,6-4 38 0 0,5-3-30 0 0,5-3-106 0 0,5-5 78 0 0,2-4-35 0 0,3-4-44 0 0,1-4-74 0 0,-1-6 106 0 0,0-5 75 0 0,0-5-132 0 0,-1-7-46 0 0,-1-7 7 0 0,-4-4 67 0 0,-1-6-61 0 0,-6-4 9 0 0,-5-3-35 0 0,-5-2-20 0 0,-6-2-44 0 0,-6-1-88 0 0,-5 1 109 0 0,-4 1 45 0 0,-2 3 31 0 0,-2 5 61 0 0,-1 6 63 0 0,0 6 132 0 0,0 7 26 0 0,0 6 18 0 0,0 6 92 0 0,-1 5-111 0 0,-1 6-186 0 0,-4 6-15 0 0,-3 7-68 0 0,-5 6 57 0 0,-3 6-22 0 0,-2 6 2 0 0,-2 7 11 0 0,-1 6-3 0 0,1 5-69 0 0,1 5-55 0 0,3 5-231 0 0,3 4 199 0 0,5 4-309 0 0,4 1-389 0 0,5-1-867 0 0,9-1-1061 0 0,6-6-2348 0 0,5-8-239 0 0,6-9 5618 0 0,-3-12-956 0 0</inkml:trace>
  <inkml:trace contextRef="#ctx0" brushRef="#br17" timeOffset="22075.957">7121 3163 9189 0 0,'0'0'0'0'0,"0"0"3888"0"0,0 0-2828 0 0,0 0 640 0 0,0 0-430 0 0,0 0-199 0 0,47-3-203 0 0,15-2-278 0 0,13-2-299 0 0,4-3-290 0 0,-1-1-133 0 0,-6-2-274 0 0,-7-1-175 0 0,-8 0-96 0 0,-10 0-245 0 0,-10 1-689 0 0,-11 1-1400 0 0,-10 3-2307 0 0,-9 1-1157 0 0,-5 2 6609 0 0</inkml:trace>
  <inkml:trace contextRef="#ctx0" brushRef="#br18" timeOffset="22249.833">7455 2907 11457 0 0,'0'0'0'0'0,"0"0"2464"0"0,0 0-1778 0 0,0 0-28 0 0,0 0-312 0 0,0 0-263 0 0,43-9-986 0 0,8-2-816 0 0,6-1-1035 0 0,-5 0-3461 0 0,-10 2 2319 0 0</inkml:trace>
  <inkml:trace contextRef="#ctx0" brushRef="#br19" timeOffset="22774.19">8181 2723 1460 0 0,'0'0'0'0'0,"0"0"10381"0"0,0 0-9166 0 0,0 0 738 0 0,0 0-1309 0 0,17-21-232 0 0,7-7 3 0 0,7-8-342 0 0,4-4-49 0 0,4-3-13 0 0,1 1-97 0 0,-1 1 110 0 0,-3 2-36 0 0,-2 3 12 0 0,-5 5 60 0 0,-5 4 40 0 0,-6 6-41 0 0,-6 5 36 0 0,-4 6 93 0 0,-4 4 100 0 0,-3 5 24 0 0,-5 6-172 0 0,-5 6-143 0 0,-5 5-244 0 0,-5 8 242 0 0,-4 6-127 0 0,-3 7 9 0 0,-1 6-114 0 0,2 6 58 0 0,2 5 7 0 0,2 2 47 0 0,5 4 139 0 0,4 1 53 0 0,4 1 99 0 0,4-1 54 0 0,2-2 92 0 0,1-3-42 0 0,3-3-53 0 0,1-4-118 0 0,2-6-37 0 0,1-6-47 0 0,0-5-1 0 0,-2-6 41 0 0,0-5-9 0 0,-2-6-41 0 0,-1-3 0 0 0,-1-5-199 0 0,-5-3-301 0 0,-6-1-90 0 0,-5-3 85 0 0,-6-1-86 0 0,-6-1 289 0 0,-2-2 251 0 0,0-1 8 0 0,2 0 159 0 0,4-2 150 0 0,5 0 9 0 0,5 0-98 0 0,5 0 239 0 0,4 0 127 0 0,6 0-61 0 0,5 1 24 0 0,7 0-62 0 0,9 1 104 0 0,10 0-57 0 0,13 1-17 0 0,14 1-27 0 0,14 0-182 0 0,14 0-156 0 0,12 0-104 0 0,8 0-131 0 0,0-1-436 0 0,-5 1-721 0 0,-12 0-1666 0 0,-18 1-7887 0 0,-21 1 6134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5:36.00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2697.4375"/>
      <inkml:brushProperty name="anchorY" value="-457513.6875"/>
      <inkml:brushProperty name="scaleFactor" value="0.5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3:15:36.341"/>
    </inkml:context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4427.75"/>
      <inkml:brushProperty name="anchorY" value="-459534.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6229.25"/>
      <inkml:brushProperty name="anchorY" value="-460762.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7829.375"/>
      <inkml:brushProperty name="anchorY" value="-462015.843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6388.9375"/>
      <inkml:brushProperty name="anchorY" value="-459819.6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8502.25"/>
      <inkml:brushProperty name="anchorY" value="-461522.53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1097.625"/>
      <inkml:brushProperty name="anchorY" value="-462600.40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9818.875"/>
      <inkml:brushProperty name="anchorY" value="-461785.093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1659.0625"/>
      <inkml:brushProperty name="anchorY" value="-463038.3125"/>
      <inkml:brushProperty name="scaleFactor" value="0.5"/>
    </inkml:brush>
  </inkml:definitions>
  <inkml:trace contextRef="#ctx0" brushRef="#br0">80 299 1444 0 0,'0'0'0'0'0,"0"0"4"0"0,0 0 355 0 0,0 0-447 0 0,0 0 322 0 0,0 0 1889 0 0,0 0-1485 0 0,0 0 109 0 0,0 0-175 0 0,0 0 124 0 0,0 0 206 0 0,8-1 18 0 0,2-1-271 0 0,0-1-15 0 0,-1 0-286 0 0,0 0-128 0 0,-1 0-32 0 0,2-1 136 0 0,1-1 12 0 0,2-2 3 0 0,2 0-24 0 0,2-2-51 0 0,0 0-90 0 0,1 1-54 0 0,-1 0 7 0 0,1 2-30 0 0,0 2-36 0 0,-1 2 84 0 0,3 4-14 0 0,0 4-35 0 0,3 5-102 0 0,2 6 82 0 0,2 6-92 0 0,-1 5-22 0 0,1 4-52 0 0,-2 4-8 0 0,-1 2 104 0 0,-3 0-122 0 0,-3 1 54 0 0,-3 0-21 0 0,-4-1-5 0 0,-3-2 90 0 0,-3-1-27 0 0,-3-2-34 0 0,-1-3 75 0 0,-3-3-30 0 0,-1-4 11 0 0,-1-3 4 0 0,-2-4-11 0 0,2-4-62 0 0,0-3-30 0 0,2-3-23 0 0,0-3-60 0 0,1-2-14 0 0,1-1 41 0 0,0-1 87 0 0,0-2 69 0 0,-1-3 180 0 0,-3-1-139 0 0,-2-4-29 0 0,-5-3 1 0 0,-4-3-10 0 0,-5-3-122 0 0,-4-2 20 0 0,-4-2-27 0 0,-4 0 63 0 0,-3 0 13 0 0,-2 2 55 0 0,0 2 96 0 0,0 5 6 0 0,1 4 96 0 0,2 4-69 0 0,2 6-150 0 0,1 5-46 0 0,2 5-18 0 0,2 6 86 0 0,1 4-57 0 0,3 4 63 0 0,3 3 73 0 0,5 2 27 0 0,5 2-76 0 0,6 3 57 0 0,8 1-5 0 0,10 1-42 0 0,9 2 23 0 0,10-1-78 0 0,9 0-217 0 0,8-3-35 0 0,6-5-157 0 0,6-4-480 0 0,4-7-318 0 0,0-6-923 0 0,3-5-974 0 0,-15-4-979 0 0</inkml:trace>
  <inkml:trace contextRef="#ctx1" brushRef="#br1">959 759 4316,'0'0'0,"0"0"4057,0 0-2638,0 0-464,0 0-561,0 0-101,0 0 44,0 0 59,0 0 224,0 0-259,0 0-150,34 1 86,10 0-38,11 0-20,5 0-146,1-1-89,-2 0-130,-4-2-206,-7-1-147,-8 0-66,-9-2-232,-10 0-221,-7-1-828,-7-6-6893,-5 2 9331</inkml:trace>
  <inkml:trace contextRef="#ctx1" brushRef="#br2" timeOffset="174.428">1072 545 6989,'0'0'0,"0"0"4532,0 0-4181,0 0 433,0 0-519,0 0 71,0 0 24,0 0-134,0 0-409,41 0-42,13-2-604,10 0-425,-1-2-971,-3-1-3053,-12 1 1536</inkml:trace>
  <inkml:trace contextRef="#ctx0" brushRef="#br3" timeOffset="1238.877">2281 927 1472 0 0,'0'0'0'0'0,"0"0"1436"0"0,0 0-793 0 0,0 0 119 0 0,0 0-22 0 0,0 0-60 0 0,0 0 11 0 0,0 0 30 0 0,0 0 65 0 0,0 0-30 0 0,0 0 9 0 0,0 0-93 0 0,0 3-82 0 0,0-1-44 0 0,0 0-86 0 0,0-1 59 0 0,0-2 3 0 0,0-1 73 0 0,-1-4 24 0 0,-1-4-61 0 0,-2-6-132 0 0,-2-7-225 0 0,-3-6-144 0 0,-4-7-37 0 0,-2-8-16 0 0,-4-7-12 0 0,-1-6-79 0 0,-2-7-20 0 0,1-3-31 0 0,2-3-7 0 0,5-1 22 0 0,4 3-23 0 0,4 3-155 0 0,3 6-12 0 0,2 8-114 0 0,3 8-365 0 0,1 8-31 0 0,0 8-140 0 0,0 9-259 0 0,0 5-719 0 0,-2 7-777 0 0,-1 4-1648 0 0,0 2 4306 0 0</inkml:trace>
  <inkml:trace contextRef="#ctx0" brushRef="#br4" timeOffset="1524.188">2072 642 7929 0 0,'0'0'0'0'0,"0"0"2140"0"0,0 0-1549 0 0,0 0-57 0 0,0 0-345 0 0,0 0 514 0 0,0 0 124 0 0,0 0-211 0 0,0 0-301 0 0,0 0-119 0 0,0 0-106 0 0,40-20-148 0 0,7-3 27 0 0,2 0-11 0 0,-5 1 48 0 0,-6 5 103 0 0,-8 5 63 0 0,-5 4-93 0 0,-2 3 19 0 0,0 6 81 0 0,3 4 0 0 0,5 5-51 0 0,5 7-87 0 0,4 5-29 0 0,4 5 65 0 0,2 6-97 0 0,0 3-100 0 0,-2 4 68 0 0,-2 2-30 0 0,-4 1-8 0 0,-3 0-42 0 0,-5-1-46 0 0,-5-2-153 0 0,-5-3-130 0 0,-6-4-222 0 0,-5-4-519 0 0,-5-4-1016 0 0,-6-3-2817 0 0,-2-7 536 0 0</inkml:trace>
  <inkml:trace contextRef="#ctx0" brushRef="#br5" timeOffset="1921.55">1959 1278 9337 0 0,'0'0'0'0'0,"0"0"2336"0"0,0 0-1601 0 0,0 0 34 0 0,0 0-319 0 0,0 0 383 0 0,0 0 402 0 0,0 0-460 0 0,44-7-188 0 0,18-3-198 0 0,19-3-98 0 0,12-3-100 0 0,8 0-8 0 0,5-1-50 0 0,2 1-150 0 0,-1 0-2 0 0,-2 0-114 0 0,-5 2-65 0 0,-8 1-293 0 0,-8 2-331 0 0,-11 2-260 0 0,-11 1-770 0 0,-13 3-1250 0 0,-14 2-3276 0 0,-12 1 2463 0 0</inkml:trace>
  <inkml:trace contextRef="#ctx0" brushRef="#br6" timeOffset="2773.558">2701 1915 2856 0 0,'0'0'0'0'0,"0"0"5453"0"0,0 0-4878 0 0,0 0 526 0 0,0 0-598 0 0,0 0-171 0 0,0 0-74 0 0,0 0-182 0 0,0 0-200 0 0,0 0 118 0 0,-9-15-6 0 0,-4-6 6 0 0,-3-4 5 0 0,-4-1 197 0 0,-4-1 19 0 0,-4 1-55 0 0,-3 1-18 0 0,-2 2-51 0 0,-1 2-42 0 0,2 3-31 0 0,2 4 115 0 0,2 4 0 0 0,2 5-148 0 0,2 5 124 0 0,2 5-133 0 0,-1 7-80 0 0,0 6-105 0 0,0 6 10 0 0,0 6 54 0 0,3 4 161 0 0,4 3 131 0 0,5 3 102 0 0,4 0-100 0 0,4-1-3 0 0,6-1-13 0 0,4-2-31 0 0,6-3 48 0 0,5-3-48 0 0,4-5-9 0 0,2-4-2 0 0,3-5-17 0 0,2-4 37 0 0,0-3-16 0 0,2-4 99 0 0,1-3-46 0 0,1-2 23 0 0,-1-4-8 0 0,1-4-55 0 0,1-6-105 0 0,1-7 12 0 0,0-7-101 0 0,0-9-38 0 0,1-6 18 0 0,0-7-114 0 0,0-4 49 0 0,-2-3 64 0 0,-3-1 40 0 0,-1 2 60 0 0,-4 2-62 0 0,-5 5 10 0 0,-2 5 58 0 0,-6 8-20 0 0,-3 7 23 0 0,-3 9 71 0 0,-2 7 232 0 0,-1 5 42 0 0,-3 7-50 0 0,-1 7-342 0 0,-4 8-79 0 0,-5 9-21 0 0,-5 8 59 0 0,-5 11 91 0 0,-4 9 62 0 0,-3 7-63 0 0,-1 8 0 0 0,0 4-205 0 0,0 5-174 0 0,2 3-259 0 0,3 3-373 0 0,3 0-620 0 0,5-3-1322 0 0,4-2-2133 0 0,5-17 3740 0 0</inkml:trace>
  <inkml:trace contextRef="#ctx0" brushRef="#br7" timeOffset="3986.033">3902 1032 5765 0 0,'0'0'0'0'0,"0"0"4376"0"0,0 0-3738 0 0,0 0 419 0 0,0 0-348 0 0,0 0 127 0 0,0 0-36 0 0,0 0-144 0 0,0 0-186 0 0,0 0-254 0 0,0 0-94 0 0,0 0-104 0 0,46 0-6 0 0,12 0-94 0 0,9 0-57 0 0,1 0-134 0 0,-3 0-251 0 0,-7-1-136 0 0,-8 0-105 0 0,-6-1-148 0 0,-8 1-384 0 0,-6-2-679 0 0,-8 1-1079 0 0,-6-2-1343 0 0,-6 1 3226 0 0</inkml:trace>
  <inkml:trace contextRef="#ctx0" brushRef="#br8" timeOffset="4224.375">3729 798 4500 0 0,'0'0'0'0'0,"0"0"5517"0"0,0 0-4873 0 0,0 0 323 0 0,0 0-404 0 0,0 0 173 0 0,0 0 102 0 0,44 1-47 0 0,18 0-335 0 0,18-1-193 0 0,10 1-263 0 0,3-1-14 0 0,1 1-91 0 0,-4-1-382 0 0,-7 0-657 0 0,-12 0-787 0 0,-11 2-3287 0 0,-16 0-1492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5:41.86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3740"/>
      <inkml:brushProperty name="anchorY" value="-464316.375"/>
      <inkml:brushProperty name="scaleFactor" value="0.5"/>
    </inkml:brush>
  </inkml:definitions>
  <inkml:trace contextRef="#ctx0" brushRef="#br0">79 2 364 0 0,'0'0'0'0'0,"0"0"6345"0"0,0 0-5541 0 0,0 0 828 0 0,0 0-627 0 0,0 0 205 0 0,0 0-172 0 0,0 0-345 0 0,0 0-175 0 0,0 0-90 0 0,0 0-50 0 0,40-1-18 0 0,9 1-34 0 0,7 5 123 0 0,1 4-24 0 0,-4 8-206 0 0,-5 6-80 0 0,-5 8-56 0 0,-5 7-85 0 0,-7 6 9 0 0,-7 5-6 0 0,-7 4-1 0 0,-6 3-52 0 0,-4 1 57 0 0,-7 0-14 0 0,-5-1 9 0 0,-6-1 4 0 0,-7-3 51 0 0,-3-2 32 0 0,-3-5 23 0 0,-3-3-16 0 0,-2-5 8 0 0,-2-4-58 0 0,-1-5-31 0 0,-1-5-8 0 0,-2-4-153 0 0,0-4 4 0 0,0-5-43 0 0,1-4 31 0 0,1-2 44 0 0,2-5-63 0 0,2-4-57 0 0,3-4 20 0 0,3-4 127 0 0,5-4 13 0 0,6-3-14 0 0,4-2 31 0 0,6-2 62 0 0,6-1 58 0 0,7 0 2 0 0,7 1 21 0 0,5 2 40 0 0,5 1 65 0 0,4 3-72 0 0,3 3 37 0 0,4 2 40 0 0,5 3 15 0 0,5 2-6 0 0,6 4-97 0 0,5 1 29 0 0,7 4-29 0 0,5 4-10 0 0,5 4-115 0 0,4 3 32 0 0,2 4-64 0 0,3 1 46 0 0,1 3-99 0 0,0-1-38 0 0,-2-1-352 0 0,-2-1-89 0 0,-4-3-237 0 0,-5-4-564 0 0,-6-2-119 0 0,-9-3-1001 0 0,-9-6-2850 0 0,-13-1 1192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5:24.54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6244.5"/>
      <inkml:brushProperty name="anchorY" value="-437573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1585.4375"/>
      <inkml:brushProperty name="anchorY" value="-443164.84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3094.875"/>
      <inkml:brushProperty name="anchorY" value="-451423.78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5385.8125"/>
      <inkml:brushProperty name="anchorY" value="-453561.3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6655.8125"/>
      <inkml:brushProperty name="anchorY" value="-454831.3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1228.6875"/>
      <inkml:brushProperty name="anchorY" value="-456046.6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6505.25"/>
      <inkml:brushProperty name="anchorY" value="-466368.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7775.25"/>
      <inkml:brushProperty name="anchorY" value="-467638.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6353.375"/>
      <inkml:brushProperty name="anchorY" value="-465587.03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8029.8125"/>
      <inkml:brushProperty name="anchorY" value="-467279.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9744.8125"/>
      <inkml:brushProperty name="anchorY" value="-468625.81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1231.0625"/>
      <inkml:brushProperty name="anchorY" value="-469913.96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9851.0625"/>
      <inkml:brushProperty name="anchorY" value="-468720.281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1469.4375"/>
      <inkml:brushProperty name="anchorY" value="-470034.84375"/>
      <inkml:brushProperty name="scaleFactor" value="0.5"/>
    </inkml:brush>
  </inkml:definitions>
  <inkml:trace contextRef="#ctx0" brushRef="#br0">7196 249 496 0 0,'0'0'0'0'0,"0"0"612"0"0,0 0-103 0 0,0 0-2 0 0,0 0 143 0 0,0 0 46 0 0,0 0-220 0 0,0 0 214 0 0,0 0-574 0 0,0 0 29 0 0,0 0-136 0 0,0 0 65 0 0,10-6 1702 0 0,2-1-1052 0 0,-1 0-455 0 0,-1 0-197 0 0,-3 2-86 0 0,-2-1 33 0 0,-3 2-28 0 0,-1 0-52 0 0,-1 1-211 0 0,0-1 290 0 0,0 1-43 0 0,1-1 21 0 0,-1 0 64 0 0,1 1-2 0 0,1-1-66 0 0,0 0 124 0 0,1 1 50 0 0,-1-1 139 0 0,1 1-161 0 0,-1 0-35 0 0,-1 0-5 0 0,0 0-29 0 0,0 0-71 0 0,-1 0 5 0 0,0 0-7 0 0,0 1-91 0 0,0-1 114 0 0,-1 1 84 0 0,1 1-55 0 0,0 0-62 0 0,0 0-357 0 0,0 1 123 0 0,0-1 50 0 0,0 0-154 0 0,0 1-163 0 0,0 0-31 0 0,0-1 159 0 0,0 1 169 0 0,0 0 216 0 0,0 0 81 0 0,-1 0 305 0 0,0 0 248 0 0,-2 1 93 0 0,0-1-47 0 0,0 1-114 0 0,0-1-57 0 0,1 1-113 0 0,0-1-138 0 0,1 1-41 0 0,0 0-96 0 0,1-1-82 0 0,-1 1-36 0 0,-1 0-75 0 0,1 0 90 0 0,-1 2 46 0 0,0 0 31 0 0,-2 1 102 0 0,-2 2-19 0 0,0 0-38 0 0,-2 0 48 0 0,0 1-45 0 0,-1 0-6 0 0,-1 0-40 0 0,-1 0-38 0 0,0 0-62 0 0,-1 1 13 0 0,0 1-15 0 0,1 0-59 0 0,0 0-11 0 0,1 0 27 0 0,1 1 49 0 0,1-1-5 0 0,1 1 7 0 0,0-1 52 0 0,-1 0 61 0 0,-1 1-29 0 0,-1-1-97 0 0,-1 0 109 0 0,0 2 83 0 0,-3 0-70 0 0,0 0 3 0 0,-1 2-134 0 0,-2 0 48 0 0,2 2-23 0 0,-1 0 39 0 0,2 1-61 0 0,-1 0 19 0 0,2 1 54 0 0,1 0-4 0 0,-1 0-56 0 0,2-1 142 0 0,-1-2-77 0 0,1 0 120 0 0,-1 0-78 0 0,1-2-118 0 0,0 2 86 0 0,-1-1 58 0 0,-1 2-48 0 0,0 1-43 0 0,-1 1-28 0 0,-1 2-11 0 0,2 0 12 0 0,-1 0 27 0 0,-1 1-54 0 0,1-1 22 0 0,2 0 39 0 0,-1 0-64 0 0,2-1 21 0 0,2-1-7 0 0,1-1-4 0 0,2-1 5 0 0,2-2-6 0 0,1 1 6 0 0,0-1 157 0 0,0 0-203 0 0,-1 0 67 0 0,1 2 34 0 0,0 0 3 0 0,-1 1-12 0 0,0 0-49 0 0,0 1 14 0 0,-1 1 58 0 0,0-1-90 0 0,0 1 40 0 0,1-1 80 0 0,0-1-40 0 0,0 1-56 0 0,2-2 79 0 0,-1 1 14 0 0,2-1-119 0 0,0 0-22 0 0,1 0 61 0 0,0-1-30 0 0,0 0 19 0 0,0 1-22 0 0,0 0 30 0 0,1 0-24 0 0,-2 1 18 0 0,-2 0-6 0 0,-2 3 114 0 0,-6 1 164 0 0,-3 1 100 0 0,-3 2-226 0 0,-1-1-158 0 0,1-1-139 0 0,2-3 194 0 0,4-2-72 0 0,2-2 136 0 0,3-2-68 0 0,1 0-53 0 0,1 0 17 0 0,1-1-11 0 0,0 0 5 0 0,-1 1-2 0 0,0 1 1 0 0,-3 1 84 0 0,-2 2 270 0 0,-1 2-342 0 0,-3 0 6 0 0,1 1-6 0 0,0-1-16 0 0,2 0 75 0 0,0 0-45 0 0,0 0-29 0 0,-1 1 9 0 0,-1 1 167 0 0,-3 1-96 0 0,0 0-93 0 0,1 0-100 0 0,2-1 149 0 0,3 0-51 0 0,2 0 27 0 0,1 0-3 0 0,-2 1-2 0 0,-1 0 173 0 0,-1 2-176 0 0,-1 0 5 0 0,1-1-151 0 0,2 0 179 0 0,0-1-58 0 0,1 0 29 0 0,-2 0 156 0 0,-1 0-127 0 0,-3 1 78 0 0,-1 0-137 0 0,1-1-32 0 0,0 0 68 0 0,2-1-24 0 0,0 0 9 0 0,-1 2 70 0 0,0 2-2 0 0,-2 1-83 0 0,1 1-42 0 0,0 0-21 0 0,2-1 82 0 0,2 0-14 0 0,1 0 22 0 0,-1-1 68 0 0,0 0 42 0 0,0-1-151 0 0,1-1 45 0 0,1-2-61 0 0,1-2 57 0 0,2 0 84 0 0,-1-2-125 0 0,0 1 48 0 0,-2 1-6 0 0,-3 1 72 0 0,-3 2-38 0 0,-1 1-54 0 0,-2 1-67 0 0,-1 0 93 0 0,0 1-39 0 0,-1 1 22 0 0,0 0 11 0 0,0 0 53 0 0,1 0-84 0 0,2-1 18 0 0,2-2-2 0 0,2-1 2 0 0,2-1 74 0 0,-1 0 36 0 0,1 0-137 0 0,0-2-1 0 0,1 0 41 0 0,1-1-19 0 0,0-1 6 0 0,1 1-5 0 0,-2 2 6 0 0,0 1 59 0 0,-1 1-72 0 0,0 1 19 0 0,1 0-16 0 0,2-1 12 0 0,1-1-14 0 0,2-1 9 0 0,0-1-7 0 0,1-1 11 0 0,-1 1-3 0 0,-2 0 145 0 0,-2 0-185 0 0,-2 1 1 0 0,1 0 57 0 0,0 1-25 0 0,1 1 22 0 0,-1 1 56 0 0,0 1 0 0 0,-1 2-71 0 0,0 0 10 0 0,2 1-21 0 0,0-1 11 0 0,0 0 0 0 0,-1 0 85 0 0,1-1-48 0 0,1-2-41 0 0,1-1 14 0 0,1-1-14 0 0,1-3 11 0 0,2 1 1 0 0,0-1 1 0 0,0 0 4 0 0,-1 2 74 0 0,-1 0-109 0 0,0 1-62 0 0,-2 0 38 0 0,-2 1 40 0 0,0 0 1 0 0,-3 2 32 0 0,-2 1 110 0 0,0 2-164 0 0,-3 1 46 0 0,2 0-16 0 0,-1 1 2 0 0,2 0 70 0 0,1 0-81 0 0,2 0 14 0 0,0 1-38 0 0,1-1 40 0 0,1 0 117 0 0,0-1-46 0 0,0 0-95 0 0,-1-1 36 0 0,1 1 104 0 0,-3-1-100 0 0,0 0-19 0 0,-1 0 6 0 0,-1 1-13 0 0,-1 1 2 0 0,-2 1-1 0 0,-1 0 0 0 0,-1 1 0 0 0,0 1-10 0 0,-2-1-48 0 0,0 2 70 0 0,1-1-20 0 0,-1 0 59 0 0,0 1-52 0 0,1 0 9 0 0,-1-1-2 0 0,2 1 2 0 0,-1-2-5 0 0,2-1 2 0 0,0-2 50 0 0,2-1-70 0 0,0-1 13 0 0,1-1 5 0 0,2 0 5 0 0,-1 1-6 0 0,1-1-2 0 0,-1 1 57 0 0,1 2-73 0 0,0 0 24 0 0,-3 2 1 0 0,0 1-12 0 0,-1 1 0 0 0,-1 0-5 0 0,1 0 10 0 0,-1 0-3 0 0,2-1 1 0 0,1-1-10 0 0,0-1 8 0 0,1 0-2 0 0,1-2-66 0 0,-1 0 20 0 0,1-1-1 0 0,1-1 58 0 0,-1-1-20 0 0,0 1 0 0 0,-2 0 17 0 0,-1 0 50 0 0,0 1-61 0 0,0-1 17 0 0,0 0 4 0 0,1 0-17 0 0,0 1-84 0 0,0-1 103 0 0,2 1-26 0 0,1-1 9 0 0,1-1-9 0 0,1-2-43 0 0,0 0 12 0 0,1 0 49 0 0,-2 0 44 0 0,-1 1-69 0 0,-3 1 138 0 0,-4 0-135 0 0,-2 1 25 0 0,-3 1-83 0 0,-2 1 93 0 0,0 1-31 0 0,2-1 112 0 0,-1 1-131 0 0,3-1 16 0 0,3-2-40 0 0,0-1 66 0 0,4-2-7 0 0,3-2-1 0 0,3-2-6 0 0,2-2 3 0 0,1 0-2 0 0,1 0 14 0 0,1 0 56 0 0,-1 1-84 0 0,-1 2 28 0 0,-3 1-15 0 0,-4 2-96 0 0,-1 1 111 0 0,-1 2-24 0 0,0 0 64 0 0,-1 1-70 0 0,1-1 14 0 0,-1-1-93 0 0,2 1 122 0 0,0-2 43 0 0,2-2-6 0 0,2-1-21 0 0,2-2 10 0 0,3-2-61 0 0,1-1-45 0 0,2 1 0 0 0,0 0-10 0 0,0-1 4 0 0,1 1 59 0 0,-1 0-110 0 0,0-1 36 0 0,1-1-56 0 0,-1 1 142 0 0,0 0-103 0 0,0 0 110 0 0,0 1-15 0 0,0 0 62 0 0,0-1-70 0 0,0 0 28 0 0,0 0-13 0 0,0 0 2 0 0,-1 0-15 0 0,0-1 4 0 0,-1 2-63 0 0,-3 1 78 0 0,-3 1-25 0 0,-3 1-6 0 0,-4 1 18 0 0,-2 1 138 0 0,-1-2 8 0 0,-1-1 92 0 0,1-3-140 0 0,0-1-4 0 0,2-3-105 0 0,2-1-81 0 0,1-3 108 0 0,4-1-363 0 0,3-2-227 0 0,3-1-739 0 0,0-1-975 0 0,1-4-2748 0 0,1 0-4193 0 0</inkml:trace>
  <inkml:trace contextRef="#ctx0" brushRef="#br1" timeOffset="3687.449">3620 4 456 0 0,'0'0'0'0'0,"0"0"732"0"0,0 0-691 0 0,0 0 25 0 0,0 0-189 0 0,0 0 43 0 0,0 0 121 0 0,0 0 256 0 0,5 0 297 0 0,3-1 50 0 0,1 1-59 0 0,0-1-50 0 0,-1 0-127 0 0,0 1-93 0 0,-2 0-121 0 0,1 0-207 0 0,0 0-29 0 0,0 1 63 0 0,0 1-27 0 0,2 0 14 0 0,-1 0-5 0 0,1 0 6 0 0,0 0 110 0 0,-1 0 49 0 0,-1-1-87 0 0,-2 0 34 0 0,-1 0 97 0 0,-1-1 165 0 0,-1 0-317 0 0,0 0 658 0 0,-1 0-336 0 0,0 0 183 0 0,-1 0-29 0 0,0 1 7 0 0,0-1-27 0 0,0 0-57 0 0,0 0-42 0 0,0 0 2 0 0,0 0-6 0 0,0 0 13 0 0,0 0-18 0 0,0 0-83 0 0,0 0-55 0 0,0 0-122 0 0,0 0-155 0 0,0 0-28 0 0,0 0-129 0 0,1 0 16 0 0,0-1 111 0 0,2-1 28 0 0,0 0 149 0 0,0 0 14 0 0,0-1 35 0 0,-1 1-1 0 0,0 0 18 0 0,0 0 38 0 0,0 1 23 0 0,-1 1-4 0 0,0 0-41 0 0,-1-1-72 0 0,0 2-19 0 0,0-1-86 0 0,0 1 33 0 0,-1 0-16 0 0,0 0-68 0 0,-2 1 16 0 0,0-1-70 0 0,-1 0 2 0 0,-2-1 10 0 0,-1 2 46 0 0,-1-1-9 0 0,0 1-3 0 0,-3-1-85 0 0,0 1-9 0 0,-1-1 118 0 0,0 1-26 0 0,-1-1 14 0 0,-3 0-2 0 0,0-1-70 0 0,-2 1 86 0 0,-1-1-20 0 0,0 0 2 0 0,0 0 7 0 0,3 0-62 0 0,2 0 22 0 0,2 0 32 0 0,2 0 3 0 0,3 0-2 0 0,2 0-82 0 0,2 0 38 0 0,2 0 3 0 0,0 0 52 0 0,1 0-17 0 0,0 0 18 0 0,0 0 1 0 0,0 0 5 0 0,-3 0-15 0 0,1 0 1 0 0,-2 0-2 0 0,-1 0 0 0 0,-1 1-9 0 0,0 0-58 0 0,0 1-17 0 0,1 0 38 0 0,0 1 54 0 0,0 2-14 0 0,1 1 141 0 0,1 2 23 0 0,-1 1-8 0 0,2 2-96 0 0,0 2-31 0 0,1 1 137 0 0,1 1-6 0 0,0 2-6 0 0,0 1-153 0 0,0 1 105 0 0,0 3-41 0 0,0 1 23 0 0,2 1-4 0 0,2 2-82 0 0,2 2 122 0 0,2 0-12 0 0,1 2-124 0 0,3 1 143 0 0,0 1-150 0 0,2 2 104 0 0,0 0-78 0 0,0 1 7 0 0,-1 1 8 0 0,1 0-6 0 0,-1 0 114 0 0,-1 0 6 0 0,-1 1-80 0 0,-3 0 133 0 0,-1 2-144 0 0,-4 1 230 0 0,-5 3-180 0 0,-5 2-6 0 0,-1 1 96 0 0,-2 1-205 0 0,0-1 230 0 0,2 1-114 0 0,1-1 46 0 0,3 0-23 0 0,1-2-112 0 0,2-1 134 0 0,1-2-73 0 0,0-2 3 0 0,4-1-64 0 0,1-2 91 0 0,2 1-96 0 0,0-1 90 0 0,0 0-87 0 0,0 1 21 0 0,0 0 67 0 0,0-1-105 0 0,-2 0 34 0 0,1 0-12 0 0,-3-2 0 0 0,0-1-14 0 0,-1-2 4 0 0,-1-2-7 0 0,-1-2 6 0 0,0-2-29 0 0,0-1 50 0 0,-1 1-7 0 0,0-1 55 0 0,-3 2-65 0 0,-1 1 27 0 0,-2 2-8 0 0,-1 2 0 0 0,-2 2-5 0 0,-1 2-8 0 0,-2 1 3 0 0,-1 3-7 0 0,-2 1-3 0 0,1 1-65 0 0,-1 1 9 0 0,1 1 17 0 0,2-1-36 0 0,1 0 90 0 0,4-1-31 0 0,1-1 27 0 0,3-2 4 0 0,1-2 0 0 0,2 1 5 0 0,1-2 84 0 0,0 1-113 0 0,0 0 33 0 0,0 2 3 0 0,1 1-10 0 0,-2 1-6 0 0,-1 2 7 0 0,-2 1-12 0 0,-1 0-10 0 0,-3 0-45 0 0,-1 1 63 0 0,0-1-17 0 0,0 0 2 0 0,1 1-45 0 0,1-1 69 0 0,0 0-9 0 0,2 1 106 0 0,0-1-143 0 0,0-1 57 0 0,1-1 158 0 0,-1-1-133 0 0,0-3 63 0 0,-1-1-119 0 0,1-1 46 0 0,0-3-47 0 0,0-1-4 0 0,0 0-103 0 0,0-1 60 0 0,-1 0-14 0 0,-2 2-96 0 0,0 2 85 0 0,-2 3-44 0 0,-2 2 44 0 0,0 4 88 0 0,-3 2 32 0 0,-1 3-58 0 0,-1 1 56 0 0,0 1 7 0 0,1 0-30 0 0,-1-1-3 0 0,2-1 88 0 0,0-1-68 0 0,2-2-28 0 0,0-2 0 0 0,3-2-4 0 0,0-1-91 0 0,2 1 26 0 0,1-1 71 0 0,2 0-34 0 0,1 2 25 0 0,1 1-56 0 0,2 2-2 0 0,0 2 72 0 0,1 2-19 0 0,0 1 14 0 0,1 1 0 0 0,-1-1 46 0 0,0 0-64 0 0,0-2 12 0 0,0 0-56 0 0,0-1 70 0 0,0-1-34 0 0,2-1 16 0 0,1-1 2 0 0,1-1 4 0 0,1-1-5 0 0,2 0-3 0 0,2 0-4 0 0,2 1 5 0 0,1 0-6 0 0,1 0-3 0 0,0 0-46 0 0,1-1-25 0 0,0 0 93 0 0,1-3-152 0 0,-1-1 1 0 0,1-2 37 0 0,-1-1 118 0 0,0 1 13 0 0,-2 0-40 0 0,1 0-83 0 0,0 0-38 0 0,-1-1 68 0 0,2 1-4 0 0,-2-1 77 0 0,0 1-4 0 0,-1 1-7 0 0,0-1-3 0 0,-2-1-196 0 0,-2-2 186 0 0,-1-2-238 0 0,-2-2 240 0 0,-1-2-190 0 0,-1-1 244 0 0,0-3-65 0 0,-1-3 30 0 0,-1-2-5 0 0,1-2-27 0 0,1-2-24 0 0,-1 0-10 0 0,1-2 5 0 0,-1 0 48 0 0,0 0-5 0 0,1 0 0 0 0,1 1-114 0 0,0-1 14 0 0,-2 1 133 0 0,1 1-39 0 0,-1 1 24 0 0,-1 1 111 0 0,1 1-73 0 0,-1 0 56 0 0,-1 0-116 0 0,0 0-98 0 0,0 0 78 0 0,0-1-178 0 0,0 1 118 0 0,1-1 7 0 0,0 2 24 0 0,0-1-29 0 0,0-1-20 0 0,-1-1 112 0 0,-1-1-8 0 0,1-2 172 0 0,-1-3-16 0 0,1-3-12 0 0,0-2-34 0 0,-1-2-6 0 0,1-1 45 0 0,1-1-81 0 0,-1 0-59 0 0,1-1-106 0 0,0 1-34 0 0,0-1 172 0 0,1 0-53 0 0,2 1 149 0 0,4 1 17 0 0,5 2-30 0 0,4 0-26 0 0,5 2 55 0 0,3-1-38 0 0,3 0 119 0 0,1 0-141 0 0,1-2-24 0 0,0 0-55 0 0,-1-1 20 0 0,0 0-26 0 0,0-1-3 0 0,-2 0-126 0 0,0-1-123 0 0,-3 2-445 0 0,-1 1-247 0 0,-3 1-525 0 0,0 0-64 0 0,-2 0-786 0 0,-1 1-1998 0 0,-4-1 397 0 0</inkml:trace>
  <inkml:trace contextRef="#ctx0" brushRef="#br2" timeOffset="5699.09">1749 2259 784 0 0,'0'0'0'0'0,"0"0"168"0"0,0 0 168 0 0,0 0-90 0 0,0 0 17 0 0,0 0 0 0 0,0 0 744 0 0,0 0 454 0 0,0 0-981 0 0,0 0 63 0 0,0 0-73 0 0,0 0 278 0 0,18-8 230 0 0,1 0-95 0 0,1-1-201 0 0,-3 1-162 0 0,-3 2-32 0 0,-4 1-104 0 0,-3 2 59 0 0,-3 1-6 0 0,-1 1-79 0 0,-2 0-82 0 0,0 1-84 0 0,-1 0-27 0 0,0 0-36 0 0,1-1-42 0 0,0 1-35 0 0,0-1 109 0 0,2 0-138 0 0,2-1-17 0 0,4 0 77 0 0,4-1-104 0 0,2 1 22 0 0,5-1-73 0 0,3 2 31 0 0,5 0 48 0 0,4 3 87 0 0,6 4-16 0 0,4 6 37 0 0,5 7-81 0 0,3 6-32 0 0,1 6-8 0 0,-3 7-64 0 0,-5 4-149 0 0,-8 5 127 0 0,-8 3 91 0 0,-9 2-92 0 0,-8 1 108 0 0,-9 0-24 0 0,-10 0 111 0 0,-9-1-10 0 0,-9-1-23 0 0,-8-1-3 0 0,-7-2 14 0 0,-7-1 69 0 0,-6-2 41 0 0,-4-4-53 0 0,-4-3-67 0 0,-3-4 46 0 0,-1-5-62 0 0,0-5-49 0 0,-1-6 3 0 0,2-4-7 0 0,3-6-192 0 0,4-3 82 0 0,6-6-21 0 0,5-4 33 0 0,8-5-87 0 0,6-4-43 0 0,7-4 5 0 0,7-3-38 0 0,7-2-20 0 0,6-2 18 0 0,9-1 48 0 0,7 1 33 0 0,9 1 87 0 0,7 1 4 0 0,6 3 100 0 0,5 2-28 0 0,3 3 29 0 0,4 4-14 0 0,2 4 79 0 0,4 3 84 0 0,2 5 294 0 0,5 5 28 0 0,3 6-134 0 0,4 5-3 0 0,3 4-154 0 0,2 4 76 0 0,2 1-177 0 0,1 1-89 0 0,3 0-220 0 0,-1-3 63 0 0,1-4-140 0 0,-1-4-91 0 0,-1-4-517 0 0,-3-5-619 0 0,-5-3-417 0 0,-7-7-2291 0 0,-13-1-54 0 0</inkml:trace>
  <inkml:trace contextRef="#ctx0" brushRef="#br3" timeOffset="6730.62">3785 7531 1368 0 0,'0'0'0'0'0,"0"0"700"0"0,0 0-1638 0 0,0 0-301 0 0</inkml:trace>
  <inkml:trace contextRef="#ctx0" brushRef="#br4" timeOffset="7877.32">3926 7342 444 0 0,'0'0'0'0'0,"0"0"272"0"0,0 0-243 0 0,0 0 159 0 0,0 0 158 0 0,0 0 26 0 0,0 0 37 0 0,0 0 111 0 0,0 0-130 0 0,0 0-156 0 0,0 0-149 0 0,4-10-67 0 0,2-1 69 0 0,1 0 378 0 0,2 0 882 0 0,-2 3-1242 0 0,-1 1 307 0 0,0 3 104 0 0,-3 1 90 0 0,2 0-4 0 0,-2 1-134 0 0,0 0-24 0 0,0 0 7 0 0,0-1-59 0 0,-1 1 1 0 0,0 0 58 0 0,-1 0-6 0 0,1 0 19 0 0,-2 1 26 0 0,1 0-34 0 0,-1 0-35 0 0,0 1-23 0 0,0 0-85 0 0,0 0-177 0 0,0 0-72 0 0,0 0 4 0 0,0 0-20 0 0,0 0-56 0 0,1 1 7 0 0,0 0-71 0 0,1 3 92 0 0,3 1 119 0 0,1 2-5 0 0,2 3-28 0 0,2 2-30 0 0,0 1-8 0 0,1 2 73 0 0,-1 0-173 0 0,1 1 44 0 0,0-1-14 0 0,0 0-12 0 0,0 0 8 0 0,-1 0-3 0 0,0 0 1 0 0,0 0 10 0 0,-1 0-4 0 0,0 1 72 0 0,-1-1-80 0 0,-1-1 92 0 0,0 0-42 0 0,-1-2 70 0 0,-1-2-46 0 0,0-2-58 0 0,0-2 2 0 0,0-1-85 0 0,-2-3-45 0 0,2 1 12 0 0,0-1 129 0 0,2 0 97 0 0,2 0 22 0 0,2 1-66 0 0,2 1-6 0 0,1-1 36 0 0,3 1 8 0 0,3-1 45 0 0,3 0 4 0 0,3-1-25 0 0,5 0-8 0 0,3-1 61 0 0,4 0 55 0 0,4 0-101 0 0,2-2 7 0 0,3 0-69 0 0,4-1 5 0 0,1-1-30 0 0,4-2-60 0 0,2 0 15 0 0,4-1-4 0 0,2-1-6 0 0,2 1 1 0 0,1-2-9 0 0,0 1-77 0 0,2 0 7 0 0,-1 0 91 0 0,0 1-39 0 0,-2 0 26 0 0,-1 0-103 0 0,-2 1 133 0 0,-2 1-25 0 0,-2 0-9 0 0,-2 1-81 0 0,-2 1 111 0 0,-3 0-47 0 0,-3 1 25 0 0,-4 1 5 0 0,-3-1-2 0 0,-2 1-7 0 0,-3 1 7 0 0,-1 0 7 0 0,-1 1-17 0 0,-1 1-12 0 0,0-1-110 0 0,1 1 44 0 0,0-1-6 0 0,2 0 40 0 0,0-1-19 0 0,1 0-85 0 0,2-1-105 0 0,-1 1 140 0 0,0-1 112 0 0,-1-1-91 0 0,-2 1 101 0 0,-1 0-16 0 0,-1 0 1 0 0,-1 0-49 0 0,-3 0 66 0 0,0 0-27 0 0,-2 0 13 0 0,-2 0-81 0 0,-2 0-126 0 0,-2-1 139 0 0,-1 0 78 0 0,-3 0 30 0 0,1-1-34 0 0,-2 0 65 0 0,0 0-65 0 0,1 0 66 0 0,-1 1-66 0 0,0 0 10 0 0,0 0-8 0 0,0 1-10 0 0,-1 0-49 0 0,-1 0 69 0 0,0 0-18 0 0,-1 0-3 0 0,-1 0-62 0 0,1 1-25 0 0,-2-1 3 0 0,0 1-52 0 0,-1 1-2 0 0,-2-1 40 0 0,0 0 75 0 0,0 1 27 0 0,-1 0 181 0 0,1 0-138 0 0,1 2-36 0 0,0 0 11 0 0,1 1-2 0 0,0 1 62 0 0,1 0-88 0 0,-1 2 26 0 0,1-1-19 0 0,0 1-96 0 0,-1-1 65 0 0,2 0-63 0 0,-2 0 7 0 0,1 0-7 0 0,0-1 32 0 0,-1-1-10 0 0,-2-1 5 0 0,0-1 0 0 0,-3-1-14 0 0,-1-1 14 0 0,-2-1-1 0 0,-2 1 28 0 0,0-2 54 0 0,-2 1-14 0 0,1 0 103 0 0,1 0 42 0 0,-1 0-20 0 0,1 0-18 0 0,-1 0-36 0 0,0 0-57 0 0,1 0 17 0 0,-1-1-6 0 0,0 0 51 0 0,0-1 23 0 0,0-1 169 0 0,0-3-11 0 0,0-2-3 0 0,0-3-93 0 0,0-2-30 0 0,-1-2-58 0 0,-1-3-66 0 0,-2 0-53 0 0,-2-1 60 0 0,0 0-99 0 0,-1 1 108 0 0,0 0-38 0 0,-1 0-95 0 0,0 1 21 0 0,0 0 15 0 0,-1 0-158 0 0,0 1-224 0 0,0 0-374 0 0,1 2-639 0 0,-1 1-1255 0 0,1 2-1724 0 0,1 3 452 0 0</inkml:trace>
  <inkml:trace contextRef="#ctx0" brushRef="#br5" timeOffset="8686.133">6244 7960 5885 0 0,'0'0'0'0'0,"0"0"2584"0"0,0 0-1409 0 0,0 0-438 0 0,0 0-124 0 0,0 0-284 0 0,0 0-84 0 0,0 0-75 0 0,0 0-107 0 0,11-19-72 0 0,4-5-65 0 0,0-3 84 0 0,1-1-24 0 0,-1 2 9 0 0,-2 3-8 0 0,-2 4-3 0 0,-2 3 6 0 0,-1 4-50 0 0,-4 4 76 0 0,0 2 232 0 0,-3 4-51 0 0,1 1 28 0 0,-1 1-52 0 0,1 1-46 0 0,-1 1-18 0 0,0 1-122 0 0,-1 2-3 0 0,0 1-198 0 0,1 2 156 0 0,-1 4 60 0 0,-1 2 23 0 0,1 4-18 0 0,0 4-2 0 0,0 2 52 0 0,-1 4 35 0 0,-2 1 21 0 0,-1 2 9 0 0,-1 0 5 0 0,-2 0-28 0 0,0-1-23 0 0,0-2 51 0 0,0-3-36 0 0,1-3 44 0 0,1-4-58 0 0,1-3 64 0 0,1-5-6 0 0,-1-3-25 0 0,2-3 6 0 0,-1-2-134 0 0,-3-1 36 0 0,0-1-162 0 0,-3 0 185 0 0,-2 0 83 0 0,-2 0-16 0 0,1 1 5 0 0,2 0 61 0 0,2 1 57 0 0,2 0 28 0 0,3 0-43 0 0,1 0-248 0 0,1-1-18 0 0,1 1-322 0 0,4-1-12 0 0,4-1 466 0 0,7 1 100 0 0,7-1 26 0 0,7-2-46 0 0,5 0-18 0 0,3-3-147 0 0,2-1 22 0 0,0-1-367 0 0,-2-1-396 0 0,-2 0-488 0 0,-6 0-1017 0 0,-5 3-3288 0 0,-83 12 452 0 0,-9 3 6063 0 0</inkml:trace>
  <inkml:trace contextRef="#ctx0" brushRef="#br6" timeOffset="19563.38">169 2613 184 0 0,'0'0'0'0'0,"0"0"0"0"0</inkml:trace>
  <inkml:trace contextRef="#ctx0" brushRef="#br7" timeOffset="19954.506">153 2913 364 0 0,'0'0'0'0'0,"0"0"968"0"0,0 0-65 0 0,0 0 32 0 0,0 0-55 0 0,0 0 103 0 0,0 0-3 0 0,0 0 204 0 0,0 0-286 0 0,0 0-343 0 0,0 0-76 0 0,0 0-225 0 0,0 0 3 0 0,-5 3 27 0 0,1-1 1376 0 0,-1 0-1021 0 0,2-1-50 0 0,1-1-56 0 0,0-2 71 0 0,2-2-109 0 0,-1-4-395 0 0,-2-3-64 0 0,-1-10-141 0 0,0-6 128 0 0,0-6-98 0 0,0-3 15 0 0,2-3 73 0 0,0-2 116 0 0,2-2 23 0 0,-1-1-173 0 0,-1 0 44 0 0,0-1-95 0 0,-1 2-38 0 0,-2 1 20 0 0,-1 2-105 0 0,-2 2-56 0 0,-2 3-124 0 0,0 2 82 0 0,-1 2-77 0 0,2 3 48 0 0,-1 3-210 0 0,2 4 326 0 0,2 3-207 0 0,1 3-7 0 0,2 5 35 0 0,1 2-318 0 0,1 4-764 0 0,0 1-1484 0 0,-1 4-1251 0 0,0 0 3347 0 0</inkml:trace>
  <inkml:trace contextRef="#ctx0" brushRef="#br8" timeOffset="20260.028">241 2567 7373 0 0,'0'0'0'0'0,"0"0"1360"0"0,0 0-1130 0 0,0 0-31 0 0,0 0 365 0 0,0 0 266 0 0,0 0 52 0 0,0 0-456 0 0,0 0-382 0 0,0 0-111 0 0,0 0 100 0 0,11-15-90 0 0,5 0 67 0 0,5 0 87 0 0,4 2-66 0 0,3 7-24 0 0,2 4-1 0 0,3 7 98 0 0,1 6-101 0 0,0 5 12 0 0,0 4 57 0 0,-2 5-91 0 0,0 4-60 0 0,-4 3 105 0 0,-2 1-25 0 0,-5 2-5 0 0,-4 1-115 0 0,-5-1 37 0 0,-4-1-126 0 0,-4 0-333 0 0,-2-3-163 0 0,-4-2-241 0 0,-2-3-373 0 0,-3-5-605 0 0,-2-4-400 0 0,-1-5-906 0 0,1-5 2923 0 0</inkml:trace>
  <inkml:trace contextRef="#ctx0" brushRef="#br9" timeOffset="20484.19">737 2581 6341 0 0,'0'0'0'0'0,"0"0"1156"0"0,0 0-1335 0 0,0 0 1371 0 0,0 0-543 0 0,0 0-240 0 0,0 0-255 0 0,43 17-128 0 0,10 1-57 0 0,6 0 28 0 0,-1-2-149 0 0,-5-5-111 0 0,-7-4-531 0 0,-6-4-385 0 0,-8-3-308 0 0,-6-3-565 0 0,-5-2-658 0 0,-7-1 1882 0 0</inkml:trace>
  <inkml:trace contextRef="#ctx0" brushRef="#br10" timeOffset="20675.26">910 2431 7233 0 0,'0'0'0'0'0,"0"0"1920"0"0,0 0-2376 0 0,0 0 1193 0 0,0 0-528 0 0,0 0-536 0 0,44 4-286 0 0,11 1-1152 0 0,8 0-840 0 0,-8-1-2040 0 0</inkml:trace>
  <inkml:trace contextRef="#ctx0" brushRef="#br11" timeOffset="21944.825">5466 8015 3848 0 0,'0'0'0'0'0,"0"0"2085"0"0,0 0-1233 0 0,0 0-288 0 0,0 0-67 0 0,0 0 308 0 0,0 0 105 0 0,0 0-253 0 0,0 0-169 0 0,0 0-144 0 0,0 0 6 0 0,0 0-104 0 0,-3 3-68 0 0,0 0 43 0 0,-1-1 58 0 0,2 0 19 0 0,0-1-83 0 0,0-2-153 0 0,1 0 87 0 0,-1-2-58 0 0,-1-1 30 0 0,-2-1 6 0 0,-2-3-150 0 0,-2-3-77 0 0,-3-2 60 0 0,-4-3-194 0 0,-3-3 217 0 0,-4-1-94 0 0,-5-1 128 0 0,-3 0-17 0 0,-2 2 104 0 0,-2 3-82 0 0,1 3-16 0 0,-1 4 70 0 0,3 3-7 0 0,3 4 9 0 0,2 3-17 0 0,4 3-69 0 0,3 4-42 0 0,2 2-40 0 0,3 3-19 0 0,2 2 122 0 0,4 2-29 0 0,3 2 42 0 0,2 2 130 0 0,6 1-199 0 0,6 0 24 0 0,6-1-137 0 0,6 0-40 0 0,3-2-59 0 0,5-1 176 0 0,1-3 64 0 0,0-2-61 0 0,1-2-2 0 0,-2-3-6 0 0,-3-2 11 0 0,-1-2 9 0 0,-3-3-77 0 0,-2-5-219 0 0,-1-3 199 0 0,-1-5 70 0 0,0-6 71 0 0,0-6-80 0 0,-1-5-44 0 0,-2-6 179 0 0,-1-3-68 0 0,-2-3 35 0 0,-2 0 2 0 0,-1 2 55 0 0,-3 2-76 0 0,-2 6 21 0 0,-1 7-2 0 0,-2 6 142 0 0,0 6 160 0 0,0 7-280 0 0,0 6 57 0 0,-2 6-84 0 0,-3 7-422 0 0,-1 6 311 0 0,-1 5-1 0 0,-1 6 55 0 0,1 2-29 0 0,0 3-16 0 0,1 0-22 0 0,3 0-90 0 0,0-1-216 0 0,2 0-505 0 0,1-3-1242 0 0,0 0-911 0 0,0-6-821 0 0</inkml:trace>
  <inkml:trace contextRef="#ctx0" brushRef="#br12" timeOffset="22198.263">5531 8113 7705 0 0,'0'0'0'0'0,"0"0"1856"0"0,0 0-1867 0 0,0 0 249 0 0,0 0 226 0 0,0 0-131 0 0,0 0-131 0 0,0 0-140 0 0,0 0-59 0 0,44 8-81 0 0,7 0 88 0 0,6 1-108 0 0,-3-1-88 0 0,-8-3-327 0 0,-10-1-230 0 0,-10-2-329 0 0,-8-1-1017 0 0,-7-1-1029 0 0,-6 0 144 0 0</inkml:trace>
  <inkml:trace contextRef="#ctx0" brushRef="#br13" timeOffset="22392.752">5660 7987 9277 0 0,'0'0'0'0'0,"0"0"1860"0"0,0 0-1582 0 0,0 0-1 0 0,0 0-26 0 0,0 0 386 0 0,0 0-86 0 0,0 0-346 0 0,43-2-346 0 0,6-1-485 0 0,3-2-541 0 0,-6 0-1485 0 0,-11 1-3679 0 0,-12 1 4409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17.33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5242.6875"/>
      <inkml:brushProperty name="anchorY" value="-479538.5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7073.5"/>
      <inkml:brushProperty name="anchorY" value="-480806.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8442.875"/>
      <inkml:brushProperty name="anchorY" value="-482863.1875"/>
      <inkml:brushProperty name="scaleFactor" value="0.5"/>
    </inkml:brush>
  </inkml:definitions>
  <inkml:trace contextRef="#ctx0" brushRef="#br0">0 644 8745 0 0,'0'0'0'0'0,"0"0"2596"0"0,0 0-1563 0 0,0 0 348 0 0,0 0-512 0 0,0 0 174 0 0,0 0-147 0 0,0 0-371 0 0,0 0-343 0 0,44 3-98 0 0,13 0-68 0 0,12 1-18 0 0,2 0-70 0 0,-4-1-94 0 0,-5-1-109 0 0,-9 0-128 0 0,-11-2-83 0 0,-9 1-135 0 0,-10-1-245 0 0,-7-1-359 0 0,-6-1-699 0 0,-3-3-845 0 0,-2-3-2297 0 0,-3 0 1739 0 0</inkml:trace>
  <inkml:trace contextRef="#ctx0" brushRef="#br1" timeOffset="210.466">299 369 3544 0 0,'0'0'0'0'0,"0"0"676"0"0,0 0 7127 0 0,0 0-8496 0 0,0 0 2524 0 0,-4 19-635 0 0,1 8 32 0 0,0 7-105 0 0,2 4-476 0 0,1 3-284 0 0,2 1-114 0 0,2 1-89 0 0,2 1-174 0 0,0 0 39 0 0,1 1-156 0 0,0 0-88 0 0,0 1-165 0 0,-1-1-237 0 0,-1 0-266 0 0,-1-2-433 0 0,2-2-738 0 0,0-2-839 0 0,4-4-1642 0 0,-1-5 126 0 0,4-6 4507 0 0,-1-7-770 0 0</inkml:trace>
  <inkml:trace contextRef="#ctx0" brushRef="#br2" timeOffset="875.444">1065 1 132 0 0,'0'0'0'0'0,"0"0"4308"0"0,0 0 1056 0 0,0 0-4620 0 0,0 0 1105 0 0,0 0-667 0 0,0 0-116 0 0,0 0-135 0 0,0 0-319 0 0,0 0-114 0 0,0 19-288 0 0,4 9-14 0 0,2 9-41 0 0,3 8-4 0 0,1 3-59 0 0,0 3 16 0 0,-1 2-55 0 0,-1 0 4 0 0,-3 0 67 0 0,-2 0 6 0 0,-4 0 16 0 0,-5-1 0 0 0,-5-1-12 0 0,-5-1-10 0 0,-3-1-87 0 0,-3-3-23 0 0,0-4 5 0 0,1-4 35 0 0,2-5-68 0 0,3-6 8 0 0,3-5-46 0 0,3-7 61 0 0,4-4-20 0 0,2-5 11 0 0,2-3-89 0 0,2-3-12 0 0,2-1 115 0 0,2-2-34 0 0,1-2-92 0 0,1-2-57 0 0,3-4-23 0 0,3-3 151 0 0,4-5 25 0 0,7-5 2 0 0,7-5-191 0 0,7-4 132 0 0,7-3 11 0 0,6 0 64 0 0,5 0 30 0 0,3 3 161 0 0,2 3-31 0 0,-2 6-7 0 0,-3 5-19 0 0,-5 5-10 0 0,-5 6 28 0 0,-6 6-10 0 0,-4 4 18 0 0,-4 5-88 0 0,-3 5-7 0 0,-2 4 86 0 0,-3 4-29 0 0,-1 2-7 0 0,-5 3-120 0 0,-2 2 23 0 0,-5 0 84 0 0,-4 2-35 0 0,-2-1 6 0 0,-6 1-2 0 0,-6-1 186 0 0,-8 0-6 0 0,-10-1 432 0 0,-9-1-449 0 0,-12-2-105 0 0,-12-2-11 0 0,-10-2-130 0 0,-11-4-344 0 0,-8-4-208 0 0,-6-4-187 0 0,-3-6 35 0 0,2-6-517 0 0,5-7-621 0 0,9-4-836 0 0,13-8-2955 0 0,18 2-2293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16.32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0123"/>
      <inkml:brushProperty name="anchorY" value="-475861.6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1645"/>
      <inkml:brushProperty name="anchorY" value="-477245.34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3272.0625"/>
      <inkml:brushProperty name="anchorY" value="-478900.125"/>
      <inkml:brushProperty name="scaleFactor" value="0.5"/>
    </inkml:brush>
  </inkml:definitions>
  <inkml:trace contextRef="#ctx0" brushRef="#br0">135 309 1632 0 0,'0'0'0'0'0,"0"0"600"0"0,0 0-443 0 0,0 0 5703 0 0,0 0-5175 0 0,0 0 995 0 0,0 0-576 0 0,0 0-351 0 0,0 0-16 0 0,0 0-382 0 0,0 0 77 0 0,0 0-8 0 0,-18 21-28 0 0,-5 6 10 0 0,-1 7-30 0 0,1 5-43 0 0,4 1-55 0 0,5 1-35 0 0,5 1 13 0 0,4 0-65 0 0,5-1-58 0 0,6-1-131 0 0,5-1 17 0 0,6-1-27 0 0,4-3-3 0 0,6-1 4 0 0,4-2 3 0 0,4-3 4 0 0,3-2 4 0 0,2-3 98 0 0,3-3 14 0 0,0-3 2 0 0,0-3 48 0 0,-2-3-110 0 0,-1-4-46 0 0,-1-3 14 0 0,-1-2 104 0 0,0-5-107 0 0,3-5-18 0 0,1-6-70 0 0,3-6 88 0 0,0-6-17 0 0,-1-8-8 0 0,-2-6-125 0 0,-4-7-6 0 0,-6-6 35 0 0,-7-6 52 0 0,-8-5-47 0 0,-7-3 113 0 0,-10-3-31 0 0,-10-1 17 0 0,-9 0 0 0 0,-7 1 74 0 0,-5 3 92 0 0,-3 6-55 0 0,-1 7 68 0 0,1 9-87 0 0,3 10 26 0 0,3 8-57 0 0,2 8-70 0 0,1 8 17 0 0,1 7-185 0 0,-1 7-282 0 0,-2 7 66 0 0,-1 10-46 0 0,-2 9-137 0 0,0 10 109 0 0,3 12-169 0 0,5 9-696 0 0,6 8-1136 0 0,5 4-2624 0 0,5-12-1247 0 0</inkml:trace>
  <inkml:trace contextRef="#ctx0" brushRef="#br1" timeOffset="335.389">1409 635 1864 0 0,'0'0'0'0'0,"0"0"1344"0"0,0 0 3090 0 0,0 0-3357 0 0,0 0 384 0 0,0 0-206 0 0,0 0-280 0 0,0 0 2 0 0,0 0-61 0 0,0 0-386 0 0,0 0-160 0 0,0 0 81 0 0,14 1 56 0 0,6 4 1 0 0,8 4-61 0 0,6 3-38 0 0,3 5-76 0 0,2 5-163 0 0,-1 4-16 0 0,-3 2-169 0 0,-4 3 38 0 0,-5 1-168 0 0,-5 0-70 0 0,-5-1-153 0 0,-6-2-188 0 0,-4-2-185 0 0,-3-4-363 0 0,-2-2-699 0 0,-1-4-1435 0 0,-1-4-3317 0 0,0-5 3469 0 0</inkml:trace>
  <inkml:trace contextRef="#ctx0" brushRef="#br2" timeOffset="573.755">1264 1225 10469 0 0,'0'0'0'0'0,"0"0"2044"0"0,0 0-1092 0 0,0 0 546 0 0,0 0-74 0 0,0 0-117 0 0,32-23-451 0 0,12-9-362 0 0,12-8-278 0 0,4-5-138 0 0,4-2-63 0 0,-1 0-6 0 0,-2 1-9 0 0,-4 2-10 0 0,-5 3-90 0 0,-7 2-30 0 0,-5 4-152 0 0,-8 3-286 0 0,-7 3-206 0 0,-4 1-433 0 0,-5 3-621 0 0,-4 1-893 0 0,-2 2-2020 0 0,-4 4-1420 0 0,-1 3 6170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14.92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2988.0625"/>
      <inkml:brushProperty name="anchorY" value="-471282.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4551.5"/>
      <inkml:brushProperty name="anchorY" value="-473151.5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6544.625"/>
      <inkml:brushProperty name="anchorY" value="-473384.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8216.375"/>
      <inkml:brushProperty name="anchorY" value="-474612.5"/>
      <inkml:brushProperty name="scaleFactor" value="0.5"/>
    </inkml:brush>
  </inkml:definitions>
  <inkml:trace contextRef="#ctx0" brushRef="#br0">28 0 2704 0 0,'0'0'0'0'0,"0"0"184"0"0,0 0-46 0 0,0 0 3125 0 0,0 0-1567 0 0,0 0-386 0 0,0 0-182 0 0,0 0-346 0 0,0 0-27 0 0,0 0-119 0 0,16 1-207 0 0,4 1-84 0 0,3 3 6 0 0,0 2-187 0 0,-1 4-8 0 0,0 4 39 0 0,-2 2 34 0 0,0 2-27 0 0,-1 2-11 0 0,-2 2-56 0 0,0 1-136 0 0,-1 1 90 0 0,-2 2-60 0 0,-1 2-32 0 0,-2 0-140 0 0,-2 1 27 0 0,-1 1-23 0 0,-3 1 46 0 0,-2 0-93 0 0,-1-1-55 0 0,-2 0-47 0 0,1-3-98 0 0,-2-2-115 0 0,1-2-130 0 0,0-4-680 0 0,-1-2-627 0 0,1-2-2317 0 0,-3-1-139 0 0,1-4 4584 0 0</inkml:trace>
  <inkml:trace contextRef="#ctx0" brushRef="#br1" timeOffset="287.252">0 1098 3664 0 0,'0'0'0'0'0,"0"0"472"0"0,0 0 4588 0 0,0 0-5058 0 0,11-19 1552 0 0,5-8-560 0 0,8-9-87 0 0,5-6-80 0 0,5-3-280 0 0,4-2-251 0 0,4-1-90 0 0,3-1 284 0 0,1-1-71 0 0,0 0-47 0 0,0 0-103 0 0,-1-1-12 0 0,-2 0-77 0 0,-1 0-201 0 0,-2 0 38 0 0,-4 0-364 0 0,-2 2-115 0 0,-5 0-310 0 0,-3 3 2 0 0,-6 3-291 0 0,-4 4-209 0 0,-5 7-220 0 0,-5 7-413 0 0,-2 7-721 0 0,-6 7-495 0 0,-2 4 484 0 0</inkml:trace>
  <inkml:trace contextRef="#ctx0" brushRef="#br2" timeOffset="630.275">1032 524 836 0 0,'0'0'0'0'0,"0"0"116"0"0,0 0 8858 0 0,0 0-10343 0 0,0 0 3278 0 0,0 0-858 0 0,0 0-586 0 0,0 0 7 0 0,0 0-193 0 0,0 0-161 0 0,45-3-112 0 0,8 0-74 0 0,7 0-24 0 0,-4 0-37 0 0,-5-1-87 0 0,-8 0-572 0 0,-8-1-328 0 0,-8 0-694 0 0,-8-2-2390 0 0,-6 2-380 0 0</inkml:trace>
  <inkml:trace contextRef="#ctx0" brushRef="#br3" timeOffset="836.475">980 260 836 0 0,'0'0'0'0'0,"0"0"5837"0"0,0 0-3735 0 0,0 0-108 0 0,0 0-16 0 0,0 0-546 0 0,0 0-152 0 0,0 0-464 0 0,0 0-439 0 0,48-2-130 0 0,11 0-147 0 0,8 0-96 0 0,0 0-73 0 0,-3 1-66 0 0,-4 0-37 0 0,-5 1-292 0 0,-4-1-594 0 0,-3-1-526 0 0,-4 1-1164 0 0,-2-2-3288 0 0,-10-1 1376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43.15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6919.25"/>
      <inkml:brushProperty name="anchorY" value="-482530.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8838.875"/>
      <inkml:brushProperty name="anchorY" value="-484739.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1366"/>
      <inkml:brushProperty name="anchorY" value="-484525.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3120.625"/>
      <inkml:brushProperty name="anchorY" value="-485811.75"/>
      <inkml:brushProperty name="scaleFactor" value="0.5"/>
    </inkml:brush>
  </inkml:definitions>
  <inkml:trace contextRef="#ctx0" brushRef="#br0">29 1 116 0 0,'0'0'0'0'0,"0"0"1396"0"0,0 0 4233 0 0,0 0-5223 0 0,0 0 1477 0 0,0 0-729 0 0,0 0-304 0 0,0 0-4 0 0,0 0-47 0 0,0 0-107 0 0,0 0-235 0 0,-6 12-117 0 0,0 3-85 0 0,2 1 83 0 0,2-1 70 0 0,5-1 64 0 0,3-1 114 0 0,4-1-163 0 0,4 0-27 0 0,2-1-43 0 0,2-1-45 0 0,2 0-138 0 0,2 2-77 0 0,3 0-36 0 0,2 4-58 0 0,4 3 4 0 0,2 4-2 0 0,1 5 3 0 0,-1 4 0 0 0,0 4 0 0 0,-2 4-5 0 0,-2 5 6 0 0,-1 3 125 0 0,-2 4-8 0 0,-1 3-79 0 0,-1 0-40 0 0,-1-1-119 0 0,0-3-82 0 0,0-4-313 0 0,-3-5-930 0 0,1-6-394 0 0,-3-7-1013 0 0,-2-6-1237 0 0,-2-5 39 0 0,-4-6 992 0 0,-3-3 3279 0 0,-3-5-1090 0 0</inkml:trace>
  <inkml:trace contextRef="#ctx0" brushRef="#br1" timeOffset="543.664">0 1725 1120 0 0,'0'0'0'0'0,"0"0"52"0"0,0 0 4798 0 0,0 0-3635 0 0,0 0 269 0 0,0 0-631 0 0,0 0-39 0 0,0 0-83 0 0,0 0-56 0 0,0 0-123 0 0,0 0-132 0 0,9 2-5 0 0,2 0 177 0 0,0 0-4 0 0,-1-1 115 0 0,0-1 48 0 0,-2-3-79 0 0,1-3-49 0 0,2-4 22 0 0,2-5-173 0 0,5-5-56 0 0,2-6-115 0 0,6-7-115 0 0,5-7 3 0 0,7-8 28 0 0,8-8-29 0 0,9-9 66 0 0,11-10 52 0 0,10-8 91 0 0,9-8-53 0 0,6-5-87 0 0,2-2-113 0 0,-2 2-149 0 0,-6 4-311 0 0,-10 7-72 0 0,-10 7-133 0 0,-12 9-144 0 0,-9 7-206 0 0,-11 7-585 0 0,-6 8-587 0 0,-8 6-973 0 0,-6 6-2065 0 0,-5 7-1635 0 0,-3 5 7564 0 0,-3 8-1987 0 0</inkml:trace>
  <inkml:trace contextRef="#ctx0" brushRef="#br2" timeOffset="1174.991">1411 802 404 0 0,'0'0'0'0'0,"0"0"1136"0"0,0 0 3333 0 0,0 0-944 0 0,0 0-1906 0 0,0 0 471 0 0,0 0-975 0 0,0 0-112 0 0,0 0-257 0 0,0 0-55 0 0,0 0-95 0 0,0 0-72 0 0,20 3-96 0 0,5 0-83 0 0,3 0-117 0 0,1-1-47 0 0,-1 1-27 0 0,0-1-86 0 0,1 1 15 0 0,3-1-94 0 0,2 1-57 0 0,1 0-82 0 0,2-1-344 0 0,-2-1-256 0 0,-1 0-307 0 0,-5 0-415 0 0,-5-1-832 0 0,-7-2-819 0 0,-5-1-2365 0 0,-6-2 1295 0 0,-3 0 4642 0 0</inkml:trace>
  <inkml:trace contextRef="#ctx0" brushRef="#br3" timeOffset="1407.587">1343 634 7125 0 0,'0'0'0'0'0,"0"0"2064"0"0,0 0-523 0 0,0 0 285 0 0,0 0-127 0 0,0 0-219 0 0,49-12-218 0 0,14-3-187 0 0,15-1-370 0 0,4 1-242 0 0,-1 3-133 0 0,-5 3-194 0 0,-5 4-132 0 0,-6 2-153 0 0,-4 1-404 0 0,-5 4-275 0 0,-4 0-500 0 0,-4 2-1238 0 0,-3 0-3214 0 0,-10-1-3315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3.51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0403.625"/>
      <inkml:brushProperty name="anchorY" value="-509827.03125"/>
      <inkml:brushProperty name="scaleFactor" value="0.5"/>
    </inkml:brush>
  </inkml:definitions>
  <inkml:trace contextRef="#ctx0" brushRef="#br0">1 0 3616 0 0,'0'0'0'0'0,"0"0"8413"0"0,0 0-6898 0 0,0 0 491 0 0,0 0-1734 0 0,0 0-553 0 0,0 0-357 0 0,0 0-986 0 0,0 0-3051 0 0,0 0-3204 0 0,0 0 8234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3.67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1673.625"/>
      <inkml:brushProperty name="anchorY" value="-511097.03125"/>
      <inkml:brushProperty name="scaleFactor" value="0.5"/>
    </inkml:brush>
  </inkml:definitions>
  <inkml:trace contextRef="#ctx0" brushRef="#br0">1 0 6293 0 0,'0'0'0'0'0,"0"0"8028"0"0,0 0-7294 0 0,0 0 1170 0 0,0 0-1229 0 0,0 0-843 0 0,0 0-347 0 0,0 0-764 0 0,0 0-1878 0 0,0 0-4597 0 0,0 0 3299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3.81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2943.625"/>
      <inkml:brushProperty name="anchorY" value="-512367.03125"/>
      <inkml:brushProperty name="scaleFactor" value="0.5"/>
    </inkml:brush>
  </inkml:definitions>
  <inkml:trace contextRef="#ctx0" brushRef="#br0">0 1 13729 0 0,'0'0'0'0'0,"0"0"4477"0"0,0 0-6437 0 0,0 0 519 0 0,0 0-1602 0 0,0 0-2528 0 0,0 0-823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3.97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4213.625"/>
      <inkml:brushProperty name="anchorY" value="-513637.03125"/>
      <inkml:brushProperty name="scaleFactor" value="0.5"/>
    </inkml:brush>
  </inkml:definitions>
  <inkml:trace contextRef="#ctx0" brushRef="#br0">0 1 11085 0 0,'0'0'0'0'0,"0"0"6013"0"0,0 0-7730 0 0,0 0-273 0 0,0 0-3173 0 0,0 0 5 0 0,0 0 2985 0 0,0 0 1654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2.94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7288.125"/>
      <inkml:brushProperty name="anchorY" value="-506709.2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9085.4375"/>
      <inkml:brushProperty name="anchorY" value="-508015.40625"/>
      <inkml:brushProperty name="scaleFactor" value="0.5"/>
    </inkml:brush>
  </inkml:definitions>
  <inkml:trace contextRef="#ctx0" brushRef="#br0">1 174 248 0 0,'0'0'0'0'0,"0"0"7417"0"0,0 0-5209 0 0,0 0 443 0 0,0 0-1118 0 0,0 0-577 0 0,0 0-74 0 0,0 0-291 0 0,41 9-395 0 0,11 3-170 0 0,8 1-77 0 0,1-1-302 0 0,-3-2-406 0 0,-4-3-171 0 0,-5-2-351 0 0,-4-4-818 0 0,-6-4-905 0 0,-8-4-2704 0 0,-9-4 3604 0 0,-7 0 2174 0 0</inkml:trace>
  <inkml:trace contextRef="#ctx0" brushRef="#br1" timeOffset="178.059">323 1 5064 0 0,'0'0'0'0'0,"0"0"5089"0"0,0 0-3697 0 0,0 0 324 0 0,0 23-464 0 0,0 9-250 0 0,0 10-28 0 0,0 6-369 0 0,0 2-316 0 0,0 0-280 0 0,0-1-193 0 0,1-3-216 0 0,1-2-275 0 0,4-4-197 0 0,2-3-924 0 0,2-5-2387 0 0,1-4-2485 0 0,-1-8 4645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1.71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1898.3125"/>
      <inkml:brushProperty name="anchorY" value="-502554.6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3610.25"/>
      <inkml:brushProperty name="anchorY" value="-504518.7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5858.5625"/>
      <inkml:brushProperty name="anchorY" value="-504894.40625"/>
      <inkml:brushProperty name="scaleFactor" value="0.5"/>
    </inkml:brush>
  </inkml:definitions>
  <inkml:trace contextRef="#ctx0" brushRef="#br0">178 155 2568 0 0,'0'0'0'0'0,"0"0"4045"0"0,0 0 288 0 0,0 0-3274 0 0,0 0 832 0 0,0 0-608 0 0,0 0 143 0 0,0 0 22 0 0,0 0-236 0 0,0 0-357 0 0,0 0-385 0 0,27 22-239 0 0,9 9-165 0 0,6 10 23 0 0,4 6-87 0 0,-1 3 4 0 0,-2 1-4 0 0,-3 0-16 0 0,-2-2-80 0 0,-3-1-11 0 0,-4-3-53 0 0,-4-2-210 0 0,-5-3-141 0 0,-6-3-167 0 0,-5-3-504 0 0,-6-2-1076 0 0,-5-5-2043 0 0,-10-1-2288 0 0,-2-6 2078 0 0</inkml:trace>
  <inkml:trace contextRef="#ctx0" brushRef="#br1" timeOffset="206.288">0 895 5917 0 0,'0'0'0'0'0,"0"0"6564"0"0,0 0-6048 0 0,0 0 1210 0 0,27-24-501 0 0,12-9-182 0 0,11-10-246 0 0,10-7-217 0 0,6-4-360 0 0,4-3-160 0 0,4 0-32 0 0,1-2-167 0 0,1-1-109 0 0,0-1-152 0 0,-3-2-331 0 0,-5 0-533 0 0,-5-1-740 0 0,-7 3-737 0 0,-11 5-1823 0 0,-9 5-1963 0 0,-11 12 7480 0 0</inkml:trace>
  <inkml:trace contextRef="#ctx0" brushRef="#br2" timeOffset="660.193">1407 614 2936 0 0,'0'0'0'0'0,"0"0"4677"0"0,0 0-1872 0 0,0 0-1239 0 0,0 0-255 0 0,0 0-379 0 0,0 0 2 0 0,0 0-10 0 0,0 0-493 0 0,28 20-217 0 0,0 8-195 0 0,0 9-308 0 0,-6 6 119 0 0,-12 3-39 0 0,-13 2 239 0 0,-12 1-64 0 0,-10-1 314 0 0,-8-2-112 0 0,-8-2 310 0 0,-6-1-210 0 0,-5-3 205 0 0,-3-3 271 0 0,-1-3-205 0 0,0-4-192 0 0,2-4-98 0 0,5-6-64 0 0,4-5-204 0 0,7-5-50 0 0,5-5-305 0 0,7-6 116 0 0,4-5-98 0 0,6-6-216 0 0,4-5-22 0 0,5-4 158 0 0,2-2 112 0 0,7-3 18 0 0,6 0-68 0 0,6 1 81 0 0,5 1 337 0 0,3 5-7 0 0,0 3 381 0 0,0 5-9 0 0,-2 3 158 0 0,-2 4-11 0 0,1 3-75 0 0,2 3-66 0 0,3 2-23 0 0,6 4-166 0 0,4 2-56 0 0,5 2-169 0 0,4 0 22 0 0,5 2-21 0 0,4-1-502 0 0,4 0-524 0 0,3-3-613 0 0,-2-1-1240 0 0,1-4-3797 0 0,-11-1-380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49.90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5548.125"/>
      <inkml:brushProperty name="anchorY" value="-495568.4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7275.3125"/>
      <inkml:brushProperty name="anchorY" value="-496821.09375"/>
      <inkml:brushProperty name="scaleFactor" value="0.5"/>
    </inkml:brush>
  </inkml:definitions>
  <inkml:trace contextRef="#ctx0" brushRef="#br0">0 214 1332 0 0,'0'0'0'0'0,"0"0"7713"0"0,0 0-5419 0 0,0 0 410 0 0,0 0-1252 0 0,0 0-489 0 0,0 0-193 0 0,0 0-395 0 0,0 0-242 0 0,42 4-61 0 0,9 0-65 0 0,8 0-206 0 0,1 0-307 0 0,-4-2-132 0 0,-6-2-235 0 0,-8-2-315 0 0,-6-3-900 0 0,-9-4-899 0 0,-6-1-3065 0 0,-7 0 3101 0 0</inkml:trace>
  <inkml:trace contextRef="#ctx0" brushRef="#br1" timeOffset="174.512">270 0 4000 0 0,'0'0'0'0'0,"0"0"2853"0"0,0 0 2444 0 0,0 0-4753 0 0,0 0 1097 0 0,-4 20-649 0 0,-1 8 107 0 0,0 9-302 0 0,-1 7-264 0 0,1 4-346 0 0,1 4-161 0 0,2 3-255 0 0,1 2-261 0 0,2 0-445 0 0,4-2-621 0 0,3-3-1000 0 0,4-6-3092 0 0,7-8-1188 0 0,-2-10 8288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48.29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8816.75"/>
      <inkml:brushProperty name="anchorY" value="-490372.7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0096.3125"/>
      <inkml:brushProperty name="anchorY" value="-491587.3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1614.875"/>
      <inkml:brushProperty name="anchorY" value="-493395.46875"/>
      <inkml:brushProperty name="scaleFactor" value="0.5"/>
    </inkml:brush>
    <inkml:context xml:id="ctx1">
      <inkml:inkSource xml:id="inkSrc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2T23:17:49.338"/>
    </inkml:context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3778.375"/>
      <inkml:brushProperty name="anchorY" value="-494003.34375"/>
      <inkml:brushProperty name="scaleFactor" value="0.5"/>
    </inkml:brush>
  </inkml:definitions>
  <inkml:trace contextRef="#ctx0" brushRef="#br0">113 136 364 0 0,'0'0'0'0'0,"0"0"220"0"0,0 0-182 0 0,0 0 131 0 0,0 0 358 0 0,0 0 49 0 0,0 0-284 0 0,0 0-188 0 0,0 0 24 0 0,0-7-140 0 0,0-3-221 0 0,2-1-1143 0 0,-1 1 1147 0 0,3 0-327 0 0,-1 3 619 0 0</inkml:trace>
  <inkml:trace contextRef="#ctx0" brushRef="#br1" timeOffset="379.974">218 200 548 0 0,'0'0'0'0'0,"0"0"132"0"0,0 0 70 0 0,0 0 1156 0 0,0 0 967 0 0,0 0-1340 0 0,0 0 318 0 0,-11-19-271 0 0,-2-2-120 0 0,0-2-77 0 0,1 2-148 0 0,3 4-25 0 0,2 3 45 0 0,4 3 113 0 0,1 3 11 0 0,3 3 17 0 0,3 2-105 0 0,-1 2-75 0 0,1 0-106 0 0,1 2-64 0 0,-2 3-32 0 0,2 2 186 0 0,0 7-306 0 0,4 6-206 0 0,2 8-121 0 0,5 7 1 0 0,4 7-103 0 0,5 4 107 0 0,3 3-97 0 0,2 1 34 0 0,2 1-42 0 0,1-2 0 0 0,-2-2-20 0 0,-1-4-52 0 0,-4-2-104 0 0,-6-5-119 0 0,-4-5-283 0 0,-6-4-326 0 0,-4-4-682 0 0,-5-4-1018 0 0,-7-4-2105 0 0,-6-2-738 0 0,-7-5 5798 0 0,0-2-1220 0 0</inkml:trace>
  <inkml:trace contextRef="#ctx0" brushRef="#br2" timeOffset="554.949">0 663 12 0 0,'0'0'0'0'0,"0"0"1268"0"0,0 0 6637 0 0,0 0-7609 0 0,0 0 1889 0 0,0 0-375 0 0,0 0-71 0 0,31-18-445 0 0,13-7-282 0 0,14-8-429 0 0,12-5-220 0 0,6-5-148 0 0,4-3-224 0 0,17-12-187 0 0,-4-2 14 0 0,-5 0-326 0 0,-11 1-225 0 0,-14 3-301 0 0,-14 4-789 0 0,-14 7-1162 0 0,-14 5-2637 0 0,-9 11-68 0 0</inkml:trace>
  <inkml:trace contextRef="#ctx1" brushRef="#br3">488 757 4516,'0'0'0,"0"0"2265,0 0-1639,0 0 206,0 0 66,0 0 248,0 0-49,0 0-152,44 1-137,10-3-172,7-3-51,-2-4-62,-5-2-69,-9-1-184,-11-1-70,-8 0-56,-8 1-144,-8 1 18,-4 3-118,-4 2 40,-2 2-4,-1 2-86,0 1-53,0 2-74,-3 1 27,-2 3 190,-3 2 40,-4 2-82,-4 5-97,-3 3-72,-4 5 93,-3 6 112,-3 4-18,-3 4-28,0 4-56,0 2 56,1 0 128,3 1 135,2-3 248,5-3-45,6-5-38,3-6 22,6-5-24,2-7-70,3-5 18,2-4-117,1-3 7,2-2-37,0-3 234,2-1 150,2-2 268,1-2-203,3-1-143,4-2-157,2-1-120,3-1-146,3 0 25,2 1-126,2 2 132,3 2-48,1 2-22,5 2-223,2 1-209,3 2-404,1 1-798,-3 0-1295,0 0-4234,-8 1 1545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47.46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5253.125"/>
      <inkml:brushProperty name="anchorY" value="-487007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7191.625"/>
      <inkml:brushProperty name="anchorY" value="-488915.96875"/>
      <inkml:brushProperty name="scaleFactor" value="0.5"/>
    </inkml:brush>
  </inkml:definitions>
  <inkml:trace contextRef="#ctx0" brushRef="#br0">1 123 1280 0 0,'0'0'0'0'0,"0"0"5029"0"0,0 0-3609 0 0,0 0 257 0 0,0 0-798 0 0,0 0-121 0 0,0 0-42 0 0,0 0-247 0 0,0 0-71 0 0,0 0-69 0 0,0 0 15 0 0,11 0-4 0 0,3-1 138 0 0,3-1 32 0 0,2-2-65 0 0,0-1-42 0 0,0-1-49 0 0,-2-1-36 0 0,-3 0-23 0 0,-2 1-111 0 0,-2 0 32 0 0,-2 1-44 0 0,0 0-25 0 0,0-1-78 0 0,0 0-61 0 0,2-1 7 0 0,1-1-15 0 0,4 0-9 0 0,1 1-2 0 0,2-1 14 0 0,1 2 4 0 0,2 1 4 0 0,-1 1 61 0 0,1 2-35 0 0,-1 1 60 0 0,0 4 83 0 0,-1 5-106 0 0,2 6 24 0 0,-1 7-111 0 0,0 7 23 0 0,0 5-27 0 0,-1 6-35 0 0,-2 4 10 0 0,-1 2-39 0 0,-2 3 10 0 0,-2 0 27 0 0,-4 1 34 0 0,-3-1-50 0 0,-2 0 55 0 0,-1-3-96 0 0,-4-3 24 0 0,-1-4-10 0 0,-2-4 92 0 0,-1-6-22 0 0,0-6 13 0 0,1-6 0 0 0,0-5 4 0 0,1-4-5 0 0,2-4 6 0 0,1-2-174 0 0,0-1 92 0 0,1-1-37 0 0,0 0 62 0 0,0-1 58 0 0,0-1-17 0 0,0-3-30 0 0,-3-2 43 0 0,-1-5-84 0 0,-5-4 33 0 0,-4-5-97 0 0,-5-3 22 0 0,-4-3-26 0 0,-5-1 107 0 0,-2 0 43 0 0,-1 3 3 0 0,1 4 101 0 0,2 5 21 0 0,3 5-88 0 0,3 5 88 0 0,2 5-137 0 0,1 3 30 0 0,0 4-41 0 0,-2 3-142 0 0,1 4 66 0 0,-1 2 32 0 0,-1 2 70 0 0,0 4-10 0 0,2 3 10 0 0,3 1-78 0 0,4 3-15 0 0,4 0-15 0 0,7-1-89 0 0,9 0-155 0 0,11-2 24 0 0,12-3-11 0 0,11-2 41 0 0,11-4-142 0 0,9-3-97 0 0,7-4-454 0 0,3-4-990 0 0,0-5-550 0 0,-3-4-2101 0 0,-8-4 2033 0 0,-14 1 2577 0 0</inkml:trace>
  <inkml:trace contextRef="#ctx0" brushRef="#br1" timeOffset="460.356">779 818 220 0 0,'0'0'0'0'0,"0"0"5753"0"0,0 0-3030 0 0,0 0-949 0 0,0 0-102 0 0,0 0-405 0 0,0 0-87 0 0,0 0-332 0 0,0 0-316 0 0,0 0-192 0 0,0 0-175 0 0,23-18-163 0 0,5-8-121 0 0,5-7-195 0 0,1-3-58 0 0,-3-1 157 0 0,-3 3 10 0 0,-5 3 22 0 0,-5 7 51 0 0,-6 6 45 0 0,-3 6 89 0 0,-5 6-15 0 0,-2 5 12 0 0,-1 7-45 0 0,-3 6-282 0 0,-3 7 228 0 0,-2 5-114 0 0,-2 5 128 0 0,-2 3 76 0 0,-1 2-13 0 0,1 0 19 0 0,3 0-5 0 0,1-1 11 0 0,1 0 48 0 0,2-1 70 0 0,1-2-2 0 0,2-2-10 0 0,1-3-110 0 0,0-2 105 0 0,0-4-38 0 0,0-3-17 0 0,0-4-48 0 0,0-4 68 0 0,-2-2-14 0 0,1-3-66 0 0,-2-2-169 0 0,-2 0 222 0 0,-1-1-65 0 0,-3-2 316 0 0,-3-1-166 0 0,-2-2-144 0 0,-1 0-395 0 0,0 0 540 0 0,1 0 75 0 0,5 1-54 0 0,2 1-174 0 0,3 2-2 0 0,2 0 40 0 0,1 0-24 0 0,1 1-118 0 0,3 1 153 0 0,6 1-38 0 0,7-1 23 0 0,9 0-11 0 0,8 0-201 0 0,8 0-671 0 0,7 0-628 0 0,0-1-1335 0 0,2-2-3146 0 0,-9 0 2811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5.90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8524.875"/>
      <inkml:brushProperty name="anchorY" value="-518032.59375"/>
      <inkml:brushProperty name="scaleFactor" value="0.5"/>
    </inkml:brush>
  </inkml:definitions>
  <inkml:trace contextRef="#ctx0" brushRef="#br0">159 0 6289 0 0,'0'0'0'0'0,"0"0"1844"0"0,0 0-1438 0 0,0 0 361 0 0,0 0 97 0 0,0 0 522 0 0,0 0-366 0 0,0 0-192 0 0,18 19-149 0 0,5 9-180 0 0,2 9-97 0 0,-2 7-72 0 0,-5 6 10 0 0,-5 5-45 0 0,-5 4 5 0 0,-4 2-101 0 0,-6 3-76 0 0,-4 0 58 0 0,-5 1-23 0 0,-5-1-97 0 0,-5-1-3 0 0,-2-2-52 0 0,-2-1-1 0 0,-2-3-3 0 0,-1-2-58 0 0,2-3 67 0 0,3-4-134 0 0,2-4 67 0 0,3-5-38 0 0,4-5-20 0 0,4-6 34 0 0,3-5 6 0 0,2-5 9 0 0,2-5-43 0 0,1-4-18 0 0,1-3-12 0 0,0-3-84 0 0,1-2-52 0 0,0-1 153 0 0,0-2-108 0 0,1-2 65 0 0,3-3 185 0 0,1-6-184 0 0,6-5 191 0 0,5-9-194 0 0,6-7-114 0 0,10-7-93 0 0,8-5 141 0 0,10-3-41 0 0,11-1 48 0 0,9 1-22 0 0,7 3 289 0 0,4 6 110 0 0,1 7 283 0 0,-2 7 120 0 0,-6 9-102 0 0,-8 6-50 0 0,-7 6-73 0 0,-8 7 24 0 0,-7 7-76 0 0,-9 6-33 0 0,-9 8-91 0 0,-9 7 10 0 0,-9 8 130 0 0,-12 7-126 0 0,-15 6-101 0 0,-15 5-54 0 0,-17 1 3 0 0,-15 2-3 0 0,-13-2-16 0 0,-13-4-182 0 0,-8-5-368 0 0,-6-7-682 0 0,-5-9-688 0 0,3-9-2384 0 0,-3-12-4078 0 0,22-6 8868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5.12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5483.625"/>
      <inkml:brushProperty name="anchorY" value="-514907.0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7130.125"/>
      <inkml:brushProperty name="anchorY" value="-516129.125"/>
      <inkml:brushProperty name="scaleFactor" value="0.5"/>
    </inkml:brush>
  </inkml:definitions>
  <inkml:trace contextRef="#ctx0" brushRef="#br0">0 271 1200 0 0,'0'0'0'0'0,"0"0"1564"0"0,0 0 5265 0 0,0 0-5971 0 0,0 0 1277 0 0,0 0-1030 0 0,0 0-177 0 0,0 0-139 0 0,0 0-154 0 0,0 0-178 0 0,0 0-183 0 0,27 1-176 0 0,3 1-84 0 0,5 0-12 0 0,0-1-59 0 0,-1 0 72 0 0,-1 0-23 0 0,-1-1-58 0 0,-2 1-340 0 0,-1-2-275 0 0,-4-1-227 0 0,-4-1-527 0 0,-5-2-643 0 0,-4-3-925 0 0,-3-2-3315 0 0,-3-5 4962 0 0,-3 2 1176 0 0</inkml:trace>
  <inkml:trace contextRef="#ctx0" brushRef="#br1" timeOffset="204.552">141 1 9389 0 0,'0'0'0'0'0,"0"0"1936"0"0,0 0-877 0 0,0 0 236 0 0,0 0 5 0 0,0 0-80 0 0,0 0-469 0 0,0 0-195 0 0,11 20-130 0 0,3 10-256 0 0,0 8-118 0 0,-2 6-35 0 0,-3 3-108 0 0,-3 1-12 0 0,-3-1-4 0 0,-1-1-33 0 0,-2-2-109 0 0,1-3-73 0 0,0-2-104 0 0,1-4-98 0 0,1-3-226 0 0,1-4-167 0 0,1-3-602 0 0,0-4-332 0 0,2-4-587 0 0,0-4-1904 0 0,-1-4 332 0 0,1-3 4287 0 0,-1-3-873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7:51.30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0035"/>
      <inkml:brushProperty name="anchorY" value="-500804.3125"/>
      <inkml:brushProperty name="scaleFactor" value="0.5"/>
    </inkml:brush>
  </inkml:definitions>
  <inkml:trace contextRef="#ctx0" brushRef="#br0">1071 662 5380 0 0,'0'0'0'0'0,"0"0"4953"0"0,0 0-3958 0 0,0 0-167 0 0,0 0-508 0 0,0 0 722 0 0,0 0 221 0 0,0 0-171 0 0,44-13-461 0 0,11 0-170 0 0,7-2-123 0 0,-2 3-12 0 0,-6 3 1 0 0,-8 3 74 0 0,-10 5-30 0 0,-6 4-46 0 0,-7 5-115 0 0,-6 5-69 0 0,-5 5-33 0 0,-5 6-49 0 0,-3 4 22 0 0,-5 5-21 0 0,-8 3-13 0 0,-7 2 88 0 0,-8 1-65 0 0,-5 1-65 0 0,-4-2 11 0 0,-4-1-16 0 0,-1-2-4 0 0,1-4-4 0 0,0-3-60 0 0,1-4 26 0 0,3-5 35 0 0,3-4-123 0 0,2-5 47 0 0,4-3-28 0 0,4-4-112 0 0,3-3-1 0 0,2-5 11 0 0,2-4-201 0 0,4-3-460 0 0,4-4 857 0 0,1-2-317 0 0,4-1 185 0 0,6-1 119 0 0,5 0 16 0 0,5 3 110 0 0,4 2 136 0 0,0 3 100 0 0,-1 5 9 0 0,0 2-12 0 0,-2 3-125 0 0,1 5 68 0 0,2 4-61 0 0,4 5-56 0 0,5 5-97 0 0,4 3-53 0 0,4 3-134 0 0,4 1-307 0 0,4 0-526 0 0,4-2-497 0 0,5-4-1229 0 0,1-4-2452 0 0,3-4-3110 0 0,-10-5 9268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19:13.97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5991.75"/>
      <inkml:brushProperty name="anchorY" value="-587628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7602.125"/>
      <inkml:brushProperty name="anchorY" value="-589508.4375"/>
      <inkml:brushProperty name="scaleFactor" value="0.5"/>
    </inkml:brush>
  </inkml:definitions>
  <inkml:trace contextRef="#ctx0" brushRef="#br0">300 209 992 0 0,'0'0'0'0'0,"0"0"548"0"0,0 0-336 0 0,0 0 36 0 0,0 0-153 0 0,0 0 3130 0 0,0 0-2444 0 0,0 0 187 0 0,0 0-342 0 0,0 0-116 0 0,0 0 88 0 0,-3-1-147 0 0,0-1-287 0 0,-1 0-150 0 0,2 1-102 0 0,0-1 108 0 0,0 1-33 0 0,2 0 160 0 0,-1 0 81 0 0,1-1 66 0 0,0 0 4 0 0,1 1-19 0 0,-1-2 37 0 0,0 1 21 0 0,-1 0-6 0 0,0 0-60 0 0,-1 0-52 0 0,0-1-82 0 0,-1 0-12 0 0,0-1 9 0 0,0-1-8 0 0,0 0 16 0 0,2-1-64 0 0,0-2-24 0 0,0 0-56 0 0,2 0 6 0 0,2-1-3 0 0,3 0-2 0 0,1 1 109 0 0,3-1-36 0 0,2 0 16 0 0,1 0-28 0 0,1 0 8 0 0,1 0 43 0 0,0 0 56 0 0,-2 1-55 0 0,0 0 22 0 0,-2 1-38 0 0,-1 1 41 0 0,-2 0-32 0 0,0 1-14 0 0,-2 2 0 0 0,0 0-3 0 0,-1 2 0 0 0,0-1-88 0 0,1 1 71 0 0,1 0-30 0 0,0 1 101 0 0,2 0-102 0 0,2 0 48 0 0,1 0-42 0 0,2 1-46 0 0,1 2 124 0 0,1 0-152 0 0,2 1 48 0 0,0 2 31 0 0,0 0-65 0 0,0 1-81 0 0,0 2 124 0 0,0 0 17 0 0,-1 0-54 0 0,-2 2 103 0 0,-1 0-110 0 0,0 0 34 0 0,-3 1 97 0 0,0 0 43 0 0,-2 0-136 0 0,-2 1-9 0 0,-2 1 124 0 0,-2 0-165 0 0,-2 2 90 0 0,0 1-75 0 0,-1 1 4 0 0,-2 2-62 0 0,0 1 14 0 0,-3 1 67 0 0,-1 1 25 0 0,0 2 7 0 0,-2-1-53 0 0,1 1 28 0 0,0 0 30 0 0,-1-1-5 0 0,0-1-42 0 0,1-1 23 0 0,-1 0-19 0 0,0-1-5 0 0,0 0 6 0 0,0-1 58 0 0,0 0-82 0 0,1-1-57 0 0,1 0 99 0 0,1-1-26 0 0,0-2 4 0 0,2-1 7 0 0,0-1 78 0 0,1-1-102 0 0,0-2 39 0 0,0-1 43 0 0,1 0-71 0 0,0-1 10 0 0,1-1-13 0 0,0 0 0 0 0,0 0-75 0 0,0-1 44 0 0,0 0 38 0 0,0-1-7 0 0,0-1 11 0 0,1 1-1 0 0,-1-2-3 0 0,0-1 0 0 0,0 0-4 0 0,0-2 0 0 0,0 0-4 0 0,0 1-65 0 0,0-2 79 0 0,0 1-69 0 0,0 0 59 0 0,0 0-8 0 0,0 0-44 0 0,2 1 66 0 0,0 0-17 0 0,1 1 2 0 0,0-1-3 0 0,1 1-51 0 0,-1-1-28 0 0,0 0-9 0 0,-1-1 12 0 0,0 0-155 0 0,0-1-133 0 0,-1 0 20 0 0,0 0-181 0 0,0 0-143 0 0,0 0-231 0 0,0 0-545 0 0,-1-1-1141 0 0,1 1-2568 0 0,-4-1 2535 0 0,-1 0 2905 0 0</inkml:trace>
  <inkml:trace contextRef="#ctx0" brushRef="#br1" timeOffset="913.741">570 421 220 0 0,'0'0'0'0'0,"0"0"236"0"0,0 0 275 0 0,0 0 99 0 0,0 0-146 0 0,0 0-86 0 0,0 0-224 0 0,0 0-53 0 0,0 0-95 0 0,0 0 80 0 0,0 0 1 0 0,11 1 61 0 0,-1 1 687 0 0,1-1-681 0 0,-1 0-30 0 0,-3 0-40 0 0,-2 0 63 0 0,-1-1 141 0 0,-2 0-55 0 0,-1 0-59 0 0,0 0-29 0 0,-1 0 208 0 0,0 0 125 0 0,-1 0 175 0 0,1 0 101 0 0,0 0-78 0 0,0 0-88 0 0,0 0-35 0 0,0 0-61 0 0,0 0-24 0 0,0 0-41 0 0,0 0-44 0 0,0-1-48 0 0,0 1-52 0 0,0-1-37 0 0,0 0 19 0 0,0 1-11 0 0,0-1 2 0 0,0-1-18 0 0,0 1 23 0 0,0-1-50 0 0,0 1-50 0 0,0-1-16 0 0,0 0-1 0 0,-1 0-4 0 0,-1 0-32 0 0,-1 0-62 0 0,-2 0-44 0 0,-2 0-59 0 0,-2-1-13 0 0,-2-1 86 0 0,-1 0 32 0 0,-3 0-61 0 0,0-1 35 0 0,0 1 124 0 0,-2-1 4 0 0,2 2-66 0 0,-3-1-76 0 0,1 1 107 0 0,-2 1-133 0 0,0 0 39 0 0,0 0-13 0 0,-1 0 5 0 0,1 1 45 0 0,0-1 1 0 0,1 1-57 0 0,0 0 168 0 0,1 1-201 0 0,1-1 139 0 0,0 1-117 0 0,-1-1 148 0 0,1 1-86 0 0,-1 0 15 0 0,1 1 40 0 0,0 2-116 0 0,-2 0 20 0 0,1 1-38 0 0,0 2-17 0 0,-1 0 54 0 0,0 1 70 0 0,1 0-4 0 0,1 2 28 0 0,2-1 20 0 0,1 1 9 0 0,3 1-56 0 0,0 0 4 0 0,3 0 24 0 0,1 1-38 0 0,3 1 26 0 0,1 1 11 0 0,1 1-50 0 0,1 2 11 0 0,1 2 27 0 0,2 0-112 0 0,1 2 24 0 0,4-1-2 0 0,2 1-4 0 0,4-2 1 0 0,5-1 4 0 0,5-2-5 0 0,5-1 221 0 0,7-3 21 0 0,6-2-278 0 0,6-3 75 0 0,2-2-35 0 0,3-1-223 0 0,0-3-39 0 0,-2-2-166 0 0,-3-2-98 0 0,-4-2-29 0 0,-5-1-248 0 0,-9-2-745 0 0,-5 0-1521 0 0,-9-1-3933 0 0,-5 1 4985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0:02.86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8959.625"/>
      <inkml:brushProperty name="anchorY" value="-591002.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0290.875"/>
      <inkml:brushProperty name="anchorY" value="-592393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1653.1875"/>
      <inkml:brushProperty name="anchorY" value="-601578.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0186.1875"/>
      <inkml:brushProperty name="anchorY" value="-600693.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4893.75"/>
      <inkml:brushProperty name="anchorY" value="-601797.1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5810.25"/>
      <inkml:brushProperty name="anchorY" value="-602161.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5812.0625"/>
      <inkml:brushProperty name="anchorY" value="-602414.4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4287.3125"/>
      <inkml:brushProperty name="anchorY" value="-600291.0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2922.1875"/>
      <inkml:brushProperty name="anchorY" value="-599062.68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4950.9375"/>
      <inkml:brushProperty name="anchorY" value="-598797.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6421.625"/>
      <inkml:brushProperty name="anchorY" value="-600180.5625"/>
      <inkml:brushProperty name="scaleFactor" value="0.5"/>
    </inkml:brush>
  </inkml:definitions>
  <inkml:trace contextRef="#ctx0" brushRef="#br0">734 7838 716 0 0,'0'0'0'0'0,"0"0"720"0"0,0 0-672 0 0,0 0 33 0 0,0 0 212 0 0,0 0-295 0 0,0 0-41 0 0,0 0 52 0 0,0 0-162 0 0,-4 1-7 0 0,0 0 196 0 0,0 0-18 0 0,0 0 43 0 0,2-2 4 0 0,0 1 11 0 0,0-2 4 0 0,0 1 88 0 0,-1 0-53 0 0,-1 1-133 0 0,-1-1-618 0 0,0 1 535 0 0,0 0-46 0 0,-1 0 144 0 0,1 0-16 0 0,0 0 612 0 0,1 1 92 0 0,1-1 126 0 0,1 1-98 0 0,0 0-333 0 0,-1 0-246 0 0,1 1-107 0 0,-2-1-220 0 0,2 1-63 0 0,-1-1-95 0 0,0 1 166 0 0,2-1 153 0 0,0 0 9 0 0,0 0 413 0 0,0 0 257 0 0,0 0 299 0 0,0-1 214 0 0,1 0-58 0 0,-1 0-154 0 0,1 0-157 0 0,0 0-170 0 0,0 0-47 0 0,0 0 184 0 0,0 1-396 0 0,0-1-89 0 0,0 0-76 0 0,0 0 43 0 0,0 1 15 0 0,0-1 84 0 0,0 0 83 0 0,0 0 11 0 0,0 0-7 0 0,0 0-52 0 0,0 0-32 0 0,0 0-24 0 0,0 0-58 0 0,0 0-20 0 0,0 1-28 0 0,0 1-19 0 0,0 0-2 0 0,0 1-2 0 0,0 0-1 0 0,0 1 14 0 0,0-1 24 0 0,1 1 22 0 0,0-1-37 0 0,2-1-38 0 0,0 0-97 0 0,2 0-65 0 0,-1-1 0 0 0,2 0-9 0 0,0 0-12 0 0,1 1 8 0 0,1-1-68 0 0,3 1 90 0 0,2 1-21 0 0,3 0 82 0 0,4 1-15 0 0,5 0 24 0 0,3 2-37 0 0,3-1 12 0 0,5 1-1 0 0,1 0-70 0 0,1 1 29 0 0,3-2-12 0 0,-1 0-13 0 0,1 0-52 0 0,0-2 70 0 0,1 1-20 0 0,1-1 3 0 0,2-1-12 0 0,2-1 17 0 0,2 0 64 0 0,0-1-37 0 0,0 0-31 0 0,-2 0 1 0 0,-1 0 1 0 0,-2 0-2 0 0,-3 0 98 0 0,-3 0-122 0 0,-2 0 46 0 0,1 0 28 0 0,1 0-59 0 0,1 0 15 0 0,6 0 125 0 0,4 0-159 0 0,6 0 133 0 0,7-1-129 0 0,5 1 27 0 0,6-1-14 0 0,2-1 14 0 0,2 1-1 0 0,1-1 6 0 0,-1 1 74 0 0,1 0-104 0 0,-2-1 43 0 0,-1 1-10 0 0,-1 0-13 0 0,-2 0-76 0 0,0 0 92 0 0,-1-1-37 0 0,-2 1-63 0 0,-1 0 53 0 0,-3 0 27 0 0,-3 0-4 0 0,-3 1 10 0 0,-2 0 0 0 0,-3 0 74 0 0,-3 0-86 0 0,-1 0 34 0 0,-2 0 50 0 0,-2 0-7 0 0,-2 1-74 0 0,-1 2 29 0 0,-2-1 95 0 0,-1 2-91 0 0,1 1 121 0 0,0 0-108 0 0,0 0 20 0 0,1 1-54 0 0,1 0 16 0 0,1-1-17 0 0,0-1 13 0 0,2-1 38 0 0,1 0-53 0 0,4-2 102 0 0,3 0 2 0 0,4-1-122 0 0,3-2 49 0 0,3 0 36 0 0,2-2-85 0 0,2-1 28 0 0,1 0-10 0 0,-1-1-84 0 0,-1 1 108 0 0,0-1-41 0 0,-1 1 18 0 0,-1 0-1 0 0,0 0 4 0 0,-1 0 51 0 0,0 0-70 0 0,0 0 32 0 0,-1 0-6 0 0,-1-1-13 0 0,-2 1 78 0 0,0 1-97 0 0,-3 0 36 0 0,-1 2-2 0 0,-2 0 82 0 0,-2 1-65 0 0,-1 1-18 0 0,-2 0-8 0 0,-1 2 12 0 0,-3 0-20 0 0,-3 2 10 0 0,-1 1 40 0 0,-3 1-3 0 0,-1 0-47 0 0,-3 1 10 0 0,0-1-5 0 0,0 1-15 0 0,0 0 8 0 0,3 0 7 0 0,4-1-2 0 0,6-1 43 0 0,7 0-49 0 0,9-1 11 0 0,9 0 67 0 0,10-2-21 0 0,9 0-60 0 0,4-1-69 0 0,4-1 49 0 0,1 1 33 0 0,-2-1 45 0 0,-3 0-22 0 0,-4 0-30 0 0,-7 0-74 0 0,-5 0 18 0 0,-4 1 72 0 0,-5-1-24 0 0,-2 0 147 0 0,-2-2-173 0 0,0 0 10 0 0,0-2 42 0 0,0-1-35 0 0,2-1 25 0 0,1 0-6 0 0,0-1 11 0 0,0 0 45 0 0,3 0 20 0 0,0 0-36 0 0,2 2-41 0 0,-1 0 16 0 0,-1 0-10 0 0,-2 2-4 0 0,-3 0-59 0 0,-3 1 78 0 0,-4 0-22 0 0,-5 0 2 0 0,-3 1 8 0 0,-3 0-3 0 0,-2-1 6 0 0,0 0-2 0 0,2 0 99 0 0,4-1-131 0 0,3-1 49 0 0,3 0-22 0 0,5 0 87 0 0,3 1-44 0 0,3 0 18 0 0,4 0-68 0 0,3 2 18 0 0,3 0 103 0 0,4 3-139 0 0,3 2 261 0 0,1 2-301 0 0,0 1 95 0 0,0 2-158 0 0,-1 1 148 0 0,-3 0-36 0 0,-1-1 68 0 0,-3 0-56 0 0,-3-2 6 0 0,-5-1-100 0 0,-5-1 124 0 0,-5-3-140 0 0,-7 0 131 0 0,-7-1-101 0 0,-8-1 87 0 0,-7 0-95 0 0,-9 0-47 0 0,-6 0-44 0 0,-7 0-65 0 0,-5-1-30 0 0,-6 1-59 0 0,-7 0-259 0 0,-8 0-445 0 0,-10-1-904 0 0,-7 0-2445 0 0,-17-4-4061 0 0,4 0 6412 0 0</inkml:trace>
  <inkml:trace contextRef="#ctx0" brushRef="#br1" timeOffset="3433.277">415 21 1316 0 0,'0'0'0'0'0,"0"0"588"0"0,0 0 1368 0 0,0 0-634 0 0,0 0-1458 0 0,0 0 206 0 0,0 0 111 0 0,0 0 18 0 0,0 0 95 0 0,0 0 114 0 0,-6 8 161 0 0,-1 0 67 0 0,2 2-77 0 0,3-2 22 0 0,3 0 21 0 0,3-2-71 0 0,1-1-39 0 0,1 0-84 0 0,-1-1-58 0 0,1-1-10 0 0,-2 1-28 0 0,-1-1-20 0 0,-1 1-34 0 0,-1 0 63 0 0,-1 1-11 0 0,0 1-47 0 0,0 1-82 0 0,-1 0-77 0 0,0 0-46 0 0,0 1-44 0 0,0-1 65 0 0,-1 0-84 0 0,1-1 16 0 0,0 1-6 0 0,1-1-5 0 0,-1-1-60 0 0,1 0 63 0 0,0-1-96 0 0,0 0 41 0 0,0 0 56 0 0,1-1-27 0 0,0 1 26 0 0,0-1-9 0 0,0 1-2 0 0,-1 0-98 0 0,1 0 19 0 0,0 0-2 0 0,0 1-14 0 0,1-1 18 0 0,0 1-10 0 0,0-1 23 0 0,1 1 72 0 0,-1-1-10 0 0,-1 0 98 0 0,0 0-100 0 0,0-1 110 0 0,-1 0-28 0 0,0 1 5 0 0,0-1 1 0 0,0 0-74 0 0,0 1 16 0 0,0 0-19 0 0,0 1-86 0 0,0 1-37 0 0,0-1 79 0 0,0 2 40 0 0,0 0-79 0 0,0 0 91 0 0,0 1-28 0 0,0-1 23 0 0,2 1 47 0 0,0-1-59 0 0,-1-1 91 0 0,1 0-41 0 0,1 0-42 0 0,-1 0 14 0 0,1 0-17 0 0,0 0-2 0 0,0 0-57 0 0,1 2 72 0 0,-1 1-14 0 0,1 1-159 0 0,0 1 197 0 0,0 1-154 0 0,0 0-32 0 0,-1 0 70 0 0,0 0 92 0 0,0 0-11 0 0,-1 0 13 0 0,0-1 49 0 0,-1 0-70 0 0,0-1 18 0 0,1 0-6 0 0,0 1-6 0 0,-1-1-54 0 0,1 1 15 0 0,0 0 39 0 0,0 0-121 0 0,0 0 144 0 0,1 0-36 0 0,0 1 18 0 0,-1 0 8 0 0,0 1-1 0 0,-1-1 6 0 0,0 0-16 0 0,0 0-4 0 0,-1-1 9 0 0,0-1 2 0 0,0 1 55 0 0,1-1-62 0 0,0 0 8 0 0,0-1-78 0 0,1 1 95 0 0,0 0-24 0 0,0 0 0 0 0,-1 2 8 0 0,0 0 6 0 0,-1 1 41 0 0,1 1-62 0 0,-1 0 34 0 0,0 1-25 0 0,0 0 6 0 0,-2 1 7 0 0,-1 0-2 0 0,-1 1-13 0 0,0 0-5 0 0,-1 1-93 0 0,0 0 118 0 0,0 0-30 0 0,1 1 11 0 0,-1 0 1 0 0,2 1 0 0 0,-1 0 0 0 0,1-1 0 0 0,0 0 9 0 0,2-1 45 0 0,-1 0 52 0 0,2 0-25 0 0,-1 1 36 0 0,1 0 43 0 0,0 2 106 0 0,-1 2 43 0 0,0 2 16 0 0,1 2-383 0 0,-1 0 109 0 0,1 1-391 0 0,1 1 302 0 0,0 1 28 0 0,1 0 392 0 0,-1 2-259 0 0,1 0 30 0 0,-2 0-166 0 0,1-1-66 0 0,-1 0 108 0 0,-2-1 31 0 0,-3 1 287 0 0,-3 0-217 0 0,-2 1-142 0 0,-1-1 26 0 0,0 1-140 0 0,1 0 161 0 0,0 1 110 0 0,0 1-47 0 0,2-1 56 0 0,0 0-182 0 0,2-1-41 0 0,1 0 96 0 0,1-1 244 0 0,1-1-161 0 0,1-1-68 0 0,2-2-31 0 0,-1 0-166 0 0,1 0 146 0 0,0-1 1 0 0,0 1 89 0 0,1 0-4 0 0,-1 2-93 0 0,0 0-105 0 0,0 0 43 0 0,-1 2 92 0 0,0 0 58 0 0,0 1 19 0 0,-1 0-111 0 0,-1-1-71 0 0,1 0 66 0 0,-1-1 25 0 0,-1 0 62 0 0,1-1 16 0 0,-1 0-96 0 0,-1-1 28 0 0,1-1-9 0 0,-1 0 3 0 0,1 0 102 0 0,0-1-52 0 0,1-1-63 0 0,0 1-109 0 0,0 2 155 0 0,0 0 47 0 0,0 2-39 0 0,-2 1-51 0 0,2 1-91 0 0,-2 1 118 0 0,0 0-33 0 0,0 1 20 0 0,0-1 31 0 0,0-1-50 0 0,0 0-25 0 0,1-1 48 0 0,1 0 38 0 0,1-2 112 0 0,1-2-56 0 0,0-1-123 0 0,3-1-153 0 0,1-1 225 0 0,2 0 118 0 0,1 0-216 0 0,1 0 67 0 0,-1 1-50 0 0,0 1-176 0 0,0 1 258 0 0,-2 1-25 0 0,-1 2-44 0 0,-2 2 21 0 0,0 1-213 0 0,0 2 161 0 0,-1 0 35 0 0,-1 2-17 0 0,1 1-32 0 0,0 0 101 0 0,0 0-60 0 0,0 1 143 0 0,0 0-147 0 0,-1 0 34 0 0,-1-1-11 0 0,0 1-16 0 0,-2-1-28 0 0,-2 0 48 0 0,-1-1-11 0 0,-2-1 18 0 0,0 0-7 0 0,-2 0 12 0 0,0-1 57 0 0,1 0-90 0 0,2-1 29 0 0,0 0-14 0 0,2 0-116 0 0,1 1 135 0 0,1 1-148 0 0,2 1 85 0 0,1 1-26 0 0,1 3 11 0 0,0 2-53 0 0,-1 1-55 0 0,0 1 205 0 0,1 0-56 0 0,-1 0 15 0 0,1-1 4 0 0,0 0 9 0 0,0-1 62 0 0,0-2 10 0 0,0 0-96 0 0,0 0 28 0 0,0-2-74 0 0,0 1 63 0 0,2-1-12 0 0,1 1-67 0 0,2 0 97 0 0,1 1-32 0 0,1 0 25 0 0,1 0-18 0 0,-1 0 11 0 0,-2 1 71 0 0,1-2-72 0 0,-3 1-3 0 0,1-1-73 0 0,-1-1 91 0 0,1-1-27 0 0,2-1 14 0 0,1 0-10 0 0,2 0 3 0 0,1-1 4 0 0,2 0 68 0 0,3 2-84 0 0,1-1 80 0 0,2 1-81 0 0,1 1 24 0 0,0-1 58 0 0,1 1-1 0 0,0-1-84 0 0,0-1 27 0 0,1 0-12 0 0,-1 0 0 0 0,2 1-88 0 0,0-1 38 0 0,0 1-207 0 0,0 0 103 0 0,-1 1 57 0 0,1 0 12 0 0,-1-1 88 0 0,-1 0-355 0 0,-1-1 258 0 0,-1-2 100 0 0,-2-1 190 0 0,-2-3-64 0 0,-2-1-156 0 0,-2-3 52 0 0,-3-1-107 0 0,-1-1 50 0 0,-1-1 23 0 0,-1-2 11 0 0,-2 0-65 0 0,-1 0-30 0 0,-1 0-107 0 0,0 1 245 0 0,0-1 9 0 0,0 0 20 0 0,0-1-93 0 0,0 0 30 0 0,-1-2-84 0 0,0 0 90 0 0,-3-1-25 0 0,-1-1 64 0 0,-1 0 163 0 0,0-2-282 0 0,-1-1-144 0 0,2-1 109 0 0,-1 0 103 0 0,-2 0-39 0 0,0 1 33 0 0,-3 0 38 0 0,0 1-52 0 0,-1 1 140 0 0,0 0-163 0 0,1 1-36 0 0,-1 1-128 0 0,1 0 166 0 0,0 2 25 0 0,-1-1 127 0 0,-1 2-96 0 0,1-1 263 0 0,1 0-316 0 0,1-1 58 0 0,3 0-152 0 0,1 0 161 0 0,0 1-51 0 0,1 0 83 0 0,0 1-70 0 0,-1-1 76 0 0,0 1-93 0 0,0 0 28 0 0,0-2-5 0 0,1-1 8 0 0,0-1 86 0 0,1-2-117 0 0,-1-2 119 0 0,2-1-65 0 0,0-3 34 0 0,1-1-82 0 0,1-2 22 0 0,0 0-112 0 0,1-1 24 0 0,0 1-84 0 0,0 0-8 0 0,1 1 40 0 0,-3 2-2 0 0,1 1-119 0 0,-3 1-6 0 0,1 1 130 0 0,-2 1 133 0 0,2-1 35 0 0,-1-1-60 0 0,1 0 28 0 0,-1-1 75 0 0,0-2 56 0 0,0-1 63 0 0,0-2-10 0 0,1 0-31 0 0,-1-1-81 0 0,2-1-8 0 0,0 0 37 0 0,1-1-58 0 0,1 0-56 0 0,0 0 0 0 0,0 0-94 0 0,0-1 4 0 0,2 0-17 0 0,0 0-4 0 0,-1-1-75 0 0,1 0 39 0 0,-1 0-6 0 0,0 0 65 0 0,0 1 90 0 0,0 0-12 0 0,2-1 8 0 0,0 1 2 0 0,1 1-70 0 0,0-1 34 0 0,2 0-28 0 0,-1 0-55 0 0,1 0-175 0 0,-2 0-305 0 0,0 0-328 0 0,0 0-323 0 0,0-1-83 0 0,0 1-249 0 0,0 0-125 0 0,0 0 305 0 0,0 1-565 0 0,-12-4 671 0 0,-1 0 1468 0 0</inkml:trace>
  <inkml:trace contextRef="#ctx0" brushRef="#br2" timeOffset="4282.405">198 39 456 0 0,'0'0'0'0'0,"0"0"612"0"0,0 0-439 0 0,0 0 397 0 0,0 0 713 0 0,0 0 1634 0 0,0 0-1897 0 0,0 0 279 0 0,0 0-161 0 0,0 0-46 0 0,0 0-203 0 0,15-7-132 0 0,1-1-123 0 0,0 1-78 0 0,-1 0-69 0 0,-4 2 21 0 0,-4 2 201 0 0,-2 1-218 0 0,-3 3-237 0 0,-2 1-50 0 0,-4 5-166 0 0,-4 2-23 0 0,-5 6-22 0 0,-4 4 2 0 0,-3 5-83 0 0,-4 3-19 0 0,-1 2-134 0 0,1 1 51 0 0,0 0-29 0 0,2 0-211 0 0,1-2-154 0 0,3-1-105 0 0,1-2-141 0 0,2-1-327 0 0,4-1-574 0 0,2-2-527 0 0,3-1-944 0 0,2-2-1388 0 0,2-3 5568 0 0</inkml:trace>
  <inkml:trace contextRef="#ctx0" brushRef="#br3" timeOffset="4528.576">460 8 2716 0 0,'0'0'0'0'0,"0"0"352"0"0,0 0 4378 0 0,0 0-4677 0 0,0 0 1512 0 0,0 0-408 0 0,0 0-272 0 0,0 0-151 0 0,0 0-165 0 0,0 0-37 0 0,0 0-390 0 0,0 0-12 0 0,-5 11-12 0 0,-2 11-122 0 0,0 12 91 0 0,0 10-106 0 0,2 10-120 0 0,4 6-234 0 0,6 3-766 0 0,6-1-910 0 0,6 0-3110 0 0,-1-13 186 0 0</inkml:trace>
  <inkml:trace contextRef="#ctx0" brushRef="#br4" timeOffset="9211.454">2004 3625 1280 0 0,'0'0'0'0'0,"0"0"1172"0"0,0 0-1045 0 0,0 0 98 0 0,0 0-139 0 0,0 0-16 0 0,0 0-6 0 0,0 0-9 0 0,0 0 40 0 0,0 0 1756 0 0,0 0-182 0 0,1-2-468 0 0,1-1-93 0 0,0 1-301 0 0,-1 0-235 0 0,0 0-175 0 0,0 0-72 0 0,-1 1-107 0 0,0 1-62 0 0,0 0-2 0 0,0 0-28 0 0,0 0 33 0 0,0 0 8 0 0,0 0 12 0 0,0-1 74 0 0,0 0-24 0 0,0-1-45 0 0,0 1-12 0 0,0-1-79 0 0,0 0-10 0 0,0-1-3 0 0,0 1-18 0 0,0 0 65 0 0,0-1-52 0 0,0 1 36 0 0,0 0-14 0 0,0 0 22 0 0,0 0-10 0 0,-1 0-6 0 0,-1 0-30 0 0,0-1-67 0 0,-2 0 133 0 0,-1 0-100 0 0,-2-1-41 0 0,-1-1-11 0 0,-1 0 20 0 0,-2-2 3 0 0,0 0 136 0 0,-1-1-56 0 0,-1-1-97 0 0,-2-2 158 0 0,-1 0 45 0 0,-2-2 84 0 0,-1 1 98 0 0,-2-2-92 0 0,-2 2-62 0 0,0-1-38 0 0,-1 1-77 0 0,2-1-102 0 0,0 1 180 0 0,1 0-229 0 0,1-1 126 0 0,2 1-101 0 0,0-1 152 0 0,3-1-167 0 0,0 0 133 0 0,2 0 20 0 0,0 0-66 0 0,1 0 16 0 0,0 0 65 0 0,1 0-8 0 0,0 0 6 0 0,1 1-12 0 0,-1 0 18 0 0,1 1-6 0 0,-1 1-40 0 0,0 1 12 0 0,0 1-123 0 0,0 1 34 0 0,0 1-8 0 0,-2 1 44 0 0,0 0-63 0 0,1 1 17 0 0,1 0 3 0 0,1 1 1 0 0,1-1-9 0 0,1 0 74 0 0,1 0-27 0 0,0-1-54 0 0,-2-1 19 0 0,0-3 111 0 0,-2-1 12 0 0,-1-1-37 0 0,-1-1-57 0 0,-1-1 44 0 0,-2-2-99 0 0,-1 1 102 0 0,1-1-56 0 0,1 2 36 0 0,1 1-13 0 0,3 1 4 0 0,3 2 31 0 0,1 1-27 0 0,1 3 42 0 0,3 0-30 0 0,0 2 84 0 0,1 1 47 0 0,1 0-94 0 0,0 2-27 0 0,0 0-36 0 0,0 0-39 0 0,0 1 6 0 0,1 0-15 0 0,-1 0-3 0 0,1 0-13 0 0,0 0-44 0 0,0 0 63 0 0,0 0-12 0 0,0 0 14 0 0,0 0 92 0 0,0 0-72 0 0,0 0 27 0 0,0 0-49 0 0,0 0 73 0 0,0 0-43 0 0,0 0-32 0 0,0 0 16 0 0,0-1-9 0 0,0 1-8 0 0,0 0-3 0 0,0 0-8 0 0,0-1-4 0 0,0 1 6 0 0,0 0-3 0 0,0 0 6 0 0,0 0-7 0 0,0 0 3 0 0,0 1-52 0 0,0-1 19 0 0,0 0 33 0 0,0 0-109 0 0,0 0-41 0 0,0 0-90 0 0,0 0-170 0 0,0 0-208 0 0,0 2-375 0 0,-1 1-948 0 0,-1 3-3125 0 0,-6 2-4335 0 0,8-9 9349 0 0,1-1-804 0 0</inkml:trace>
  <inkml:trace contextRef="#ctx0" brushRef="#br5" timeOffset="51517.762">4370 2987 184 0 0,'0'0'0'0'0,"0"0"5801"0"0,0 0-4934 0 0,0 0 472 0 0,0 0-685 0 0,0 0-183 0 0,0 0 259 0 0,0 0-156 0 0,0 0-99 0 0,0 0-54 0 0,0 0-43 0 0,1 0 1 0 0,1 0-40 0 0,0 0 15 0 0,1 1-25 0 0,2-1-13 0 0,0 1 7 0 0,-1 1 6 0 0,1-1 16 0 0,-1 1 6 0 0,-1-1 27 0 0,-1 0-48 0 0,-1 0-72 0 0,-1 0-112 0 0,1 0-78 0 0,-1 1-60 0 0,2 1 11 0 0,0 1 68 0 0,2 2-111 0 0,1 1 36 0 0,1 2-12 0 0,2 2 75 0 0,1 0-45 0 0,0 1-34 0 0,-1 0-105 0 0,0 0 142 0 0,-1-2-50 0 0,-2 0 73 0 0,0 0-58 0 0,-1-1 67 0 0,-1 1-66 0 0,1-1 94 0 0,-2 1-60 0 0,2 1-32 0 0,-1-1 6 0 0,1 1-11 0 0,0-1-9 0 0,1 1 12 0 0,0-1 0 0 0,0 1 10 0 0,0 0 44 0 0,1 1 7 0 0,1 1-68 0 0,0 1 17 0 0,2 1-13 0 0,-1 1-4 0 0,0 1-65 0 0,-1 1 93 0 0,1 0-35 0 0,0 0 16 0 0,1 1 3 0 0,1 0 70 0 0,0 0-86 0 0,0-2 81 0 0,0-1 27 0 0,-1-1-3 0 0,0-2 7 0 0,-1-1-14 0 0,1-1 18 0 0,-2 0-20 0 0,0-2-41 0 0,-1 2 44 0 0,2-1-90 0 0,-1 1 58 0 0,1 0-66 0 0,1 2 18 0 0,1 0-12 0 0,0 2-3 0 0,2 0 10 0 0,2 0 6 0 0,1 1-1 0 0,1 1-4 0 0,0-1 2 0 0,0-1 8 0 0,0 0 58 0 0,-2-1-81 0 0,0 0 93 0 0,-2-1-94 0 0,1 1 103 0 0,-2-1-100 0 0,1 0 30 0 0,-1 1-6 0 0,0 0-5 0 0,-1 0 44 0 0,0 0 5 0 0,0 0-64 0 0,-2 0 22 0 0,1 0-10 0 0,-1-1 60 0 0,1 0-82 0 0,0 0 28 0 0,0 0-10 0 0,-1 0 0 0 0,1 0 56 0 0,-1 1-72 0 0,0 0 28 0 0,1 1-8 0 0,0 0 4 0 0,0 0 56 0 0,1 1-72 0 0,-1 0 84 0 0,0 1-29 0 0,1 1 28 0 0,-1 0 4 0 0,1 0-24 0 0,0 0 4 0 0,-1 0 100 0 0,1 0 31 0 0,0 0-110 0 0,-1-1 30 0 0,0-1-31 0 0,-1 1-6 0 0,0-1-79 0 0,-1 1 68 0 0,0-1-71 0 0,1 1 24 0 0,-1-1 53 0 0,-1 1-35 0 0,1 0 70 0 0,1-1 13 0 0,0 1-14 0 0,1-1-53 0 0,1 0 2 0 0,0 0-52 0 0,0-2 16 0 0,1 0 53 0 0,0 0-77 0 0,0 0 82 0 0,1-1-81 0 0,0 1 108 0 0,0 0-116 0 0,0 0 125 0 0,0 0-131 0 0,0 0 44 0 0,0 0-20 0 0,0 0 8 0 0,1 0-8 0 0,0 1 8 0 0,0 0 39 0 0,1 1-58 0 0,0 0 20 0 0,1 1-7 0 0,-1 1 65 0 0,1 0-88 0 0,0 1 24 0 0,0-1-8 0 0,0 0-10 0 0,0 0 11 0 0,-2-1-3 0 0,1-1 6 0 0,0 0 3 0 0,0 0-1 0 0,0 0 1 0 0,1 0-9 0 0,2 0-3 0 0,0 0 6 0 0,2 1-3 0 0,1 1 6 0 0,0 1 35 0 0,0 0-51 0 0,1 0-30 0 0,1 1 55 0 0,1-1-12 0 0,-2-1 5 0 0,0 0-8 0 0,-1-2-7 0 0,-2-2-46 0 0,-1-1 55 0 0,-1-1-5 0 0,1-1 7 0 0,1 0 149 0 0,1 0-78 0 0,1 0-86 0 0,0-1 29 0 0,0 0-31 0 0,1 0 18 0 0,1 0 83 0 0,0 1-33 0 0,1 0-64 0 0,-1-1 7 0 0,0 1-58 0 0,0 0 77 0 0,-1 1-11 0 0,1-1 75 0 0,0 1-88 0 0,0 0 25 0 0,0 0-13 0 0,1 1-4 0 0,-1-2 10 0 0,0 1 72 0 0,0-2-96 0 0,-1 1 28 0 0,-1-1-14 0 0,1 0-4 0 0,1-1 6 0 0,1 1 11 0 0,1 0 81 0 0,0 1-64 0 0,1 0-32 0 0,-1 1-4 0 0,-1-1-4 0 0,-1 0-2 0 0,-1 1 0 0 0,0-1 5 0 0,0 0-49 0 0,0 0-4 0 0,1-1 60 0 0,-1-1-77 0 0,0 0 81 0 0,-1-1-94 0 0,0 0 98 0 0,0-1-21 0 0,2 0 13 0 0,0 1-15 0 0,1-1 19 0 0,2 0 8 0 0,-1 0-16 0 0,0-1 6 0 0,0 0-72 0 0,-1 0 29 0 0,0-1-21 0 0,-2-1 17 0 0,-2 0 46 0 0,-1-1-12 0 0,0-1 12 0 0,0 0-2 0 0,1 0 1 0 0,0 1 0 0 0,0-1-9 0 0,1 0 2 0 0,1 1-1 0 0,1-1-5 0 0,2 1 11 0 0,3 0 2 0 0,4-1 69 0 0,4 1-89 0 0,6-1 21 0 0,4 0-13 0 0,3-1 15 0 0,3 0-5 0 0,1 0-3 0 0,-2-1-63 0 0,-2 1 12 0 0,-4-1 54 0 0,-5-1-103 0 0,-4 1 61 0 0,-5 1-39 0 0,-6-1 28 0 0,-4 0 49 0 0,-3 1-56 0 0,-3-1 66 0 0,-2 1-14 0 0,-2-1 10 0 0,-2 0 4 0 0,1 1 9 0 0,1-1 40 0 0,1 0-58 0 0,3 0 67 0 0,4-1-63 0 0,3 0 61 0 0,4-2-60 0 0,4-1 23 0 0,2 0-13 0 0,4-2-6 0 0,3 0 1 0 0,3-1 64 0 0,1 0-88 0 0,1 0 29 0 0,0-1-80 0 0,-1 0 29 0 0,-2 0 35 0 0,-2 0-55 0 0,-1-1 75 0 0,-3 0-22 0 0,-1 0 13 0 0,-1-1-7 0 0,-1-1 3 0 0,-2 1-1 0 0,0-1 0 0 0,-3 0 0 0 0,0-1 0 0 0,0 1 0 0 0,-1-1-9 0 0,1 0 2 0 0,1-1 8 0 0,3 0 7 0 0,2-1-10 0 0,3-1 3 0 0,1 0-6 0 0,1 0-8 0 0,-1 1 3 0 0,0-1-40 0 0,-3 2 63 0 0,-2 1-20 0 0,-3 0 7 0 0,-1 0-5 0 0,-3 2 6 0 0,0-1 8 0 0,0 1-12 0 0,-1-1 0 0 0,1 0 4 0 0,2-2-1 0 0,2 0 0 0 0,2-3 0 0 0,3-1 0 0 0,2-1-14 0 0,1-1-57 0 0,1 0 86 0 0,1-1-34 0 0,-2 0 21 0 0,-1 1 1 0 0,-1 0-4 0 0,-2 1 2 0 0,-3 0-6 0 0,-1 0-3 0 0,-1 1 10 0 0,-1-1-8 0 0,-1 1 3 0 0,0-2-6 0 0,0 0-59 0 0,1-1 82 0 0,1-1-37 0 0,0 0 17 0 0,2-1 7 0 0,0 0-2 0 0,1-1 5 0 0,-1 0-5 0 0,1 0 2 0 0,0-1-6 0 0,-3 1 6 0 0,0 0-11 0 0,-1 0 4 0 0,0 1-2 0 0,-1 0 0 0 0,1 0-66 0 0,0 0 85 0 0,1-1-19 0 0,1 1 2 0 0,1-1-2 0 0,0 1 1 0 0,1 1 8 0 0,0-1 72 0 0,-1 1-10 0 0,0 1 22 0 0,-1-1-13 0 0,0 1-69 0 0,1 0 76 0 0,-2 0-83 0 0,1-1 66 0 0,0 1-62 0 0,1-2 13 0 0,0 0 1 0 0,2-2-3 0 0,2 0 38 0 0,1-3-61 0 0,2 0 10 0 0,1-1-10 0 0,-1 0 15 0 0,1 0-5 0 0,-1 0 58 0 0,1 1 26 0 0,0 1-93 0 0,-1 1 27 0 0,-1 1-11 0 0,-4 2 4 0 0,-2 1-11 0 0,-2 0-6 0 0,-3 1 10 0 0,-1-1-3 0 0,-2 0 6 0 0,0-1 54 0 0,0 0-62 0 0,-1-1 64 0 0,1 0-75 0 0,-1-1 17 0 0,3-1-11 0 0,0 0-46 0 0,2-1 60 0 0,3-2-72 0 0,1-1 82 0 0,2-2-95 0 0,-1-1 1 0 0,-1 0-21 0 0,-2 1 109 0 0,-2-1-33 0 0,-2 2 24 0 0,-1 0-2 0 0,-2 2 10 0 0,0 1-12 0 0,-2 2 5 0 0,-1 1-2 0 0,-1 2 5 0 0,0 0 7 0 0,0 0-6 0 0,0 0-6 0 0,1-1 1 0 0,0 0-6 0 0,1 0 7 0 0,0 1 6 0 0,1-1-1 0 0,2 1-4 0 0,-1 0 11 0 0,2 0 58 0 0,0 0-78 0 0,1 1 13 0 0,-2-1-5 0 0,0 1-7 0 0,-2-1 2 0 0,0-1-6 0 0,0 1-49 0 0,-2-1 60 0 0,0-1-21 0 0,0 1 16 0 0,0-1-2 0 0,0 0 6 0 0,1-1 115 0 0,1 1-94 0 0,0-1 49 0 0,0 2-69 0 0,-1 0 79 0 0,1 1-17 0 0,-2 2-63 0 0,0-1 12 0 0,1 1 43 0 0,-1 0-15 0 0,1 0-40 0 0,1-1 14 0 0,0-1 58 0 0,1 0-37 0 0,1-1-27 0 0,0-1 65 0 0,1 1-22 0 0,-2-1-1 0 0,1 2-45 0 0,-2 1 55 0 0,-2 2-5 0 0,0 1 44 0 0,-1 1 23 0 0,1 1-9 0 0,1 1-2 0 0,1 0-32 0 0,1 1-80 0 0,1 1 26 0 0,0-1 27 0 0,-1 0-67 0 0,0 0 22 0 0,0-1-134 0 0,-3 0 31 0 0,-1-1-25 0 0,-2 0 15 0 0,-1 0-24 0 0,-2 1-146 0 0,-3 2-29 0 0,-3 1-21 0 0,-2 2-130 0 0,-1 2-355 0 0,-4 0-751 0 0,-3 0-1112 0 0,-4-2-2587 0 0,-5-2-3875 0 0,1 1 10304 0 0</inkml:trace>
  <inkml:trace contextRef="#ctx0" brushRef="#br6" timeOffset="53146.215">4435 3019 216 0 0,'0'0'0'0'0,"0"0"4"0"0,0 0 280 0 0,0 0-150 0 0,0 0 1670 0 0,0 0-619 0 0,0 0-232 0 0,0 0-63 0 0,0 0 121 0 0,0 0 189 0 0,0 0-402 0 0,0 0-322 0 0,-3 3-254 0 0,1-1-101 0 0,-1 1-43 0 0,1-1-65 0 0,1 0 48 0 0,0-1-60 0 0,0 1 12 0 0,1-2 122 0 0,0 1 98 0 0,0 0 115 0 0,2-1 42 0 0,0 0 62 0 0,-1 0-23 0 0,1 1 36 0 0,0-1 39 0 0,-1 0 31 0 0,1 0-79 0 0,0-1-16 0 0,0 1-124 0 0,0 0-161 0 0,0 0-20 0 0,0 0-1 0 0,-1 0-7 0 0,1 0-32 0 0,-1 0 28 0 0,1 0 14 0 0,-2 0 89 0 0,1 0 18 0 0,-1 0 30 0 0,0 0 12 0 0,0 0-9 0 0,0 0-33 0 0,0 0 56 0 0,0-1-18 0 0,0-2-144 0 0,0-2 16 0 0,0-2 0 0 0,0-2-64 0 0,0-2 46 0 0,0-1 12 0 0,0-2-18 0 0,0-1 50 0 0,0 0-42 0 0,-1-2 14 0 0,-1 1-18 0 0,0-2 32 0 0,-1-1-66 0 0,0 0-13 0 0,0-1-82 0 0,0 0 79 0 0,0-1-47 0 0,0 0 14 0 0,-1 0 15 0 0,-1-1 19 0 0,-1 0-14 0 0,-2 0 58 0 0,0 0-26 0 0,-1-1-8 0 0,-2 2 51 0 0,1-1-36 0 0,-2 1 60 0 0,1 0 11 0 0,-1 1-1 0 0,1 1-57 0 0,1 1 37 0 0,2-1-90 0 0,0 0 25 0 0,1 2-6 0 0,1-1-35 0 0,0 2-45 0 0,2 0 53 0 0,-1 1-6 0 0,1 1 35 0 0,0 0-97 0 0,1 2 73 0 0,-1 1-76 0 0,1 1 15 0 0,0 0-5 0 0,-1 0-15 0 0,1 0-66 0 0,0 0 93 0 0,1 0-83 0 0,0-2 72 0 0,0 1-58 0 0,0-1 68 0 0,0 0-10 0 0,0 1 0 0 0,0 0 3 0 0,0 2-6 0 0,1 0-7 0 0,-1 2 1 0 0,0 2-6 0 0,1 0 2 0 0,1 2-43 0 0,-1 0 59 0 0,1 1-15 0 0,0 1-4 0 0,0 0-53 0 0,0 0 10 0 0,0 1-57 0 0,0 0-34 0 0,0 0 26 0 0,-1 0-60 0 0,0 0 8 0 0,1 1-84 0 0,-2-1-31 0 0,1 0-84 0 0,-1 0-99 0 0,-1 0-311 0 0,0 2-691 0 0,-4 0-1107 0 0,-1 2-2228 0 0,-6 2-4051 0 0,17-6 9671 0 0,3-2-1875 0 0</inkml:trace>
  <inkml:trace contextRef="#ctx0" brushRef="#br7" timeOffset="59495.814">9954 5224 392 0 0,'0'0'0'0'0,"0"0"12"0"0,0 0 107 0 0,0 0-147 0 0,0 0 54 0 0,0 0 158 0 0,0 0-161 0 0,0 0 43 0 0,0 0-12 0 0,0 0 927 0 0,0 0-51 0 0,-3 1 6 0 0,-1 1 7 0 0,0 1-76 0 0,0 1 45 0 0,1 0-109 0 0,2 0-64 0 0,0 1-153 0 0,0-1-148 0 0,1 1-47 0 0,-1-1-4 0 0,1 0-72 0 0,-1-1 46 0 0,0 1-78 0 0,1 0-20 0 0,-1-1-48 0 0,-1 1 13 0 0,1-1 80 0 0,-2 1 3 0 0,0-1 5 0 0,-2 2-52 0 0,-3 0-63 0 0,-1 1-149 0 0,-2 1 17 0 0,0-1 61 0 0,1 0 110 0 0,2-1-65 0 0,3-1-82 0 0,1-2 23 0 0,3-1 31 0 0,0 0-56 0 0,1-1 1 0 0,1 0-16 0 0,2-1 2 0 0,2-1-2 0 0,-1 0-74 0 0,1-1 6 0 0,0-1 55 0 0,-1 0-66 0 0,0-1 68 0 0,1 0-80 0 0,0 0 14 0 0,-1-1-85 0 0,2 0 91 0 0,1-1-12 0 0,0 0 79 0 0,3 0 98 0 0,2-2-139 0 0,2 0-25 0 0,1-1 14 0 0,-1 1-23 0 0,0 0 4 0 0,-3 3-1 0 0,-2 1 0 0 0,-4 1 75 0 0,-2 2 25 0 0,-1 1 35 0 0,-2 1 14 0 0,0 0 0 0 0,-1 1-71 0 0,1 0-82 0 0,-2 1-159 0 0,-3 2 22 0 0,-1 1 7 0 0,-3 2-66 0 0,-4 2-87 0 0,-5 2-122 0 0,-3 3 259 0 0,-4 1 48 0 0,-2 1 97 0 0,-4 2 0 0 0,1-1 16 0 0,-1 0 47 0 0,2-1 15 0 0,2-1-15 0 0,3-3 50 0 0,4-1-9 0 0,5-3-14 0 0,3-2-83 0 0,4-3 18 0 0,4 0-21 0 0,2-3 2 0 0,1 0 13 0 0,2 0 71 0 0,3-1-99 0 0,0 0 24 0 0,0 0 66 0 0,1-2-97 0 0,1 0 181 0 0,2-2-54 0 0,3-2-113 0 0,5-2 90 0 0,4-4-100 0 0,6-2 26 0 0,3-3-9 0 0,3 0-9 0 0,1-1-2 0 0,-1 0-1 0 0,-3 2 10 0 0,-2 1 1 0 0,-6 3 5 0 0,-2 1 9 0 0,-5 3 44 0 0,-3 2-58 0 0,-4 2 19 0 0,-3 2 116 0 0,-2 1-26 0 0,-1 0-84 0 0,-2 2-16 0 0,1 0-20 0 0,-1 0 8 0 0,-1 1-52 0 0,-2 1-93 0 0,-1 0 24 0 0,-3 2 18 0 0,-4 2-14 0 0,-2 3-125 0 0,-5 2 139 0 0,-2 3 102 0 0,-4 2-19 0 0,-1 0 9 0 0,-2 2-206 0 0,-1 0 92 0 0,-1 1 142 0 0,1-1-37 0 0,1 0 18 0 0,2-1 7 0 0,2-2-2 0 0,4-2 11 0 0,4-2 1 0 0,4-3-4 0 0,5-2-3 0 0,2-3 0 0 0,3-1 5 0 0,3-1 96 0 0,2-2-31 0 0,2-1-88 0 0,4-3 89 0 0,3-2-92 0 0,6-3 333 0 0,7-4-63 0 0,6-5-68 0 0,8-2-74 0 0,4-4-26 0 0,3-1-82 0 0,2-1 7 0 0,-4 2-9 0 0,-2 1-1 0 0,-6 3 10 0 0,-6 2-13 0 0,-5 4 0 0 0,-7 3 4 0 0,-6 3 3 0 0,-4 3 83 0 0,-5 2 24 0 0,-1 3-81 0 0,-2 0-13 0 0,-2 2 62 0 0,-2 1-89 0 0,-5 1 23 0 0,-6 3-13 0 0,-6 2-102 0 0,-7 3 28 0 0,-7 4-14 0 0,-7 2 28 0 0,-4 5 58 0 0,-5 2-16 0 0,-2 2 6 0 0,-2 2-46 0 0,1 1 17 0 0,0 0 44 0 0,5-1-15 0 0,3-1-1 0 0,5-3-58 0 0,7-2-13 0 0,7-4-60 0 0,7-5-16 0 0,8-3-18 0 0,5-4-84 0 0,4-3-24 0 0,3-1 131 0 0,4-2 166 0 0,1-2-87 0 0,4-2 164 0 0,3-3-84 0 0,7-3 236 0 0,8-5 168 0 0,7-5-196 0 0,8-5 4 0 0,7-4-109 0 0,2-2 95 0 0,2-1 141 0 0,-3 1-69 0 0,-6 3-236 0 0,-7 5-12 0 0,-8 4-23 0 0,-8 6 0 0 0,-9 5-9 0 0,-5 3-264 0 0,-4 3-96 0 0,-5 3-503 0 0,-8 3-648 0 0,-7 4-1398 0 0,-6 4-3673 0 0,2-1 4051 0 0</inkml:trace>
  <inkml:trace contextRef="#ctx0" brushRef="#br8" timeOffset="61802.162">13062 2107 56 0 0,'0'0'0'0'0,"0"0"416"0"0,0 0-331 0 0,0 0 155 0 0,0 0 616 0 0,0 0 1747 0 0,0 0-1243 0 0,0 0-157 0 0,0 0-261 0 0,0 0-194 0 0,0 0-193 0 0,1 0-133 0 0,2-1-109 0 0,-1 1-90 0 0,1 0-35 0 0,1 0 32 0 0,-1-1 44 0 0,0 1 57 0 0,0 0 124 0 0,0 0 79 0 0,-1 0-72 0 0,-1 0-18 0 0,0 0 10 0 0,-1 0-13 0 0,0 0-27 0 0,1 0-71 0 0,0 0-126 0 0,-1 0-73 0 0,1 0-10 0 0,-1 0-10 0 0,1 0-44 0 0,0 0-62 0 0,0 0 89 0 0,1 0-32 0 0,-1 0-17 0 0,1-1 64 0 0,0-1-48 0 0,0 0 72 0 0,0 0 13 0 0,1-1 12 0 0,0 1-45 0 0,-1-1-28 0 0,1 0-82 0 0,-1-1 4 0 0,2 0-68 0 0,0-1-28 0 0,2 0 23 0 0,2-3-16 0 0,2 0 78 0 0,2-1-82 0 0,2-1 102 0 0,-1-1 31 0 0,1 1 3 0 0,1-2-55 0 0,-1 1 28 0 0,0-1-21 0 0,0 0-5 0 0,-1 0 1 0 0,-1-1-19 0 0,0 0 14 0 0,-2 0-52 0 0,0 1 61 0 0,0 1-10 0 0,-2 0 3 0 0,1 1 12 0 0,-2-1 62 0 0,0 1-78 0 0,0 0 26 0 0,-1 0-12 0 0,1 0 0 0 0,-1-1-9 0 0,0 0 12 0 0,0 1 47 0 0,0-1-60 0 0,-1 0 20 0 0,1 1 69 0 0,-1 0-3 0 0,0 0 1 0 0,0 1-90 0 0,0-1 73 0 0,0 1-73 0 0,0 0 15 0 0,0 0-1 0 0,1-1 3 0 0,0 0 4 0 0,1 0-5 0 0,1-2 44 0 0,1 0 33 0 0,1-1-6 0 0,0 0 6 0 0,0-2-19 0 0,0 0 10 0 0,0 0-17 0 0,1-1-15 0 0,0-1-38 0 0,-1 1 69 0 0,-2 0-13 0 0,0-1-4 0 0,0 1-14 0 0,-1 0 22 0 0,1 0-12 0 0,-1 0 36 0 0,-1 0-23 0 0,0-2 17 0 0,1 0-42 0 0,0-1-39 0 0,1-2 56 0 0,1-1-16 0 0,-1-1 29 0 0,1 0-2 0 0,-2-1 12 0 0,0 2 44 0 0,-1 1-25 0 0,-1 1 52 0 0,-1 1-42 0 0,-1 1-14 0 0,-1 1-15 0 0,0 0-22 0 0,-1 0-61 0 0,-1-1 90 0 0,0 0-100 0 0,1-2 25 0 0,0-1 38 0 0,1-1-9 0 0,0-1-55 0 0,1-1 22 0 0,1 0-9 0 0,1 0 0 0 0,1 0 51 0 0,1 1-14 0 0,0 2 11 0 0,0 2-5 0 0,-1 1 2 0 0,-2 2 17 0 0,-1 2-70 0 0,0 0 22 0 0,0 0-20 0 0,1 0-1 0 0,0-1 4 0 0,2 0-11 0 0,0-2-48 0 0,0 1 65 0 0,1 0-22 0 0,1 0 16 0 0,-2 3 7 0 0,-1 1 78 0 0,-1 3-40 0 0,-2 1-39 0 0,0 4 55 0 0,0 0-76 0 0,-1 3-104 0 0,0 0-136 0 0,-1 1-110 0 0,1 0-129 0 0,-1 0-230 0 0,0 1-313 0 0,-2 0-679 0 0,-1 1-1589 0 0,-5-1-3667 0 0,1 0 2745 0 0</inkml:trace>
  <inkml:trace contextRef="#ctx0" brushRef="#br9" timeOffset="66195.474">7543 5621 92 0 0,'0'0'0'0'0,"0"0"444"0"0,0 0 2404 0 0,0 0-921 0 0,0 0-560 0 0,0 0-232 0 0,0 0-321 0 0,0 0 38 0 0,0 0-157 0 0,0 0-136 0 0,23 18-210 0 0,3 2-61 0 0,5 1-61 0 0,-1-1-32 0 0,-2-4-12 0 0,-3-4-76 0 0,-4-2 34 0 0,-4-4 74 0 0,-2-2 9 0 0,-5-2 59 0 0,-1-1-25 0 0,-4-1 12 0 0,-1 0 12 0 0,-1 0-46 0 0,-2 0 24 0 0,0 0-38 0 0,0-1-106 0 0,1 0 84 0 0,3-3-237 0 0,0-2 62 0 0,2-2-201 0 0,-1-3-87 0 0,1 0 108 0 0,-2-1 163 0 0,-1 0-36 0 0,-2 1 101 0 0,0 2 36 0 0,-1 1 42 0 0,-1 2-20 0 0,0 2 11 0 0,-1 2-165 0 0,0 1-14 0 0,-1 1 49 0 0,0 1-19 0 0,-2 2-3 0 0,2 2-76 0 0,-1 4-39 0 0,2 1 99 0 0,0 3 20 0 0,2 2 96 0 0,2 1 74 0 0,2 0-28 0 0,4-1 102 0 0,1-1-35 0 0,2-1-32 0 0,0-3-63 0 0,-1-2 33 0 0,0-2-118 0 0,-2-1-15 0 0,-3-3-58 0 0,-1-1-22 0 0,-2 0-14 0 0,-1-1 28 0 0,-1 0 56 0 0,0-1-20 0 0,0 1-50 0 0,0-2 91 0 0,-1-1-2 0 0,1 0-25 0 0,-1-2 3 0 0,0-1-39 0 0,-1-1 56 0 0,-3 0-19 0 0,-3-1 7 0 0,-2 0-56 0 0,-2 0 72 0 0,-2 2-24 0 0,-1 0-6 0 0,0 2-98 0 0,0 1 143 0 0,2 1 130 0 0,1 1-123 0 0,2 1 18 0 0,1 1-50 0 0,1 1 8 0 0,1 2-15 0 0,1 0-54 0 0,1 1-31 0 0,0 2 107 0 0,2 1-31 0 0,0 1 167 0 0,1 1-66 0 0,3 1-93 0 0,2 0 27 0 0,2-1 35 0 0,4-1-62 0 0,2-2 6 0 0,-1-1-6 0 0,0-2-72 0 0,-2-2 81 0 0,-3 0-28 0 0,-1-2 9 0 0,-3 0 0 0 0,-1 0 0 0 0,0 0 5 0 0,-2-1-109 0 0,1-1-57 0 0,-1-2 215 0 0,1-3-188 0 0,0-3-26 0 0,0-2 50 0 0,-1-2 14 0 0,-2 0 120 0 0,-3 1 26 0 0,-4-1 7 0 0,-3 2 48 0 0,-1 2-25 0 0,-2 0 52 0 0,1 3-9 0 0,2 2 0 0 0,1 2-115 0 0,1 1 168 0 0,2 2-205 0 0,1 2 67 0 0,0 1-27 0 0,2 4-153 0 0,2 1 68 0 0,1 3 101 0 0,1 1 83 0 0,2 0-1 0 0,3 0-29 0 0,2-2 0 0 0,2-2-20 0 0,0-1 49 0 0,1-3-44 0 0,-1-2-59 0 0,-1-1 16 0 0,-1-1-19 0 0,0 0-63 0 0,0 0 92 0 0,1-1 44 0 0,1-2-85 0 0,0-1-132 0 0,-1-3-122 0 0,0-2 63 0 0,-2-3-15 0 0,-2-1 24 0 0,0-3 70 0 0,-4 0 48 0 0,-4-1 89 0 0,-4 0-4 0 0,-4 0 104 0 0,-2 2-119 0 0,-3 1 115 0 0,0 3-35 0 0,2 2 53 0 0,2 2-68 0 0,2 3 167 0 0,2 3-180 0 0,1 3 71 0 0,2 2-124 0 0,1 4-12 0 0,2 2 40 0 0,1 3-4 0 0,2 3 236 0 0,1 1-108 0 0,1 1 4 0 0,3 0-101 0 0,3-1 29 0 0,3-2-21 0 0,3-3 6 0 0,0-1-62 0 0,1-2 13 0 0,1-2-12 0 0,1-2-51 0 0,-2-1 66 0 0,0-1-27 0 0,1-2-52 0 0,-2 0 86 0 0,-1-1-32 0 0,-1 0 6 0 0,-2-1 10 0 0,-1-1 1 0 0,0-3-205 0 0,-1-2-71 0 0,-1-4 21 0 0,-1-3-40 0 0,-1-2 6 0 0,-3-3 120 0 0,-4 0 81 0 0,-5-1-48 0 0,-5 1 100 0 0,-4 1 35 0 0,-5 2 3 0 0,-1 2 85 0 0,-1 2 6 0 0,0 4 168 0 0,4 3 17 0 0,4 2-115 0 0,2 4-45 0 0,5 3-123 0 0,3 3 10 0 0,3 5 0 0 0,2 3-6 0 0,2 4 254 0 0,4 3-132 0 0,3 2-8 0 0,3 0-20 0 0,3-1 0 0 0,2-1 10 0 0,3-2 43 0 0,1-2-58 0 0,0-3-51 0 0,-1-3-32 0 0,0-3-7 0 0,-2-2-55 0 0,0-2 60 0 0,-2-3-109 0 0,-1 0 17 0 0,-1-2 25 0 0,-2 0-16 0 0,-2-1-97 0 0,0-2-60 0 0,-1-2-60 0 0,-1-4-29 0 0,-2-2-84 0 0,-1-4 1 0 0,-1-2 128 0 0,-4-2 196 0 0,-5-1 69 0 0,-5 0 75 0 0,-5 1 140 0 0,-5 1 35 0 0,-2 0-50 0 0,-2 3 43 0 0,1 2 76 0 0,1 3-9 0 0,1 2-37 0 0,4 3 0 0 0,3 2-48 0 0,3 1-116 0 0,3 3-21 0 0,3 1-74 0 0,4 3 13 0 0,1 2-154 0 0,1 3 73 0 0,3 4 82 0 0,5 2 48 0 0,3 1-71 0 0,3 1 20 0 0,3-1-81 0 0,1-2 19 0 0,1-3 56 0 0,0-1-24 0 0,-2-4 15 0 0,-1-2-2 0 0,-2-2 1 0 0,-2-1 10 0 0,-1-1 6 0 0,-2-2 78 0 0,0-1-110 0 0,-1-3 36 0 0,-1-3-217 0 0,-1-3 26 0 0,-2-5-77 0 0,-2-2-16 0 0,-1-3 159 0 0,-5-4 114 0 0,-3 0 73 0 0,-5-1 1 0 0,-4 0 73 0 0,-2 1-17 0 0,-2 2 37 0 0,-2 4 20 0 0,1 4 99 0 0,0 4 49 0 0,3 4-95 0 0,1 3 22 0 0,4 4-173 0 0,3 3-85 0 0,2 5 14 0 0,3 4-80 0 0,3 6 78 0 0,1 4 175 0 0,4 3-90 0 0,3 1-44 0 0,3 1-48 0 0,5-2-2 0 0,3-3-11 0 0,2-3-98 0 0,1-5-1 0 0,0-3 40 0 0,0-4-82 0 0,1-4 58 0 0,0-2 42 0 0,-1-4 34 0 0,1-5-219 0 0,-1-5-77 0 0,-2-6-60 0 0,-5-5-102 0 0,-3-4 74 0 0,-5-4 143 0 0,-6-1 52 0 0,-6 0 123 0 0,-4 2 72 0 0,-3 4 4 0 0,0 6 216 0 0,0 5-11 0 0,3 6 49 0 0,1 6 95 0 0,1 6-293 0 0,2 7-36 0 0,2 8-165 0 0,2 7-28 0 0,2 6 7 0 0,1 5-86 0 0,3 3-216 0 0,3 1-511 0 0,3 0-1146 0 0,3-2-3283 0 0,0-8-212 0 0</inkml:trace>
  <inkml:trace contextRef="#ctx0" brushRef="#br10" timeOffset="73252.777">7563 5616 588 0 0,'0'0'0'0'0,"0"0"468"0"0,0 0 3304 0 0,0 0-2395 0 0,0 0 126 0 0,0 0-732 0 0,18 18 38 0 0,3 5-541 0 0,3 4-122 0 0,-1 1-42 0 0,-3-2-110 0 0,-2-5 5 0 0,-2-4-70 0 0,-4-4 91 0 0,-2-4 104 0 0,-2-3 1 0 0,-2-3-59 0 0,-2-2-9 0 0,1-1-51 0 0,0-2 298 0 0,1-3-56 0 0,1-4-72 0 0,0-3-166 0 0,0-4 15 0 0,-1-4-124 0 0,-1-3 129 0 0,-1-2-45 0 0,-2 0 29 0 0,-2 1 85 0 0,-2 3-19 0 0,-2 3 114 0 0,-2 4 167 0 0,-2 3 122 0 0,-3 5-93 0 0,-1 2-156 0 0,-2 4 141 0 0,-1 3-276 0 0,-1 5-78 0 0,1 3-1 0 0,-1 3 132 0 0,1 2 10 0 0,3 2-50 0 0,2-1 10 0 0,2-2-22 0 0,2-1 7 0 0,3-4-69 0 0,1-3-37 0 0,2-3-245 0 0,1-1-127 0 0,1-3 14 0 0,4-1-144 0 0,2-3 435 0 0,3-1-89 0 0,0-3 17 0 0,2-2-154 0 0,-1-3-208 0 0,-2 1 183 0 0,-3-1 313 0 0,-3 1-44 0 0,-1 3 466 0 0,-3 2-190 0 0,-4 2-258 0 0,-4 4 199 0 0,-4 3-202 0 0,-4 7-141 0 0,-3 5-285 0 0,-1 7-518 0 0,1 7-991 0 0,2 3-1152 0 0,2 1-14 0 0,5-1 2529 0 0,2-5-668 0 0,4-6 1407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1:22.27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56845.8125"/>
      <inkml:brushProperty name="anchorY" value="-600749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55146.75"/>
      <inkml:brushProperty name="anchorY" value="-599121.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58117.4375"/>
      <inkml:brushProperty name="anchorY" value="-602194.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56798.0625"/>
      <inkml:brushProperty name="anchorY" value="-600931.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58068.0625"/>
      <inkml:brushProperty name="anchorY" value="-602205.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663477.625"/>
      <inkml:brushProperty name="anchorY" value="-600943.4375"/>
      <inkml:brushProperty name="scaleFactor" value="0.5"/>
    </inkml:brush>
  </inkml:definitions>
  <inkml:trace contextRef="#ctx0" brushRef="#br0">5237 18 536 0 0,'0'0'0'0'0,"0"0"208"0"0,0 0-168 0 0,0 0 2545 0 0,0 0-1242 0 0,0 0-240 0 0,0 0-459 0 0,0 0-102 0 0,0 0 22 0 0,0 0-115 0 0,0 0-152 0 0,0 0 115 0 0,9 13-93 0 0,4 4 117 0 0,1 2-112 0 0,2 0 54 0 0,0-1 53 0 0,-1-3 151 0 0,-1-3 18 0 0,0-2-67 0 0,-2-2-199 0 0,-1-3 60 0 0,-3-1-53 0 0,-1-2-9 0 0,-1 0-58 0 0,-2-2-79 0 0,0 0-19 0 0,-2 0-68 0 0,-1 0-29 0 0,0-1-76 0 0,1 1 12 0 0,1-1 55 0 0,2-1-29 0 0,1-1 54 0 0,-1-1-115 0 0,0-2-26 0 0,-1 0 63 0 0,-1-1 72 0 0,-1 1 47 0 0,-1 1-6 0 0,-1 2 6 0 0,0 0 61 0 0,0 2-27 0 0,0 0-40 0 0,-1 1-145 0 0,0 1-23 0 0,-1 1-234 0 0,-2 1 80 0 0,-2 1 166 0 0,-1 1 5 0 0,1 1-2 0 0,1 0-192 0 0,2 2 276 0 0,1-1-93 0 0,1-1 401 0 0,0 0-199 0 0,1-1-75 0 0,2-2 13 0 0,1-1 66 0 0,1 0 40 0 0,0-2-8 0 0,0 0-36 0 0,-1-1-90 0 0,0 0 32 0 0,-1 0-13 0 0,-1 0 1 0 0,0 0-14 0 0,-1 0-90 0 0,0 0 16 0 0,0-1-24 0 0,2-2-82 0 0,-1-1 115 0 0,1-3-99 0 0,-1-2-21 0 0,-1-1-21 0 0,1-2 74 0 0,-1 1 46 0 0,-1 0 64 0 0,0 1 32 0 0,-3 2-21 0 0,1 2 30 0 0,0 2-45 0 0,0 3-66 0 0,-1 1-99 0 0,0 4 124 0 0,-1 2-204 0 0,1 3 55 0 0,0 4-92 0 0,2 2 2 0 0,0 2 125 0 0,1 1 96 0 0,3 0 129 0 0,3-2-56 0 0,2-2-26 0 0,1-3 40 0 0,0-3 73 0 0,0-2-68 0 0,-2-2-21 0 0,-1-2-3 0 0,-2-1 39 0 0,-2 0 14 0 0,0-1-30 0 0,0 1-16 0 0,0-1-85 0 0,-1 1-39 0 0,2-1-121 0 0,-1-3-34 0 0,2-1 233 0 0,-1-3-341 0 0,0-2 34 0 0,0-3-54 0 0,-1-1 52 0 0,-4-1 147 0 0,-2-1 63 0 0,-4 1 64 0 0,-3 0 9 0 0,-2 2 81 0 0,-1 2 36 0 0,2 2 103 0 0,0 4 18 0 0,2 3-131 0 0,0 2 138 0 0,1 4-107 0 0,2 2-161 0 0,1 4-42 0 0,2 2 86 0 0,1 2 9 0 0,2 1 214 0 0,2 0-115 0 0,1 0-64 0 0,2-3-5 0 0,1-1 15 0 0,2-2 22 0 0,0-3 51 0 0,0-2-8 0 0,0-1 3 0 0,-1-2-54 0 0,-1-1-88 0 0,-2 0 22 0 0,1-1 17 0 0,-1 1-55 0 0,0-1-155 0 0,0 0 85 0 0,0-2 5 0 0,0-1 82 0 0,0-2-74 0 0,0-3-136 0 0,-1-3 58 0 0,-1-3-33 0 0,-1-1 92 0 0,-4-2 82 0 0,-4 0-18 0 0,-3 0 10 0 0,-3 1 16 0 0,-2 2 93 0 0,1 3 34 0 0,2 3 58 0 0,2 3-27 0 0,1 3-98 0 0,4 3 113 0 0,0 4-213 0 0,0 3 52 0 0,1 4-287 0 0,2 4 116 0 0,1 3 183 0 0,1 2-28 0 0,1 1 165 0 0,0-1-78 0 0,2-1-15 0 0,2-4 12 0 0,1-3 77 0 0,2-4 8 0 0,1-2-43 0 0,-1-3-85 0 0,0-2-33 0 0,-1-1 5 0 0,-2-1-8 0 0,1 1-5 0 0,0-1-129 0 0,2-2-1 0 0,1-1 156 0 0,2-2-127 0 0,1-2-67 0 0,0-4-49 0 0,-1-1 8 0 0,-1-1-1 0 0,-2-2 54 0 0,-3 0-11 0 0,-3 1 78 0 0,-5 0 96 0 0,-4 2-22 0 0,-2 1 72 0 0,-2 2-58 0 0,-1 2 15 0 0,1 3 89 0 0,0 1-51 0 0,0 2-49 0 0,0 2 11 0 0,1 2 234 0 0,0 1-83 0 0,2 2 94 0 0,2 2-280 0 0,1 1 56 0 0,2 3-133 0 0,2 3 119 0 0,0 2-46 0 0,2 2-289 0 0,2 0-179 0 0,3 1-398 0 0,3-2-493 0 0,3 0-536 0 0,1-3-824 0 0,1-2-3701 0 0,-2-3 3784 0 0</inkml:trace>
  <inkml:trace contextRef="#ctx0" brushRef="#br1" timeOffset="-3277.722">0 3446 1032 0 0,'0'0'0'0'0,"0"0"0"0"0,0 0 4719 0 0,0 0-2984 0 0,0 0-575 0 0,0 0-312 0 0,0 0-143 0 0,0 0-170 0 0,0 0-181 0 0,11 4-175 0 0,1 0-118 0 0,2 2 12 0 0,0-1-68 0 0,-1 1 9 0 0,0-1 135 0 0,-2 0-41 0 0,-2 0-22 0 0,0-2-7 0 0,-3 0-33 0 0,-1-1-49 0 0,-1 0-138 0 0,-1-1 15 0 0,1 0 36 0 0,0 0-68 0 0,4-1-861 0 0,1 0 814 0 0,2 0-139 0 0,2-1 156 0 0,1-1 122 0 0,-1-1 58 0 0,1-2 86 0 0,-1-1-43 0 0,-1-2 54 0 0,0-1-47 0 0,-2-2 29 0 0,-1-1-74 0 0,-2 0 11 0 0,-1-2-2 0 0,-2-1-8 0 0,-1 0 8 0 0,-2 1-3 0 0,0 0 10 0 0,-1 2 119 0 0,0 2 107 0 0,-1 2 75 0 0,-2 2-36 0 0,-1 3 69 0 0,-4 0-139 0 0,-1 4-230 0 0,-2 4-14 0 0,-1 4 44 0 0,-1 5-122 0 0,-1 4 54 0 0,3 6 56 0 0,1 2-5 0 0,4 2 259 0 0,2 1 42 0 0,4-1 41 0 0,4-2 25 0 0,4-1-19 0 0,3-3-7 0 0,2-4-58 0 0,2-4-74 0 0,1-3-58 0 0,0-4-155 0 0,0-4 36 0 0,0-1-23 0 0,-1-2 103 0 0,0-3-16 0 0,-1-3 44 0 0,0-4-54 0 0,-2-3 31 0 0,-2-4-122 0 0,-2-4 30 0 0,-4-3-132 0 0,-2-3-14 0 0,-4-1 85 0 0,-4 0-27 0 0,-5 0 81 0 0,-3 3 56 0 0,-3 2 2 0 0,0 4 40 0 0,0 5 62 0 0,2 4 32 0 0,0 4-36 0 0,1 5-190 0 0,1 5-62 0 0,1 7-132 0 0,1 6 97 0 0,3 5 81 0 0,2 5 31 0 0,4 2 16 0 0,4 1 140 0 0,7-1 32 0 0,5-3-98 0 0,6-3-8 0 0,3-4-20 0 0,2-4-53 0 0,1-3 17 0 0,-1-2-18 0 0,-1-4 3 0 0,-3-2 4 0 0,-4-2-6 0 0,-4-1-3 0 0,-4-1 0 0 0,-2-1 5 0 0,-2-1 45 0 0,0-2 118 0 0,0-4-180 0 0,-1-5 33 0 0,-1-3-293 0 0,-1-5 165 0 0,0-3 23 0 0,-2-4 90 0 0,-5-1-17 0 0,-5-2 6 0 0,-5 0 12 0 0,-6 2 79 0 0,-4 2-3 0 0,-1 4-40 0 0,-2 5-41 0 0,2 6 220 0 0,4 4-133 0 0,2 7-96 0 0,2 7-277 0 0,4 8 110 0 0,2 6 122 0 0,4 6 43 0 0,2 5 75 0 0,3 2 47 0 0,5 1 0 0 0,4-1 90 0 0,5-3-65 0 0,3-4 10 0 0,2-3-20 0 0,2-6 21 0 0,-1-3 62 0 0,0-4-59 0 0,-3-4-24 0 0,-2-2-78 0 0,-2-2-42 0 0,-2-1 4 0 0,2-2 72 0 0,0-2 56 0 0,1-2-35 0 0,2-3-14 0 0,1-5-8 0 0,-1-4-90 0 0,-3-4-51 0 0,-3-6-197 0 0,-2-3-54 0 0,-4-4 32 0 0,-4-2 121 0 0,-5-2 33 0 0,-5 2 127 0 0,-6 2-16 0 0,-3 4 80 0 0,-2 5 48 0 0,0 7-140 0 0,3 6 387 0 0,1 7-386 0 0,3 8 55 0 0,1 9-176 0 0,2 9 2 0 0,1 8 61 0 0,3 6 91 0 0,4 4-18 0 0,2 3 85 0 0,5-2-84 0 0,4-2 19 0 0,5-3-7 0 0,4-6 13 0 0,1-5 57 0 0,2-7-81 0 0,0-5 18 0 0,0-5-142 0 0,-1-3 70 0 0,-1-3 65 0 0,-1-4-13 0 0,1-3 85 0 0,-3-4-94 0 0,-1-5-90 0 0,-3-4-18 0 0,-4-2 56 0 0,-6-3 79 0 0,-8 0 35 0 0,-7 1-57 0 0,-6 1 29 0 0,-4 4 56 0 0,-1 5-79 0 0,1 4 255 0 0,4 7-312 0 0,3 9-151 0 0,6 9 29 0 0,5 8-71 0 0,6 8 75 0 0,6 6-76 0 0,9 3 1 0 0,7 2-122 0 0,7 0-538 0 0,5-3-476 0 0,2-2-1359 0 0,1-6-4252 0 0,0-3 7326 0 0,-7-8-1984 0 0</inkml:trace>
  <inkml:trace contextRef="#ctx0" brushRef="#br2" timeOffset="6677.381">557 3236 432 0 0,'0'0'0'0'0,"0"0"72"0"0,0 0-14 0 0,0 0 27 0 0,0 0-269 0 0,0 0 198 0 0,0-1 190 0 0,0 0 64 0 0,0 0 17 0 0,0-1-337 0 0,0 1 373 0 0,0 0-319 0 0,0 0 467 0 0,0 0-205 0 0,0 1 28 0 0,0 0-124 0 0,0 0-180 0 0,0 0 42 0 0,0 0-165 0 0,0 0-8 0 0,0 0-7 0 0,0 0-38 0 0,0 0-127 0 0,0 0-41 0 0,0 1 166 0 0,0-1 130 0 0,-1 1 34 0 0,-1 0 14 0 0,-1 0 12 0 0,-2 1 116 0 0,-1-1-28 0 0,-2 1-106 0 0,0 1-287 0 0,-1-1-331 0 0,1 0 280 0 0</inkml:trace>
  <inkml:trace contextRef="#ctx0" brushRef="#br3" timeOffset="7279.595">331 3346 52 0 0,'0'0'0'0'0,"0"0"576"0"0,0 0 103 0 0,0 0-58 0 0,0 0-191 0 0,0 0-126 0 0,0 0-178 0 0,0 0 35 0 0,0 0-174 0 0,0 0 37 0 0,0 0 36 0 0,0 0 64 0 0,0 0 40 0 0,0 1 90 0 0,0-1 41 0 0,0 1-64 0 0,0-1-175 0 0,0 1 342 0 0,0-1-345 0 0,0 0-41 0 0,0 1-47 0 0,0-1 42 0 0,0 0-344 0 0,0 0 431 0 0,0 0 40 0 0,0 0 71 0 0,0 0 51 0 0</inkml:trace>
  <inkml:trace contextRef="#ctx0" brushRef="#br4" timeOffset="9761.261">291 3346 184 0 0,'0'0'0'0'0,"0"0"1732"0"0,0 0-742 0 0,0 0-166 0 0,0 0-203 0 0,0 0-126 0 0,0 0-133 0 0,0 0-99 0 0,0 0-107 0 0,0 0 50 0 0,0 0-12 0 0,4 0 88 0 0,1 0-41 0 0,0 0-276 0 0,0-1 81 0 0,-1 1-47 0 0,0-1 2 0 0,-1 0-11 0 0,-2 0-1 0 0,0 0 14 0 0,1 0-5 0 0,-1 0 151 0 0,1-1 4 0 0,0 0 74 0 0,0-1-3 0 0,2 0-35 0 0,2 0 27 0 0,1 0-253 0 0,1-1 132 0 0,1-1 280 0 0,0 1-324 0 0,1 0-39 0 0,-1-1 5 0 0,0 1-16 0 0,0-1 69 0 0,-2 1 106 0 0,0 0-87 0 0,-1 0 22 0 0,1 1 9 0 0,-1 0 148 0 0,0-1 47 0 0,1 1-51 0 0,0 0-20 0 0,1-1-110 0 0,-1 1-132 0 0,1-1 80 0 0,0 1-98 0 0,-1 0 25 0 0,-1 0-14 0 0,1 0-7 0 0,-1 0-46 0 0,0 1 55 0 0,0 0 0 0 0,0 0 5 0 0,0-1 15 0 0,0 1 100 0 0,1 0-93 0 0,0 0 56 0 0,0-1-6 0 0,1 0-27 0 0,1 0 23 0 0,0 0-8 0 0,0 0-59 0 0,0-1 18 0 0,2-1-23 0 0,1 0-52 0 0,0 0 9 0 0,1-1 55 0 0,-1 1-14 0 0,1 0 2 0 0,-2 0-2 0 0,-1 1 1 0 0,-2 1-6 0 0,-1 0 11 0 0,-2 1-12 0 0,0 0 8 0 0,-1 0-3 0 0,0-1-8 0 0,0 1-59 0 0,1-1 78 0 0,2 1-22 0 0,-1-1 2 0 0,1-1-72 0 0,0 0 2 0 0,0 0 14 0 0,-1 0-9 0 0,1 1 82 0 0,-3 0-73 0 0,1 1 81 0 0,-2 0-18 0 0,2 0 6 0 0,-1 0-8 0 0,0-1 11 0 0,1 1 16 0 0,0-1 51 0 0,1 0-13 0 0,1 0 22 0 0,-1-1 1 0 0,1 0 9 0 0,0 0-43 0 0,-1 1 13 0 0,0-1-67 0 0,0 0 18 0 0,-1 0-23 0 0,0 0-43 0 0,-1 1 59 0 0,-1 1-82 0 0,1 0 90 0 0,-1 0-27 0 0,-1 0 18 0 0,0 0 17 0 0,0 1 79 0 0,0-1-49 0 0,0 0 53 0 0,1 0-14 0 0,-1 0-42 0 0,1 1-42 0 0,0-1 18 0 0,0-1 51 0 0,1 0 11 0 0,0 0 52 0 0,2 0-75 0 0,0 0 11 0 0,0-1 9 0 0,2 0 27 0 0,0 0 6 0 0,-1 0-74 0 0,0 0 24 0 0,1 0-58 0 0,-1 1 89 0 0,-1-1-24 0 0,1 1 4 0 0,-1 0 3 0 0,0 0-15 0 0,0 0 18 0 0,1-1-20 0 0,0 1-13 0 0,0-1-52 0 0,2 0 13 0 0,0-1-17 0 0,1 1-49 0 0,0-2 74 0 0,1 1-20 0 0,1-1 63 0 0,0 0-15 0 0,0 0 22 0 0,0-1-74 0 0,1-1 78 0 0,0 1-12 0 0,1-1 79 0 0,-1 0-81 0 0,1 0-55 0 0,-1 0 10 0 0,0 0-19 0 0,0 0 10 0 0,0 0-3 0 0,-1 0 6 0 0,0 0-2 0 0,-1 1 1 0 0,1-1 5 0 0,-1 0 7 0 0,0 0 36 0 0,0 0-51 0 0,0-1 12 0 0,0 1-4 0 0,0 0 4 0 0,0-1-11 0 0,0 1 8 0 0,-1-1-12 0 0,2 1 3 0 0,0-2-6 0 0,0 1-3 0 0,2-1-111 0 0,1 1 148 0 0,1-1-101 0 0,-1 0 68 0 0,1 0-50 0 0,-1 0 66 0 0,-1 0-10 0 0,0 1 112 0 0,-1 0-85 0 0,-1 0-20 0 0,0 0 6 0 0,-2 1 58 0 0,0 0-32 0 0,0 1-43 0 0,-1 0 19 0 0,0 0 42 0 0,-1 0-1 0 0,0 1-61 0 0,0 0 16 0 0,-2 1-13 0 0,-1 1-14 0 0,-2 1 4 0 0,-1 1-2 0 0,-1 1-61 0 0,-1 0-89 0 0,0 1-96 0 0,0 0 154 0 0,-1 0-130 0 0,1 1-66 0 0,0 1-9 0 0,0 1 156 0 0,-1-1 113 0 0,-1 2 24 0 0,1-1 84 0 0,-1-1-15 0 0,1 0 11 0 0,0 0 61 0 0,1-1 89 0 0,-1 0 35 0 0,1-1-108 0 0,0 0-60 0 0,0 1-6 0 0,0-2-73 0 0,0 1 66 0 0,1 0 5 0 0,0 0 60 0 0,2-2 178 0 0,3-1-28 0 0,3-1-10 0 0,2-1-63 0 0,3-1-12 0 0,1-1-137 0 0,1-1-40 0 0,0 0 6 0 0,1 0 26 0 0,-1-1-67 0 0,1 0 22 0 0,-1 1-3 0 0,-1-2 3 0 0,2 0 4 0 0,1 0-15 0 0,1-2-9 0 0,1-1-40 0 0,1 0 66 0 0,1-1-31 0 0,1-1 20 0 0,1 1-5 0 0,-1-1 7 0 0,0 0 3 0 0,-1 1-10 0 0,0 0-11 0 0,0 0 13 0 0,-2 2-1 0 0,-1-1 0 0 0,0 1 57 0 0,-2 1-67 0 0,-1 0 32 0 0,-2 0 69 0 0,0 1-26 0 0,-1 0-62 0 0,-1 1 81 0 0,-2-1-14 0 0,0 1-13 0 0,-1 0-45 0 0,0 0 45 0 0,-1-1-68 0 0,1 0 5 0 0,0 0-49 0 0,2-1 1 0 0,2 0 6 0 0,1-1 47 0 0,2-1-9 0 0,1 0 11 0 0,2 0-1 0 0,1 0-3 0 0,0 0 0 0 0,1 0 5 0 0,-2 0-6 0 0,0 1 6 0 0,-1 0-2 0 0,0 1 11 0 0,-3-1 43 0 0,1 1-49 0 0,-2 1 101 0 0,0-1-122 0 0,1 1 85 0 0,-1-1-69 0 0,0 0 10 0 0,1 0-8 0 0,-1 0-5 0 0,1 0-56 0 0,-1 1 72 0 0,0 0-28 0 0,-1 0 4 0 0,0 0 5 0 0,-1 0 8 0 0,0 0 16 0 0,0 0 66 0 0,0 0-17 0 0,-2 1 24 0 0,0-1 38 0 0,2 1-80 0 0,-1-1 12 0 0,0-1-57 0 0,1 0 8 0 0,0 0-2 0 0,0-1 64 0 0,1-1-33 0 0,0 0-37 0 0,1 0 8 0 0,1-1 45 0 0,0 0-62 0 0,1 0 11 0 0,1-1-69 0 0,-1 1 69 0 0,1 0-20 0 0,-1 1 16 0 0,0 1-3 0 0,-2 1-7 0 0,1 1 7 0 0,0 1-7 0 0,2-1-59 0 0,4 1 86 0 0,6-2 24 0 0,3 0-52 0 0,4-2 16 0 0,0 1-20 0 0,0-1 14 0 0,-2 1-1 0 0,-4 0-14 0 0,-3 1-69 0 0,-3 1 107 0 0,-4 1-26 0 0,-1 0 103 0 0,-5 1-40 0 0,-1 1 4 0 0,-3 0-63 0 0,-1 1 21 0 0,-1 0-11 0 0,0 1-13 0 0,1-1-47 0 0,1 0-25 0 0,2 0 3 0 0,0-1 23 0 0,1 0-8 0 0,2 1 51 0 0,0 0-56 0 0,0 0 66 0 0,0 0-29 0 0,0 1 28 0 0,0-1-2 0 0,-1 2-3 0 0,1-1-8 0 0,-1 0-2 0 0,0 0 9 0 0,-1 0 1 0 0,1 0 14 0 0,1-1-7 0 0,0 0-2 0 0,2-1 0 0 0,2-1-4 0 0,3-2-9 0 0,6 0 12 0 0,4-2 42 0 0,3-1-58 0 0,1 1-37 0 0,-2-1 66 0 0,-2 0-24 0 0,-4 1 8 0 0,-3 1-14 0 0,-3 1-38 0 0,-4-1 66 0 0,-2 1 39 0 0,-2 0-61 0 0,-2 1 75 0 0,-1 0-79 0 0,-1 0 20 0 0,0 0-8 0 0,-1 1 0 0 0,2 0 10 0 0,-1 0-4 0 0,2 0 7 0 0,0 0 3 0 0,0-1 41 0 0,0 0-62 0 0,-1 0 11 0 0,0 0 70 0 0,0 0-37 0 0,-1 0-45 0 0,0 1 5 0 0,1-1-57 0 0,0 1-1 0 0,1 0 67 0 0,1-1-73 0 0,1 1 20 0 0,1 0-35 0 0,2 0 22 0 0,1-1 53 0 0,0 1-11 0 0,1 0 17 0 0,-1 1-3 0 0,-1-1 16 0 0,-1 1 57 0 0,-1 1-34 0 0,-1-1-38 0 0,-2 2 82 0 0</inkml:trace>
  <inkml:trace contextRef="#ctx0" brushRef="#br5" timeOffset="11744.076">5274 114 352 0 0,'0'0'0'0'0,"0"0"1708"0"0,0 0-1050 0 0,0 0-17 0 0,0 0-274 0 0,0 0 123 0 0,0 0 41 0 0,0 0 66 0 0,0 0-176 0 0,0 0 12 0 0,0 0 50 0 0,-6 1-5 0 0,-1 0-230 0 0,-1 0 42 0 0,-1 2-26 0 0,0 0 131 0 0,0 0 158 0 0,0 1-51 0 0,-1 0-61 0 0,-2 1-111 0 0,-2 0-82 0 0,-1 1-17 0 0,-2 0-82 0 0,0 2-61 0 0,0-1 16 0 0,-1 2-111 0 0,2-1 29 0 0,2 1-23 0 0,0-1 2 0 0,0 1-6 0 0,3 0 7 0 0,0-1-17 0 0,1 2-56 0 0,1-2 77 0 0,0 1-13 0 0,-1-1 5 0 0,0 0 11 0 0,0 0-7 0 0,-1 0 87 0 0,-2 0-6 0 0,0 0-41 0 0,-1 0-30 0 0,0 0 110 0 0,0 0-135 0 0,1 0 24 0 0,1 0-13 0 0,1-1-10 0 0,1 0 1 0 0,1-1-62 0 0,1 0 93 0 0,0 0-36 0 0,0 0 18 0 0,0-1 67 0 0,-1 1-28 0 0,0 0 12 0 0,0 1-48 0 0,-1-1 89 0 0,0 1 4 0 0,0-1-60 0 0,-1 1-24 0 0,0-1 52 0 0,1 1-82 0 0,0-1 20 0 0,1 1-63 0 0,0-2 71 0 0,0 1-33 0 0,-1 0 10 0 0,1 0 8 0 0,-1 0 3 0 0,0 1 8 0 0,0 0 4 0 0,1 0-1 0 0,-1 1-4 0 0,1-1-3 0 0,0 1-4 0 0,0 0-8 0 0,2-1 1 0 0,-1 1 8 0 0,2-1-63 0 0,-2-1 80 0 0,1 1-41 0 0,1-1-48 0 0,0 0 30 0 0,-1 0 38 0 0,1 0-7 0 0,0 1-4 0 0,0 0-44 0 0,1 0 64 0 0,0 2-16 0 0,-1 0 0 0 0,1 1-2 0 0,-1 0 1 0 0,2-1-76 0 0,-2 0 92 0 0,1-1-68 0 0,0 0 76 0 0,0-2-7 0 0,-1 1 51 0 0,-1 0-63 0 0,0-1 86 0 0,0 0-100 0 0,0 0 31 0 0,-1 0-11 0 0,1 0-9 0 0,-1 0 2 0 0,0 0 4 0 0,-1-1 3 0 0,0 1 4 0 0,1-2 8 0 0,1 1-6 0 0,0-1 3 0 0,1 0 4 0 0,1 0 77 0 0,-1 0-110 0 0,-1 1 46 0 0,0-1-15 0 0,-1 0 1 0 0,-1 1 5 0 0,-1 0-21 0 0,-1-1-12 0 0,0 1-67 0 0,1 0 92 0 0,1-1-32 0 0,-1 0 20 0 0,3 0-11 0 0,1-1 3 0 0,0-1 4 0 0,1 1-7 0 0,1-1-90 0 0,1 1 58 0 0,1-1-9 0 0,0 1 62 0 0,0-1-21 0 0,1 1 11 0 0,-1-1 4 0 0,1 0-2 0 0,-2 1 15 0 0,1 0 1 0 0,-1-1-5 0 0,2 1 50 0 0,0-2-66 0 0,0 1 16 0 0,1-1 0 0 0,0 0-8 0 0,0 0 3 0 0,0-1-6 0 0,0 0 2 0 0,0 0 4 0 0,0 0 54 0 0,0 0-15 0 0,0 0-39 0 0,0 0 19 0 0,1 0-28 0 0,1 0-2 0 0,-1 0-141 0 0,1 0 53 0 0,0 0-5 0 0,-1 0 5 0 0,1 0 20 0 0,-1 0 23 0 0,0 0 51 0 0,0 0-7 0 0,0 0 95 0 0,0 0-6 0 0,-1 0 49 0 0,0 0-9 0 0,0 0-22 0 0,0 0-53 0 0,0 0-37 0 0,0 0 0 0 0,0 0 0 0 0,0 0-12 0 0,0 1-11 0 0,0 0-104 0 0,0 1 28 0 0,0 0 4 0 0,0 1 41 0 0,0-1 40 0 0,0 1-2 0 0,0-1 5 0 0,0 0 1 0 0,0 1 0 0 0,-1-1-5 0 0,0 0-101 0 0,-1-1-162 0 0,-1 1-190 0 0,-1 0-264 0 0,-1 1-521 0 0,-1 0-733 0 0,0-1-361 0 0,9-5-1806 0 0,2-2 5063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3:23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110 33 92 0 0,'0'0'137'0'0,"0"0"293"0"0,0 0-128 0 0,0 0-184 0 0,0 0 174 0 0,0 0 1036 0 0,0 0 129 0 0,0 0-79 0 0,4 0-50 0 0,20-22 3364 0 0,44 12-515 0 0,-61 9-4180 0 0,0 1 0 0 0,1 1-1 0 0,-1-1 1 0 0,0 1-1 0 0,1 0 1 0 0,-1 1-1 0 0,0 0 1 0 0,0 0 0 0 0,0 1-1 0 0,-1-1 1 0 0,1 2-1 0 0,0-1 1 0 0,-1 1 0 0 0,0 0-1 0 0,0 0 1 0 0,0 0-1 0 0,0 1 1 0 0,-1 0-1 0 0,0 0 1 0 0,0 0 0 0 0,0 1-1 0 0,-1 0 1 0 0,1 0-1 0 0,-1 0 1 0 0,-1 0-1 0 0,1 1 1 0 0,-1 0 0 0 0,0-1-1 0 0,-1 1 1 0 0,0 0-1 0 0,0 0 1 0 0,0 1 0 0 0,-1-1-1 0 0,0 0 1 0 0,0 0-1 0 0,-1 1 1 0 0,0-1-1 0 0,-1 2 4 0 0,-3 199-191 0 0,4-121-471 0 0,-16-114 521 0 0,13 18 141 0 0,0 0 0 0 0,0 0-1 0 0,0 0 1 0 0,-2 0 0 0 0,1 0-1 0 0,-1 1 1 0 0,0 0 0 0 0,0 0-1 0 0,-1 0 1 0 0,0 1 0 0 0,-1 0-1 0 0,1 0 1 0 0,-1 1 0 0 0,-1-1-1 0 0,1 1 1 0 0,-1 1-1 0 0,0 0 1 0 0,-1 0 0 0 0,1 0-1 0 0,-1 1 1 0 0,0 1 0 0 0,0-1-1 0 0,0 1 1 0 0,0 1 0 0 0,0 0-1 0 0,-1 0 1 0 0,1 1 0 0 0,-1 0-1 0 0,1 0 1 0 0,-1 1 0 0 0,-7 1 0 0 0,0-1-19 0 0,13-1 12 0 0,0 0 0 0 0,0 1 0 0 0,0-1 0 0 0,0 1-1 0 0,0 0 1 0 0,0 0 0 0 0,0 1 0 0 0,0-1 0 0 0,0 1 0 0 0,1 0 0 0 0,-1 0 0 0 0,0 0 0 0 0,0 0 0 0 0,1 1 0 0 0,-1-1 0 0 0,0 1-1 0 0,1 0 1 0 0,0 0 0 0 0,-1 1 0 0 0,1-1 0 0 0,0 1 0 0 0,0-1 0 0 0,0 1 0 0 0,1 0 0 0 0,-1 0 0 0 0,1 0 0 0 0,-2 3 7 0 0,2-1-31 0 0,-1 0 0 0 0,2 1 0 0 0,-1-1 0 0 0,1 1 0 0 0,-1 0 0 0 0,1-1 0 0 0,1 1 0 0 0,-1 0 0 0 0,1 0 0 0 0,0-1 0 0 0,1 1 0 0 0,-1 0 0 0 0,1 0 0 0 0,0-1 0 0 0,1 1 0 0 0,-1 0 0 0 0,1-1 0 0 0,0 0 0 0 0,1 1 0 0 0,-1-1 0 0 0,1 0 0 0 0,0 0 0 0 0,0 0 0 0 0,0 0 0 0 0,1-1 0 0 0,0 0 0 0 0,0 1 0 0 0,0-1 0 0 0,0-1 0 0 0,1 1 0 0 0,-1 0 0 0 0,1-1 0 0 0,0 0 0 0 0,0 0 0 0 0,0-1 0 0 0,1 1 0 0 0,-1-1 0 0 0,1 0 0 0 0,-1-1 0 0 0,1 1 0 0 0,-1-1 0 0 0,1 0 0 0 0,0-1 0 0 0,0 1 0 0 0,0-1 0 0 0,5-1 31 0 0,238 11-11430 0 0,-210-10 10191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4:10.6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1106 732 0 0,'0'0'152'0'0,"0"0"21"0"0,0 0-87 0 0,0 0-16 0 0,0 0-87 0 0,0 0-186 0 0,0 0-140 0 0,0 0 26 0 0,4 4 148 0 0,28 18 1569 0 0,-32-22-352 0 0,0 0 52 0 0,0 0-72 0 0,0 0-123 0 0,0 0-114 0 0,0 0-50 0 0,0 0-4 0 0,0 0-54 0 0,0 0-84 0 0,0 0-69 0 0,0 0-34 0 0,0 0-66 0 0,0 0-99 0 0,45-5 1378 0 0,-31 2-1587 0 0,0 1 1 0 0,0-2 0 0 0,-1 0-1 0 0,1 0 1 0 0,-1-2-1 0 0,0 1 1 0 0,-1-2-1 0 0,1 0 1 0 0,-1 0 0 0 0,0-1-1 0 0,-1 0 1 0 0,0-1-1 0 0,0-1 1 0 0,-1 1 0 0 0,-1-2-1 0 0,1 1 1 0 0,-2-2-1 0 0,2-1-122 0 0,120-230-78 0 0,-54-33-111 0 0,-67 245 211 0 0,1 1 0 0 0,1 0 0 0 0,2 0 0 0 0,1 1 0 0 0,1 0 0 0 0,1 2 0 0 0,2 0 0 0 0,1 1 0 0 0,1 0 0 0 0,1 2 0 0 0,1 0 0 0 0,1 2 0 0 0,1 0 0 0 0,0 2 0 0 0,2 1 0 0 0,1 0 0 0 0,19-9-22 0 0,-43 27-73 0 0,-1 0-1 0 0,1 1 0 0 0,-1-1 0 0 0,0 0 1 0 0,1 1-1 0 0,0-1 0 0 0,-1 1 0 0 0,1 0 1 0 0,-1 0-1 0 0,1 0 0 0 0,-1 0 1 0 0,1 0-1 0 0,-1 0 0 0 0,1 1 0 0 0,-1 0 1 0 0,1-1-1 0 0,-1 1 0 0 0,1 0 0 0 0,-1 0 1 0 0,0 0-1 0 0,1 0 0 0 0,-1 1 0 0 0,0-1 1 0 0,0 0-1 0 0,0 1 0 0 0,0 0 1 0 0,0-1-1 0 0,0 1 0 0 0,-1 0 0 0 0,1 0 1 0 0,0 0-1 0 0,0 2 74 0 0,27 46-5685 0 0,-23-33 1460 0 0</inkml:trace>
  <inkml:trace contextRef="#ctx0" brushRef="#br0" timeOffset="253.784">182 495 1280 0 0,'0'0'2620'0'0,"0"0"1518"0"0,0 0-2024 0 0,0 0-940 0 0,0 0-486 0 0,0 0-156 0 0,0 0 42 0 0,0 0-172 0 0,0 0-201 0 0,41 4-191 0 0,132 11-138 0 0,65-8-2382 0 0,-167-7-1379 0 0,-45 0 139 0 0</inkml:trace>
  <inkml:trace contextRef="#ctx0" brushRef="#br0" timeOffset="697.444">1339 557 928 0 0,'0'0'2218'0'0,"0"0"833"0"0,0 0-1267 0 0,0 0-719 0 0,0 0-177 0 0,0 0-142 0 0,0 0 9 0 0,0 0-81 0 0,0 0-125 0 0,0 0-80 0 0,-29 9-61 0 0,-94 31 24 0 0,103-33-271 0 0,1 1 0 0 0,0 0 0 0 0,0 1-1 0 0,1 1 1 0 0,0 1 0 0 0,1 1 0 0 0,0 0-1 0 0,1 1 1 0 0,0 1 0 0 0,1 0 0 0 0,-1 4-161 0 0,4-7 27 0 0,1 0-65 0 0,1 0-1 0 0,0 1 0 0 0,1 0 0 0 0,0 1 1 0 0,1 0-1 0 0,0 0 0 0 0,1 0 0 0 0,0 1 1 0 0,1 0-1 0 0,1 1 0 0 0,1-1 0 0 0,0 1 1 0 0,0 0-1 0 0,1 0 0 0 0,1 1 0 0 0,1-1 1 0 0,0 8 38 0 0,5-17-263 0 0,0-1 0 0 0,0 1 0 0 0,0-1 0 0 0,1 0 0 0 0,-1 0 0 0 0,1 0 0 0 0,0-1 0 0 0,1 0 0 0 0,-1 0 0 0 0,1 0 0 0 0,0 0 0 0 0,0-1 0 0 0,0 0 0 0 0,0 0 0 0 0,1-1 0 0 0,-1 0 0 0 0,1 0 0 0 0,-1 0 0 0 0,1-1 0 0 0,0 0 0 0 0,0 0 0 0 0,-1-1 0 0 0,1 0 0 0 0,0 0 0 0 0,0-1 0 0 0,0 1 0 0 0,3-2 263 0 0,0 2-956 0 0,33 2-2881 0 0,-5-2 626 0 0</inkml:trace>
  <inkml:trace contextRef="#ctx0" brushRef="#br0" timeOffset="998.236">1662 691 2752 0 0,'0'0'2675'0'0,"0"0"100"0"0,0 0-1133 0 0,0 0-753 0 0,0 0-154 0 0,0 0 239 0 0,0 0 189 0 0,0 0-164 0 0,0 0-384 0 0,19 13-254 0 0,143 114 510 0 0,-80-41-880 0 0,53 49-4755 0 0,-122-109-2666 0 0,-13-19 3202 0 0</inkml:trace>
  <inkml:trace contextRef="#ctx0" brushRef="#br0" timeOffset="1236.095">1517 1085 8885 0 0,'0'0'1605'0'0,"0"0"-791"0"0,0 0-418 0 0,0 0 210 0 0,0 0 367 0 0,0 0-35 0 0,37-19-408 0 0,125-61-323 0 0,92-69-588 0 0,-128 31-2698 0 0,-102 80 671 0 0,-18 10-2021 0 0,-6 18 40 0 0</inkml:trace>
  <inkml:trace contextRef="#ctx0" brushRef="#br0" timeOffset="1569.159">2412 615 1812 0 0,'0'0'1154'0'0,"0"0"2028"0"0,0 0-1029 0 0,0 0-631 0 0,0 0-253 0 0,0 0-177 0 0,21 18-8 0 0,69 59-129 0 0,-83-70-838 0 0,0 1-1 0 0,-1-1 0 0 0,1 2 1 0 0,-2-1-1 0 0,1 0 1 0 0,-1 1-1 0 0,0 0 0 0 0,-1 1 1 0 0,0-1-1 0 0,-1 1 1 0 0,0-1-1 0 0,0 1 0 0 0,-1 0 1 0 0,0 0-1 0 0,-1 0 0 0 0,0 1-116 0 0,2 3 150 0 0,2 20-4 0 0,-1 0-1 0 0,-2 1 1 0 0,-1 0 0 0 0,-2-1 0 0 0,-1 1 0 0 0,-2-1-1 0 0,-1 1 1 0 0,-2-1 0 0 0,-6 17-146 0 0,7-32-346 0 0,-1-1-1 0 0,0-1 1 0 0,-2 1-1 0 0,0-1 1 0 0,-1-1 0 0 0,0 0-1 0 0,-1 0 1 0 0,-1-1-1 0 0,-1 0 1 0 0,0-1 0 0 0,-7 5 346 0 0,-21 11-4315 0 0,-25-3-2615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4:57.6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 4124 0 0,'0'0'2297'0'0,"0"0"-177"0"0,0 0-149 0 0,0 0-52 0 0,37-1-290 0 0,120-4-320 0 0,40-2 519 0 0,709-4 1288 0 0,-497 47-6784 0 0,-243-18-7034 0 0,-131-15 4759 0 0</inkml:trace>
  <inkml:trace contextRef="#ctx0" brushRef="#br0" timeOffset="998.724">585 913 3700 0 0,'0'0'1655'0'0,"0"0"-513"0"0,0 0-316 0 0,0 0-150 0 0,0 0-130 0 0,0 0-124 0 0,10-16-131 0 0,31-52-17 0 0,-38 63-105 0 0,0-1 1 0 0,-1 0-1 0 0,0 0 1 0 0,0 0 0 0 0,0 0-1 0 0,-1 0 1 0 0,0 0 0 0 0,0 0-1 0 0,-1 0 1 0 0,1-1 0 0 0,-1 1-1 0 0,0 0 1 0 0,-1 0-1 0 0,0-1 1 0 0,0 1 0 0 0,0 0-1 0 0,-1 0 1 0 0,0 0 0 0 0,0 0-1 0 0,0 0 1 0 0,-3-4-170 0 0,0 3 149 0 0,1 1-1 0 0,-1 0 1 0 0,0 0 0 0 0,0 0 0 0 0,-1 1 0 0 0,0 0-1 0 0,0 0 1 0 0,0 1 0 0 0,0-1 0 0 0,-1 1 0 0 0,0 1-1 0 0,0-1 1 0 0,0 1 0 0 0,0 0 0 0 0,-3 0-149 0 0,-6-1-38 0 0,0 0 1 0 0,-1 2-1 0 0,1 0 0 0 0,-1 1 1 0 0,1 0-1 0 0,-1 1 0 0 0,0 1 1 0 0,1 1-1 0 0,-1 0 0 0 0,1 1 1 0 0,0 1-1 0 0,0 1 1 0 0,0 0-1 0 0,1 1 0 0 0,-1 0 1 0 0,1 2-1 0 0,-4 2 38 0 0,11-4 43 0 0,1 0-1 0 0,0 0 1 0 0,1 1 0 0 0,-1 0-1 0 0,1 0 1 0 0,1 0 0 0 0,-1 1-1 0 0,1 0 1 0 0,1 0 0 0 0,-1 0-1 0 0,2 0 1 0 0,-1 1 0 0 0,1 0-1 0 0,0-1 1 0 0,1 1-1 0 0,0 0 1 0 0,0 1 0 0 0,1-1-1 0 0,0 0 1 0 0,0 0 0 0 0,1 1-1 0 0,1-1 1 0 0,0 0 0 0 0,0 0-1 0 0,0 0 1 0 0,1 0 0 0 0,1 0-1 0 0,0 0 1 0 0,0 0 0 0 0,0 0-1 0 0,1-1 1 0 0,1 0 0 0 0,-1 0-1 0 0,1 0 1 0 0,0 0 0 0 0,1-1-1 0 0,0 0 1 0 0,0 0-43 0 0,23 22 176 0 0,2-2 0 0 0,0-1 0 0 0,1-2 0 0 0,2-1 0 0 0,0-1 0 0 0,2-2 0 0 0,0-2 0 0 0,1-1 0 0 0,1-2 0 0 0,0-1 0 0 0,19 3-176 0 0,-52-15-5 0 0,0-1 0 0 0,0 1 0 0 0,0-1-1 0 0,0 0 1 0 0,1 0 0 0 0,-1 0 0 0 0,0-1 0 0 0,0 1 0 0 0,1-1-1 0 0,-1-1 1 0 0,0 1 0 0 0,1-1 0 0 0,-1 0 0 0 0,0 0 0 0 0,0 0-1 0 0,0-1 1 0 0,0 0 0 0 0,0 0 0 0 0,0 0 0 0 0,0-1 0 0 0,-1 1-1 0 0,1-1 1 0 0,-1 0 0 0 0,0 0 0 0 0,0-1 0 0 0,0 1 0 0 0,0-1-1 0 0,0 0 1 0 0,-1 0 0 0 0,0 0 0 0 0,0-1 0 0 0,0 1 0 0 0,0-1 0 0 0,-1 0-1 0 0,2-4 6 0 0,14-30-306 0 0,-1-1 0 0 0,-2-1-1 0 0,-2 0 1 0 0,-1-1 0 0 0,-3 0-1 0 0,3-30 307 0 0,30-113-4 0 0,-32 147-3 0 0,2 2 0 0 0,2 0 0 0 0,1 0 0 0 0,1 1 0 0 0,2 1 0 0 0,2 1 0 0 0,1 1 0 0 0,2 0 0 0 0,0 2 0 0 0,2 0 0 0 0,2 2 0 0 0,0 1 0 0 0,7-3 7 0 0,-25 22 376 0 0,15-9-1624 0 0,-27 36-532 0 0,-18 27 2225 0 0,3 0 1 0 0,1 2 0 0 0,3 0 0 0 0,2 1 0 0 0,-4 30-446 0 0,6-10 127 0 0,3 0-1 0 0,3 0 0 0 0,3 0 1 0 0,3 1-1 0 0,3-1 1 0 0,3 0-1 0 0,3-1 0 0 0,3 0 1 0 0,3-1-1 0 0,20 52-126 0 0,69 125-2613 0 0,-54-173 684 0 0,-52-67 1258 0 0,0-4-2385 0 0,0 0-2381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4:56.8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1007 1592 0 0,'0'0'1509'0'0,"0"0"-164"0"0,0 0-177 0 0,0 0-17 0 0,0 0 11 0 0,0 0 19 0 0,0 0-27 0 0,3-15-77 0 0,18-201 4615 0 0,-49-203-2980 0 0,24 137-3981 0 0,-20 220-400 0 0,3 50-2355 0 0,11 18 232 0 0,-3 33 639 0 0,12-34 2257 0 0,-7 29-2056 0 0</inkml:trace>
  <inkml:trace contextRef="#ctx0" brushRef="#br0" timeOffset="365.232">125 653 640 0 0,'0'0'4551'0'0,"0"0"-2616"0"0,0 0-934 0 0,0 0-177 0 0,0 0-13 0 0,0 0-88 0 0,0 0-260 0 0,0 0-220 0 0,0 0-16 0 0,0 0 145 0 0,24-14 82 0 0,78-42-64 0 0,-94 51-226 0 0,1 0-1 0 0,0 1 0 0 0,0 0 0 0 0,0 0 0 0 0,0 1 1 0 0,1 0-1 0 0,0 1 0 0 0,-1 0 0 0 0,1 1 0 0 0,0 0 0 0 0,0 0 1 0 0,0 1-1 0 0,-1 0 0 0 0,1 1 0 0 0,0 0 0 0 0,4 2-163 0 0,-2-1 30 0 0,-1 1-1 0 0,0 0 0 0 0,0 1 0 0 0,0 0 1 0 0,0 0-1 0 0,0 2 0 0 0,-1-1 0 0 0,0 1 0 0 0,0 1 1 0 0,-1 0-1 0 0,0 0 0 0 0,0 1 0 0 0,0 0 1 0 0,-1 0-1 0 0,-1 1 0 0 0,1 0 0 0 0,-1 0 0 0 0,-1 1 1 0 0,0 0-1 0 0,0 0 0 0 0,4 11-29 0 0,1 6-73 0 0,-1 1 0 0 0,0-1-1 0 0,-3 2 1 0 0,0-1 0 0 0,-2 1 0 0 0,-1 0 0 0 0,-1 0-1 0 0,-1 7 74 0 0,-6 204-3429 0 0,-3-207-818 0 0,6-24 90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4:08.1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1343 1230 208 0 0,'0'0'958'0'0,"0"0"1036"0"0,0 0-164 0 0,0 0-674 0 0,0 0-410 0 0,0 0-233 0 0,0 0-101 0 0,0 0-102 0 0,4 1-195 0 0,82 31 4440 0 0,121 176-3601 0 0,-52-69-706 0 0,-102-93-75 0 0,-13-9-248 0 0,2-2-1 0 0,1-2 0 0 0,2-2 0 0 0,44 24 76 0 0,291 101 494 0 0,-46-41-306 0 0,-224-91-283 0 0,0-5 1 0 0,0-5-1 0 0,2-5 0 0 0,32-4 95 0 0,7 0 79 0 0,315-9-963 0 0,-140-37 551 0 0,-1-15-1 0 0,-4-14 0 0 0,92-41 334 0 0,-213 39-469 0 0,-4-8 0 0 0,-3-8 0 0 0,135-87 469 0 0,-180 101 233 0 0,-82 44-169 0 0,-2-3 1 0 0,-2-3 0 0 0,-1-3-1 0 0,-2-2-64 0 0,435-260 1330 0 0,-254 97-1329 0 0,174-119 353 0 0,-384 294-385 0 0,-1-2 0 0 0,-2-2 0 0 0,-1 0 0 0 0,-2-1 0 0 0,18-35 31 0 0,-28 47-134 0 0,16-32-175 0 0,-22 16-2753 0 0,-26 46 180 0 0,-8 7 545 0 0</inkml:trace>
  <inkml:trace contextRef="#ctx0" brushRef="#br0" timeOffset="138062.8">5297 2070 820 0 0,'0'0'1058'0'0,"0"0"-130"0"0,0 0-190 0 0,0 0-331 0 0,0 0-401 0 0,0 0-212 0 0,0 0 10 0 0,6-19 1129 0 0,-5 14-4089 0 0,-8 29 1824 0 0</inkml:trace>
  <inkml:trace contextRef="#ctx0" brushRef="#br0" timeOffset="138426.284">5297 2070 456 0 0,'14'-47'1912'0'0,"-37"36"584"0"0,16 19 1323 0 0,64-8-4204 0 0,23-41 240 0 0,-87 39-5067 0 0,-34 9 5041 0 0,1 5-867 0 0,32-9 226 0 0</inkml:trace>
  <inkml:trace contextRef="#ctx0" brushRef="#br0" timeOffset="139629.219">5237 2054 156 0 0,'0'0'1039'0'0,"0"0"-350"0"0,0 0-103 0 0,0 0 87 0 0,0 0 115 0 0,0 0-26 0 0,0 0-75 0 0,0 0-30 0 0,0 0-32 0 0,0 0-132 0 0,36-3 3077 0 0,-144 27-2423 0 0,161-24-1380 0 0,111-33-50 0 0,-68 25 337 0 0,-43-9 26 0 0,-113 36 1039 0 0,-227 49 1049 0 0,208-40-2364 0 0,123-30-1476 0 0,194-111 35 0 0,-205 106 1210 0 0,-25 6-9217 0 0,-18 3 8443 0 0</inkml:trace>
  <inkml:trace contextRef="#ctx0" brushRef="#br0" timeOffset="142264.66">1238 1148 404 0 0,'0'0'849'0'0,"0"0"-291"0"0,0 0-247 0 0,0 0-114 0 0,0 0-26 0 0,0 0-4 0 0,0 0 67 0 0,0 0 167 0 0,0 0 113 0 0,25 14 13 0 0,130 79 801 0 0,-7-23 1653 0 0,-120-60-2834 0 0,-1 1 1 0 0,0 1-1 0 0,-1 2 1 0 0,0 1-1 0 0,-1 1 1 0 0,0 1-1 0 0,11 11-147 0 0,24 47 358 0 0,246 133-1341 0 0,-229-167 509 0 0,-78-23-3579 0 0,-6-13 1591 0 0</inkml:trace>
  <inkml:trace contextRef="#ctx0" brushRef="#br0" timeOffset="144975.889">1455 1249 1512 0 0,'0'0'1450'0'0,"0"0"-243"0"0,0 0-255 0 0,0 0-185 0 0,0 0-112 0 0,0 0-80 0 0,0 0-54 0 0,0 0-15 0 0,0 0-48 0 0,5 0-69 0 0,30-3 1047 0 0,-36 3-1369 0 0,1 0 0 0 0,-1 0 0 0 0,1 0 0 0 0,0 0 0 0 0,-1 0 0 0 0,1 0-1 0 0,-1-1 1 0 0,1 1 0 0 0,0 0 0 0 0,-1 0 0 0 0,1-1 0 0 0,0 1 0 0 0,-1 0 0 0 0,1 0 0 0 0,0-1 0 0 0,-1 1 0 0 0,1 0 0 0 0,0-1 0 0 0,0 1-1 0 0,-1-1 1 0 0,1 1 0 0 0,0 0 0 0 0,0-1 0 0 0,0 1 0 0 0,-1-1 0 0 0,1 1 0 0 0,0 0 0 0 0,0-1 0 0 0,0 1 0 0 0,0-1 0 0 0,0 1 0 0 0,0-1-1 0 0,0 1 1 0 0,0 0 0 0 0,0-1 0 0 0,0 1 0 0 0,0-1 0 0 0,0 1 0 0 0,0-1 0 0 0,1 1 0 0 0,-1-1-67 0 0,-15-3 10 0 0,0-2 1 0 0,0 0-1 0 0,0 0 0 0 0,1-2 1 0 0,0 0-1 0 0,1 0 1 0 0,-1-1-1 0 0,2-1 0 0 0,-1 0 1 0 0,1-1-1 0 0,1 0 1 0 0,-7-9-11 0 0,-164-122 457 0 0,-47-54-182 0 0,154 150 66 0 0,2-3-1 0 0,2-3 0 0 0,-36-36-340 0 0,-103-139 1599 0 0,198 218-1608 0 0,1 0 1 0 0,0-1-1 0 0,1 0 0 0 0,0-1 1 0 0,0 0-1 0 0,1 0 0 0 0,1-1 1 0 0,0 0-1 0 0,0-1 0 0 0,2 0 1 0 0,-1 0-1 0 0,1 0 0 0 0,1-1 1 0 0,1 0-1 0 0,0 0 0 0 0,-1-7 9 0 0,-30-82-1226 0 0,35 102 836 0 0,-1 0 257 0 0,1 1-8101 0 0,-4 3 3271 0 0</inkml:trace>
  <inkml:trace contextRef="#ctx0" brushRef="#br0" timeOffset="146494.259">0 8 980 0 0,'0'0'826'0'0,"0"0"-34"0"0,0 0-61 0 0,0 0-82 0 0,0 0-156 0 0,0 0-259 0 0,0 0-304 0 0,0 0-47 0 0,7 11-25 0 0,99 115 1333 0 0,-30-13-544 0 0,-14 66-1445 0 0,87 5 118 0 0,-119-148 1123 0 0,1-2-1 0 0,2 0 0 0 0,1-3 0 0 0,2-1 0 0 0,35 23-442 0 0,36 32-104 0 0,67 125 408 0 0,-53-60-464 0 0,95 82-330 0 0,-81-81 321 0 0,-120-135 74 0 0</inkml:trace>
  <inkml:trace contextRef="#ctx0" brushRef="#br0" timeOffset="146809.873">1177 1870 652 0 0,'0'0'768'0'0,"0"0"-360"0"0,0 0-408 0 0,0 0-100 0 0,0 0-200 0 0</inkml:trace>
  <inkml:trace contextRef="#ctx0" brushRef="#br0" timeOffset="147600.474">1455 1781 64 0 0,'0'0'763'0'0,"0"0"-151"0"0,0 0-111 0 0,0 0-3 0 0,0 0-91 0 0,0 0-187 0 0,0 0-117 0 0,0 0-82 0 0,0 0-29 0 0,-1-7 1 0 0,-6-31 186 0 0,32-7 3609 0 0,-26 48-3685 0 0,0-1 0 0 0,1 0 0 0 0,-1 0 1 0 0,0 0-1 0 0,0 0 0 0 0,0 0 1 0 0,0 0-1 0 0,0 0 0 0 0,-1 0 0 0 0,1 0 1 0 0,-1-1-1 0 0,1 1 0 0 0,-1 0 0 0 0,1-1 1 0 0,-1 0-1 0 0,0 1 0 0 0,0-1 0 0 0,0 0 1 0 0,0 0-1 0 0,0 0 0 0 0,0 0 0 0 0,0 0 1 0 0,0 0-1 0 0,0 0 0 0 0,0-1 1 0 0,-1 1-1 0 0,1-1 0 0 0,0 0 0 0 0,0 0 1 0 0,-1 1-1 0 0,1-1 0 0 0,0-1 0 0 0,0 1 1 0 0,-1 0-1 0 0,1-1 0 0 0,0 1 0 0 0,-1-1-103 0 0,-110-14 872 0 0,98 12-946 0 0,-466-107 1578 0 0,468 108-1919 0 0,-30-7 300 0 0,29-1-7316 0 0,14 7 4617 0 0</inkml:trace>
  <inkml:trace contextRef="#ctx0" brushRef="#br0" timeOffset="147948.08">1463 1719 2632 0 0,'0'0'1838'0'0,"0"0"-167"0"0,0 0-574 0 0,0 0-420 0 0,0 0-245 0 0,0 0-320 0 0,0 0-237 0 0,0 0-82 0 0,-5-18-225 0 0,-21-9 1010 0 0,13 16-486 0 0,2 1-1 0 0,-1-1 0 0 0,1-1 0 0 0,1 0 1 0 0,0-1-1 0 0,1 1 0 0 0,0-2 0 0 0,1 1 0 0 0,1-1 1 0 0,0-1-1 0 0,1 1 0 0 0,0-1 0 0 0,1 0 0 0 0,1-1 1 0 0,-2-12-92 0 0,40 16-5546 0 0,-15 13 1450 0 0</inkml:trace>
  <inkml:trace contextRef="#ctx0" brushRef="#br0" timeOffset="148883.62">2645 2497 156 0 0,'0'0'55'0'0,"0"0"-16"0"0,0 0 82 0 0,0 0 20 0 0,0 0-54 0 0,0 0 41 0 0,0 0 128 0 0,0 0 52 0 0,0 0 99 0 0,0 0 75 0 0,-24 13 784 0 0,-16-43-214 0 0,19 10-3783 0 0,13 12 1308 0 0</inkml:trace>
  <inkml:trace contextRef="#ctx0" brushRef="#br0" timeOffset="150125.23">2508 2375 444 0 0,'0'0'1583'0'0,"0"0"-530"0"0,0 0-438 0 0,0 0-151 0 0,0 0 3 0 0,0 0-121 0 0,0 0-254 0 0,0 0-28 0 0,0 0 138 0 0,6-2 333 0 0,109-21 4116 0 0,26 4-4848 0 0,-112 13 303 0 0,1 0 0 0 0,1 3 0 0 0,-1 0 0 0 0,1 2 0 0 0,-1 1 1 0 0,1 2-1 0 0,10 2-106 0 0,323 35 779 0 0,107-34-334 0 0,-209 6-781 0 0,80-4 631 0 0,-256 6 436 0 0,-86-13-715 0 0,-61-43-386 0 0,46 33 301 0 0,-44-32-1550 0 0,21 12-3975 0 0,33 25 2894 0 0</inkml:trace>
  <inkml:trace contextRef="#ctx0" brushRef="#br0" timeOffset="150664.648">4362 2438 3180 0 0,'0'0'1704'0'0,"0"0"-647"0"0,0 0-317 0 0,0 0-180 0 0,0 0-116 0 0,0 0-432 0 0,0 0-12 0 0,0 0-196 0 0,-109 105-260 0 0,89-88-256 0 0,-12 1 32 0 0,4-5-361 0 0,3-2-707 0 0,-3-3-1044 0 0</inkml:trace>
  <inkml:trace contextRef="#ctx0" brushRef="#br0" timeOffset="151562.005">3475 2108 2948 0 0,'0'0'2229'0'0,"0"0"-215"0"0,0 0-525 0 0,0 0-441 0 0,0 0-302 0 0,0 0-287 0 0,0 0-228 0 0,0 0-115 0 0,0 0-38 0 0,5 17-1918 0 0,-3-8-6505 0 0,-9-35 7172 0 0</inkml:trace>
  <inkml:trace contextRef="#ctx0" brushRef="#br0" timeOffset="151768.985">3475 2108 432 0 0,'-3'11'816'0'0,"-1"17"8237"0"0,3-21-10725 0 0,1-2-4985 0 0,0-29 4685 0 0</inkml:trace>
  <inkml:trace contextRef="#ctx0" brushRef="#br0" timeOffset="160359.076">7168 1080 836 0 0,'0'0'986'0'0,"0"0"-177"0"0,0 0-41 0 0,0 0 78 0 0,0 0-37 0 0,0 0-124 0 0,0 0-30 0 0,0 0-40 0 0,0 0-73 0 0,-10 7-46 0 0,-149 108 2033 0 0,53-48-751 0 0,-135 106-878 0 0,97-91-372 0 0,-22-6 691 0 0,0 1-1605 0 0,78-23 35 0 0,88-50-178 0 0,0-4-3744 0 0,0 0-4282 0 0,0-4 7648 0 0</inkml:trace>
  <inkml:trace contextRef="#ctx0" brushRef="#br0" timeOffset="161629.377">7071 1165 612 0 0,'0'0'1863'0'0,"0"0"-533"0"0,0 0-561 0 0,0 0-407 0 0,0 0-230 0 0,0 0-155 0 0,0 0-6 0 0,0 0-27 0 0,0 0-24 0 0,37-38 4937 0 0,201-76-4644 0 0,289-147 5234 0 0,-394 193-5654 0 0,-73 27-210 0 0,-104 47-9390 0 0,2 14 5557 0 0,129-47 3534 0 0</inkml:trace>
  <inkml:trace contextRef="#ctx0" brushRef="#br0" timeOffset="162057.428">8007 640 820 0 0,'0'0'1756'0'0,"0"0"-82"0"0,0 0-62 0 0,0 0-169 0 0,0 0-219 0 0,0 0-160 0 0,0 0-289 0 0,0 0-359 0 0,0 0-282 0 0,-41 7 1024 0 0,8-44-5669 0 0,29 22-2002 0 0,57 67 5461 0 0</inkml:trace>
  <inkml:trace contextRef="#ctx0" brushRef="#br0" timeOffset="162294.819">8007 640 588 0 0</inkml:trace>
  <inkml:trace contextRef="#ctx0" brushRef="#br0" timeOffset="162548.413">8007 640 588 0 0,'20'79'2326'0'0,"-22"-55"5675"0"0,0-15-6816 0 0,-31 73 404 0 0,0 6-1759 0 0,-9 26-1627 0 0,22-39-2305 0 0,19-55 1238 0 0,1 0-320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7:35.2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113 266 652 0 0,'0'0'1401'0'0,"0"0"1049"0"0,0 0-638 0 0,0 0-621 0 0,0 0-352 0 0,0 0-123 0 0,0 0-25 0 0,0 0-54 0 0,0 0-102 0 0,-8 7 2352 0 0,16 28-1560 0 0,-7-33-1344 0 0,0 0 1 0 0,0-1-1 0 0,0 1 0 0 0,0 0 1 0 0,-1 0-1 0 0,1 0 0 0 0,-1 0 1 0 0,1 0-1 0 0,-1 0 0 0 0,0 0 1 0 0,1 0-1 0 0,-1 0 0 0 0,0 0 1 0 0,0 0-1 0 0,-1 0 0 0 0,1 0 1 0 0,0 0-1 0 0,-1-1 0 0 0,1 1 1 0 0,-1 0-1 0 0,0 0 0 0 0,1 0 1 0 0,-1 0-1 0 0,0 0 0 0 0,0-1 1 0 0,0 1-1 0 0,0 0 0 0 0,-1-1 1 0 0,1 1-1 0 0,0-1 0 0 0,-1 0 1 0 0,1 1 16 0 0,-77 74-796 0 0,51-8 254 0 0,81-42 750 0 0,21-10 66 0 0,1-4-1 0 0,0-3 1 0 0,1-3-1 0 0,67-4-273 0 0,-70-1 2 0 0,314-5 481 0 0,-219-2-506 0 0,1 6 0 0 0,-1 9 0 0 0,84 17 23 0 0,252 30-18 0 0,-217-54 83 0 0,224-29-65 0 0,-199 34-377 0 0,-209-4 1413 0 0,-100-50 260 0 0,4-77-1876 0 0,4 2 0 0 0,6 0 0 0 0,20-66 580 0 0,-33 164-425 0 0,0 6-833 0 0,-3 13-4639 0 0,-9 17 1774 0 0</inkml:trace>
  <inkml:trace contextRef="#ctx0" brushRef="#br0" timeOffset="827.648">1674 710 364 0 0,'0'0'153'0'0,"0"0"970"0"0,0 0 2966 0 0,0 0-1606 0 0,0 0-1159 0 0,0 0-407 0 0,0 0-88 0 0,0 0 33 0 0,0 0-65 0 0,8 25 1867 0 0,-7-13-2567 0 0,-1 1 0 0 0,0-1-1 0 0,-1 0 1 0 0,0 1 0 0 0,-1-1 0 0 0,0 0 0 0 0,-1 0 0 0 0,0 0 0 0 0,-1-1 0 0 0,0 1 0 0 0,-1-1 0 0 0,-1 0-1 0 0,1 0 1 0 0,-2 0 0 0 0,0 0-97 0 0,-122 153 51 0 0,129-165-71 0 0,0 1 0 0 0,-1 0 0 0 0,1-1 0 0 0,0 1 0 0 0,-1 0 1 0 0,1-1-1 0 0,0 1 0 0 0,-1 0 0 0 0,1 0 0 0 0,-1-1 0 0 0,1 1 0 0 0,-1 0 0 0 0,1 0 1 0 0,0 0-1 0 0,-1-1 0 0 0,1 1 0 0 0,-1 0 0 0 0,1 0 0 0 0,-1 0 0 0 0,1 0 0 0 0,-1 0 1 0 0,1 0-1 0 0,-1 0 0 0 0,1 0 0 0 0,-1 0 0 0 0,1 0 0 0 0,-1 0 0 0 0,1 0 0 0 0,-1 1 0 0 0,1-1 1 0 0,0 0-1 0 0,-1 0 0 0 0,1 0 0 0 0,-1 1 0 0 0,1-1 0 0 0,-1 0 0 0 0,1 0 0 0 0,0 1 1 0 0,-1-1-1 0 0,1 0 0 0 0,0 1 0 0 0,-1-1 0 0 0,1 1 0 0 0,0-1 0 0 0,0 0 0 0 0,-1 1 1 0 0,1-1-1 0 0,0 1 0 0 0,0-1 0 0 0,0 1 0 0 0,-1-1 0 0 0,1 0 0 0 0,0 1 0 0 0,0-1 0 0 0,0 1 20 0 0,56-72-304 0 0,-46 64 273 0 0,-1 1 0 0 0,1 1 0 0 0,0 0 0 0 0,0 0-1 0 0,1 1 1 0 0,-1 1 0 0 0,1-1 0 0 0,0 2 0 0 0,0-1-1 0 0,0 2 1 0 0,0-1 0 0 0,1 1 0 0 0,-1 1-1 0 0,0 0 1 0 0,0 1 0 0 0,4 1 31 0 0,-13-1 31 0 0,0 1-1 0 0,0 0 1 0 0,0 0-1 0 0,0 0 1 0 0,0 1-1 0 0,0-1 0 0 0,-1 0 1 0 0,1 1-1 0 0,-1-1 1 0 0,1 1-1 0 0,-1 0 1 0 0,0-1-1 0 0,0 1 1 0 0,0 0-1 0 0,0 0 1 0 0,-1 0-1 0 0,1-1 1 0 0,-1 1-1 0 0,0 0 1 0 0,0 0-1 0 0,0 0 1 0 0,0 0-1 0 0,0 0 1 0 0,-1 0-1 0 0,1 0 1 0 0,-1-1-1 0 0,1 1 1 0 0,-1 0-1 0 0,0 0 1 0 0,-1 1-31 0 0,-6 3 44 0 0,0 1 0 0 0,0-1 1 0 0,-1-1-1 0 0,1 0 0 0 0,-2 0 0 0 0,1-1 1 0 0,0 0-1 0 0,-1 0 0 0 0,0-1 0 0 0,0-1 1 0 0,0 1-1 0 0,-1-2 0 0 0,1 1 0 0 0,-1-2 1 0 0,0 1-1 0 0,-6-1-44 0 0,-205 9-2299 0 0,168-11-2653 0 0,53 1 340 0 0</inkml:trace>
  <inkml:trace contextRef="#ctx0" brushRef="#br0" timeOffset="1161.566">2040 1144 5424 0 0,'0'0'3882'0'0,"0"0"-1946"0"0,0 0-611 0 0,0 0-305 0 0,0 0-187 0 0,0 0-136 0 0,0 0-213 0 0,0 0-196 0 0,0 0-106 0 0,16-1-100 0 0,15-1-235 0 0,103-2 5 0 0,-53 18-3672 0 0,-73-9 983 0 0,-8 0-4209 0 0,-4-5 5217 0 0</inkml:trace>
  <inkml:trace contextRef="#ctx0" brushRef="#br0" timeOffset="1748.244">2625 1011 1812 0 0,'0'0'3398'0'0,"0"0"1245"0"0,0 0-2432 0 0,0 0-1064 0 0,0 0-340 0 0,0 0-170 0 0,0 0-180 0 0,0 0-220 0 0,10 6-193 0 0,-6-4-55 0 0,1 0 31 0 0,-1 0-1 0 0,0 1 0 0 0,1-1 0 0 0,-1 1 0 0 0,0 0 0 0 0,0 0 0 0 0,-1 0 0 0 0,1 0 0 0 0,-1 1 0 0 0,1-1 0 0 0,-1 1 0 0 0,0 0 0 0 0,0 0 0 0 0,-1 0 0 0 0,1 0 0 0 0,-1 1 0 0 0,0-1 0 0 0,0 1 0 0 0,-1-1 0 0 0,1 1 0 0 0,-1 0 0 0 0,0 0 0 0 0,0-1 0 0 0,0 3-19 0 0,-1 9 23 0 0,-1 1-1 0 0,0-1 1 0 0,-1 1-1 0 0,-1-1 0 0 0,0 0 1 0 0,-2 0-1 0 0,1 0 1 0 0,-2 0-1 0 0,0-1 0 0 0,-4 5-22 0 0,-54 113-78 0 0,50-255-588 0 0,11 117 641 0 0,-1 0-1 0 0,1 0 0 0 0,-1 1 1 0 0,0 0-1 0 0,-1 0 1 0 0,1 0-1 0 0,-1 0 0 0 0,0 1 1 0 0,0 0-1 0 0,0 0 0 0 0,0 0 1 0 0,0 0-1 0 0,-1 1 0 0 0,1 0 1 0 0,-1 0-1 0 0,0 0 1 0 0,0 1-1 0 0,1 0 0 0 0,-1 0 1 0 0,0 1-1 0 0,0-1 0 0 0,0 1 1 0 0,0 0-1 0 0,0 1 0 0 0,0 0 1 0 0,0 0-1 0 0,1 0 1 0 0,-1 0-1 0 0,0 1 0 0 0,1 0 1 0 0,-1 0-1 0 0,1 1 0 0 0,-1-1 1 0 0,1 1-1 0 0,0 0 0 0 0,0 1 1 0 0,1-1-1 0 0,-1 1 0 0 0,1 0 1 0 0,-1 0-1 0 0,1 1 1 0 0,1-1-1 0 0,-1 1 0 0 0,-1 2 26 0 0,3-4-14 0 0,0-1-1 0 0,1 1 0 0 0,0-1 1 0 0,-1 1-1 0 0,1 0 0 0 0,0 0 0 0 0,0-1 1 0 0,1 1-1 0 0,-1 0 0 0 0,0 0 1 0 0,1 0-1 0 0,0 0 0 0 0,0 0 1 0 0,0 0-1 0 0,0 0 0 0 0,0 0 1 0 0,1 0-1 0 0,-1 0 0 0 0,1 0 0 0 0,-1-1 1 0 0,1 1-1 0 0,0 0 0 0 0,1 0 1 0 0,-1-1-1 0 0,0 1 0 0 0,1 0 1 0 0,-1-1-1 0 0,1 1 0 0 0,0-1 1 0 0,0 0-1 0 0,0 0 0 0 0,0 0 0 0 0,0 0 1 0 0,0 0-1 0 0,1 0 0 0 0,-1 0 1 0 0,1-1-1 0 0,-1 1 0 0 0,1-1 1 0 0,0 0-1 0 0,-1 1 0 0 0,1-1 1 0 0,2 0 14 0 0,128 27-2564 0 0,-89-25 47 0 0,10-3-2150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3:40.718"/>
    </inkml:context>
    <inkml:brush xml:id="br0">
      <inkml:brushProperty name="width" value="0.1" units="cm"/>
      <inkml:brushProperty name="height" value="0.1" units="cm"/>
      <inkml:brushProperty name="color" value="#FF0066"/>
    </inkml:brush>
    <inkml:brush xml:id="br1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3052 2386 312 0 0,'0'0'1724'0'0,"0"0"-1516"0"0,0 0-144 0 0,0 0-64 0 0,0 0-104 0 0,0 0-132 0 0,-213-5-244 0 0,188-1-172 0 0,5 1-52 0 0,4 2 572 0 0,0-2 132 0 0,4-2 116 0 0,4 3-116 0 0,-12-4-116 0 0</inkml:trace>
  <inkml:trace contextRef="#ctx0" brushRef="#br1" timeOffset="-25061.621">4088 1481 820 0 0,'0'0'5415'0'0,"0"0"-2839"0"0,0 0-949 0 0,0 0-352 0 0,0 0-165 0 0,0 0-102 0 0,0 0-143 0 0,0 0-123 0 0,14-2-71 0 0,44-4-48 0 0,-56 5-546 0 0,0 0-1 0 0,0 0 0 0 0,0 1 1 0 0,0-1-1 0 0,0 1 1 0 0,1-1-1 0 0,-1 1 1 0 0,0 0-1 0 0,0 0 0 0 0,0 0 1 0 0,0 0-1 0 0,0 0 1 0 0,0 0-1 0 0,1 1 1 0 0,-1-1-1 0 0,0 1 0 0 0,0-1 1 0 0,0 1-1 0 0,0 0 1 0 0,0 0-1 0 0,0 0 1 0 0,0 0-1 0 0,-1 0 1 0 0,1 0-1 0 0,0 1 0 0 0,-1-1 1 0 0,1 0-1 0 0,0 1 1 0 0,-1-1-1 0 0,1 2-76 0 0,151 168-386 0 0,198 95 1111 0 0,-223-173-403 0 0,3-7 1 0 0,4-5-1 0 0,69 26-322 0 0,-97-67 18 0 0,3-4 0 0 0,1-5 1 0 0,1-5-1 0 0,1-4 0 0 0,1-6 0 0 0,0-5 0 0 0,108-3-18 0 0,-154-4-28 0 0,176 5-155 0 0,1-10 1 0 0,0-12-1 0 0,235-42 183 0 0,-358 28-28 0 0,-2-6 0 0 0,-1-5 0 0 0,-2-5 0 0 0,-2-5 0 0 0,-2-5 0 0 0,-2-5 0 0 0,-4-4 0 0 0,74-58 28 0 0,-22 3 129 0 0,-4-6 1 0 0,-6-8 0 0 0,86-100-130 0 0,433-484 768 0 0,-632 667-874 0 0,-3 0 1 0 0,-1-2 0 0 0,-3-2 0 0 0,-2 0-1 0 0,-3-2 1 0 0,-2-1 0 0 0,1-10 105 0 0,21-103-2724 0 0,-43 167 2588 0 0,-1 0 1 0 0,0-1-1 0 0,0 1 1 0 0,-1 0 0 0 0,1 0-1 0 0,0-1 1 0 0,0 1-1 0 0,0 0 1 0 0,-1 0 0 0 0,1-1-1 0 0,-1 1 1 0 0,1 0-1 0 0,-1 0 1 0 0,1 0 0 0 0,-1 0-1 0 0,0 0 1 0 0,1 0-1 0 0,-1 0 1 0 0,0 0 0 0 0,0 0-1 0 0,0 0 1 0 0,0 0-1 0 0,0 0 1 0 0,0 0 0 0 0,0 1-1 0 0,0-1 1 0 0,0 0 0 0 0,0 1-1 0 0,0-1 1 0 0,-1 1-1 0 0,1 0 1 0 0,0-1 0 0 0,0 1-1 0 0,-1 0 1 0 0,1-1-1 0 0,0 1 1 0 0,0 0 0 0 0,-1 0-1 0 0,1 0 1 0 0,-1 0 135 0 0,-34 0-4437 0 0</inkml:trace>
  <inkml:trace contextRef="#ctx0" brushRef="#br1" timeOffset="-23072.35">5455 2159 352 0 0,'0'0'686'0'0,"0"0"1091"0"0,0 0 246 0 0,0 0-339 0 0,0 0-445 0 0,0 0-211 0 0,0 0-35 0 0,0 0-50 0 0,0 0-96 0 0,11 6-64 0 0,54 31 1345 0 0,-61-33-1960 0 0,1 0 0 0 0,-1 0 0 0 0,-1 0 1 0 0,1 1-1 0 0,0-1 0 0 0,-1 1 1 0 0,0 0-1 0 0,0 0 0 0 0,-1 0 0 0 0,1 1 1 0 0,-1-1-1 0 0,0 0 0 0 0,-1 1 0 0 0,1 0 1 0 0,-1-1-1 0 0,0 1 0 0 0,-1 0 0 0 0,1 0 1 0 0,-1 0-169 0 0,5 20 218 0 0,7 36 302 0 0,9-80-1534 0 0,-6-82 220 0 0,-55 240 1169 0 0,40-35 382 0 0,0-104-806 0 0,0-1-50 0 0,16-40-1464 0 0,-12 35 1547 0 0,-1 0 0 0 0,-1-1 0 0 0,1 1 0 0 0,-1-1 0 0 0,0 1 0 0 0,0-1 0 0 0,0 0 0 0 0,-1 0 0 0 0,0 0 0 0 0,0 0 0 0 0,0 0 0 0 0,-1 0 0 0 0,0 0 0 0 0,0 0 0 0 0,-1 0 0 0 0,0 0 0 0 0,0 0 0 0 0,0 1 0 0 0,0-1 0 0 0,-1 0 0 0 0,0 0 0 0 0,-1 1 0 0 0,1-1 0 0 0,-1 1 0 0 0,0 0 0 0 0,0 0 0 0 0,0 0 0 0 0,-3-3 16 0 0,-42 75 241 0 0,40-49-109 0 0,1 1-1 0 0,1 0 1 0 0,0 0-1 0 0,2 0 1 0 0,0 0-1 0 0,1 1 0 0 0,1 0 1 0 0,1 0-1 0 0,0-1 1 0 0,2 11-132 0 0,49-48-347 0 0,-46 13 323 0 0,0 0 0 0 0,-1 0 0 0 0,1-1 0 0 0,-1 1 0 0 0,0-1 0 0 0,0 0 0 0 0,0 0 0 0 0,-1 0 0 0 0,0 0 1 0 0,0-1-1 0 0,-1 1 0 0 0,0 0 0 0 0,0-1 0 0 0,0 1 0 0 0,-1-1 0 0 0,0 1 0 0 0,0-1 0 0 0,-1 1 0 0 0,0-1 0 0 0,0 1 0 0 0,0-1 0 0 0,-1 1 0 0 0,0 0 0 0 0,0 0 0 0 0,0 0 0 0 0,-1 0 0 0 0,0 0 0 0 0,0 0 0 0 0,-1 1 0 0 0,1 0 0 0 0,-1-1 0 0 0,-1 1 0 0 0,1 1 0 0 0,0-1 0 0 0,-1 1 0 0 0,0-1 0 0 0,0 1 0 0 0,-1 1 0 0 0,1-1 0 0 0,-1 1 0 0 0,-1-1 24 0 0,-75-21 885 0 0,52 84-519 0 0,27-56-351 0 0,0 1-1 0 0,1 0 1 0 0,-1 0 0 0 0,1 0-1 0 0,0 0 1 0 0,0 0-1 0 0,1 1 1 0 0,-1-1 0 0 0,1 1-1 0 0,0-1 1 0 0,0 1-1 0 0,0-1 1 0 0,1 1-1 0 0,0-1 1 0 0,0 1 0 0 0,0 0-1 0 0,0-1 1 0 0,0 1-1 0 0,1-1 1 0 0,0 1 0 0 0,0-1-1 0 0,1 1 1 0 0,-1-1-1 0 0,1 1 1 0 0,0-1 0 0 0,0 0-1 0 0,0 0 1 0 0,0 0-1 0 0,1 0 1 0 0,0-1-1 0 0,0 1 1 0 0,0-1 0 0 0,0 1-1 0 0,0-1 1 0 0,1 0-1 0 0,-1 0 1 0 0,1 0 0 0 0,0-1-1 0 0,0 1 1 0 0,0-1-1 0 0,0 0 1 0 0,0 0-1 0 0,1-1 1 0 0,-1 1 0 0 0,1-1-1 0 0,-1 0 1 0 0,1 0-1 0 0,-1 0 1 0 0,1-1 0 0 0,3 0-15 0 0,-3 2 6 0 0,0-1 1 0 0,0 1-1 0 0,0-2 1 0 0,0 1-1 0 0,1 0 1 0 0,-1-1 0 0 0,0 0-1 0 0,0 0 1 0 0,0-1-1 0 0,0 1 1 0 0,0-1-1 0 0,0 0 1 0 0,0-1 0 0 0,0 1-1 0 0,0-1 1 0 0,0 0-1 0 0,0 0 1 0 0,-1 0-1 0 0,1-1 1 0 0,-1 0 0 0 0,0 0-1 0 0,1 0 1 0 0,-1 0-1 0 0,-1-1 1 0 0,1 1-1 0 0,0-1 1 0 0,-1 0 0 0 0,0 0-1 0 0,0 0 1 0 0,0-1-1 0 0,-1 1 1 0 0,1-1-1 0 0,-1 1 1 0 0,0-1 0 0 0,0 0-1 0 0,-1 0 1 0 0,1 0-1 0 0,-1 0 1 0 0,0 0-1 0 0,0-3-6 0 0,0-1-7 0 0,0 0 0 0 0,0 0 0 0 0,0 0-1 0 0,-1 0 1 0 0,-1 0 0 0 0,0 0-1 0 0,0 0 1 0 0,-1 1 0 0 0,0-1 0 0 0,0 0-1 0 0,-1 1 1 0 0,0-1 0 0 0,0 1 0 0 0,-1 0-1 0 0,0 0 1 0 0,-1 0 0 0 0,0 1-1 0 0,0 0 1 0 0,0 0 0 0 0,-1 0 0 0 0,0 0-1 0 0,0 1 1 0 0,-1 0 0 0 0,0 0 0 0 0,0 1-1 0 0,0 0 1 0 0,-1 0 0 0 0,0 0-1 0 0,0 1 1 0 0,0 1 0 0 0,0-1 0 0 0,-4 0 7 0 0,8 6 28 0 0,0 0 0 0 0,0 0 0 0 0,0 0 0 0 0,0 0 1 0 0,0 1-1 0 0,0-1 0 0 0,1 1 0 0 0,-1 0 0 0 0,1 0 0 0 0,0 0 1 0 0,0 1-1 0 0,0-1 0 0 0,1 1 0 0 0,-1 0 0 0 0,1 0 1 0 0,-1 0-1 0 0,1 0 0 0 0,1 0 0 0 0,-1 0 0 0 0,1 0 1 0 0,-1 1-1 0 0,1-1 0 0 0,0 1 0 0 0,1-1 0 0 0,-1 2-28 0 0,-3 7 47 0 0,-1-1-30 0 0,1 0 0 0 0,1 1 0 0 0,0-1 0 0 0,1 1 0 0 0,0-1 0 0 0,1 1 0 0 0,0 0 0 0 0,1 0 0 0 0,1 0 0 0 0,0-1 0 0 0,2 9-17 0 0,0-19-53 0 0,1 0 0 0 0,-1 0-1 0 0,0 0 1 0 0,1 0 0 0 0,0 0-1 0 0,-1-1 1 0 0,1 0-1 0 0,0 1 1 0 0,0-1 0 0 0,0-1-1 0 0,0 1 1 0 0,0-1 0 0 0,0 1-1 0 0,-1-1 1 0 0,1 0 0 0 0,0 0-1 0 0,0-1 1 0 0,0 1 0 0 0,0-1-1 0 0,0 0 1 0 0,0 0-1 0 0,0-1 1 0 0,-1 1 0 0 0,1-1-1 0 0,0 1 1 0 0,-1-1 0 0 0,1 0-1 0 0,-1 0 1 0 0,1-1 53 0 0,51-54-2026 0 0,-51 3-2069 0 0,-4 54 3999 0 0,0-1 0 0 0,0 0 0 0 0,-1 1 0 0 0,1-1 0 0 0,0 0 0 0 0,-1 1 0 0 0,1-1 0 0 0,-1 0 0 0 0,1 1 0 0 0,-1-1 0 0 0,1 1 0 0 0,-1-1 0 0 0,1 1-1 0 0,-1-1 1 0 0,0 1 0 0 0,1-1 0 0 0,-1 1 0 0 0,0-1 0 0 0,1 1 0 0 0,-1 0 0 0 0,0 0 0 0 0,1-1 0 0 0,-1 1 0 0 0,0 0 0 0 0,0 0 0 0 0,1 0 0 0 0,-1 0 0 0 0,0 0-1 0 0,0 0 1 0 0,0 0 0 0 0,1 0 0 0 0,-1 0 0 0 0,0 0 0 0 0,0 0 0 0 0,1 0 0 0 0,-1 0 0 0 0,0 1 0 0 0,1-1 0 0 0,-1 0 0 0 0,0 1 0 0 0,0-1 0 0 0,1 0 0 0 0,-1 1-1 0 0,1-1 1 0 0,-1 1 0 0 0,0-1 0 0 0,1 1 0 0 0,-1-1 0 0 0,1 1 0 0 0,-1-1 0 0 0,1 1 0 0 0,-1 0 0 0 0,1-1 0 0 0,0 1 0 0 0,-1 0 0 0 0,1-1 0 0 0,0 1 0 0 0,-1 0-1 0 0,1 0 97 0 0,-5 44-3805 0 0,5-5 3136 0 0</inkml:trace>
  <inkml:trace contextRef="#ctx0" brushRef="#br1" timeOffset="-21673.661">9180 1403 416 0 0,'0'0'4212'0'0,"0"0"-1999"0"0,0 0-911 0 0,0 0-324 0 0,9 15-101 0 0,29 46-47 0 0,-35-58-764 0 0,0-1 1 0 0,1 1-1 0 0,-1-1 1 0 0,0 1-1 0 0,1-1 0 0 0,0 0 1 0 0,-1-1-1 0 0,1 1 1 0 0,0-1-1 0 0,0 1 1 0 0,0-1-1 0 0,0 0 1 0 0,0 0-1 0 0,0-1 1 0 0,0 1-1 0 0,0-1 1 0 0,1 0-1 0 0,-1 0 0 0 0,0-1 1 0 0,0 1-1 0 0,0-1 1 0 0,0 0-1 0 0,0 0 1 0 0,0 0-1 0 0,2-1-66 0 0,-4 2 39 0 0,7-3 117 0 0,0 0 1 0 0,0-1 0 0 0,0 1-1 0 0,-1-2 1 0 0,1 1-1 0 0,-1-1 1 0 0,0 0-1 0 0,0-1 1 0 0,-1 0 0 0 0,1 0-1 0 0,-1-1 1 0 0,-1 0-1 0 0,1 0 1 0 0,-1 0-1 0 0,-1-1 1 0 0,1 0 0 0 0,-1 0-1 0 0,0-1 1 0 0,-1 1-1 0 0,0-1 1 0 0,-1 0-1 0 0,0 0 1 0 0,0 0 0 0 0,-1-1-1 0 0,0 1 1 0 0,0-1-1 0 0,-1 1 1 0 0,0-1-1 0 0,-1 1 1 0 0,0-1 0 0 0,-1-1-157 0 0,0 9 35 0 0,1 0 1 0 0,-1 0 0 0 0,0 0 0 0 0,0 0 0 0 0,0 1 0 0 0,0-1-1 0 0,0 0 1 0 0,0 1 0 0 0,-1-1 0 0 0,1 1 0 0 0,-1-1-1 0 0,1 1 1 0 0,-1-1 0 0 0,1 1 0 0 0,-1 0 0 0 0,0 0 0 0 0,1 0-1 0 0,-1 0 1 0 0,0 0 0 0 0,0 0 0 0 0,0 1 0 0 0,0-1-1 0 0,0 1 1 0 0,0-1 0 0 0,0 1 0 0 0,0 0 0 0 0,0-1 0 0 0,0 1-1 0 0,0 0 1 0 0,0 0 0 0 0,0 1 0 0 0,0-1 0 0 0,0 0 0 0 0,0 1-1 0 0,0-1 1 0 0,0 1 0 0 0,0 0 0 0 0,0-1 0 0 0,1 1-1 0 0,-1 0 1 0 0,0 0 0 0 0,0 0 0 0 0,1 0 0 0 0,-1 1 0 0 0,0-1-1 0 0,1 0 1 0 0,0 1 0 0 0,-1-1 0 0 0,1 1 0 0 0,0-1-1 0 0,-1 2-35 0 0,-34 111-271 0 0,106-107 505 0 0,-66-9-275 0 0,0 1 0 0 0,0-1 0 0 0,0 0 0 0 0,0 0 0 0 0,0 0 0 0 0,-1-1 0 0 0,1 0 0 0 0,-1 1 0 0 0,1-1 1 0 0,-1 0-1 0 0,0 0 0 0 0,0-1 0 0 0,0 1 0 0 0,-1-1 0 0 0,1 1 0 0 0,-1-1 0 0 0,0 0 0 0 0,0 0 0 0 0,0 0 0 0 0,-1 0 0 0 0,1 0 0 0 0,-1-1 0 0 0,0 1 0 0 0,0 0 0 0 0,0-1 0 0 0,-1 1 0 0 0,0-1 0 0 0,1 1 0 0 0,-2 0 0 0 0,1-1 0 0 0,0 1 1 0 0,-1-1-1 0 0,0 1 0 0 0,0 0 0 0 0,0 0 0 0 0,-1-1 0 0 0,1 1 0 0 0,-1 0 0 0 0,0 0 0 0 0,0 0 0 0 0,0 1 0 0 0,-2-3 41 0 0,-1 0 20 0 0,-1 0 0 0 0,1 1-1 0 0,-1-1 1 0 0,0 1 0 0 0,0 1 0 0 0,0-1 0 0 0,-1 1 0 0 0,1 0-1 0 0,-1 1 1 0 0,0 0 0 0 0,-1 0 0 0 0,1 0 0 0 0,0 1 0 0 0,-1 0-1 0 0,1 0 1 0 0,-2 1-20 0 0,-39 80 1320 0 0,45-74-1288 0 0,1-1-1 0 0,0 1 1 0 0,0 0-1 0 0,0 0 0 0 0,0 0 1 0 0,1 0-1 0 0,-1 0 1 0 0,2 0-1 0 0,-1 0 1 0 0,0 0-1 0 0,1 1 0 0 0,0-1 1 0 0,0 0-1 0 0,0 0 1 0 0,1 1-1 0 0,0-1 0 0 0,0 0 1 0 0,0 0-1 0 0,1 0 1 0 0,-1 0-1 0 0,1 0 1 0 0,1 0-1 0 0,-1-1 0 0 0,0 1 1 0 0,1-1-1 0 0,0 1 1 0 0,0-1-1 0 0,1 0 0 0 0,-1 0 1 0 0,1-1-1 0 0,0 1 1 0 0,0-1-1 0 0,0 1 0 0 0,0-1 1 0 0,1 0-32 0 0,131 15-1072 0 0,-138-22-5779 0 0,-18 3 63 0 0</inkml:trace>
  <inkml:trace contextRef="#ctx0" brushRef="#br0" timeOffset="-15103.384">9531 1754 744 0 0,'0'0'155'0'0,"0"0"104"0"0,0 0 936 0 0,0 0 1319 0 0,0 0-462 0 0,0 0-783 0 0,0 0-485 0 0,0 0-134 0 0,7-2-39 0 0,53-8 2091 0 0,-58 10-2143 0 0,14 18 2899 0 0,-13-4-3416 0 0,-1 0 0 0 0,-1 0 1 0 0,0 0-1 0 0,-1 0 0 0 0,-1 0 0 0 0,0 0 0 0 0,-1 0 0 0 0,-1 0 0 0 0,0 0 1 0 0,0 0-1 0 0,-1-1 0 0 0,-1 1 0 0 0,-1-1 0 0 0,0-1 0 0 0,-4 7-42 0 0,-66 199-310 0 0,68-139 398 0 0,-8-42-189 0 0,-9 109-79 0 0,25-120 173 0 0,0-28-143 0 0,29-35 154 0 0,52-117-50 0 0,-77 149 54 0 0,0 1-1 0 0,0 0 1 0 0,0 0 0 0 0,0 0-1 0 0,1 0 1 0 0,0 1-1 0 0,0 0 1 0 0,0 0-1 0 0,0 0 1 0 0,0 1 0 0 0,1-1-1 0 0,-1 1 1 0 0,1 0-1 0 0,0 1 1 0 0,-1 0-1 0 0,1 0 1 0 0,0 0 0 0 0,0 0-1 0 0,0 1 1 0 0,-1 0-1 0 0,1 0 1 0 0,0 1-1 0 0,0-1 1 0 0,0 1 0 0 0,0 0-1 0 0,-1 1 1 0 0,4 1-8 0 0,141 73 179 0 0,-145-72-165 0 0,0 0-1 0 0,-1 0 1 0 0,0 0 0 0 0,1 1 0 0 0,-1-1 0 0 0,-1 1 0 0 0,1 0 0 0 0,-1 0 0 0 0,0 1 0 0 0,0-1 0 0 0,0 1 0 0 0,-1-1 0 0 0,0 1 0 0 0,0 0 0 0 0,0 0 0 0 0,-1 0 0 0 0,0 0 0 0 0,0 0 0 0 0,0 0-1 0 0,-1 0 1 0 0,0 0 0 0 0,0 1 0 0 0,-1 0-14 0 0,-2 1 38 0 0,-1-1 1 0 0,0 0-1 0 0,-1 0 0 0 0,0 0 0 0 0,0-1 0 0 0,0 0 0 0 0,-1 0 1 0 0,1 0-1 0 0,-1-1 0 0 0,-1 1 0 0 0,1-2 0 0 0,-1 1 0 0 0,0-1 1 0 0,0 0-1 0 0,0 0 0 0 0,-1 0 0 0 0,0-1-38 0 0,-4 2-202 0 0,-1 0 1 0 0,0-1-1 0 0,1-1 0 0 0,-2 0 0 0 0,1 0 1 0 0,0-1-1 0 0,-1-1 0 0 0,1 0 0 0 0,0-1 1 0 0,-12-1 201 0 0,-76-20-5043 0 0,67 10-860 0 0</inkml:trace>
  <inkml:trace contextRef="#ctx0" brushRef="#br0" timeOffset="-11592.664">5653 2320 312 0 0,'0'0'228'0'0,"0"0"26"0"0,0 0-177 0 0,0 0 255 0 0,0 0 778 0 0,0 0-531 0 0,0 0-328 0 0,0 0-106 0 0,0 0-21 0 0,0 0 58 0 0,6-2 46 0 0,39-13 1921 0 0,-44 15-1583 0 0,-1 0-136 0 0,0 0-134 0 0,65-29 932 0 0,47-2 2711 0 0,159 10-2546 0 0,-181 20-1051 0 0,1-4 1 0 0,-1-4-1 0 0,82-19-342 0 0,151-17 490 0 0,72-66-643 0 0,8 40 187 0 0,-25-68 452 0 0,-135 55-20 0 0,107-23-6 0 0,-159 41-587 0 0,-2 1 1318 0 0,-65 29-846 0 0,-124 36-337 0 0,112-40 1371 0 0,-204 47-15748 0 0,193-17 9309 0 0</inkml:trace>
  <inkml:trace contextRef="#ctx0" brushRef="#br0" timeOffset="-2331.134">8829 1252 1500 0 0,'0'0'2608'0'0,"0"0"-1105"0"0,0 0-747 0 0,0 0-132 0 0,0 0 693 0 0,0 0 363 0 0,0 0-578 0 0,0 0-449 0 0,0 0-187 0 0,5 1-45 0 0,7 7 158 0 0,-27-6-4619 0 0,-21-6-4007 0 0,70-3 6925 0 0</inkml:trace>
  <inkml:trace contextRef="#ctx0" brushRef="#br0" timeOffset="-2092.4">8015 1176 3768 0 0,'0'0'4124'0'0,"0"0"-2238"0"0,0 0-705 0 0,0 0-184 0 0,0 0 21 0 0,0 0-211 0 0,0 0-330 0 0,0 0-199 0 0,0 0-70 0 0,0 0-11 0 0,-6 1-1 0 0,-63-5-1918 0 0,0-8-8824 0 0,213 27 7677 0 0</inkml:trace>
  <inkml:trace contextRef="#ctx0" brushRef="#br0" timeOffset="-1918.074">7096 1018 6505 0 0,'0'0'1636'0'0,"0"0"-300"0"0,0 0-676 0 0,0 0-80 0 0,0 0 0 0 0,0 0-244 0 0,0 0-336 0 0,0 0 0 0 0,0 0-64 0 0,0 0-16 0 0,-161 41-72 0 0,157-41-260 0 0,0 0-260 0 0,-4 0-260 0 0,-5 0-636 0 0,-15-10-1193 0 0</inkml:trace>
  <inkml:trace contextRef="#ctx0" brushRef="#br0" timeOffset="-1727.82">6205 969 6777 0 0,'0'0'1080'0'0,"0"0"-508"0"0,0 0-328 0 0,0 0 340 0 0,0 0 140 0 0,0 0-284 0 0,0 0-440 0 0,0 0 0 0 0,0 0-8 0 0,0 0-56 0 0,0 0-288 0 0,-149 33-680 0 0,121-33-1320 0 0</inkml:trace>
  <inkml:trace contextRef="#ctx0" brushRef="#br0" timeOffset="-1536.362">4967 1104 300 0 0,'0'0'7477'0'0,"0"0"-6645"0"0,0 0-520 0 0,0 0-224 0 0,0 0 472 0 0,0 0 200 0 0,0 0-308 0 0,0 0-452 0 0,0 0-152 0 0,0 0-4 0 0,0 0-76 0 0,-137-31-120 0 0,117 25-8 0 0,0 0-248 0 0,-4-3-432 0 0,-1 2-752 0 0,-11 0-973 0 0</inkml:trace>
  <inkml:trace contextRef="#ctx0" brushRef="#br0" timeOffset="-1348.295">3903 1136 1200 0 0,'0'0'7673'0'0,"0"0"-6301"0"0,0 0-224 0 0,0 0-368 0 0,0 0 92 0 0,0 0-108 0 0,0 0-268 0 0,0 0-232 0 0,0 0-164 0 0,0 0-100 0 0,-182 9-60 0 0,174-9-244 0 0,0 0-52 0 0,-4 0-180 0 0,-4 0-192 0 0,-8-2-424 0 0,8 2-1664 0 0,-20-2-2089 0 0</inkml:trace>
  <inkml:trace contextRef="#ctx0" brushRef="#br0" timeOffset="-490.156">4895 2442 8249 0 0,'0'0'2175'0'0,"0"0"-567"0"0,0 0-355 0 0,0 0-119 0 0,0 0-69 0 0,0 0-295 0 0,0 0-368 0 0,0 0-274 0 0,0 0-227 0 0,-27-12-1837 0 0,-23 2-710 0 0,8 5-6834 0 0,161 32 6857 0 0</inkml:trace>
  <inkml:trace contextRef="#ctx0" brushRef="#br0" timeOffset="-237.732">4000 2401 52 0 0,'0'0'3923'0'0,"0"0"-2334"0"0,0 0-608 0 0,0 0 47 0 0,0 0 98 0 0,0 0-58 0 0,0 0-315 0 0,0 0-329 0 0,0 0-163 0 0,-25 3-114 0 0,-135 15-3 0 0,87-28-3810 0 0,32 1 740 0 0</inkml:trace>
  <inkml:trace contextRef="#ctx0" brushRef="#br0" timeOffset="158.576">2117 2239 7069 0 0,'0'0'1196'0'0,"0"0"112"0"0,0 0-508 0 0,0 0 116 0 0,0 0 84 0 0,0 0-272 0 0,0 0-280 0 0,0 0-324 0 0,0 0-124 0 0,0 0-128 0 0,-165 23-216 0 0,165-23-348 0 0,-8 0-232 0 0,4 0-440 0 0,-5 0-1240 0 0,-7 0-1821 0 0</inkml:trace>
  <inkml:trace contextRef="#ctx0" brushRef="#br0" timeOffset="4978.963">0 2565 3284 0 0,'0'0'1961'0'0,"0"0"-463"0"0,0 0-198 0 0,0 0-105 0 0,0 0-100 0 0,0 0-126 0 0,0 0-151 0 0,0 0-69 0 0,0 0-26 0 0,0 0-98 0 0,8-1-146 0 0,6-2-431 0 0,0 0 0 0 0,0 0 0 0 0,0-2 1 0 0,-1 0-1 0 0,1 0 0 0 0,-1-1 0 0 0,0-1 0 0 0,-1 0 0 0 0,0-1 0 0 0,0 0 1 0 0,0-1-1 0 0,-1 0 0 0 0,0 0 0 0 0,-1-2 0 0 0,0 1 0 0 0,-1-1 1 0 0,0-1-1 0 0,-1 1 0 0 0,0-2 0 0 0,-1 1 0 0 0,0-1 0 0 0,-1 0 0 0 0,0 0 1 0 0,-1-1-1 0 0,-1 0 0 0 0,0 1 0 0 0,-1-2 0 0 0,1-6-48 0 0,-2 10-4 0 0,-1 0 1 0 0,1 0-1 0 0,-2 0 1 0 0,1 0-1 0 0,-1 0 0 0 0,-1 0 1 0 0,0 0-1 0 0,-1 1 0 0 0,0-1 1 0 0,-1 0-1 0 0,0 1 0 0 0,0-1 1 0 0,-1 1-1 0 0,0 0 0 0 0,-1 0 1 0 0,0 0-1 0 0,-1 1 0 0 0,0 0 1 0 0,-4-5 3 0 0,-121-102 386 0 0,130 114-390 0 0,1 0 0 0 0,-1-1 0 0 0,1 1 1 0 0,-1 0-1 0 0,1-1 0 0 0,0 1 0 0 0,0-1 0 0 0,0 1 0 0 0,0-1 1 0 0,0 1-1 0 0,0 0 0 0 0,1-1 0 0 0,-1 1 0 0 0,1-1 0 0 0,0 1 1 0 0,0 0-1 0 0,0 0 0 0 0,0-1 0 0 0,0 1 0 0 0,0 0 0 0 0,0 0 1 0 0,1 0-1 0 0,-1 0 0 0 0,1 0 0 0 0,0 1 0 0 0,-1-1 1 0 0,1 0-1 0 0,0 1 0 0 0,0-1 0 0 0,0 1 0 0 0,0 0 0 0 0,0 0 1 0 0,0-1-1 0 0,1 1 0 0 0,-1 1 0 0 0,0-1 0 0 0,0 0 0 0 0,1 0 1 0 0,-1 1-1 0 0,1 0 0 0 0,-1-1 0 0 0,0 1 0 0 0,1 0 0 0 0,-1 0 1 0 0,1 0-1 0 0,-1 0 4 0 0,24-9-294 0 0,-1 2 0 0 0,1 0 0 0 0,1 1-1 0 0,-1 2 1 0 0,1 0 0 0 0,0 2 0 0 0,-1 1 0 0 0,1 2 0 0 0,12 1 294 0 0,9 21-2481 0 0,-31 8-2055 0 0,-16-6 819 0 0</inkml:trace>
  <inkml:trace contextRef="#ctx0" brushRef="#br0" timeOffset="5217.992">230 2224 6597 0 0,'0'0'2735'0'0,"0"0"-936"0"0,0 0-642 0 0,0 0-209 0 0,0 0-137 0 0,0 0-360 0 0,0 0-300 0 0,0 0-79 0 0,10-2-74 0 0,23-5-485 0 0,96-16-2235 0 0,-41 23-4157 0 0,-117 9 4406 0 0,-202 14 315 0 0</inkml:trace>
  <inkml:trace contextRef="#ctx0" brushRef="#br0" timeOffset="5613.524">621 2637 1632 0 0,'0'0'4211'0'0,"0"0"-2189"0"0,0 0-862 0 0,0 0-311 0 0,0 0-37 0 0,0 0-56 0 0,0 0-166 0 0,0 0-154 0 0,0 0-155 0 0,0 0 44 0 0,-13-14 92 0 0,8 8-376 0 0,-17-15 79 0 0,1-2 0 0 0,1 0 0 0 0,1-2-1 0 0,1 0 1 0 0,2 0 0 0 0,0-2-1 0 0,2 0 1 0 0,-10-26-120 0 0,21 39 34 0 0,0 0-1 0 0,2 0 1 0 0,-1 0 0 0 0,2 0-1 0 0,0 0 1 0 0,0 0 0 0 0,1 0-1 0 0,1 0 1 0 0,0 1 0 0 0,1-1 0 0 0,1 0-1 0 0,0 1 1 0 0,1 0 0 0 0,0 0-1 0 0,1 0 1 0 0,1 0 0 0 0,-1 1-1 0 0,2 0 1 0 0,0 1 0 0 0,0-1-1 0 0,1 2 1 0 0,8-8-34 0 0,-2 3-319 0 0,0 0-1 0 0,1 2 1 0 0,1 0 0 0 0,0 0-1 0 0,1 2 1 0 0,0 0 0 0 0,1 1-1 0 0,0 1 1 0 0,13-5 319 0 0,27 0-3600 0 0,-37 12-157 0 0</inkml:trace>
  <inkml:trace contextRef="#ctx0" brushRef="#br0" timeOffset="6343.566">907 2227 132 0 0,'0'0'5359'0'0,"0"0"-3019"0"0,0 0-1004 0 0,0 0-304 0 0,0 0-39 0 0,0 0-75 0 0,0 0-182 0 0,0 0-154 0 0,0 0-57 0 0,0 0 17 0 0,9-11-29 0 0,29-37-76 0 0,-36 47-426 0 0,0 0 1 0 0,0-1-1 0 0,0 1 1 0 0,1 1-1 0 0,-1-1 1 0 0,0 0-1 0 0,1 1 1 0 0,-1-1-1 0 0,1 1 1 0 0,-1-1-1 0 0,0 1 1 0 0,1 0-1 0 0,-1 0 1 0 0,1 0-1 0 0,-1 1 1 0 0,0-1-1 0 0,1 1 1 0 0,-1-1-1 0 0,1 1 1 0 0,-1 0-1 0 0,0-1 1 0 0,0 1-1 0 0,1 1 1 0 0,-1-1-1 0 0,0 0 1 0 0,0 0-1 0 0,0 1 1 0 0,0-1-1 0 0,0 1 1 0 0,-1 0-1 0 0,1-1 1 0 0,0 1-1 0 0,-1 0 1 0 0,1 0-1 0 0,-1 0 1 0 0,0 0-1 0 0,0 0 1 0 0,0 0-1 0 0,0 1 1 0 0,0-1-1 0 0,0 0 1 0 0,0 1-1 0 0,-1-1 1 0 0,1 0-1 0 0,-1 1 1 0 0,0-1-1 0 0,1 1-11 0 0,0 0-2 0 0,95 294-1400 0 0,-95-296 1396 0 0,-1 0 0 0 0,0 0 0 0 0,0 0 0 0 0,0 1-1 0 0,0-1 1 0 0,0 0 0 0 0,0 0 0 0 0,0 0 0 0 0,0 0 0 0 0,0 1-1 0 0,-1-1 1 0 0,1 0 0 0 0,0 0 0 0 0,-1 0 0 0 0,1 0-1 0 0,-1 0 1 0 0,1 0 0 0 0,-1 0 0 0 0,0 0 0 0 0,1 0 0 0 0,-1 0-1 0 0,0 0 1 0 0,0 0 0 0 0,1 0 0 0 0,-1 0 0 0 0,0-1 0 0 0,0 1-1 0 0,0 0 1 0 0,0-1 0 0 0,0 1 0 0 0,0-1 0 0 0,0 1-1 0 0,0-1 1 0 0,-1 1 0 0 0,1-1 0 0 0,0 0 0 0 0,0 1 0 0 0,0-1-1 0 0,0 0 1 0 0,-1 0 0 0 0,1 0 0 0 0,0 0 0 0 0,0 0-1 0 0,0 0 1 0 0,0 0 0 0 0,-1-1 0 0 0,1 1 0 0 0,0 0 0 0 0,0-1-1 0 0,0 1 1 0 0,0-1 0 0 0,0 1 0 0 0,0-1 0 0 0,0 1 0 0 0,0-1-1 0 0,0 0 1 0 0,0 1 0 0 0,0-1 0 0 0,0 0 0 0 0,0 0-1 0 0,0 0 1 0 0,1 0 0 0 0,-1 1 0 0 0,0-1 0 0 0,1 0 0 0 0,-1-1-1 0 0,1 1 1 0 0,-1 0 0 0 0,1 0 0 0 0,-1 0 6 0 0,-20-7 8 0 0,-68-24-182 0 0,54 18 47 0 0,0 1 0 0 0,-1 1 1 0 0,-1 2-1 0 0,1 1 0 0 0,-1 2 0 0 0,-1 2 0 0 0,1 2 0 0 0,-1 1 0 0 0,-5 1 127 0 0,40 3 0 0 0,0 0 0 0 0,0 0 0 0 0,0 1-1 0 0,0-1 1 0 0,0 0 0 0 0,0 1 0 0 0,1 0 0 0 0,0 0 0 0 0,-1 0-1 0 0,1 0 1 0 0,0 0 0 0 0,0 0 0 0 0,1 0 0 0 0,-1 1-1 0 0,0-1 1 0 0,1 0 0 0 0,0 1 0 0 0,0 0 0 0 0,0-1-1 0 0,1 1 1 0 0,-1 0 0 0 0,1-1 0 0 0,0 1 0 0 0,0 0 0 0 0,0-1-1 0 0,0 1 1 0 0,0 0 0 0 0,1-1 0 0 0,0 1 0 0 0,0 0-1 0 0,0-1 1 0 0,0 1 0 0 0,1-1 0 0 0,-1 0 0 0 0,1 1-1 0 0,0-1 1 0 0,0 0 0 0 0,0 0 0 0 0,0 0 0 0 0,0 0 0 0 0,1 0-1 0 0,0-1 1 0 0,1 2 0 0 0,13 8 9 0 0,0-1-1 0 0,1-1 0 0 0,1 0 1 0 0,-1-2-1 0 0,1 0 0 0 0,1-1 1 0 0,-1-1-1 0 0,1-1 0 0 0,0-1 1 0 0,1 0-1 0 0,-1-2 0 0 0,19 1-8 0 0,-11 1 40 0 0,125 9-860 0 0,-47-11-3478 0 0,-55-2 399 0 0</inkml:trace>
  <inkml:trace contextRef="#ctx0" brushRef="#br0" timeOffset="6757.527">1198 1950 612 0 0,'0'0'5229'0'0,"0"0"-2989"0"0,0 0-1064 0 0,0 0-378 0 0,0 0-69 0 0,0 0-98 0 0,0 0-253 0 0,0 0-133 0 0,0 0 75 0 0,10 4 133 0 0,26 8-1 0 0,178 81 1953 0 0,-204-87-2412 0 0,-1 0 0 0 0,1 1-1 0 0,-1 0 1 0 0,-1 1 0 0 0,1 0-1 0 0,-1 0 1 0 0,0 1 0 0 0,-1 0-1 0 0,0 0 1 0 0,-1 1 0 0 0,0 0-1 0 0,0 0 1 0 0,-1 0 0 0 0,0 1-1 0 0,-1 0 1 0 0,0 0-1 0 0,-1 0 1 0 0,0 0 0 0 0,0 7 7 0 0,-1-1-147 0 0,-1 0 0 0 0,0 0 0 0 0,-1 1 0 0 0,-1-1 0 0 0,-1 0 0 0 0,0 0-1 0 0,-2 0 1 0 0,1 0 0 0 0,-2 0 0 0 0,-1 0 0 0 0,0-1 0 0 0,-1 0 0 0 0,0-1 0 0 0,-1 1 0 0 0,-9 11 147 0 0,-75 63-4325 0 0,43-61-69 0 0</inkml:trace>
  <inkml:trace contextRef="#ctx0" brushRef="#br0" timeOffset="-1173.775">3012 1171 6473 0 0,'0'0'1808'0'0,"0"0"-916"0"0,0 0-268 0 0,0 0-160 0 0,0 0 348 0 0,0 0-92 0 0,0 0-320 0 0,-206 14-172 0 0,194-14-228 0 0,4 0-48 0 0,0 0-276 0 0,4 0-228 0 0,0-4-76 0 0,-4 2-380 0 0,4 1-600 0 0,0 1-1201 0 0,-12 0-2635 0 0</inkml:trace>
  <inkml:trace contextRef="#ctx0" brushRef="#br0" timeOffset="698.598">2742 1124 7401 0 0,'0'0'2812'0'0,"0"0"-1356"0"0,0 0-736 0 0,0 0-528 0 0,0 0-192 0 0,0 0-52 0 0,0 0-628 0 0,0 0-452 0 0,0 0-340 0 0,0 0-396 0 0,0 0-293 0 0,-178-29 533 0 0,142 27 440 0 0,12 1 104 0 0,-28 1 4 0 0</inkml:trace>
  <inkml:trace contextRef="#ctx0" brushRef="#br0" timeOffset="937.058">2060 1159 3160 0 0,'0'0'1564'0'0,"0"0"-351"0"0,0 0-509 0 0,0 0-328 0 0,0 0-376 0 0,0 0-208 0 0,0 0-484 0 0,0 0-309 0 0,0 0-291 0 0,0 0-220 0 0</inkml:trace>
  <inkml:trace contextRef="#ctx0" brushRef="#br0" timeOffset="2161.667">331 1019 3208 0 0,'0'0'1535'0'0,"0"0"-261"0"0,0 0-200 0 0,0 0-103 0 0,0 0-88 0 0,0 0-107 0 0,0 0-139 0 0,0 0-75 0 0,0 0-28 0 0,0 0 8 0 0,7 5 34 0 0,34 19 619 0 0,-38-23-1117 0 0,0 0 0 0 0,0-1 0 0 0,-1 1 0 0 0,1-1 0 0 0,0 0 0 0 0,0 1 0 0 0,0-1-1 0 0,-1-1 1 0 0,1 1 0 0 0,0 0 0 0 0,0-1 0 0 0,0 1 0 0 0,-1-1 0 0 0,1 0 0 0 0,0 0 0 0 0,-1 0-1 0 0,1 0 1 0 0,-1-1 0 0 0,1 1 0 0 0,-1 0 0 0 0,0-1 0 0 0,1 0 0 0 0,-1 0 0 0 0,0 0 0 0 0,0 0-1 0 0,0 0 1 0 0,0 0 0 0 0,-1 0 0 0 0,1 0 0 0 0,-1-1 0 0 0,1 1 0 0 0,-1-1 0 0 0,0 1 0 0 0,0-1 0 0 0,0 0-1 0 0,0 1 1 0 0,0-1 0 0 0,0-1-78 0 0,8-118-351 0 0,-10 96 389 0 0,-23-141-77 0 0,20 125 61 0 0,-1 26 43 0 0,1-1 1 0 0,1 1 0 0 0,1-1-1 0 0,1 0 1 0 0,0 0 0 0 0,1 0-1 0 0,0 0 1 0 0,2 1 0 0 0,0-1-1 0 0,1 0 1 0 0,0 1 0 0 0,1-1 0 0 0,1 1-1 0 0,1 0 1 0 0,0 1 0 0 0,1-1-1 0 0,1 1 1 0 0,1 0 0 0 0,-1 1-1 0 0,2 0 1 0 0,0 1 0 0 0,6-6-66 0 0,-10 17-75 0 0,-1 1 0 0 0,1 0 0 0 0,-1 0 0 0 0,1 1 1 0 0,0-1-1 0 0,-1 1 0 0 0,1 0 0 0 0,0 1 0 0 0,-1-1 0 0 0,1 1 1 0 0,-1 0-1 0 0,1 1 0 0 0,-1-1 0 0 0,1 1 0 0 0,-1 0 0 0 0,0 1 1 0 0,1 0 74 0 0,16 4-317 0 0,0-2-224 0 0,64 23-2291 0 0,-45 5-3505 0 0,-36-23 3670 0 0</inkml:trace>
  <inkml:trace contextRef="#ctx0" brushRef="#br0" timeOffset="2399.212">383 624 6537 0 0,'0'0'1550'0'0,"0"0"-499"0"0,0 0-310 0 0,0 0 106 0 0,0 0 128 0 0,0 0-125 0 0,0 0-292 0 0,0 0-221 0 0,11 0-148 0 0,172 0-1250 0 0,-134 0-2414 0 0,-34 0-4005 0 0,-273 0 5861 0 0</inkml:trace>
  <inkml:trace contextRef="#ctx0" brushRef="#br0" timeOffset="2892.171">988 395 3752 0 0,'0'0'1374'0'0,"0"0"-244"0"0,0 0-81 0 0,0 0 62 0 0,0 0 39 0 0,0 0-235 0 0,0 0-289 0 0,-21 14-178 0 0,-65 47-55 0 0,-16 54 720 0 0,85-97-1146 0 0,1 2-1 0 0,0 0 0 0 0,2 0 1 0 0,0 2-1 0 0,2 0 0 0 0,0 0 1 0 0,1 1-1 0 0,2 0 1 0 0,0 1-1 0 0,2 0 0 0 0,0 1 1 0 0,2 0-1 0 0,0-1 0 0 0,1 9 34 0 0,7-27-260 0 0,0-1 0 0 0,1 1 0 0 0,-1 0-1 0 0,1-1 1 0 0,0 0 0 0 0,0 0 0 0 0,1 0-1 0 0,-1-1 1 0 0,1 1 0 0 0,0-1 0 0 0,1 0-1 0 0,-1-1 1 0 0,1 1 0 0 0,-1-1 0 0 0,1 0-1 0 0,0-1 1 0 0,0 1 0 0 0,0-1 0 0 0,1 0-1 0 0,-1-1 1 0 0,1 1 0 0 0,-1-1 0 0 0,0 0-1 0 0,1-1 1 0 0,0 0 0 0 0,2 0 260 0 0,24 4-2188 0 0</inkml:trace>
  <inkml:trace contextRef="#ctx0" brushRef="#br0" timeOffset="3577.799">1157 443 3040 0 0,'0'0'2539'0'0,"0"0"-853"0"0,0 0-497 0 0,0 0-319 0 0,0 0-112 0 0,0 0-114 0 0,0 0-228 0 0,0 0-206 0 0,0 0-68 0 0,0 0 8 0 0,-10 15 246 0 0,44 123 683 0 0,-28-96-840 0 0,-1 0 1 0 0,-3 1-1 0 0,-1-1 0 0 0,-2 1 1 0 0,-2-1-1 0 0,-2 0 0 0 0,-3 5-239 0 0,8-44 4 0 0,-10 3-141 0 0,3-14 145 0 0,4 5-17 0 0,-1 0-1 0 0,1 0 0 0 0,1-1 1 0 0,-1 1-1 0 0,0 0 0 0 0,1-1 1 0 0,0 0-1 0 0,0 1 0 0 0,0-1 1 0 0,0 0-1 0 0,0 0 0 0 0,1 0 1 0 0,0 0-1 0 0,0 0 0 0 0,0-1 1 0 0,0 1-1 0 0,1 0 0 0 0,0 0 0 0 0,-1-1 1 0 0,2 1-1 0 0,-1 0 0 0 0,0-1 1 0 0,1 1-1 0 0,0 0 0 0 0,0 0 1 0 0,0 0-1 0 0,0 0 0 0 0,1 0 1 0 0,0 0-1 0 0,0 0 0 0 0,0 0 1 0 0,0 0-1 0 0,0 1 0 0 0,1-1 1 0 0,-1 1-1 0 0,1 0 0 0 0,0 0 1 0 0,2-2 9 0 0,3-3-30 0 0,0 1 1 0 0,1 0-1 0 0,0 1 1 0 0,0 0-1 0 0,1 0 1 0 0,-1 1-1 0 0,1 0 1 0 0,0 0 0 0 0,0 1-1 0 0,1 1 1 0 0,0 0-1 0 0,-1 0 1 0 0,1 1-1 0 0,10-1 30 0 0,-13 1 2 0 0,0 1 0 0 0,0 0 0 0 0,1 1 0 0 0,-1 0 0 0 0,0 0 0 0 0,0 1 0 0 0,1 0-1 0 0,-1 0 1 0 0,0 1 0 0 0,0 0 0 0 0,0 0 0 0 0,0 1 0 0 0,0 0 0 0 0,-1 0 0 0 0,1 1 0 0 0,-1 0 0 0 0,0 1-1 0 0,0-1 1 0 0,-1 1 0 0 0,1 0 0 0 0,-1 1 0 0 0,0 0 0 0 0,0 0 0 0 0,-1 0 0 0 0,0 1 0 0 0,0-1 0 0 0,0 1-1 0 0,-1 0 1 0 0,0 1 0 0 0,0-1 0 0 0,-1 1 0 0 0,0 0 0 0 0,-1 0-2 0 0,0-2-5 0 0,0 1 0 0 0,-1 0-1 0 0,0-1 1 0 0,0 1 0 0 0,-1 0 0 0 0,0 0 0 0 0,0 0-1 0 0,-1 0 1 0 0,0-1 0 0 0,0 1 0 0 0,0 0 0 0 0,-1-1 0 0 0,0 1-1 0 0,0-1 1 0 0,-1 1 0 0 0,0-1 0 0 0,0 0 0 0 0,0 0-1 0 0,-1 0 1 0 0,0 0 0 0 0,0-1 0 0 0,0 0 0 0 0,-1 0-1 0 0,0 0 1 0 0,0 0 0 0 0,0-1 0 0 0,0 1 0 0 0,-1-1 0 0 0,0-1-1 0 0,1 1 1 0 0,-1-1 0 0 0,-1 0 0 0 0,1 0 0 0 0,0-1-1 0 0,-1 0 1 0 0,0 0 0 0 0,1-1 0 0 0,-1 1 0 0 0,0-1-1 0 0,0-1 1 0 0,0 1 5 0 0,-24 6-94 0 0,-1 0-1 0 0,0-2 1 0 0,1-2-1 0 0,-1 0 0 0 0,-1-3 1 0 0,1 0-1 0 0,-20-4 95 0 0,46 3-295 0 0,1 1 0 0 0,-1-1 0 0 0,0-1 0 0 0,1 1 0 0 0,-1-1 0 0 0,1 0 0 0 0,-1 0 0 0 0,1 0 0 0 0,0-1 1 0 0,0 0-1 0 0,0 0 0 0 0,0 0 0 0 0,0 0 0 0 0,1-1 0 0 0,0 0 0 0 0,-1 0 0 0 0,0-1 295 0 0,-5-22-4163 0 0</inkml:trace>
  <inkml:trace contextRef="#ctx0" brushRef="#br0" timeOffset="3927.397">1802 238 6977 0 0,'0'0'1561'0'0,"0"0"-441"0"0,0 0-227 0 0,0 0-34 0 0,0 0 20 0 0,0 0-32 0 0,0 0-206 0 0,0 0-285 0 0,25 18-146 0 0,77 59-58 0 0,-33 12 229 0 0,-60-69-288 0 0,5 10-130 0 0,-1 0-1 0 0,-2 1 1 0 0,-1 1-1 0 0,-1-1 1 0 0,-2 2-1 0 0,-2-1 1 0 0,0 1-1 0 0,-2 0 1 0 0,-2 0-1 0 0,-2 25 38 0 0,0-48-128 0 0,0 0 1 0 0,-1-1-1 0 0,0 1 0 0 0,0 0 1 0 0,-1 0-1 0 0,0-1 0 0 0,-1 0 1 0 0,0 0-1 0 0,-1 0 0 0 0,1 0 0 0 0,-2 0 1 0 0,1-1-1 0 0,-1 0 0 0 0,-1 0 1 0 0,0 0 127 0 0,-86 57-4237 0 0,31-41 599 0 0</inkml:trace>
  <inkml:trace contextRef="#ctx0" brushRef="#br1" timeOffset="-209733.698">2012 1049 144 0 0,'0'0'342'0'0,"0"0"-149"0"0,0 0-93 0 0,0 0-33 0 0,0 0 9 0 0,0 0 166 0 0,0 0 335 0 0,0 0 79 0 0,0 0 82 0 0,-4-2-32 0 0,-12-5-87 0 0,12 5-4 0 0,4 2 46 0 0,0 0-43 0 0,0 0-65 0 0,0 0-139 0 0,0 0-178 0 0,0 0-204 0 0,52-1-7276 0 0,-44 1 6966 0 0,-4 0 211 0 0</inkml:trace>
  <inkml:trace contextRef="#ctx0" brushRef="#br1" timeOffset="-209461.898">2407 1040 432 0 0,'0'0'116'0'0,"0"0"-112"0"0,0 0-4 0 0,0 0-272 0 0,0 0-8 0 0</inkml:trace>
  <inkml:trace contextRef="#ctx0" brushRef="#br1" timeOffset="-209142.507">2407 1040 496 0 0,'23'-1'58'0'0,"-22"1"-54"0"0,0-1 0 0 0,0 1 0 0 0,0-1 0 0 0,1 1 0 0 0,-1 0 0 0 0,0-1 0 0 0,0 1 0 0 0,1 0 0 0 0,-1 0 0 0 0,0 0 0 0 0,0 0 0 0 0,1 0 0 0 0,-1 0 0 0 0,0 0 0 0 0,0 0 0 0 0,1 1 0 0 0,-1-1 0 0 0,0 0 0 0 0,0 1 0 0 0,0-1 0 0 0,1 1 0 0 0,-1-1 0 0 0,0 1 0 0 0,0 0 0 0 0,0-1 0 0 0,0 1 0 0 0,0 0 0 0 0,0 0 0 0 0,0 0 0 0 0,0-1 0 0 0,-1 1 0 0 0,1 0 0 0 0,0 0 0 0 0,0 1 0 0 0,-1-1 0 0 0,1 0 0 0 0,-1 0 0 0 0,1 0 0 0 0,-1 0 0 0 0,1 1-4 0 0,-6 15 221 0 0,2-15-800 0 0</inkml:trace>
  <inkml:trace contextRef="#ctx0" brushRef="#br1" timeOffset="-207778.751">2939 1148 220 0 0,'0'0'231'0'0,"0"0"-129"0"0,0 0-18 0 0,0 0 0 0 0,0 0 11 0 0,0 0-11 0 0,0 0 159 0 0,0 0 694 0 0,0 0 261 0 0,0 0-269 0 0,-8 0-156 0 0,-68-11 2897 0 0,-97-7-1310 0 0,20 27-2649 0 0,125-6 436 0 0,49 5-392 0 0,25 12 292 0 0,96 149-281 0 0,-98-107 45 0 0,150 213 974 0 0,-93-139-453 0 0,83 161-865 0 0,-83-139-143 0 0,-99-155 679 0 0,0 0 0 0 0,-1 0 0 0 0,0 0-1 0 0,1 0 1 0 0,-1 0 0 0 0,0 1 0 0 0,-1-1 0 0 0,1 0 0 0 0,-1 0 0 0 0,1 1-1 0 0,-1-1 1 0 0,0 0 0 0 0,0 1 0 0 0,0-1 0 0 0,-1 0 0 0 0,1 1 0 0 0,-1-1-1 0 0,0 0 1 0 0,0 0 0 0 0,0 0 0 0 0,0 0 0 0 0,0 0 0 0 0,-1 0 0 0 0,0 1-3 0 0,-12 35-292 0 0,14-37 346 0 0,-1 0 1 0 0,1 0-1 0 0,0 0 1 0 0,0 0-1 0 0,-1 0 1 0 0,0 0 0 0 0,1 0-1 0 0,-1 0 1 0 0,0-1-1 0 0,0 1 1 0 0,0 0 0 0 0,0 0-1 0 0,0 0 1 0 0,0-1-1 0 0,0 1 1 0 0,-1-1-1 0 0,1 1 1 0 0,0-1 0 0 0,-1 1-1 0 0,0-1 1 0 0,1 0-1 0 0,-1 0 1 0 0,0 0-1 0 0,1 0 1 0 0,-1 0 0 0 0,0 0-1 0 0,0 0 1 0 0,0 0-1 0 0,0-1 1 0 0,0 1 0 0 0,0-1-1 0 0,0 0 1 0 0,0 1-1 0 0,0-1 1 0 0,0 0-1 0 0,-1 0-54 0 0,-21-2-846 0 0,-27-5-10952 0 0,48 6 12606 0 0,52 11-868 0 0</inkml:trace>
  <inkml:trace contextRef="#ctx0" brushRef="#br1" timeOffset="-206744.851">2613 1100 260 0 0,'0'0'330'0'0,"0"0"-173"0"0,0 0-136 0 0,0 0-84 0 0,0 0 6 0 0,0 0 87 0 0,0 0 46 0 0,4 0-1 0 0,7-9 732 0 0,-26 2 8038 0 0,146 9-5301 0 0,108-29-4941 0 0,-234 27 1992 0 0,-1 7-12791 0 0,-4 1 11169 0 0</inkml:trace>
  <inkml:trace contextRef="#ctx0" brushRef="#br1" timeOffset="-205783.502">1802 1394 272 0 0,'0'0'979'0'0,"0"0"868"0"0,0 0-645 0 0,0 0-464 0 0,0 0-171 0 0,0 0-114 0 0,0 0 52 0 0,0 0-34 0 0,0 0-146 0 0,5 15-97 0 0,39 129 1779 0 0,-35-113-2419 0 0,1-1-1 0 0,1 0 1 0 0,2 0 0 0 0,1-1-1 0 0,1-1 1 0 0,1-1 0 0 0,2 0-1 0 0,20 23 413 0 0,-5 22-5982 0 0,-33-61 5669 0 0</inkml:trace>
  <inkml:trace contextRef="#ctx0" brushRef="#br1" timeOffset="-205239.949">1831 1646 1304 0 0,'0'0'441'0'0,"0"0"1238"0"0,0 0-14 0 0,0 0-514 0 0,0 0-366 0 0,0 0-215 0 0,0 0-64 0 0,0 0-93 0 0,0 0-164 0 0,11-3-80 0 0,111-51 1006 0 0,-116 49-1179 0 0,0 0 0 0 0,1 1 1 0 0,-1 0-1 0 0,1 0 0 0 0,0 0 0 0 0,0 1 1 0 0,1 0-1 0 0,-1 1 0 0 0,1 0 0 0 0,-1 0 1 0 0,1 0-1 0 0,0 1 0 0 0,0 0 0 0 0,5 0 4 0 0,87 63-1323 0 0,82 194-2478 0 0,-153-218 31 0 0,-26-34 2902 0 0</inkml:trace>
  <inkml:trace contextRef="#ctx0" brushRef="#br1" timeOffset="-132554.214">5927 2547 184 0 0,'0'0'451'0'0,"0"0"-228"0"0,0 0-74 0 0,0 0-40 0 0,0 0-29 0 0,0 0 8 0 0,0 0 85 0 0,0-11 419 0 0,6 26 4547 0 0,8-24-3959 0 0,6-34-1240 0 0,-20 68 2324 0 0,0-25-1933 0 0,0 0 36 0 0,0 0-10 0 0,0 0-90 0 0,0 0-110 0 0,0 0-120 0 0,13-41-925 0 0,-11 29 1818 0 0,-12 26-526 0 0,-3 5-368 0 0,-6 9 108 0 0,18-35 214 0 0,4-4-423 0 0,-2-8 466 0 0,-54 84-607 0 0,44-47 208 0 0,0 0-909 0 0,0-10-6105 0 0,8-7 1763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4:53.0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5205 3869 5336 0 0,'0'0'2241'0'0,"0"0"-597"0"0,0 0-313 0 0,0 0-121 0 0,0 0-149 0 0,0 0-181 0 0,0 0-162 0 0,0 0-116 0 0,0 0-205 0 0,0 0-16 0 0,2-11 64 0 0,23-277 1806 0 0,-24 86-5713 0 0,-1 163 2062 0 0,-6 22-1596 0 0,-3 10-3374 0 0,8 7 2101 0 0</inkml:trace>
  <inkml:trace contextRef="#ctx0" brushRef="#br0" timeOffset="314.816">5189 3714 1108 0 0,'0'0'1969'0'0,"0"0"-497"0"0,0 0-374 0 0,0 0-49 0 0,0 0 30 0 0,0 0-44 0 0,0 0-173 0 0,0 0 10 0 0,0 0-32 0 0,10-6-142 0 0,12-8-409 0 0,-17 9-85 0 0,2 0 0 0 0,-1 0 0 0 0,0 0 0 0 0,1 1 0 0 0,0 0 0 0 0,0 0 0 0 0,0 1 0 0 0,1 0 0 0 0,-1 0 0 0 0,1 1 0 0 0,-1 0 0 0 0,1 0 0 0 0,0 1 0 0 0,0 0 0 0 0,0 0 0 0 0,0 0 0 0 0,0 1 0 0 0,0 1 0 0 0,0 0 0 0 0,0 0 1 0 0,0 0-1 0 0,-1 1 0 0 0,2 0-204 0 0,1 4 47 0 0,-1 0 0 0 0,0 0 1 0 0,0 1-1 0 0,-1 0 1 0 0,0 1-1 0 0,0-1 0 0 0,-1 2 1 0 0,0-1-1 0 0,0 1 0 0 0,-1 0 1 0 0,0 1-1 0 0,-1-1 1 0 0,0 1-1 0 0,0 0 0 0 0,-1 0 1 0 0,0 1-1 0 0,-1-1 1 0 0,0 1-1 0 0,0 7-47 0 0,11 136-6597 0 0,-16-142 2013 0 0,-8-1-2199 0 0</inkml:trace>
  <inkml:trace contextRef="#ctx0" brushRef="#br0" timeOffset="-9555.334">32 5334 2736 0 0,'0'0'2404'0'0,"0"0"-965"0"0,0 0-678 0 0,0 0-302 0 0,0 0-27 0 0,0 0-268 0 0,0 0 98 0 0,0 0 661 0 0,0 0-79 0 0,6 0-127 0 0,64 3 4574 0 0,-59 2-5185 0 0,0 0 0 0 0,0-2 0 0 0,0 1 0 0 0,0-1 1 0 0,1-1-1 0 0,-1 0 0 0 0,1 0 0 0 0,-1-1 0 0 0,1-1 0 0 0,0 0 0 0 0,-1 0 0 0 0,11-3-106 0 0,19 3 146 0 0,612 16 209 0 0,-398-5-399 0 0,219-20 44 0 0,357-9 708 0 0,-331-4-372 0 0,179 43-176 0 0,-467-32-152 0 0,463 36 117 0 0,-629-21-1390 0 0,-46-4 1270 0 0,0 0 12 0 0,0 0 19 0 0,0 0-10 0 0,32 2 381 0 0,-31-2-410 0 0,-1 0-3 0 0,0 0-12 0 0,-49 4-5943 0 0,18-5-2914 0 0,111-2 5013 0 0</inkml:trace>
  <inkml:trace contextRef="#ctx0" brushRef="#br0" timeOffset="-8058.644">4290 2246 484 0 0,'0'0'900'0'0,"0"0"-184"0"0,0 0 68 0 0,0 0-4 0 0,0 0 68 0 0,0 0-92 0 0,0 0-319 0 0,0 0-437 0 0,0 0-573 0 0,0 0-431 0 0,0 0-312 0 0,36 7-260 0 0</inkml:trace>
  <inkml:trace contextRef="#ctx0" brushRef="#br0" timeOffset="-6865.875">4483 2398 64 0 0,'0'0'1956'0'0,"0"0"-541"0"0,0 0-348 0 0,0 0 31 0 0,0 0 79 0 0,0 0-82 0 0,0 0-212 0 0,0 0-261 0 0,0 0-146 0 0,2 7 3587 0 0,8 26-3496 0 0,6-6-419 0 0,-1 0 1 0 0,-1 1 0 0 0,-2 1 0 0 0,-1 0 0 0 0,-1 0-1 0 0,-1 1 1 0 0,-2 3-149 0 0,45 233 105 0 0,-20 15-301 0 0,-32 141-208 0 0,-25-225 157 0 0,-107 220-113 0 0,123-147 298 0 0,-10 71-204 0 0,7-171 165 0 0,-6-78 265 0 0,-9 124-248 0 0,27-216-58 0 0,0 0-26 0 0,-24-9-4841 0 0,18 3-2371 0 0,36 13 6006 0 0</inkml:trace>
  <inkml:trace contextRef="#ctx0" brushRef="#br0" timeOffset="-5343.05">0 5298 1332 0 0,'0'0'2452'0'0,"0"0"-680"0"0,0 0-370 0 0,0 0-130 0 0,0 0-311 0 0,0 0-267 0 0,0 0-188 0 0,0 0-105 0 0,0 0-25 0 0,3 5-12 0 0,26 22 1229 0 0,-29-27-1362 0 0,8-5-134 0 0,-15-22-171 0 0,6 27 165 0 0,11 31 1035 0 0,87 7-1515 0 0,-22-32-4605 0 0,-75-6 4784 0 0,0-1 0 0 0,0 1 0 0 0,0-1 0 0 0,0 1 0 0 0,0 0 0 0 0,0-1 0 0 0,0 1 0 0 0,0-1 0 0 0,1 1 0 0 0,-1 0 0 0 0,0-1 0 0 0,0 1 0 0 0,0 0 0 0 0,0-1 0 0 0,0 1 0 0 0,1-1 0 0 0,-1 1 0 0 0,0 0-1 0 0,0-1 1 0 0,1 1 0 0 0,-1 0 0 0 0,0 0 0 0 0,0-1 0 0 0,1 1 0 0 0,-1 0 0 0 0,0 0 210 0 0,-182-49-3752 0 0</inkml:trace>
  <inkml:trace contextRef="#ctx0" brushRef="#br0" timeOffset="-4499.183">4294 5318 1720 0 0,'0'0'2579'0'0,"0"0"-941"0"0,0 0-591 0 0,0 0-212 0 0,0 0-83 0 0,0 0-83 0 0,0 0-116 0 0,0 0-143 0 0,0 0-29 0 0,0 0-18 0 0,7 3-9 0 0,37 11 1544 0 0,-40-20 740 0 0,-11-41-2752 0 0,-121-106-1056 0 0,124 213-685 0 0,32 3-3303 0 0,-17-45 1942 0 0</inkml:trace>
  <inkml:trace contextRef="#ctx0" brushRef="#br0" timeOffset="-4244.094">4294 5318 220 0 0</inkml:trace>
  <inkml:trace contextRef="#ctx0" brushRef="#br0" timeOffset="-4243.094">4294 5318 220 0 0,'97'-34'4368'0'0,"-77"27"-2240"0"0,-20 54 2782 0 0,0-28-4670 0 0,0 0 0 0 0,-2 0 0 0 0,0 0 0 0 0,0 0-1 0 0,-2 0 1 0 0,-1 0 0 0 0,0 0 0 0 0,-1-1-1 0 0,-8 16-239 0 0,8-24-314 0 0,1-1-1 0 0,-1 0 1 0 0,-1 0-1 0 0,0 0 0 0 0,0-1 1 0 0,0 0-1 0 0,-1-1 0 0 0,0 0 1 0 0,-1 0-1 0 0,0 0 1 0 0,0-1-1 0 0,-4 1 315 0 0,-24 11-3524 0 0</inkml:trace>
  <inkml:trace contextRef="#ctx0" brushRef="#br0" timeOffset="-2257.098">190 5162 1748 0 0,'0'0'1668'0'0,"0"0"-334"0"0,0 0-350 0 0,0 0-229 0 0,0 0-241 0 0,0 0-215 0 0,0 0-177 0 0,0 0-43 0 0,0 0 55 0 0,0 0 94 0 0,24-15 104 0 0,129-70 846 0 0,-46 31-1029 0 0,-2-4-1 0 0,-3-5 1 0 0,62-51-149 0 0,-127 88-62 0 0,411-325 2999 0 0,-101 123-2509 0 0,117-33-1015 0 0,-429 244 493 0 0,0 2 182 0 0,-2-1 0 0 0,0-1 0 0 0,-1-2 0 0 0,-1-2-1 0 0,0 0 1 0 0,-2-2 0 0 0,-1-2 0 0 0,24-25-88 0 0,88-51-425 0 0,94-83 174 0 0,-224 179 170 0 0,11-4 192 0 0,0-1-1 0 0,-1-1 0 0 0,0-1 0 0 0,-1 0 0 0 0,-1-2 1 0 0,0 0-1 0 0,0-1 0 0 0,0-2-110 0 0,4-3-201 0 0,1 1 1 0 0,1 1-1 0 0,1 1 0 0 0,1 2 1 0 0,0 0-1 0 0,1 2 0 0 0,0 0 0 0 0,1 2 1 0 0,8-1 200 0 0,101-48-1003 0 0,5-59 2584 0 0,-122 98-1508 0 0,1 2 0 0 0,1 0 0 0 0,1 1 0 0 0,0 2 0 0 0,1 0 0 0 0,1 1 0 0 0,25-10-73 0 0,-48 24 14 0 0,219-138-187 0 0,-124 85-1126 0 0,-97 44-407 0 0,0 6-2271 0 0,0-1 220 0 0</inkml:trace>
  <inkml:trace contextRef="#ctx0" brushRef="#br0" timeOffset="1601.298">2500 6191 4012 0 0,'0'0'3036'0'0,"0"0"-911"0"0,0 0-634 0 0,0 0-367 0 0,0 0-262 0 0,0 0-351 0 0,0 0-322 0 0,0 0-187 0 0,1-15 124 0 0,-3-118 1222 0 0,-3 126-1326 0 0,0 0 0 0 0,0 0 0 0 0,-1 0 0 0 0,0 1 0 0 0,0 0 0 0 0,0 0-1 0 0,-1 0 1 0 0,0 1 0 0 0,0 0 0 0 0,0 0 0 0 0,-1 1 0 0 0,0 0 0 0 0,0 0 0 0 0,0 1 0 0 0,0 0 0 0 0,0 1 0 0 0,-1-1 0 0 0,1 2-1 0 0,-1-1 1 0 0,1 1 0 0 0,-1 0 0 0 0,0 1 0 0 0,1 0 0 0 0,-1 1 0 0 0,0-1 0 0 0,1 2 0 0 0,-1-1 0 0 0,1 1 0 0 0,-1 0 0 0 0,1 1-1 0 0,0 0 1 0 0,-4 2-22 0 0,1 1 26 0 0,0 1 0 0 0,1 0 0 0 0,0 0-1 0 0,0 1 1 0 0,0 0 0 0 0,1 1-1 0 0,1 0 1 0 0,-1 1 0 0 0,1-1 0 0 0,1 2-1 0 0,0-1 1 0 0,0 1 0 0 0,1 0-1 0 0,1 0 1 0 0,0 1 0 0 0,0 0 0 0 0,1 0-1 0 0,0 0 1 0 0,1 0 0 0 0,1 0-1 0 0,0 1 1 0 0,1-1 0 0 0,-1 9-26 0 0,1-11 33 0 0,1 0 0 0 0,0 0 0 0 0,0 0 0 0 0,1 0 0 0 0,0 0 0 0 0,1 0 1 0 0,0-1-1 0 0,0 1 0 0 0,1 0 0 0 0,0-1 0 0 0,1 1 0 0 0,0-1 0 0 0,1 0 0 0 0,0-1 1 0 0,0 1-1 0 0,1-1 0 0 0,0 0 0 0 0,0 0 0 0 0,1 0 0 0 0,0-1 0 0 0,0 0 0 0 0,1-1 0 0 0,-1 0 1 0 0,9 5-34 0 0,-8-4 14 0 0,0-1 0 0 0,0 0-1 0 0,1-1 1 0 0,0 0 0 0 0,0 0 0 0 0,0-1 0 0 0,1 0 0 0 0,-1-1 0 0 0,1 0 0 0 0,0 0 0 0 0,0-1 0 0 0,0-1 0 0 0,0 1 0 0 0,0-1 0 0 0,0-1 0 0 0,0 0 0 0 0,1-1 0 0 0,-1 0 0 0 0,0 0 0 0 0,0-1 0 0 0,0 0 0 0 0,0-1 0 0 0,-1 0 0 0 0,1-1 0 0 0,-1 0 0 0 0,0 0 0 0 0,0-1 0 0 0,0 0 0 0 0,0 0 0 0 0,4-5-14 0 0,5-16-84 0 0,-1-1 0 0 0,-1 0 0 0 0,-1-1 0 0 0,-1-1 0 0 0,-2 0 0 0 0,-1-1 0 0 0,-1 0 0 0 0,-2-1 0 0 0,-1 0 0 0 0,-1 0 0 0 0,-2-1 0 0 0,-1 1 0 0 0,-2-1 0 0 0,-1-6 84 0 0,4 1 39 0 0,-1 3-35 0 0,-3 16-5 0 0,1 1-1 0 0,1-1 0 0 0,0 1 1 0 0,1 0-1 0 0,1 0 0 0 0,1 0 1 0 0,0 0-1 0 0,2 1 0 0 0,-1 0 1 0 0,2 0-1 0 0,6-10 2 0 0,-14 27 1 0 0,1-1 0 0 0,-1 1-1 0 0,0-1 1 0 0,1 1 0 0 0,-1-1 0 0 0,0 0 0 0 0,1 1-1 0 0,-1-1 1 0 0,0 1 0 0 0,1-1 0 0 0,-1 0-1 0 0,1 1 1 0 0,-1-1 0 0 0,1 0 0 0 0,-1 0-1 0 0,0 1 1 0 0,1-1 0 0 0,-1 0 0 0 0,1 0 0 0 0,0 0-1 0 0,-1 1 1 0 0,1-1 0 0 0,-1 0 0 0 0,1 0-1 0 0,-1 0 1 0 0,1 0 0 0 0,-1 0 0 0 0,1 0-1 0 0,-1 0 1 0 0,1 0 0 0 0,-1-1 0 0 0,1 1-1 0 0,-59 188-258 0 0,45-127 234 0 0,3 1 1 0 0,3 0 0 0 0,3 0-1 0 0,2 0 1 0 0,3 1 0 0 0,3 1 23 0 0,39 68-951 0 0,6-51-3664 0 0,-22-48 5 0 0</inkml:trace>
  <inkml:trace contextRef="#ctx0" brushRef="#br0" timeOffset="67789.288">4858 130 3220 0 0,'0'0'1096'0'0,"0"0"-1088"0"0,0 0-8 0 0,0 0 52 0 0,0 0 16 0 0,0 0-68 0 0,0 0-136 0 0,0 0-176 0 0,0 0-92 0 0,0 0 52 0 0,8 5 352 0 0,-4-7 0 0 0,4-1-92 0 0,0 1-132 0 0,0-1 172 0 0,-4-3-220 0 0,0 5-144 0 0,1-4-564 0 0</inkml:trace>
  <inkml:trace contextRef="#ctx0" brushRef="#br0" timeOffset="69603.31">4858 130 1448 0 0,'73'-67'1402'0'0,"-73"67"-1282"0"0,0 1 0 0 0,0-1 0 0 0,0 1 0 0 0,0-1-1 0 0,0 1 1 0 0,0 0 0 0 0,0-1 0 0 0,0 1 0 0 0,0-1 0 0 0,0 1 0 0 0,0-1 0 0 0,0 1 0 0 0,0-1 0 0 0,0 1 0 0 0,0-1 0 0 0,-1 1 0 0 0,1-1 0 0 0,0 1 0 0 0,0-1 0 0 0,-1 1 0 0 0,1-1 0 0 0,0 1 0 0 0,-1-1 0 0 0,1 1 0 0 0,0-1 0 0 0,-1 0 0 0 0,1 1 0 0 0,-1-1 0 0 0,1 0 0 0 0,-1 1 0 0 0,1-1 0 0 0,-1 0 0 0 0,1 1 0 0 0,-1-1 0 0 0,1 0 0 0 0,-1 0 0 0 0,1 0 0 0 0,-1 0 0 0 0,1 1 0 0 0,-1-1 0 0 0,1 0 0 0 0,-1 0 0 0 0,1 0 0 0 0,-1 0 0 0 0,0 0 0 0 0,1 0-1 0 0,-1-1 1 0 0,1 1 0 0 0,-1 0 0 0 0,1 0 0 0 0,-1 0 0 0 0,1 0 0 0 0,-1-1 0 0 0,1 1 0 0 0,-1 0 0 0 0,1 0 0 0 0,-1-1 0 0 0,1 1-120 0 0,-45 42 2060 0 0,-56 105-2461 0 0,81 15 2244 0 0,16-56-728 0 0,-82 59-1191 0 0,-86 54-144 0 0,35-68 128 0 0,-44 3 98 0 0,151-124 121 0 0,24-25-108 0 0,0 0 1 0 0,0 0-1 0 0,1 0 1 0 0,-1 1-1 0 0,1 0 0 0 0,0 1 1 0 0,1-1-1 0 0,0 1 1 0 0,0-1-1 0 0,0 1 1 0 0,1 0-1 0 0,0 1 0 0 0,0-1 1 0 0,0 1-1 0 0,1-1 1 0 0,0 5-20 0 0,-59 116 8 0 0,-104 59 386 0 0,40 31 661 0 0,83-148-1000 0 0,26-39-85 0 0,-3-1 0 0 0,0 0-1 0 0,-1-2 1 0 0,-2 0 0 0 0,-1-2 0 0 0,-2 0-1 0 0,-11 8 31 0 0,-338 328-155 0 0,119-87 336 0 0,-6-10-792 0 0,204-218 618 0 0,2 2-1 0 0,2 2 1 0 0,2 3 0 0 0,3 2-1 0 0,-19 31-6 0 0,-157 136-218 0 0,180-187 79 0 0,2 1 0 0 0,2 3 0 0 0,1 1 0 0 0,2 2 1 0 0,-12 21 138 0 0,14-18-195 0 0,-2-1 1 0 0,-2-2 0 0 0,-2-1-1 0 0,-33 25 195 0 0,-51 53-977 0 0,-56 85 583 0 0,-111 107-709 0 0,248-273 1207 0 0,1 2 0 0 0,3 2 0 0 0,1 2 0 0 0,-32 49-104 0 0,55-71-148 0 0,-18 31-60 0 0,-2-2 0 0 0,-2-1 0 0 0,-3-3-1 0 0,-2 0 1 0 0,-19 13 208 0 0,46-52-9541 0 0,28-15 8790 0 0</inkml:trace>
  <inkml:trace contextRef="#ctx0" brushRef="#br0" timeOffset="72617.241">4911 1 1160 0 0,'0'0'1090'0'0,"0"0"-282"0"0,0 0-317 0 0,0 0-346 0 0,0 0-81 0 0,0 0 0 0 0,0 0 462 0 0,0 0 1088 0 0,0 0-699 0 0,-3 13-605 0 0,-11 122 2639 0 0,71 151-2156 0 0,-44-30-464 0 0,7-144-73 0 0,-12-82-167 0 0,-2 1 1 0 0,-1-1 0 0 0,-2 1-1 0 0,-1 0 1 0 0,-1 0 0 0 0,-3 27-90 0 0,-18 70-267 0 0,17-97 244 0 0,-2 0-1 0 0,-2 0 1 0 0,0-1-1 0 0,-2 0 1 0 0,-2 0-1 0 0,0-1 1 0 0,-2 0-1 0 0,-1-1 1 0 0,-17 25 23 0 0,-19 45-674 0 0,-23 68 794 0 0,57 156 33 0 0,16-11-10137 0 0,0-338 8795 0 0</inkml:trace>
  <inkml:trace contextRef="#ctx0" brushRef="#br0" timeOffset="-137167.618">2854 1695 496 0 0,'0'0'330'0'0,"0"0"256"0"0,0 0 1304 0 0,0 0 45 0 0,0 0-467 0 0,0 0-279 0 0,0 0-169 0 0,0 0 42 0 0,5-1-37 0 0,70 5 3165 0 0,-68-2-4168 0 0,-1 1 0 0 0,0-1 0 0 0,0 1 0 0 0,0 0 0 0 0,0 1 0 0 0,0-1 1 0 0,0 1-1 0 0,-1 0 0 0 0,0 1 0 0 0,0-1 0 0 0,0 1 0 0 0,0 0 0 0 0,-1 0 0 0 0,0 1 1 0 0,0-1-1 0 0,0 1-22 0 0,15 23-52 0 0,-2 0 0 0 0,0 1 0 0 0,-3 1 0 0 0,0 0 0 0 0,-2 1 0 0 0,-1 1 0 0 0,6 29 52 0 0,6 7-282 0 0,-211-160 344 0 0,178 86-340 0 0,-37-18-558 0 0,13 13-5257 0 0,20 7 727 0 0</inkml:trace>
  <inkml:trace contextRef="#ctx0" brushRef="#br0" timeOffset="-136739.946">3117 2179 116 0 0,'0'0'317'0'0,"0"0"-142"0"0,0 0-54 0 0,0 0-16 0 0,0 0-16 0 0,0 0 211 0 0,0 0 873 0 0,0 0 21 0 0,0 0-178 0 0,4 0-18 0 0,45-17 6524 0 0,31-53-4127 0 0,-56 46-3042 0 0,50-62-261 0 0,-73 84-123 0 0,1-1-1 0 0,-1 1 1 0 0,0-1-1 0 0,0 1 1 0 0,0-1-1 0 0,0 1 1 0 0,0-1-1 0 0,0 0 1 0 0,-1 0-1 0 0,1 1 1 0 0,-1-1-1 0 0,0 0 1 0 0,0 0-1 0 0,0 0 1 0 0,0 1-1 0 0,0-1 1 0 0,0 0-1 0 0,-1 0 1 0 0,0 1-1 0 0,1-1 1 0 0,-1 0-1 0 0,0 1 1 0 0,0-1-1 0 0,-1 1 1 0 0,1-1-1 0 0,0 1 1 0 0,-1-1-1 0 0,0 1 1 0 0,1 0-1 0 0,-1 0 1 0 0,0 0-1 0 0,0 0 1 0 0,0 0-1 0 0,0 0 1 0 0,-1 0-1 0 0,1 1 1 0 0,0-1-1 0 0,-1 1 32 0 0,-90-30-2910 0 0,22 29-1878 0 0,22 4 433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1:13.266"/>
    </inkml:context>
    <inkml:brush xml:id="br0">
      <inkml:brushProperty name="width" value="0.1" units="cm"/>
      <inkml:brushProperty name="height" value="0.1" units="cm"/>
      <inkml:brushProperty name="color" value="#FF0066"/>
    </inkml:brush>
    <inkml:brush xml:id="br1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5760 2790 416 0 0,'0'0'1107'0'0,"0"0"1372"0"0,0 0-598 0 0,0 0-487 0 0,0 0-280 0 0,0 0-233 0 0,0 0-215 0 0,0 0-178 0 0,0 0-112 0 0,0 0-40 0 0,-12 9 4229 0 0,36 95-4396 0 0,4-81-66 0 0,-33-48-445 0 0,0 18 384 0 0,-1-1 0 0 0,1 1 0 0 0,-2 1 1 0 0,1-1-1 0 0,-1 1 0 0 0,0 0 0 0 0,0 0 0 0 0,-1 1 1 0 0,0 0-1 0 0,0 0 0 0 0,0 1 0 0 0,0 0 0 0 0,-1 1 0 0 0,-4-2-42 0 0,14 5 6 0 0,0 0-1 0 0,-1 1 1 0 0,1-1-1 0 0,0 0 1 0 0,0 1-1 0 0,-1-1 1 0 0,1 0-1 0 0,0 1 0 0 0,-1-1 1 0 0,1 1-1 0 0,0-1 1 0 0,-1 1-1 0 0,1-1 1 0 0,-1 1-1 0 0,1-1 1 0 0,-1 1-1 0 0,1 0 0 0 0,-1-1 1 0 0,1 1-1 0 0,-1 0 1 0 0,0 0-1 0 0,1-1 1 0 0,-1 1-1 0 0,0 0 1 0 0,0 0-1 0 0,1-1 1 0 0,-1 1-1 0 0,0 0 0 0 0,0 0 1 0 0,0 0-1 0 0,0-1 1 0 0,0 1-1 0 0,0 0 1 0 0,0 0-1 0 0,0 0 1 0 0,-1-1-1 0 0,1 1 0 0 0,0 0 1 0 0,0 0-1 0 0,-1-1 1 0 0,1 1-1 0 0,0 0 1 0 0,-1 0-1 0 0,1-1 1 0 0,-1 1-1 0 0,1-1 0 0 0,0 1 1 0 0,-1 0-1 0 0,0-1 1 0 0,1 1-1 0 0,-1-1 1 0 0,1 1-1 0 0,-1-1 1 0 0,0 1-1 0 0,1-1 0 0 0,-1 0 1 0 0,0 1-1 0 0,0-1 1 0 0,1 0-1 0 0,-1 1 1 0 0,0-1-1 0 0,0 0 1 0 0,1 0-1 0 0,-1 0 0 0 0,0 0 1 0 0,0 0-6 0 0,40 20-202 0 0,-39-20 182 0 0,0 0-38 0 0,-20-67-1100 0 0,-39 17 1020 0 0,58 50 193 0 0,0 0-16 0 0,3 40 129 0 0,2-34-124 0 0,0 0 0 0 0,0-1-1 0 0,1 1 1 0 0,0-1 0 0 0,0 0 0 0 0,0 0-1 0 0,0-1 1 0 0,1 1 0 0 0,0-1-1 0 0,0-1 1 0 0,0 1 0 0 0,0-1-1 0 0,1 0 1 0 0,-1 0 0 0 0,1-1-1 0 0,-1 1 1 0 0,1-2 0 0 0,0 1-1 0 0,5 0-43 0 0,-11-2-15 0 0,-1 0-39 0 0,-3-6 27 0 0,0 1-1 0 0,0-1 1 0 0,0 1 0 0 0,0-1-1 0 0,-1 1 1 0 0,0 0 0 0 0,0 1-1 0 0,-1-1 1 0 0,1 1 0 0 0,-1 0-1 0 0,0 0 1 0 0,0 0-1 0 0,0 0 1 0 0,-1 1 0 0 0,1 0-1 0 0,-1 0 1 0 0,-1 0 27 0 0,-5-4-65 0 0,13 8 78 0 0,-1-1-1 0 0,0 1 1 0 0,0 0 0 0 0,0-1-1 0 0,0 1 1 0 0,0 0 0 0 0,0-1-1 0 0,0 1 1 0 0,0 0 0 0 0,0 0-1 0 0,0-1 1 0 0,0 1-1 0 0,0 0 1 0 0,0-1 0 0 0,0 1-1 0 0,-1-1 1 0 0,1 1 0 0 0,0 0-1 0 0,-1-1 1 0 0,1 1 0 0 0,0-1-1 0 0,-1 1 1 0 0,1 0 0 0 0,-1-1-1 0 0,1 1 1 0 0,-1-1 0 0 0,1 1-1 0 0,-1-1 1 0 0,1 0-1 0 0,-1 1 1 0 0,1-1 0 0 0,-1 0-1 0 0,1 1 1 0 0,-1-1 0 0 0,0 0-1 0 0,1 1 1 0 0,-1-1 0 0 0,0 0-1 0 0,1 0 1 0 0,-1 0 0 0 0,0 0-1 0 0,1 0 1 0 0,-1 0 0 0 0,0 0-1 0 0,1 0 1 0 0,-1 0-1 0 0,0 0 1 0 0,1 0 0 0 0,-1 0-1 0 0,0 0 1 0 0,1-1 0 0 0,-1 1-1 0 0,0 0 1 0 0,1 0 0 0 0,-1-1-1 0 0,1 1 1 0 0,-1 0 0 0 0,0-1-1 0 0,1 1 1 0 0,-1-1 0 0 0,1 1-14 0 0,23 52 132 0 0,98 35-516 0 0,-120-87 125 0 0,-1 0-61 0 0,0-19-2981 0 0,-2 13 2668 0 0,1 0 0 0 0,-1 0 0 0 0,0 0 0 0 0,-1 0 0 0 0,0 0 0 0 0,0 1 0 0 0,0-1 0 0 0,0 1-1 0 0,-1 0 1 0 0,0 0 0 0 0,0 0 0 0 0,0 1 0 0 0,-1-1 0 0 0,0 1 0 0 0,1 0 0 0 0,-1 1-1 0 0,-1-1 1 0 0,-1-1 634 0 0,1 1-247 0 0,-7-6-226 0 0</inkml:trace>
  <inkml:trace contextRef="#ctx0" brushRef="#br1" timeOffset="69081.711">5276 3026 92 0 0,'0'0'319'0'0,"0"0"-106"0"0,0 0 28 0 0,0 0 223 0 0,0 0 1187 0 0,0 0-239 0 0,0 0-496 0 0,0 0-333 0 0,0 0-208 0 0,-1 0-29 0 0,-1 0-134 0 0,1 0-147 0 0,1 0 205 0 0,0 0 168 0 0,0 0 80 0 0,0 7 4042 0 0,-1 22-3394 0 0,-10 45-658 0 0,11-74-500 0 0,4-47-36 0 0,-19-27 297 0 0,14 73-267 0 0,0 1 0 0 0,0 0 1 0 0,-1-1-1 0 0,1 1 0 0 0,0 0 0 0 0,0 0 1 0 0,0 0-1 0 0,-1 0 0 0 0,1 0 0 0 0,0 0 1 0 0,0 0-1 0 0,0 1 0 0 0,-1-1 0 0 0,1 0 1 0 0,0 1-1 0 0,0-1 0 0 0,0 0 0 0 0,0 1 1 0 0,0 0-1 0 0,0-1 0 0 0,0 1 0 0 0,0 0 1 0 0,0-1-1 0 0,0 1 0 0 0,0 0 0 0 0,0 0 1 0 0,0 0-1 0 0,0 0 0 0 0,1 0 0 0 0,-1 0 1 0 0,0 0-1 0 0,1 0 0 0 0,-1 0 0 0 0,1 0 1 0 0,-1 0-1 0 0,1 0 0 0 0,0 0 0 0 0,-1 1 1 0 0,1-1-1 0 0,0 0 0 0 0,0 0 0 0 0,0 0 1 0 0,0 1-1 0 0,0-1 0 0 0,0 0 0 0 0,0 0 1 0 0,0 0-1 0 0,0 1 0 0 0,0-1 0 0 0,1 0 1 0 0,-1 0-1 0 0,1 0 0 0 0,-1 0 0 0 0,1 0 0 0 0,-1 1 1 0 0,1-1-1 0 0,0 0 0 0 0,-1 0 0 0 0,1 0 1 0 0,0 0-3 0 0,-1-1-7 0 0,0 0 14 0 0,0 0 43 0 0,1-2-48 0 0,-1 0-1 0 0,0 0 1 0 0,0 0-1 0 0,0 0 0 0 0,0 0 1 0 0,0 0-1 0 0,0 0 1 0 0,-1 0-1 0 0,1-1 1 0 0,-1 1-1 0 0,0 0 0 0 0,1 0 1 0 0,-1 0-1 0 0,0 1 1 0 0,0-1-1 0 0,0 0 0 0 0,0 0 1 0 0,-1 0-1 0 0,1 1 1 0 0,0-1-1 0 0,-1 1 1 0 0,1-1-1 0 0,-1 1 0 0 0,0-1 1 0 0,1 1-1 0 0,-1 0 1 0 0,0 0-1 0 0,0 0 1 0 0,0 0-1 0 0,0 0 0 0 0,-1-1-1 0 0,0 5-13 0 0,1 1 1 0 0,-1-1-1 0 0,1 0 0 0 0,0 1 0 0 0,0-1 0 0 0,1 1 0 0 0,-1-1 0 0 0,1 1 0 0 0,0 0 0 0 0,0 0 0 0 0,0 0 0 0 0,0 0 0 0 0,1 0 0 0 0,-1 0 0 0 0,1-1 1 0 0,0 1-1 0 0,0 0 0 0 0,1 0 0 0 0,-1 0 0 0 0,1 0 0 0 0,0 0 13 0 0,-1 4-14 0 0,20 35-79 0 0,-4-90 417 0 0,-8 9-520 0 0,-11 50-350 0 0,2-10 472 0 0,0 1-1 0 0,1-1 0 0 0,-1 1 1 0 0,1-1-1 0 0,-1 1 0 0 0,1-1 0 0 0,0 1 1 0 0,0-1-1 0 0,0 1 0 0 0,0-1 1 0 0,0 1-1 0 0,1-1 0 0 0,-1 1 1 0 0,1-1-1 0 0,0 1 0 0 0,-1-1 1 0 0,1 0-1 0 0,0 1 0 0 0,1-1 0 0 0,-1 0 1 0 0,0 0-1 0 0,1 0 0 0 0,-1 0 1 0 0,1 0-1 0 0,-1 0 0 0 0,1 0 1 0 0,0 0-1 0 0,0 0 0 0 0,0-1 1 0 0,0 1-1 0 0,0-1 0 0 0,0 0 0 0 0,1 1 1 0 0,-1-1-1 0 0,0 0 0 0 0,1 0 1 0 0,-1-1-1 0 0,1 1 75 0 0,32 9-3928 0 0,-10-10-1947 0 0,-13-3 5025 0 0</inkml:trace>
  <inkml:trace contextRef="#ctx0" brushRef="#br1" timeOffset="70384.583">6018 2606 272 0 0,'0'0'384'0'0,"0"0"142"0"0,0 0 598 0 0,0 0 334 0 0,0 0-578 0 0,0 0-458 0 0,0 0-62 0 0,0 0 181 0 0,0-2-222 0 0,0-3 6035 0 0,7 26-6128 0 0,-6-21-229 0 0,-1 0 5 0 0,0 0-2 0 0,0-2 8 0 0,1 0 0 0 0,-1-1 1 0 0,0 1-1 0 0,0 0 1 0 0,0 0-1 0 0,0-1 0 0 0,0 1 1 0 0,0 0-1 0 0,0 0 0 0 0,-1 0 1 0 0,1 0-1 0 0,-1-1 0 0 0,0 1 1 0 0,0 0-1 0 0,1 0 1 0 0,-1 0-1 0 0,-1 0 0 0 0,1 0 1 0 0,0 1-1 0 0,0-1 0 0 0,-1 0 1 0 0,1 0-1 0 0,-1 1 1 0 0,1-1-1 0 0,-1 1 0 0 0,0 0 1 0 0,0-1-1 0 0,1 1 0 0 0,-1 0 1 0 0,0 0-1 0 0,0 0 0 0 0,0 0 1 0 0,0 0-1 0 0,-1 0-8 0 0,2 1 25 0 0,-8 19-85 0 0,9-16 69 0 0,-1 1 1 0 0,0 0 0 0 0,1-1-1 0 0,0 1 1 0 0,0-1-1 0 0,0 1 1 0 0,0 0 0 0 0,1-1-1 0 0,-1 1 1 0 0,1-1-1 0 0,0 1 1 0 0,0-1-1 0 0,0 1 1 0 0,0-1 0 0 0,1 0-1 0 0,-1 1 1 0 0,1-1-1 0 0,0 0 1 0 0,0 0 0 0 0,0 0-1 0 0,0-1 1 0 0,1 1-1 0 0,-1 0 1 0 0,1-1-1 0 0,0 1 1 0 0,0-1 0 0 0,-1 0-1 0 0,1 0 1 0 0,1 0-1 0 0,-1 0 1 0 0,0-1-1 0 0,0 1 1 0 0,1-1 0 0 0,-1 0-1 0 0,3 0-9 0 0,-5-2-4 0 0,1 0 1 0 0,-1 0-1 0 0,1-1 0 0 0,-1 1 0 0 0,1 0 0 0 0,-1-1 0 0 0,0 0 0 0 0,0 1 1 0 0,0-1-1 0 0,0 0 0 0 0,0 1 0 0 0,0-1 0 0 0,0 0 0 0 0,-1 0 1 0 0,1 0-1 0 0,-1 0 0 0 0,1 0 0 0 0,-1 0 0 0 0,0 0 0 0 0,1 0 0 0 0,-1 0 1 0 0,0 0-1 0 0,0 0 0 0 0,-1 0 0 0 0,1 0 0 0 0,0 0 0 0 0,-1 0 0 0 0,1 0 1 0 0,-1 1-1 0 0,0-1 0 0 0,1 0 0 0 0,-1 0 0 0 0,0 0 0 0 0,0 1 1 0 0,0-1-1 0 0,0 0 0 0 0,-1 1 0 0 0,1-1 0 0 0,0 1 0 0 0,-1-1 0 0 0,1 1 1 0 0,-1 0-1 0 0,1 0 0 0 0,-1-1 0 0 0,0 1 0 0 0,1 0 0 0 0,-1 0 1 0 0,-1 0 3 0 0,2 1-31 0 0,0 0 0 0 0,0 0 1 0 0,0 0-1 0 0,0 0 0 0 0,-1 1 1 0 0,1-1-1 0 0,0 0 1 0 0,0 1-1 0 0,0-1 0 0 0,0 0 1 0 0,0 1-1 0 0,0-1 0 0 0,0 1 1 0 0,1-1-1 0 0,-1 1 0 0 0,0 0 1 0 0,0-1-1 0 0,0 1 1 0 0,1 0-1 0 0,-1 0 0 0 0,0 0 1 0 0,0 0-1 0 0,1-1 0 0 0,-1 1 1 0 0,1 0-1 0 0,-1 0 1 0 0,1 0-1 0 0,-1 0 0 0 0,1 0 1 0 0,0 0-1 0 0,0 0 0 0 0,-1 0 1 0 0,1 0-1 0 0,0 0 0 0 0,0 1 1 0 0,0-1-1 0 0,0 0 1 0 0,0 0-1 0 0,0 0 0 0 0,0 0 1 0 0,0 0-1 0 0,1 0 0 0 0,-1 0 1 0 0,0 0-1 0 0,1 0 1 0 0,-1 0-1 0 0,1 0 0 0 0,-1 0 1 0 0,1 0-1 0 0,-1 0 0 0 0,1 0 31 0 0,0 11-299 0 0,-1-11 327 0 0,1 0 1 0 0,0-1-1 0 0,0 1 1 0 0,0 0-1 0 0,0-1 0 0 0,0 1 1 0 0,0-1-1 0 0,0 1 1 0 0,0-1-1 0 0,0 1 0 0 0,0-1 1 0 0,0 1-1 0 0,0-1 0 0 0,0 0 1 0 0,0 0-1 0 0,0 0 1 0 0,0 0-1 0 0,0 0 0 0 0,0 0 1 0 0,0 0-1 0 0,1 0 1 0 0,-1 0-1 0 0,0 0 0 0 0,0 0 1 0 0,0-1-1 0 0,0 1 0 0 0,0 0 1 0 0,0-1-1 0 0,0 1 1 0 0,0-1-1 0 0,0 1 0 0 0,0-1 1 0 0,0 0-1 0 0,0 1 1 0 0,-1-1-1 0 0,1 0 0 0 0,0 0 1 0 0,0 1-1 0 0,-1-1 0 0 0,1 0 1 0 0,0 0-1 0 0,-1 0 1 0 0,1 0-1 0 0,-1 0 0 0 0,1 0 1 0 0,-1 0-1 0 0,1-1-28 0 0,0-69-156 0 0,-25 78-129 0 0,-6 76-1179 0 0,20-25-2424 0 0,10-41 848 0 0</inkml:trace>
  <inkml:trace contextRef="#ctx0" brushRef="#br1" timeOffset="92243.75">5562 2892 56 0 0,'0'0'261'0'0,"0"0"-149"0"0,0 0-6 0 0,0 0-12 0 0,0 0-17 0 0,0 0-20 0 0,0 0-25 0 0,0 0 146 0 0,0 0 511 0 0,-16 5 2977 0 0,12-3 2316 0 0,8 12-897 0 0,7-27-5985 0 0,-22-9 905 0 0,3 51-136 0 0,0-40-343 0 0,7 11 483 0 0,-1 0-1 0 0,1-1 0 0 0,0 1 0 0 0,0 0 0 0 0,-1 0 1 0 0,1 0-1 0 0,0 0 0 0 0,0 0 0 0 0,-1 1 0 0 0,1-1 1 0 0,0 0-1 0 0,0 1 0 0 0,0-1 0 0 0,-1 0 0 0 0,1 1 1 0 0,0-1-1 0 0,0 1 0 0 0,0 0 0 0 0,0-1 0 0 0,0 1 1 0 0,0 0-1 0 0,0 0 0 0 0,0 0 0 0 0,0 0 1 0 0,0-1-1 0 0,1 1 0 0 0,-1 0 0 0 0,0 1 0 0 0,0-1 1 0 0,1 0-1 0 0,-1 0 0 0 0,1 0 0 0 0,-1 0 0 0 0,1 0 1 0 0,0 1-1 0 0,-1-1 0 0 0,1 0 0 0 0,0 0 0 0 0,0 2-8 0 0,-12 19-4716 0 0,-9-20-3876 0 0,9-2 7325 0 0</inkml:trace>
  <inkml:trace contextRef="#ctx0" brushRef="#br1" timeOffset="93288.367">5909 2618 132 0 0,'0'0'299'0'0,"0"0"-51"0"0,0 0-184 0 0,0 0-4 0 0,0 0 3 0 0,0 0 185 0 0,0 0 708 0 0,0 0-146 0 0,0 0-400 0 0,-9 2-198 0 0,-26 5-39 0 0,24 4 4546 0 0,5-3-4690 0 0,-19 3-2609 0 0,14-7-2994 0 0,11-4 5305 0 0</inkml:trace>
  <inkml:trace contextRef="#ctx0" brushRef="#br1" timeOffset="94020.886">5909 2618 144 0 0,'-57'38'338'0'0,"45"-22"6609"0"0,32-9-2496 0 0,-1 29-3891 0 0,-19-36-559 0 0,0-1-1 0 0,0 1 1 0 0,1 0 0 0 0,-1 0 0 0 0,0-1 0 0 0,0 1-1 0 0,0 0 1 0 0,1-1 0 0 0,-1 1 0 0 0,0 0 0 0 0,0 0-1 0 0,1 0 1 0 0,-1-1 0 0 0,0 1 0 0 0,0 0 0 0 0,1 0-1 0 0,-1 0 1 0 0,0-1 0 0 0,1 1 0 0 0,-1 0 0 0 0,0 0 0 0 0,1 0-1 0 0,-1 0 1 0 0,0 0 0 0 0,1 0 0 0 0,-1 0 0 0 0,0 0-1 0 0,1 0 1 0 0,-1 0 0 0 0,0 0 0 0 0,1 0 0 0 0,-1 0-1 0 0,0 0 1 0 0,1 0 0 0 0,-1 0 0 0 0,0 0 0 0 0,0 0-1 0 0,1 1 1 0 0,-1-1 0 0 0,0 0 0 0 0,1 0 0 0 0,-1 0-1 0 0,0 0 1 0 0,0 1 0 0 0,1-1 0 0 0,-1 0 0 0 0,0 0-1 0 0,0 1 1 0 0,1-1-1 0 0,-1 0 134 0 0,0 0-25 0 0,0 0-53 0 0,0 0-41 0 0,-13 19-92 0 0,14-60-876 0 0,-1 41 1054 0 0,-33 49 1236 0 0,46-54-2596 0 0,-14 4 1054 0 0,1 0 1 0 0,0 1 0 0 0,0-1 0 0 0,0 0-1 0 0,0 0 1 0 0,-1 0 0 0 0,1 0 0 0 0,0 1-1 0 0,-1-1 1 0 0,1 0 0 0 0,-1 0-1 0 0,1 1 1 0 0,-1-1 0 0 0,1 0 0 0 0,-1 1-1 0 0,0-1 1 0 0,1 0 0 0 0,-1 1 0 0 0,0-1-1 0 0,1 1 1 0 0,-1-1 0 0 0,0 1-1 0 0,0-1 1 0 0,1 1 0 0 0,-1 0 0 0 0,0-1-1 0 0,0 1 1 0 0,0 0 0 0 0,0 0-1 0 0,1-1 1 0 0,-1 1 0 0 0,0 0 0 0 0,0 0-1 0 0,0 0 1 0 0,0 0 0 0 0,0 0 0 0 0,0 0-1 0 0,1 0 1 0 0,-1 1 0 0 0,0-1-1 0 0,0 0 1 0 0,0 0 0 0 0,0 1 0 0 0,1-1-1 0 0,-1 0 1 0 0,0 1 0 0 0,0-1 0 0 0,0 1 204 0 0,-24 16-2084 0 0,78-14 2031 0 0</inkml:trace>
  <inkml:trace contextRef="#ctx0" brushRef="#br1" timeOffset="44228.7">2087 2876 600 0 0,'0'0'756'0'0,"0"0"-180"0"0,0 0-316 0 0,0 0-260 0 0,0 0-140 0 0,0 0-212 0 0,0 0-116 0 0,0 0 64 0 0,0 0 12 0 0,0 0 248 0 0,0 0 144 0 0,-12 27 444 0 0,12-23 52 0 0,0-1-132 0 0,0 2-364 0 0,0 0-328 0 0</inkml:trace>
  <inkml:trace contextRef="#ctx0" brushRef="#br1" timeOffset="44895.987">2180 3003 1172 0 0,'0'0'2880'0'0,"0"0"-1009"0"0,0 0-725 0 0,0 0-302 0 0,0 0-69 0 0,0 0-153 0 0,0 0-103 0 0,0 0-107 0 0,0 0-23 0 0,0 0 0 0 0,-2-5-38 0 0,1 4-340 0 0,0-1 0 0 0,1 1 1 0 0,-1 0-1 0 0,0-1 0 0 0,0 1 0 0 0,0 0 0 0 0,0-1 0 0 0,0 1 0 0 0,0 0 0 0 0,0 0 0 0 0,0 0 0 0 0,-1 0 0 0 0,1 0 0 0 0,0 0 0 0 0,-1 0 0 0 0,1 1 0 0 0,0-1 0 0 0,-1 0 0 0 0,1 1 1 0 0,-1-1-1 0 0,1 1 0 0 0,-1-1 0 0 0,0 1 0 0 0,1 0 0 0 0,-1 0 0 0 0,1 0 0 0 0,-1 0 0 0 0,0 0 0 0 0,1 0 0 0 0,-1 0 0 0 0,1 0 0 0 0,-1 1 0 0 0,1-1 0 0 0,-1 0 0 0 0,0 1 1 0 0,1 0-1 0 0,0-1 0 0 0,-1 1 0 0 0,1 0 0 0 0,-1 0 0 0 0,1-1 0 0 0,0 1 0 0 0,0 0 0 0 0,-1 0 0 0 0,1 1 0 0 0,-1 0-11 0 0,-3 1 22 0 0,0 0 1 0 0,0 0-1 0 0,0 1 0 0 0,0 0 1 0 0,1 0-1 0 0,0 0 0 0 0,0 1 0 0 0,0-1 1 0 0,0 1-1 0 0,0 0 0 0 0,1 0 1 0 0,0 0-1 0 0,0 0 0 0 0,1 1 1 0 0,-1-1-1 0 0,1 1 0 0 0,0 0 0 0 0,1 0 1 0 0,-1-1-1 0 0,1 1 0 0 0,1 0 1 0 0,-1 0-1 0 0,1 0 0 0 0,0 0 0 0 0,0 6-22 0 0,3-9 1 0 0,1-1 0 0 0,-1 0 0 0 0,1 0 0 0 0,-1 0 0 0 0,1 0-1 0 0,0 0 1 0 0,-1-1 0 0 0,1 0 0 0 0,0 0 0 0 0,0 0-1 0 0,0 0 1 0 0,0 0 0 0 0,0-1 0 0 0,0 0 0 0 0,0 0 0 0 0,0 0-1 0 0,0 0 1 0 0,0-1 0 0 0,0 0 0 0 0,0 1 0 0 0,0-1-1 0 0,0-1 1 0 0,0 1 0 0 0,0-1 0 0 0,-1 1 0 0 0,1-1-1 0 0,1-1 0 0 0,1 0 6 0 0,-1-1 0 0 0,1 1 0 0 0,-1-1 0 0 0,0 0 0 0 0,-1-1 0 0 0,1 1 0 0 0,-1-1 0 0 0,1 0 0 0 0,-2 0-1 0 0,1 0 1 0 0,0 0 0 0 0,-1-1 0 0 0,0 1 0 0 0,0-1 0 0 0,-1 0 0 0 0,0 0 0 0 0,0 0 0 0 0,0 0-1 0 0,-1 0 1 0 0,1-1 0 0 0,-2 1 0 0 0,1 0 0 0 0,-1-1 0 0 0,0 1 0 0 0,0-3-6 0 0,-36 22 320 0 0,32-11-314 0 0,0 1 1 0 0,0 0-1 0 0,0 0 0 0 0,0 0 1 0 0,1 0-1 0 0,-1 0 0 0 0,1 1 1 0 0,0-1-1 0 0,0 1 0 0 0,1 0 1 0 0,-1 0-1 0 0,1 0 0 0 0,-1 0 1 0 0,1 1-1 0 0,1-1 0 0 0,-1 1 1 0 0,1-1-1 0 0,-1 1 0 0 0,1-1 1 0 0,1 1-1 0 0,-1 0 0 0 0,0-1 1 0 0,1 1-1 0 0,0 0 0 0 0,0 0 1 0 0,1 0-7 0 0,2-3 12 0 0,0-1 0 0 0,0 0 0 0 0,0-1 1 0 0,0 1-1 0 0,0 0 0 0 0,0-1 1 0 0,0 0-1 0 0,0 0 0 0 0,0 0 1 0 0,1 0-1 0 0,-1 0 0 0 0,0 0 1 0 0,0-1-1 0 0,0 0 0 0 0,0 1 1 0 0,0-1-1 0 0,0 0 0 0 0,0-1 1 0 0,0 1-1 0 0,-1 0 0 0 0,1-1 1 0 0,0 0-1 0 0,1 0-12 0 0,-2 0-66 0 0,1 0 0 0 0,0 1 1 0 0,-1-1-1 0 0,1-1 0 0 0,-1 1 0 0 0,0 0 0 0 0,0 0 1 0 0,0-1-1 0 0,0 1 0 0 0,0-1 0 0 0,0 0 1 0 0,-1 0-1 0 0,1 1 0 0 0,-1-1 0 0 0,0 0 0 0 0,0 0 1 0 0,0 0-1 0 0,0 0 0 0 0,0-1 0 0 0,-1 1 1 0 0,1 0-1 0 0,-1 0 0 0 0,0 0 0 0 0,0 0 0 0 0,0-1 1 0 0,-1 1-1 0 0,1 0 0 0 0,-1 0 0 0 0,1-1 66 0 0,-3 3 12 0 0,1 0-1 0 0,-1 0 0 0 0,1 0 1 0 0,-1 0-1 0 0,0 1 0 0 0,1-1 1 0 0,-1 0-1 0 0,0 1 0 0 0,0 0 1 0 0,1 0-1 0 0,-1 0 0 0 0,0 0 0 0 0,0 0 1 0 0,1 0-1 0 0,-1 1 0 0 0,0-1 1 0 0,1 1-1 0 0,-1 0 0 0 0,1 0 1 0 0,-1 0-1 0 0,1 0 0 0 0,-1 0 1 0 0,1 1-1 0 0,-1-1 0 0 0,1 1 1 0 0,0-1-1 0 0,0 1 0 0 0,0 0 1 0 0,0 0-12 0 0,2-2 5 0 0,-14 8 117 0 0,-88 79-4 0 0,101-76-121 0 0,3-10-4687 0 0,12-6 175 0 0</inkml:trace>
  <inkml:trace contextRef="#ctx0" brushRef="#br0" timeOffset="47051.032">1007 1698 808 0 0,'0'0'1491'0'0,"0"0"-438"0"0,0 0-447 0 0,0 0-228 0 0,0 0-85 0 0,0 0-76 0 0,0 0 409 0 0,0 0 1565 0 0,0 0-535 0 0,0 0-496 0 0,8 1-241 0 0,3 1-331 0 0,6 1-561 0 0,-13 3 5153 0 0,17 60-5021 0 0,-21-63-177 0 0,0 0 1 0 0,0 0 0 0 0,1 0 0 0 0,-1-1 0 0 0,1 1 0 0 0,0 0 0 0 0,0-1 0 0 0,0 1 0 0 0,0-1 0 0 0,0 1-1 0 0,0-1 1 0 0,1 1 0 0 0,-1-1 0 0 0,1 0 0 0 0,0 1 0 0 0,0-1 0 0 0,0 0 0 0 0,0 0 0 0 0,0-1 0 0 0,0 1-1 0 0,0 0 1 0 0,0-1 0 0 0,1 1 0 0 0,-1-1 0 0 0,1 0 0 0 0,-1 0 0 0 0,1 0 0 0 0,0 0 0 0 0,-1 0 0 0 0,1 0-1 0 0,0-1 1 0 0,0 1 0 0 0,-1-1 0 0 0,1 0 0 0 0,0 0 0 0 0,0 0 0 0 0,-1 0 0 0 0,1 0 0 0 0,0-1 0 0 0,2 0 17 0 0,-2 0-30 0 0,1 0 1 0 0,0-1 0 0 0,0 1-1 0 0,-1-1 1 0 0,1 0 0 0 0,-1 0 0 0 0,0 0-1 0 0,1 0 1 0 0,-1-1 0 0 0,0 1-1 0 0,0-1 1 0 0,-1 0 0 0 0,1 0 0 0 0,0 0-1 0 0,-1 0 1 0 0,0-1 0 0 0,0 1-1 0 0,0 0 1 0 0,0-1 0 0 0,0 0 0 0 0,-1 1-1 0 0,0-1 1 0 0,1 0 0 0 0,-1 0 0 0 0,-1 0-1 0 0,1 1 1 0 0,-1-1 0 0 0,1 0-1 0 0,-1 0 1 0 0,0 0 0 0 0,0 0 0 0 0,-1 0-1 0 0,1 0 1 0 0,-1 0 0 0 0,0 0-1 0 0,0 0 1 0 0,0 0 0 0 0,-1 1 0 0 0,1-1-1 0 0,-1 0 1 0 0,0 1 0 0 0,0 0-1 0 0,0-1 1 0 0,-1 1 0 0 0,1 0 0 0 0,-1 0-1 0 0,1 0 1 0 0,-2-1 29 0 0,-1 0 20 0 0,-1 1-1 0 0,0-1 0 0 0,0 1 1 0 0,0 0-1 0 0,0 1 1 0 0,0-1-1 0 0,0 1 1 0 0,-1 1-1 0 0,1-1 0 0 0,-1 1 1 0 0,1 0-1 0 0,-1 0 1 0 0,0 1-1 0 0,1 0 1 0 0,-1 0-1 0 0,1 1 1 0 0,-1-1-1 0 0,0 1 0 0 0,1 1 1 0 0,-1-1-1 0 0,1 1 1 0 0,0 1-1 0 0,0-1 1 0 0,0 1-1 0 0,0 0 1 0 0,0 0-1 0 0,0 1 0 0 0,1-1 1 0 0,-1 1-1 0 0,1 0 1 0 0,0 1-1 0 0,0 0 1 0 0,1-1-1 0 0,0 1 1 0 0,-1 1-1 0 0,2-1 0 0 0,-3 4-19 0 0,2-2 35 0 0,0 1 0 0 0,0-1 0 0 0,0 1 0 0 0,1-1-1 0 0,1 1 1 0 0,-1 0 0 0 0,1 0 0 0 0,1 0 0 0 0,0 1-1 0 0,0-1 1 0 0,0 0 0 0 0,1 0 0 0 0,0 1 0 0 0,1-1 0 0 0,0 1-35 0 0,2-7 23 0 0,0 0 1 0 0,1 0-1 0 0,-1-1 1 0 0,1 1-1 0 0,-1-1 1 0 0,1 0 0 0 0,-1 0-1 0 0,1 0 1 0 0,0 0-1 0 0,0-1 1 0 0,0 1 0 0 0,-1-1-1 0 0,1 0 1 0 0,0 0-1 0 0,0 0 1 0 0,0-1 0 0 0,-1 0-1 0 0,1 1 1 0 0,0-1-1 0 0,0-1 1 0 0,-1 1 0 0 0,1 0-1 0 0,-1-1 1 0 0,1 0-1 0 0,-1 0 1 0 0,3-1-24 0 0,0 1-17 0 0,-1 0 0 0 0,1-1-1 0 0,0 0 1 0 0,-1 1 0 0 0,0-2 0 0 0,1 1 0 0 0,-1 0 0 0 0,0-1-1 0 0,-1 0 1 0 0,1 0 0 0 0,-1-1 0 0 0,0 1 0 0 0,0-1 0 0 0,0 0 0 0 0,0 0-1 0 0,-1 0 1 0 0,0-1 0 0 0,0 1 0 0 0,-1-1 0 0 0,1 0 0 0 0,-1 1-1 0 0,0-1 1 0 0,-1 0 0 0 0,0 0 0 0 0,0-1 0 0 0,1-2 17 0 0,-3 3-20 0 0,1 1 0 0 0,0 0 0 0 0,-1 0 0 0 0,0 0 0 0 0,0 0 0 0 0,-1 0 0 0 0,1 0 0 0 0,-1 0 0 0 0,0 1 0 0 0,0-1 0 0 0,-1 0 0 0 0,0 1 0 0 0,1 0 0 0 0,-1 0 0 0 0,-1-1 0 0 0,1 2 1 0 0,0-1-1 0 0,-1 0 0 0 0,0 1 0 0 0,0 0 0 0 0,0 0 0 0 0,0 0 0 0 0,-1 0 0 0 0,1 0 0 0 0,-1 1 0 0 0,0 0 0 0 0,1 0 0 0 0,-1 0 0 0 0,0 1 0 0 0,0 0 0 0 0,0 0 0 0 0,-4-1 20 0 0,3 5 22 0 0,1 1 0 0 0,-1-1-1 0 0,1 1 1 0 0,-1 0 0 0 0,1 0-1 0 0,0 0 1 0 0,1 1 0 0 0,-1 0-1 0 0,1 0 1 0 0,0 0 0 0 0,0 0 0 0 0,1 1-1 0 0,-1-1 1 0 0,1 1 0 0 0,1 0-1 0 0,-1 0 1 0 0,1 0 0 0 0,0 1-1 0 0,0-1 1 0 0,1 0 0 0 0,-1 1 0 0 0,1 3-22 0 0,-1-6 26 0 0,0 0 0 0 0,0 1 1 0 0,0-1-1 0 0,0 1 0 0 0,1-1 1 0 0,0 1-1 0 0,0 0 0 0 0,0-1 1 0 0,0 1-1 0 0,1 0 1 0 0,0 0-1 0 0,0 0 0 0 0,0-1 1 0 0,1 1-1 0 0,-1 0 0 0 0,1 0 1 0 0,0-1-1 0 0,1 1 1 0 0,-1-1-1 0 0,1 1 0 0 0,0-1 1 0 0,0 1-1 0 0,0-1 0 0 0,0 0 1 0 0,1 0-1 0 0,0 0 1 0 0,2 2-27 0 0,-2-5-29 0 0,-1-1 1 0 0,0 0 0 0 0,1 0-1 0 0,-1 0 1 0 0,1 0 0 0 0,-1-1-1 0 0,1 1 1 0 0,-1-1 0 0 0,0 1-1 0 0,1-1 1 0 0,-1 0 0 0 0,0 0 0 0 0,1 0-1 0 0,-1 0 1 0 0,0 0 0 0 0,0-1-1 0 0,0 1 1 0 0,0-1 0 0 0,0 1-1 0 0,0-1 1 0 0,-1 0 0 0 0,1 1-1 0 0,0-1 1 0 0,-1 0 0 0 0,0 0-1 0 0,1 0 1 0 0,-1-1 0 0 0,0 1-1 0 0,0 0 1 0 0,0 0 0 0 0,0-1 0 0 0,0 1-1 0 0,-1 0 1 0 0,1-1 0 0 0,-1 1-1 0 0,0-1 1 0 0,1 1 0 0 0,-1-1-1 0 0,0 1 1 0 0,0 0 0 0 0,-1-1-1 0 0,1 1 1 0 0,0-1 0 0 0,-1 1-1 0 0,0-2 29 0 0,-3-2 37 0 0,0 0 0 0 0,-1 1-1 0 0,0 0 1 0 0,0 0 0 0 0,0 0-1 0 0,-1 0 1 0 0,1 1 0 0 0,-1 0-1 0 0,0 0 1 0 0,0 0 0 0 0,-1 1-1 0 0,1 0 1 0 0,-1 0-1 0 0,1 1 1 0 0,-1-1 0 0 0,0 1-1 0 0,0 1 1 0 0,0 0 0 0 0,0 0-1 0 0,0 0 1 0 0,0 1 0 0 0,0 0-1 0 0,-1 0 1 0 0,-4 1-37 0 0,8 3 20 0 0,-1 1 0 0 0,1 0 1 0 0,-1-1-1 0 0,1 2 0 0 0,1-1 0 0 0,-1 0 1 0 0,1 1-1 0 0,0-1 0 0 0,0 1 0 0 0,1 0 1 0 0,-1 0-1 0 0,1 0 0 0 0,0 0 0 0 0,1 1 1 0 0,0-1-1 0 0,0 0 0 0 0,0 1 0 0 0,1-1 1 0 0,0 1-1 0 0,0-1 0 0 0,1 1 0 0 0,-1-1 1 0 0,2 3-21 0 0,-2-2-5 0 0,1-3-43 0 0,0 0 0 0 0,0 0 0 0 0,0 1 0 0 0,0-1 0 0 0,1 0 0 0 0,0 0 0 0 0,0 0 0 0 0,0-1 0 0 0,0 1 0 0 0,1 0 0 0 0,-1-1 0 0 0,1 1 0 0 0,0-1 0 0 0,0 0 0 0 0,0 0 0 0 0,1 0 0 0 0,-1 0 0 0 0,1-1 0 0 0,-1 0 0 0 0,1 1 0 0 0,0-1 0 0 0,0 0 0 0 0,0-1 0 0 0,0 1 0 0 0,0-1 0 0 0,4 1 48 0 0,75 20-4248 0 0,-34-16-135 0 0</inkml:trace>
  <inkml:trace contextRef="#ctx0" brushRef="#br0" timeOffset="48286.573">8691 178 2704 0 0,'0'0'1740'0'0,"0"0"-471"0"0,0 0 285 0 0,0 0-414 0 0,0 0-369 0 0,0 0-269 0 0,0 0-258 0 0,0 0-162 0 0,-2-6-130 0 0,-16-60 492 0 0,19 65 490 0 0,26-79-2000 0 0,-28 79 1114 0 0,-1-1 1 0 0,1 0 0 0 0,0 0 0 0 0,-1 1-1 0 0,1-1 1 0 0,-1 1 0 0 0,1-1 0 0 0,-1 1-1 0 0,0 0 1 0 0,0-1 0 0 0,0 1 0 0 0,0 0-1 0 0,0 0 1 0 0,0 0 0 0 0,0 1 0 0 0,0-1-1 0 0,0 0 1 0 0,0 1 0 0 0,0-1 0 0 0,0 1-1 0 0,0 0 1 0 0,-1 0 0 0 0,1 0 0 0 0,0 0-1 0 0,0 0 1 0 0,0 0 0 0 0,0 0 0 0 0,-1 1-1 0 0,1-1 1 0 0,0 1 0 0 0,0 0 0 0 0,0-1-1 0 0,0 1 1 0 0,0 0 0 0 0,0 0 0 0 0,0 0-1 0 0,1 1 1 0 0,-1-1 0 0 0,0 0 0 0 0,0 1-1 0 0,1-1 1 0 0,-1 1 0 0 0,1 0 0 0 0,0-1-1 0 0,-1 1 1 0 0,1 0 0 0 0,0 0 0 0 0,0 0-1 0 0,-1 1-48 0 0,-1 0 18 0 0,1 0 0 0 0,-1 1 0 0 0,0-1-1 0 0,1 1 1 0 0,0 0 0 0 0,0 0-1 0 0,0 0 1 0 0,0 0 0 0 0,0 0 0 0 0,1 0-1 0 0,0 0 1 0 0,0 0 0 0 0,0 1-1 0 0,0-1 1 0 0,1 0 0 0 0,0 1 0 0 0,0-1-1 0 0,0 0 1 0 0,0 1 0 0 0,1-1-1 0 0,-1 0 1 0 0,1 1 0 0 0,0-1-1 0 0,0 0 1 0 0,1 0 0 0 0,0 0 0 0 0,-1 0-1 0 0,1 0 1 0 0,0 0 0 0 0,1 0-1 0 0,-1-1 1 0 0,1 1 0 0 0,0-1 0 0 0,-1 1-1 0 0,2-1 1 0 0,-1 0 0 0 0,0 0-1 0 0,0-1 1 0 0,1 1 0 0 0,0-1-1 0 0,-1 1 1 0 0,1-1 0 0 0,0 0 0 0 0,0-1-1 0 0,0 1 1 0 0,0-1 0 0 0,1 0-1 0 0,-1 0 1 0 0,0 0 0 0 0,1 0 0 0 0,-1-1-1 0 0,2 1-17 0 0,-3 0 62 0 0,0 0-1 0 0,0-1 0 0 0,0 1 1 0 0,0 0-1 0 0,0-1 1 0 0,0 1-1 0 0,0-1 1 0 0,0 0-1 0 0,1 0 0 0 0,-1-1 1 0 0,0 1-1 0 0,0 0 1 0 0,0-1-1 0 0,0 0 0 0 0,0 0 1 0 0,0 0-1 0 0,0 0 1 0 0,-1 0-1 0 0,1 0 0 0 0,0-1 1 0 0,-1 0-1 0 0,1 1 1 0 0,-1-1-1 0 0,1 0 0 0 0,-1 0 1 0 0,0 0-1 0 0,1-1 1 0 0,-1 1-1 0 0,-1 0 0 0 0,1-1 1 0 0,0 1-1 0 0,0-1 1 0 0,-1 0-1 0 0,0 0 0 0 0,1 1 1 0 0,-1-1-1 0 0,0 0 1 0 0,0 0-1 0 0,-1-1-61 0 0,-1-3 28 0 0,0 0 1 0 0,-1 0-1 0 0,0 0 0 0 0,-1 0 1 0 0,0 0-1 0 0,0 0 0 0 0,0 1 1 0 0,0-1-1 0 0,-1 1 0 0 0,0 0 0 0 0,-1 0 1 0 0,0 1-1 0 0,1-1 0 0 0,-2 1 1 0 0,1 0-1 0 0,0 0 0 0 0,-1 1 1 0 0,-5-4-29 0 0,10 7-19 0 0,0 0 0 0 0,0 0 1 0 0,0 0-1 0 0,0 1 1 0 0,0-1-1 0 0,0 0 1 0 0,-1 1-1 0 0,1-1 0 0 0,0 0 1 0 0,0 1-1 0 0,-1-1 1 0 0,1 1-1 0 0,0 0 1 0 0,0 0-1 0 0,-1-1 0 0 0,1 1 1 0 0,0 0-1 0 0,-1 0 1 0 0,1 0-1 0 0,0 0 1 0 0,-1 0-1 0 0,1 0 0 0 0,0 1 1 0 0,-1-1-1 0 0,1 0 1 0 0,0 1-1 0 0,0-1 1 0 0,-1 1-1 0 0,1-1 0 0 0,0 1 1 0 0,0 0-1 0 0,0-1 1 0 0,0 1-1 0 0,0 0 1 0 0,0 0-1 0 0,0 0 0 0 0,0 0 1 0 0,0 0-1 0 0,0 0 1 0 0,0 0-1 0 0,0 0 1 0 0,1 0-1 0 0,-1 0 0 0 0,0 1 1 0 0,1-1-1 0 0,-1 0 1 0 0,1 0-1 0 0,-1 2 19 0 0,62 2-290 0 0,-40-4-647 0 0,-17-1-6700 0 0,-21 0 2009 0 0</inkml:trace>
  <inkml:trace contextRef="#ctx0" brushRef="#br0" timeOffset="51199.81">1140 1765 1032 0 0,'0'0'1054'0'0,"0"0"-200"0"0,0 0-198 0 0,0 0-148 0 0,0 0-63 0 0,0 0-85 0 0,0 0-117 0 0,0 0-131 0 0,0 0-84 0 0,0 0 23 0 0,4-1 58 0 0,88-26 4737 0 0,-92 27-4568 0 0,0 0-110 0 0,61-8-252 0 0,35-8-1350 0 0,-18-13 3007 0 0,162-54 33 0 0,-66 42-1067 0 0,51 3-933 0 0,-115 28 436 0 0,620-117-489 0 0,260-63 728 0 0,387-92 1490 0 0,-770 148-1072 0 0,-1-20-536 0 0,-560 146-48 0 0,0-2-1 0 0,-1-3 0 0 0,-1-1 0 0 0,0-2 0 0 0,-1-2 0 0 0,27-16-114 0 0,20-13-43 0 0,2 4 1 0 0,1 3-1 0 0,2 5 0 0 0,86-19 43 0 0,344-56 199 0 0,49 5 1167 0 0,-450 79-1250 0 0,-180 25-8653 0 0,112-1-180 0 0</inkml:trace>
  <inkml:trace contextRef="#ctx0" brushRef="#br1" timeOffset="24892.855">8630 454 312 0 0,'0'0'189'0'0,"0"0"348"0"0,0 0 1565 0 0,0 0-142 0 0,0 0-511 0 0,0 0-251 0 0,0 0-98 0 0,0 0-26 0 0,0 0-183 0 0,16 35 1134 0 0,-8 328 1031 0 0,0-318-2480 0 0,-1-19-2974 0 0,-5-8-4932 0 0,-4-18 2800 0 0,-3-3 3240 0 0,3-6 369 0 0</inkml:trace>
  <inkml:trace contextRef="#ctx0" brushRef="#br1" timeOffset="25290.244">8638 864 156 0 0,'0'0'3124'0'0,"0"0"-805"0"0,0 0-853 0 0,0 0-564 0 0,0 0-284 0 0,0 0-98 0 0,0 0-64 0 0,0 0-116 0 0,0 0-160 0 0,6-6-106 0 0,21-23 416 0 0,34 11 2136 0 0,-55 15-2561 0 0,0 1 1 0 0,1 0-1 0 0,0 0 0 0 0,-1 0 0 0 0,1 1 0 0 0,0 0 0 0 0,0 0 0 0 0,0 1 1 0 0,0 0-1 0 0,0 0 0 0 0,0 1 0 0 0,-1-1 0 0 0,1 1 0 0 0,0 1 1 0 0,0 0-1 0 0,-1 0 0 0 0,1 0 0 0 0,-1 1 0 0 0,1-1 0 0 0,-1 1 0 0 0,0 1 1 0 0,0 0-1 0 0,-1-1 0 0 0,1 2 0 0 0,-1-1 0 0 0,0 1 0 0 0,0-1 1 0 0,0 1-1 0 0,-1 1 0 0 0,1-1 0 0 0,-1 1 0 0 0,-1 0 0 0 0,1-1 1 0 0,-1 2-1 0 0,0-1 0 0 0,0 0 0 0 0,-1 1 0 0 0,1-1 0 0 0,-2 1 0 0 0,1 0-65 0 0,-2 0-29 0 0,0 0 0 0 0,0 0 0 0 0,0 0 0 0 0,-1 0 0 0 0,0-1 1 0 0,-1 1-1 0 0,0 0 0 0 0,0 0 0 0 0,0-1 0 0 0,-1 0 0 0 0,1 1 0 0 0,-2-1 0 0 0,1 0 0 0 0,-1 0 0 0 0,0 0 0 0 0,0-1 0 0 0,0 0 0 0 0,-1 1 0 0 0,0-2 0 0 0,0 1 0 0 0,0 0 0 0 0,-1-1 0 0 0,1 0 0 0 0,-1 0 0 0 0,0-1 0 0 0,0 0 0 0 0,0 0 0 0 0,-1 0 0 0 0,1 0 0 0 0,-1-1 0 0 0,-1 0 29 0 0,-17 6-611 0 0,0-1 1 0 0,0-2 0 0 0,-1 0 0 0 0,0-1 0 0 0,0-2-1 0 0,0-1 1 0 0,-10-1 610 0 0,-108-26-8499 0 0,97 5 7391 0 0</inkml:trace>
  <inkml:trace contextRef="#ctx0" brushRef="#br1" timeOffset="33198.206">99 2017 1772 0 0,'0'0'355'0'0,"0"0"-4"0"0,0 0 464 0 0,0 0 1135 0 0,0 0 3 0 0,0 0-630 0 0,0 0-491 0 0,0 0-255 0 0,0 0 76 0 0,4-3 142 0 0,150-80 4611 0 0,-150 81-5396 0 0,1 1 0 0 0,-1-1 1 0 0,1 1-1 0 0,0 0 1 0 0,-1 0-1 0 0,1 1 0 0 0,0-1 1 0 0,0 1-1 0 0,0 0 1 0 0,-1 1-1 0 0,1-1 1 0 0,0 1-1 0 0,0 0 0 0 0,-1 0 1 0 0,1 0-1 0 0,-1 1 1 0 0,1 0-1 0 0,-1-1 0 0 0,1 2 1 0 0,-1-1-1 0 0,0 0 1 0 0,0 1-1 0 0,0 0 0 0 0,0 0 1 0 0,-1 0-1 0 0,1 0 1 0 0,-1 1-1 0 0,0-1 1 0 0,0 1-1 0 0,0 0 0 0 0,0 0 1 0 0,-1 0-1 0 0,1 0 1 0 0,-1 1-1 0 0,0-1 0 0 0,0 0 1 0 0,-1 1-1 0 0,0 0 1 0 0,1-1-1 0 0,-1 1 1 0 0,-1 0-1 0 0,1 3-10 0 0,0 8 32 0 0,-1 1 1 0 0,-1-1-1 0 0,0 0 1 0 0,-1 0-1 0 0,-1 0 1 0 0,-1 0-1 0 0,0 0 0 0 0,-1 0 1 0 0,-1-1-1 0 0,0 0 1 0 0,-1 0-1 0 0,-1 1-32 0 0,-22 104 29 0 0,29-109-21 0 0,10-5 99 0 0,-6-12-166 0 0,0 0-1 0 0,-1-1 1 0 0,0 0-1 0 0,0 1 1 0 0,-1-1 0 0 0,0 0-1 0 0,0 0 1 0 0,0 0-1 0 0,-1 0 1 0 0,0 0-1 0 0,0 0 1 0 0,-1 0-1 0 0,0 0 1 0 0,0 0-1 0 0,-1 1 1 0 0,-1-6 59 0 0,1 7-40 0 0,0 0-1 0 0,-1 1 1 0 0,1-1 0 0 0,-1 0 0 0 0,0 1-1 0 0,0 0 1 0 0,-1-1 0 0 0,1 1 0 0 0,-1 1 0 0 0,0-1-1 0 0,0 0 1 0 0,0 1 0 0 0,0 0 0 0 0,-1 0-1 0 0,1 0 1 0 0,-1 0 0 0 0,0 1 0 0 0,0 0-1 0 0,0 0 1 0 0,0 0 0 0 0,0 1 0 0 0,0 0-1 0 0,0-1 1 0 0,0 2 0 0 0,-1-1 0 0 0,1 1-1 0 0,0 0 1 0 0,-1 0 0 0 0,1 0 0 0 0,0 1 0 0 0,-1 0 40 0 0,-9 0 82 0 0,-1 2 1 0 0,1 0 0 0 0,0 0 0 0 0,1 2 0 0 0,-1 0 0 0 0,1 0 0 0 0,0 2 0 0 0,0 0 0 0 0,1 0 0 0 0,-6 5-83 0 0,16-11 14 0 0,0 0 0 0 0,0 1 0 0 0,0 0 0 0 0,0-1 0 0 0,1 1 0 0 0,-1 0 0 0 0,1 0 0 0 0,-1 0 0 0 0,1 1 0 0 0,0-1 0 0 0,0 0 0 0 0,0 1 0 0 0,0 0 0 0 0,0-1 0 0 0,1 1 0 0 0,-1 0 0 0 0,1 0 0 0 0,0 0 0 0 0,0 0 0 0 0,0 0 0 0 0,0 0 0 0 0,0 0 0 0 0,1 0 0 0 0,-1 1 0 0 0,1-1 0 0 0,0 0 0 0 0,0 0 0 0 0,0 0 0 0 0,0 1 0 0 0,1-1 0 0 0,-1 0 0 0 0,1 0 0 0 0,0 0 0 0 0,0 0 0 0 0,0 0 0 0 0,0 0 0 0 0,0 0 0 0 0,1 0 1 0 0,0 0-1 0 0,-1 0 0 0 0,1-1 0 0 0,0 1-14 0 0,27 11-294 0 0,0-1 0 0 0,1-1 0 0 0,1-2 1 0 0,-1-1-1 0 0,1-2 0 0 0,1-1 0 0 0,-1-1 1 0 0,1-1-1 0 0,21-2 294 0 0,-17 2-1036 0 0,37 0-5145 0 0,-41-3 1786 0 0</inkml:trace>
  <inkml:trace contextRef="#ctx0" brushRef="#br1" timeOffset="42243.955">926 1845 352 0 0,'0'0'805'0'0,"0"0"-187"0"0,0 0-125 0 0,0 0-127 0 0,0 0-56 0 0,0 0-129 0 0,7 2-264 0 0,75-6-316 0 0,-29-13-1105 0 0,-46 17 913 0 0</inkml:trace>
  <inkml:trace contextRef="#ctx0" brushRef="#br1" timeOffset="43420.48">1164 1890 508 0 0,'0'0'561'0'0,"0"0"-166"0"0,0 0-80 0 0,0 0-72 0 0,0 0-128 0 0,0 0-74 0 0,0 0 31 0 0,0 0 30 0 0,0 0 206 0 0,0 0 226 0 0,0 13 2743 0 0,4 13-2869 0 0,8 36 2789 0 0,-18-58-6033 0 0,5-4-2810 0 0,8-4 4052 0 0</inkml:trace>
  <inkml:trace contextRef="#ctx0" brushRef="#br1" timeOffset="47249.939">1180 1878 184 0 0,'0'0'921'0'0,"0"0"67"0"0,0 0-76 0 0,0 0-99 0 0,0 0-10 0 0,0 0 83 0 0,0 0 63 0 0,0 0-113 0 0,0 0-190 0 0,-29 24 1012 0 0,22-5-3801 0 0,6 26 5198 0 0,2-32-2229 0 0,70 76 33 0 0,68 25-256 0 0,45-3-197 0 0,-18-13-91 0 0,-144-88-270 0 0,-1 0 1 0 0,0 2 0 0 0,-1 0 0 0 0,0 1 0 0 0,-1 1-1 0 0,-1 1 1 0 0,0 1 0 0 0,7 8-46 0 0,17 13 62 0 0,25 70 289 0 0,8 37 1071 0 0,-7-63-756 0 0,-16-28-628 0 0,-52-52-46 0 0,25 19 296 0 0,-11-8-201 0 0,-13-12-40 0 0,-1 0-23 0 0,0 0 12 0 0,0 0-42 0 0,0 0-38 0 0,11-15-1917 0 0,-41 15-654 0 0,13 0-5287 0 0,65 1 3534 0 0</inkml:trace>
  <inkml:trace contextRef="#ctx0" brushRef="#br1" timeOffset="57199.346">1148 2237 900 0 0,'0'0'1046'0'0,"0"0"-52"0"0,0 0-59 0 0,0 0-73 0 0,0 0-71 0 0,0 0-88 0 0,0 0-137 0 0,0 0-136 0 0,0 0-178 0 0,5-2-149 0 0,57-18 698 0 0,-55 10-301 0 0,-6 10-97 0 0,8 30 932 0 0,-6-29-1311 0 0,-1 0 0 0 0,1-1 0 0 0,0 1 0 0 0,0-1 0 0 0,-1 1 0 0 0,1-1 0 0 0,0 0 0 0 0,-1 0 0 0 0,1 0 1 0 0,0-1-1 0 0,0 1 0 0 0,-1-1 0 0 0,1 1 0 0 0,0-1 0 0 0,-1 0 0 0 0,1 0 0 0 0,-1 0 0 0 0,1 0 0 0 0,-1-1 0 0 0,0 1 0 0 0,1-1 0 0 0,-1 1 0 0 0,0-1 0 0 0,0 0 0 0 0,1-1-24 0 0,-9-65-367 0 0,5 67 347 0 0,0 0 0 0 0,-1 0 1 0 0,1 0-1 0 0,-1 0 0 0 0,1 0 0 0 0,-1 0 1 0 0,0 0-1 0 0,1 1 0 0 0,-1-1 0 0 0,0 0 1 0 0,1 1-1 0 0,-1 0 0 0 0,0-1 0 0 0,0 1 1 0 0,0 0-1 0 0,1 0 0 0 0,-1 0 0 0 0,0 0 0 0 0,0 0 1 0 0,0 0-1 0 0,1 0 0 0 0,-1 1 0 0 0,0-1 1 0 0,0 1-1 0 0,1-1 0 0 0,-1 1 0 0 0,0 0 1 0 0,1 0-1 0 0,-1 0 0 0 0,0 0 0 0 0,1 0 1 0 0,0 0-1 0 0,-1 0 0 0 0,1 0 0 0 0,-1 0 1 0 0,1 1-1 0 0,0-1 0 0 0,0 0 0 0 0,0 1 0 0 0,0-1 1 0 0,0 1-1 0 0,0 1 20 0 0,-38 73 975 0 0,83-75 150 0 0,60-86-3512 0 0,-98 74 2493 0 0,-103 122-171 0 0,91-100 112 0 0,1 0 0 0 0,0 1 1 0 0,0-1-1 0 0,1 1 0 0 0,1 0 0 0 0,0 0 0 0 0,1 0 1 0 0,0 0-1 0 0,1 0 0 0 0,0 1 0 0 0,1 11-47 0 0,24-30 721 0 0,-18-2-735 0 0,1 1 0 0 0,-1-1 1 0 0,0 0-1 0 0,-1-1 0 0 0,0 1 0 0 0,0-1 0 0 0,-1 0 0 0 0,0 0 1 0 0,-1 0-1 0 0,0-1 0 0 0,0 1 0 0 0,-1-1 0 0 0,0 0 0 0 0,-1 1 1 0 0,0-1-1 0 0,0 0 0 0 0,-1 0 0 0 0,0 0 0 0 0,-1 0 0 0 0,-1-5 14 0 0,2 0-130 0 0,-57 62 196 0 0,-8 36-184 0 0,58-35-5534 0 0,7-41 2880 0 0</inkml:trace>
  <inkml:trace contextRef="#ctx0" brushRef="#br1" timeOffset="58327.384">1688 3242 3220 0 0,'0'0'2046'0'0,"0"0"-380"0"0,0 0-392 0 0,0 0-236 0 0,0 0-122 0 0,0 0-150 0 0,0 0-156 0 0,0 0-173 0 0,0 0-108 0 0,0 0-69 0 0,0 6-37 0 0,1 42 423 0 0,1-31-632 0 0,0 1 0 0 0,-1-1 1 0 0,-1 1-1 0 0,0-1 0 0 0,-2 1 0 0 0,0-1 0 0 0,-1 1 0 0 0,0-1 0 0 0,-2 0 0 0 0,0 0 1 0 0,-1 0-1 0 0,0-1 0 0 0,-1 0 0 0 0,-1 0 0 0 0,-1-1 0 0 0,0 0 0 0 0,-5 5-14 0 0,-7-10-751 0 0,23-44 31 0 0,0 28 754 0 0,0 0 0 0 0,1 0 0 0 0,0 0 0 0 0,0 1 0 0 0,1-1 0 0 0,-1 1 0 0 0,1 0 0 0 0,0 0 0 0 0,1 0 0 0 0,-1 1 0 0 0,1-1 0 0 0,0 1 0 0 0,0 0 0 0 0,0 0 0 0 0,1 1 0 0 0,-1 0 0 0 0,1 0 0 0 0,0 0 0 0 0,0 1 0 0 0,0-1 0 0 0,0 1 0 0 0,0 1 0 0 0,0-1 0 0 0,1 1 0 0 0,-1 0 0 0 0,0 1 0 0 0,1 0 0 0 0,-1-1 0 0 0,1 2 0 0 0,3 0-34 0 0,-4 2-37 0 0,0 1 0 0 0,0-1 1 0 0,-1 1-1 0 0,1 1 0 0 0,-1-1 1 0 0,0 1-1 0 0,0 0 0 0 0,-1 0 1 0 0,1 0-1 0 0,-1 1 0 0 0,0 0 1 0 0,-1-1-1 0 0,1 2 0 0 0,-1-1 0 0 0,0 0 1 0 0,-1 0-1 0 0,0 1 0 0 0,0-1 1 0 0,0 1-1 0 0,-1 0 0 0 0,1 0 1 0 0,-2 0-1 0 0,1-1 0 0 0,-1 3 37 0 0,0-4 35 0 0,0-1-1 0 0,0 0 0 0 0,0 0 1 0 0,0 0-1 0 0,-1 0 0 0 0,0 0 1 0 0,0 0-1 0 0,0 0 1 0 0,0 0-1 0 0,0 0 0 0 0,-1-1 1 0 0,0 1-1 0 0,0 0 0 0 0,0-1 1 0 0,0 1-1 0 0,0-1 1 0 0,-1 0-1 0 0,0 0 0 0 0,1 0 1 0 0,-1 0-1 0 0,0 0 0 0 0,-1-1 1 0 0,1 1-1 0 0,0-1 1 0 0,-1 0-1 0 0,1 0 0 0 0,-1 0 1 0 0,0 0-1 0 0,0-1 0 0 0,1 0 1 0 0,-1 1-1 0 0,-1-1-34 0 0,-14 6-41 0 0,-1-1 0 0 0,0-1-1 0 0,0-1 1 0 0,0-1 0 0 0,0 0-1 0 0,0-1 1 0 0,-1-2 0 0 0,1 0-1 0 0,-1-1 1 0 0,1-1 0 0 0,0-1-1 0 0,0 0 1 0 0,0-2 0 0 0,0 0-1 0 0,0-2 42 0 0,-43-42-5262 0 0,60 28 225 0 0</inkml:trace>
  <inkml:trace contextRef="#ctx0" brushRef="#br1" timeOffset="59345.468">1019 2530 4152 0 0,'0'0'2709'0'0,"0"0"-816"0"0,0 0-773 0 0,0 0-274 0 0,0 0-20 0 0,0 0-152 0 0,0 0-296 0 0,0 0-222 0 0,0 0-71 0 0,0 0 49 0 0,-8 12 22 0 0,-25 39-20 0 0,16 35 420 0 0,-131 59 212 0 0,261-247-2430 0 0,44 48 978 0 0,-154 54 667 0 0,1-1 0 0 0,0 1 1 0 0,-1 0-1 0 0,1 0 0 0 0,0 1 1 0 0,-1-1-1 0 0,1 1 1 0 0,0-1-1 0 0,-1 1 0 0 0,1 0 1 0 0,-1 1-1 0 0,1-1 0 0 0,-1 1 1 0 0,0-1-1 0 0,1 1 0 0 0,-1 0 1 0 0,0 0-1 0 0,0 0 0 0 0,0 1 1 0 0,-1-1-1 0 0,1 1 0 0 0,0-1 1 0 0,-1 1-1 0 0,0 0 0 0 0,0 0 1 0 0,0 0-1 0 0,0 1 0 0 0,0-1 1 0 0,0 0-1 0 0,-1 1 0 0 0,0-1 1 0 0,0 1-1 0 0,0-1 0 0 0,0 1 1 0 0,0-1-1 0 0,0 1 0 0 0,-1 0 1 0 0,0-1-1 0 0,0 1 0 0 0,0 0 1 0 0,0-1-1 0 0,-1 3 17 0 0,0 6 102 0 0,-1-1 0 0 0,0 0 0 0 0,0 0 1 0 0,-1-1-1 0 0,-1 1 0 0 0,0 0 0 0 0,0-1 0 0 0,-1 0 0 0 0,-1 0 0 0 0,1 0 0 0 0,-1-1 1 0 0,-1 0-1 0 0,0 0 0 0 0,0 0 0 0 0,-1-1 0 0 0,0 0 0 0 0,0-1 0 0 0,-1 0 1 0 0,0 0-1 0 0,0-1 0 0 0,-1 0 0 0 0,-9 4-102 0 0,14-9-138 0 0,0 0-1 0 0,-1 0 1 0 0,1-1-1 0 0,-1 0 1 0 0,1 0 0 0 0,-1 0-1 0 0,1-1 1 0 0,-1 0 0 0 0,1 0-1 0 0,0 0 1 0 0,-1-1-1 0 0,1 0 1 0 0,0 0 0 0 0,0 0-1 0 0,0-1 1 0 0,1 1 0 0 0,-1-1-1 0 0,0 0 1 0 0,1 0-1 0 0,0-1 1 0 0,0 0 0 0 0,0 1-1 0 0,0-1 1 0 0,0 0 0 0 0,1-1-1 0 0,-1 0 139 0 0,-38-82-5832 0 0,40 48 2628 0 0</inkml:trace>
  <inkml:trace contextRef="#ctx0" brushRef="#br1" timeOffset="60681.115">938 2120 1188 0 0,'0'0'263'0'0,"0"0"253"0"0,0 0-38 0 0,0 0-189 0 0,0 0-148 0 0,0 0 22 0 0,0 0 125 0 0,0 0 86 0 0,0 0 34 0 0,0 0-22 0 0,5-3 89 0 0,-3 2-175 0 0,28-14 321 0 0,-19 14 4971 0 0,22-8-4735 0 0,47-19-26 0 0,-84 42-2004 0 0,84-53 110 0 0,-119 57 975 0 0,62-31-1756 0 0,-34 12-4883 0 0,-1 14 4452 0 0</inkml:trace>
  <inkml:trace contextRef="#ctx0" brushRef="#br1" timeOffset="87453.595">656 1750 328 0 0,'0'0'64'0'0,"0"0"178"0"0,0 0 180 0 0,0 0 936 0 0,0 0 73 0 0,0 0-317 0 0,0 0-175 0 0,0 0-127 0 0,0 0-121 0 0,-12-17 1067 0 0,3-1 1769 0 0,-37-2-2740 0 0,44 20-655 0 0,2 0-24 0 0,0 0-74 0 0,0 0-108 0 0,0 0-56 0 0,0 0-10 0 0,0 0-43 0 0,0 0-35 0 0,0 0-15 0 0,37 36 258 0 0,38 16-125 0 0,23 1 197 0 0,14 45 427 0 0,-75-58-369 0 0,49 78 28 0 0,10-21-227 0 0,29 56 316 0 0,-1 21 603 0 0,1 2-518 0 0,31 24-257 0 0,108 18-131 0 0,-106-50 78 0 0,38 37-5 0 0,-42 2-28 0 0,79 88 179 0 0,-132-166-1925 0 0,-100-115-634 0 0,-6-7-2609 0 0,-15-2-22 0 0</inkml:trace>
  <inkml:trace contextRef="#ctx0" brushRef="#br1" timeOffset="88610.602">773 1781 248 0 0,'0'0'223'0'0,"0"0"-45"0"0,0 0 262 0 0,0 0 1012 0 0,0 0 292 0 0,0 0-386 0 0,0 0-294 0 0,0 0-176 0 0,0 0-58 0 0,0 0-91 0 0,0 0-149 0 0,5 0-106 0 0,30 0 2139 0 0,-44-20-2747 0 0,-21 22-11731 0 0,69 2 10973 0 0</inkml:trace>
  <inkml:trace contextRef="#ctx0" brushRef="#br1" timeOffset="88863.481">773 1781 328 0 0</inkml:trace>
  <inkml:trace contextRef="#ctx0" brushRef="#br1" timeOffset="89292.932">773 1781 328 0 0,'-24'9'194'0'0,"13"-6"539"0"0,9-4 2491 0 0,-3-10 2435 0 0,-10-11-3642 0 0,-79-63 461 0 0,-264-272-419 0 0,238 261-1483 0 0,115 88-532 0 0,-6 3-7720 0 0,7 5 2762 0 0,20 0 192 0 0</inkml:trace>
  <inkml:trace contextRef="#ctx0" brushRef="#br1" timeOffset="90926.94">2680 4091 328 0 0,'0'0'99'0'0,"0"0"117"0"0,0 0-14 0 0,0 0 264 0 0,0 0 513 0 0,0 0-220 0 0,0 0-229 0 0,0 0-117 0 0,0 0-9 0 0,0 0 58 0 0,-4-2-505 0 0,-4-3 8967 0 0,20 8-8976 0 0,0 0 1 0 0,0 1-1 0 0,0 1 0 0 0,-1 0 0 0 0,1 1 0 0 0,-1 0 1 0 0,0 0-1 0 0,-1 1 0 0 0,1 1 0 0 0,-1 0 0 0 0,-1 0 1 0 0,0 1-1 0 0,0 0 0 0 0,-1 0 0 0 0,0 1 0 0 0,0 0 1 0 0,-1 1-1 0 0,4 8 52 0 0,6 3 126 0 0,87 64 1186 0 0,-40-59-442 0 0,-16-4-742 0 0,-47-23-144 0 0,-1 0-26 0 0,0 0-10 0 0,0 0 7 0 0,0 0 26 0 0,0 0 8 0 0,0 0 12 0 0,0 0 39 0 0,0 0 26 0 0,0 0 36 0 0,-8-22 2846 0 0,8 22-2823 0 0,0 0 1 0 0,0 0-37 0 0,0 0-34 0 0,0 0-10 0 0,0 0-20 0 0,-131-21-3212 0 0,48 12-1518 0 0,11 4-514 0 0</inkml:trace>
  <inkml:trace contextRef="#ctx0" brushRef="#br1" timeOffset="128080.909">926 1797 1864 0 0,'0'0'-248'0'0,"0"0"-61"0"0,0 0 747 0 0,0 0 75 0 0,0 0-131 0 0,0 0 10 0 0,0 0 180 0 0,23-8 438 0 0,73-22 192 0 0,31 23 651 0 0,276-22-1709 0 0,-158-14 128 0 0,453-72-8187 0 0,-538 93 8367 0 0,-126 18-890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7:46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 2810 8097 0 0,'0'0'1307'0'0,"0"0"-173"0"0,0 0-91 0 0,0 0-71 0 0,0 0 16 0 0,0 0-126 0 0,0 0-178 0 0,0 0-182 0 0,0 0-159 0 0,40 0-61 0 0,124 0-103 0 0,0-25-142 0 0,-142-44 587 0 0,-22 34-704 0 0,-1-1 1 0 0,-2 0 0 0 0,-2 1-1 0 0,-1-1 1 0 0,-1 1 0 0 0,-2 1-1 0 0,-2 0 1 0 0,-1 0 0 0 0,-2 1-1 0 0,-1 0 1 0 0,-1 1 0 0 0,-17-23 79 0 0,-26-66 75 0 0,39 78-66 0 0,8 23 52 0 0,1-1 0 0 0,1-1 0 0 0,1 0-1 0 0,0-1 1 0 0,2 1 0 0 0,1-2 0 0 0,1 1-1 0 0,1 0 1 0 0,1-1 0 0 0,1 0 0 0 0,1 0 0 0 0,1-5-61 0 0,5 18 29 0 0,1 0 1 0 0,1 1-1 0 0,0-1 1 0 0,0 1-1 0 0,1 0 1 0 0,0 1-1 0 0,1 0 1 0 0,0 0-1 0 0,0 1 1 0 0,1 0-1 0 0,0 1 1 0 0,0 0-1 0 0,1 0 1 0 0,0 1-1 0 0,0 1 1 0 0,0 0-1 0 0,1 0 1 0 0,3 0-30 0 0,-10 3 19 0 0,62-32-55 0 0,3 2 1 0 0,0 4 0 0 0,2 3-1 0 0,1 3 1 0 0,1 3 0 0 0,0 4-1 0 0,1 3 1 0 0,1 3 0 0 0,4 3 35 0 0,15 28-2649 0 0,-77 2-1278 0 0,-15 12-3535 0 0,-6-23 4420 0 0</inkml:trace>
  <inkml:trace contextRef="#ctx0" brushRef="#br0" timeOffset="301.339">25 2238 756 0 0,'0'0'1093'0'0,"0"0"396"0"0,0 0 437 0 0,0 0-809 0 0,0 0-246 0 0,0 0 306 0 0,0 0 210 0 0,0 0-113 0 0,0 0-275 0 0,17 3-237 0 0,318 42 2580 0 0,-290-41-3424 0 0,166 6-498 0 0,-75-24-2721 0 0,-72-4-3585 0 0,-46 9 1734 0 0</inkml:trace>
  <inkml:trace contextRef="#ctx0" brushRef="#br0" timeOffset="854.829">1400 2847 484 0 0,'0'0'1764'0'0,"0"0"2483"0"0,0 0-2252 0 0,0 0-811 0 0,0 0-165 0 0,0 0-142 0 0,0 0-90 0 0,0 0-110 0 0,0 0-104 0 0,0 0-34 0 0,-25-35 1873 0 0,14 20-2265 0 0,1 0 0 0 0,0-1 0 0 0,1 0 0 0 0,1-1 0 0 0,0 0 0 0 0,2 0 0 0 0,0-1 0 0 0,0 1 0 0 0,2-1 0 0 0,0 0 0 0 0,1-1 0 0 0,1 1 0 0 0,1-1 0 0 0,1-9-147 0 0,0 7-5 0 0,2 0-1 0 0,0 0 0 0 0,1 0 1 0 0,1 0-1 0 0,1 1 0 0 0,1 0 1 0 0,1 0-1 0 0,1 0 0 0 0,0 1 0 0 0,2 0 1 0 0,0 0-1 0 0,1 1 0 0 0,10-11 6 0 0,153-176-2335 0 0,-128 172-2418 0 0,4 7-3961 0 0,-42 24 5974 0 0</inkml:trace>
  <inkml:trace contextRef="#ctx0" brushRef="#br0" timeOffset="2090.93">2529 2015 260 0 0,'0'0'2259'0'0,"0"0"1957"0"0,0 0-2404 0 0,0 0-961 0 0,0 0-24 0 0,0 0 145 0 0,0 0 15 0 0,0 18-192 0 0,-30 329 627 0 0,12-294-1315 0 0,-2-2 0 0 0,-3-1-1 0 0,-1-1 1 0 0,-3-1 0 0 0,-2-1 0 0 0,-1-1-1 0 0,-14 12-106 0 0,-8 17-223 0 0,43-59 172 0 0,-10 17-877 0 0,18-47-13 0 0,60-85 1613 0 0,-41 70-689 0 0,2 0 0 0 0,0 1 0 0 0,2 1 0 0 0,1 1 0 0 0,1 1 0 0 0,1 1 0 0 0,5-2 17 0 0,-20 18 16 0 0,0 0 0 0 0,1 0 0 0 0,0 1 0 0 0,0 0 0 0 0,0 1 0 0 0,1 1 0 0 0,0 0 0 0 0,0 0 0 0 0,0 1-1 0 0,1 1 1 0 0,0 0 0 0 0,-1 0 0 0 0,1 2 0 0 0,0-1 0 0 0,0 2 0 0 0,0 0 0 0 0,0 0 0 0 0,0 1 0 0 0,0 1 0 0 0,9 2-16 0 0,-13 1 58 0 0,0 2 1 0 0,-1-1 0 0 0,1 1 0 0 0,-1 0 0 0 0,0 1-1 0 0,-1 0 1 0 0,0 0 0 0 0,0 0 0 0 0,-1 1 0 0 0,0 0 0 0 0,-1 0-1 0 0,1 1 1 0 0,-2 0 0 0 0,0 0 0 0 0,0 0 0 0 0,0 0-1 0 0,-1 1 1 0 0,-1-1 0 0 0,0 1 0 0 0,0 0 0 0 0,-1-1-1 0 0,-1 1 1 0 0,0 0 0 0 0,0 0 0 0 0,-1 0 0 0 0,0-1-1 0 0,-1 1 1 0 0,0 0 0 0 0,-3 5-59 0 0,4-9 59 0 0,0-1 1 0 0,-1 0-1 0 0,0 1 0 0 0,0-1 1 0 0,-1 0-1 0 0,0 0 0 0 0,0 0 1 0 0,0-1-1 0 0,-1 1 0 0 0,0-1 0 0 0,0 0 1 0 0,0 0-1 0 0,0 0 0 0 0,-1 0 1 0 0,0-1-1 0 0,0 0 0 0 0,0 0 1 0 0,-1 0-1 0 0,1-1 0 0 0,-1 0 0 0 0,0 0 1 0 0,0 0-1 0 0,0 0 0 0 0,0-1 1 0 0,0 0-1 0 0,-1-1 0 0 0,-2 1-59 0 0,-182 16 304 0 0,180-18-333 0 0,-198-37-1408 0 0,98-44-4511 0 0,89 45 539 0 0</inkml:trace>
  <inkml:trace contextRef="#ctx0" brushRef="#br0" timeOffset="2965.416">3190 2188 716 0 0,'0'0'4248'0'0,"0"0"-2304"0"0,0 0-623 0 0,0 0-218 0 0,0 0-205 0 0,0 0-14 0 0,0 0 15 0 0,0 0-145 0 0,0 0-206 0 0,30 6-66 0 0,96 18-4 0 0,-33 21 372 0 0,-78-35-766 0 0,-1 0-1 0 0,0 1 0 0 0,0 1 0 0 0,-1 1 0 0 0,-1-1 0 0 0,0 2 0 0 0,0 0 0 0 0,-2 0 1 0 0,0 1-1 0 0,0 0 0 0 0,-2 1 0 0 0,0 0 0 0 0,0 1 0 0 0,-2-1 0 0 0,0 1 0 0 0,-1 0 1 0 0,-1 1-1 0 0,0-1 0 0 0,0 15-83 0 0,-2-16-10 0 0,0 0 0 0 0,-2 0-1 0 0,0 0 1 0 0,-1 0 0 0 0,-1-1 0 0 0,0 1 0 0 0,-1 0 0 0 0,-1 0 0 0 0,0-1-1 0 0,-1 0 1 0 0,-1 0 0 0 0,0 0 0 0 0,-1-1 0 0 0,-6 10 10 0 0,-2-4-218 0 0,-1 1 1 0 0,-1-2-1 0 0,0 0 1 0 0,-2-1-1 0 0,0-1 1 0 0,-1-1-1 0 0,-1-1 1 0 0,0 0-1 0 0,-15 6 218 0 0,-48 16-3658 0 0,-4-15-3881 0 0,60-20 4903 0 0</inkml:trace>
  <inkml:trace contextRef="#ctx0" brushRef="#br0" timeOffset="3267.18">4117 2548 10805 0 0,'0'0'2012'0'0,"0"0"-888"0"0,0 0-100 0 0,0 0-44 0 0,0 0-187 0 0,0 0-293 0 0,230 24-328 0 0,-162-19-172 0 0,-3 2-120 0 0,-1-3-288 0 0,-3-1-245 0 0,-5-1-203 0 0,-7-2-368 0 0,-9 0-792 0 0,-12 0-1960 0 0,-12 0-3017 0 0,-12-5 6669 0 0</inkml:trace>
  <inkml:trace contextRef="#ctx0" brushRef="#br0" timeOffset="4267.489">5391 2839 3904 0 0,'0'0'4378'0'0,"0"0"-2417"0"0,0 0-763 0 0,0 0-312 0 0,0 0-35 0 0,0 0-60 0 0,0 0-93 0 0,0 0-138 0 0,0 0-101 0 0,22 3-39 0 0,157 10 534 0 0,-161-14-944 0 0,-1 0 0 0 0,0-1 1 0 0,0-1-1 0 0,0-1 1 0 0,0 0-1 0 0,0-1 1 0 0,-1-1-1 0 0,0-1 0 0 0,0 0 1 0 0,-1-1-1 0 0,0-1 1 0 0,0 0-1 0 0,-1-1 0 0 0,0 0 1 0 0,-1-1-1 0 0,0-1 1 0 0,-1 0-1 0 0,0-1 1 0 0,-1 0-1 0 0,0-1 0 0 0,-1 0 1 0 0,-1 0-1 0 0,0-1 1 0 0,-1-1-1 0 0,0 1 1 0 0,-2-1-1 0 0,2-5-10 0 0,1-32-39 0 0,-1 0-1 0 0,-4-1 1 0 0,-1 1 0 0 0,-3-1 0 0 0,-2 0 0 0 0,-2 0-1 0 0,-5-8 40 0 0,-1-261 190 0 0,15 299-130 0 0,1-1 0 0 0,1 1 0 0 0,0 1 0 0 0,2 0 0 0 0,1 0 0 0 0,1 0 0 0 0,1 1-1 0 0,1 1 1 0 0,1 0 0 0 0,0 1 0 0 0,2 0 0 0 0,0 2 0 0 0,2 0 0 0 0,-1 0 0 0 0,2 2 0 0 0,1 0 0 0 0,0 1-1 0 0,0 1 1 0 0,2 1 0 0 0,-1 1 0 0 0,2 1 0 0 0,0 1 0 0 0,0 1 0 0 0,0 1 0 0 0,16-3-60 0 0,49 10-5030 0 0,-51 39-6110 0 0,-36-28 8668 0 0</inkml:trace>
  <inkml:trace contextRef="#ctx0" brushRef="#br0" timeOffset="4553.034">5516 2126 1056 0 0,'0'0'2268'0'0,"0"0"2533"0"0,0 0-3505 0 0,0 0-96 0 0,0 0 76 0 0,0 0 168 0 0,0 0-248 0 0,0 0-164 0 0,226 9-248 0 0,-162-7-347 0 0,1-1-229 0 0,3-1-208 0 0,-7 0-176 0 0,-1 0-385 0 0,-3 0-347 0 0,-13 0-356 0 0,-12 2-1060 0 0,-8 0-2948 0 0</inkml:trace>
  <inkml:trace contextRef="#ctx0" brushRef="#br0" timeOffset="5076.11">6870 2102 4408 0 0,'0'0'3641'0'0,"0"0"-2282"0"0,0 0-494 0 0,-28 17 70 0 0,-95 57 152 0 0,98-59-652 0 0,1 0-1 0 0,0 1 0 0 0,1 2 1 0 0,1 0-1 0 0,1 2 1 0 0,1 0-1 0 0,0 1 1 0 0,1 1-1 0 0,2 1 1 0 0,-8 12-435 0 0,21-28 18 0 0,-1 0 0 0 0,1 1 1 0 0,0 0-1 0 0,0 0 0 0 0,1 0 1 0 0,0 0-1 0 0,1 0 0 0 0,0 1 1 0 0,0-1-1 0 0,1 1 0 0 0,0-1 1 0 0,0 1-1 0 0,1 0 0 0 0,0 0 1 0 0,1-1-1 0 0,0 1 1 0 0,0-1-1 0 0,1 1 0 0 0,0-1 1 0 0,0 1-1 0 0,1-1 0 0 0,0 0 1 0 0,0 0-1 0 0,1 0 0 0 0,0 0 1 0 0,1-1-1 0 0,0 0 0 0 0,0 0 1 0 0,0 0-1 0 0,1 0 0 0 0,0-1 1 0 0,0 0-1 0 0,1 0 1 0 0,-1-1-1 0 0,1 0 0 0 0,3 1-18 0 0,12 10-518 0 0,2-1 1 0 0,0-2-1 0 0,1 0 0 0 0,0-2 0 0 0,1-1 1 0 0,0-1-1 0 0,24 5 518 0 0,200 13-12577 0 0,-179-27 11478 0 0</inkml:trace>
  <inkml:trace contextRef="#ctx0" brushRef="#br0" timeOffset="5726.432">7536 2181 1332 0 0,'0'0'1001'0'0,"0"0"3060"0"0,0 0-1640 0 0,0 0-708 0 0,0 0-187 0 0,0 0-285 0 0,40-2-188 0 0,129-8-212 0 0,-149 6-750 0 0,0 2 0 0 0,-1 0 0 0 0,1 2-1 0 0,0 0 1 0 0,0 1 0 0 0,0 1 0 0 0,0 0-1 0 0,-1 2 1 0 0,0 1 0 0 0,1 0 0 0 0,-2 1-1 0 0,1 1 1 0 0,-1 1 0 0 0,0 0 0 0 0,0 2-1 0 0,-1 0 1 0 0,0 0 0 0 0,-1 2 0 0 0,9 8-91 0 0,-21-16-11 0 0,1 1 0 0 0,-1-1 1 0 0,0 1-1 0 0,0 0 0 0 0,0 0 1 0 0,-1 1-1 0 0,0-1 0 0 0,0 1 1 0 0,0-1-1 0 0,-1 1 0 0 0,0 0 1 0 0,0 0-1 0 0,0 0 0 0 0,-1 0 1 0 0,0 1-1 0 0,0-1 0 0 0,0 0 1 0 0,-1 0-1 0 0,0 1 0 0 0,0-1 1 0 0,-1 0-1 0 0,1 0 0 0 0,-2 1 1 0 0,1-1-1 0 0,0 0 0 0 0,-1 0 1 0 0,-2 3 10 0 0,-94 142-277 0 0,-38 1 327 0 0,119-114-122 0 0,17-37 46 0 0,12-28-636 0 0,-10 22 551 0 0,1 0-1 0 0,-1 0 1 0 0,0 0 0 0 0,0-1 0 0 0,-1 1 0 0 0,0 0-1 0 0,0-1 1 0 0,0 1 0 0 0,0-1 0 0 0,-1 0 0 0 0,0 1-1 0 0,0-1 1 0 0,-1 1 0 0 0,1-1 0 0 0,-1 1 0 0 0,-1-1-1 0 0,1 1 1 0 0,-1-1 0 0 0,1 1 0 0 0,-2 0 0 0 0,1 0 0 0 0,0 0-1 0 0,-1 0 1 0 0,0 0 0 0 0,0 1 0 0 0,-1-1 0 0 0,1 1-1 0 0,-1 0 1 0 0,0 0 0 0 0,0 0 0 0 0,-4-2 111 0 0,-6-7-28 0 0,0 0 0 0 0,-1 2 0 0 0,0 0 0 0 0,-1 1 0 0 0,0 0 0 0 0,-1 1 0 0 0,0 1 0 0 0,0 1 0 0 0,-1 0 28 0 0,5 3 185 0 0,-1 1 0 0 0,0 0 1 0 0,0 1-1 0 0,0 1 0 0 0,0 0 1 0 0,-1 1-1 0 0,1 0 0 0 0,0 1 1 0 0,0 1-1 0 0,0 0 0 0 0,0 1 1 0 0,0 1-1 0 0,-2 1-185 0 0,11-4 20 0 0,-1 1 0 0 0,1 0-1 0 0,0 0 1 0 0,0 0 0 0 0,0 1 0 0 0,0 0 0 0 0,0 0 0 0 0,1 0 0 0 0,-1 1 0 0 0,1-1-1 0 0,0 1 1 0 0,0 0 0 0 0,0 0 0 0 0,1 1 0 0 0,-1-1 0 0 0,1 1 0 0 0,0-1 0 0 0,0 1-1 0 0,1 0 1 0 0,0 0 0 0 0,-1 1 0 0 0,2-1 0 0 0,-1 0 0 0 0,0 1 0 0 0,1-1 0 0 0,0 1-1 0 0,1-1 1 0 0,-1 1 0 0 0,1 0 0 0 0,0-1 0 0 0,0 1 0 0 0,1-1 0 0 0,0 5-20 0 0,5-2-70 0 0,-1 0 1 0 0,1-1-1 0 0,0 1 1 0 0,1-1-1 0 0,0-1 1 0 0,0 1-1 0 0,1-1 1 0 0,-1 0-1 0 0,1-1 1 0 0,0 0-1 0 0,1 0 1 0 0,-1-1-1 0 0,1 0 1 0 0,0 0-1 0 0,0-1 1 0 0,1 0-1 0 0,-1-1 1 0 0,0 0-1 0 0,9 0 70 0 0,-9 1-89 0 0,162 32-2785 0 0,-51-27-6518 0 0,-66-8 8463 0 0</inkml:trace>
  <inkml:trace contextRef="#ctx0" brushRef="#br0" timeOffset="6074.799">8741 1982 1396 0 0,'0'0'7155'0'0,"0"0"-4139"0"0,0 0-1652 0 0,0 0-361 0 0,0 0-26 0 0,21 16 20 0 0,66 58-147 0 0,-79-66-760 0 0,0 1 0 0 0,-1 0 0 0 0,0 0 0 0 0,0 1 1 0 0,-1 0-1 0 0,-1 0 0 0 0,1 0 0 0 0,-1 1 0 0 0,-1 0 0 0 0,0 0 0 0 0,-1 0 0 0 0,1 5-90 0 0,3 7 117 0 0,9 23-18 0 0,-2 0 0 0 0,-2 1 0 0 0,-2 1 1 0 0,-3 0-1 0 0,-1 0 0 0 0,-2 1 1 0 0,-3-1-1 0 0,-2 1 0 0 0,-2 7-99 0 0,-2-34-273 0 0,0 0 1 0 0,-2 0-1 0 0,0-1 0 0 0,-1 0 1 0 0,-1 0-1 0 0,-1-1 0 0 0,-1 0 1 0 0,-1 0-1 0 0,-1-2 1 0 0,0 1-1 0 0,-2-2 0 0 0,0 0 1 0 0,0 0-1 0 0,-2-2 0 0 0,-3 3 273 0 0,-81 57-4653 0 0,-9-19-3522 0 0,26-24 7160 0 0</inkml:trace>
  <inkml:trace contextRef="#ctx0" brushRef="#br0" timeOffset="7439.524">1 3180 3696 0 0,'0'0'2761'0'0,"0"0"136"0"0,0 0-1113 0 0,0 0-680 0 0,0 0-247 0 0,0 0 68 0 0,0 0-24 0 0,0 0-256 0 0,0 0-302 0 0,17 2-130 0 0,311 30 996 0 0,0-14-1 0 0,30-16-1208 0 0,84 5 1315 0 0,1825 20-436 0 0,559-1-771 0 0,-1625 53 67 0 0,-870-71-334 0 0,-334-1-1516 0 0,-89 9-4672 0 0,23-10 865 0 0</inkml:trace>
  <inkml:trace contextRef="#ctx0" brushRef="#br0" timeOffset="13776.872">61 941 104 0 0,'0'0'1192'0'0,"0"0"353"0"0,0 0 1022 0 0,0 0-995 0 0,0 0-495 0 0,0 0-373 0 0,0 0-137 0 0,0 0 3 0 0,0 0-27 0 0,0 0-46 0 0,16-4-116 0 0,88-24 815 0 0,-66-66 1319 0 0,-8 56-2514 0 0,1 1 0 0 0,2 1 0 0 0,2 2 0 0 0,1 2-1 0 0,1 1 1 0 0,2 1 0 0 0,1 3 0 0 0,1 1 0 0 0,1 2 0 0 0,2 2 0 0 0,0 2 0 0 0,1 2-1 0 0,6 0 0 0 0,-20 5 3 0 0,1 1 0 0 0,0 1 0 0 0,1 3-1 0 0,0 0 1 0 0,1 2 0 0 0,0 1 0 0 0,-1 2 0 0 0,1 2-1 0 0,0 0 1 0 0,0 3 0 0 0,0 0 0 0 0,21 6-3 0 0,187 47-33 0 0,263 41 196 0 0,-482-94-137 0 0,103 11 359 0 0,-1-5 0 0 0,106-9-385 0 0,139-78-70 0 0,-361 78 86 0 0,0-1-1 0 0,0 0 1 0 0,0-1 0 0 0,0 1 0 0 0,-1-2 0 0 0,1 1-1 0 0,-1-2 1 0 0,1 1 0 0 0,-1-1 0 0 0,-1 0 0 0 0,1 0-1 0 0,-1-1 1 0 0,0 0 0 0 0,0-1 0 0 0,-1 1 0 0 0,1-1-1 0 0,4-7-15 0 0,94-156-311 0 0,-79 133 334 0 0,-15 20 43 0 0,0 0 0 0 0,1 1 0 0 0,1 0 0 0 0,0 1 0 0 0,1 0 0 0 0,0 1 0 0 0,2 1 0 0 0,-1 1 0 0 0,2 0 0 0 0,10-6-66 0 0,15 125 833 0 0,-39 212-1269 0 0,-1-312 441 0 0,-1-1 0 0 0,1 0 0 0 0,1 0 0 0 0,-1 0-1 0 0,1 0 1 0 0,0 0 0 0 0,1-1 0 0 0,-1 1 0 0 0,1-1-1 0 0,0 0 1 0 0,0 0 0 0 0,1 0 0 0 0,0-1 0 0 0,-1 1 0 0 0,1-1-1 0 0,1 0 1 0 0,-1-1 0 0 0,1 1 0 0 0,-1-1 0 0 0,1 0-1 0 0,0 0 1 0 0,0-1 0 0 0,0 0 0 0 0,1 0 0 0 0,-1 0 0 0 0,0-1-1 0 0,1 0 1 0 0,-1 0 0 0 0,4-1-5 0 0,194-4 150 0 0,75-42-105 0 0,312-33 396 0 0,-241 63-433 0 0,1 15-1 0 0,-1 16 1 0 0,120 28-8 0 0,27 1-73 0 0,338-20 73 0 0,-235 21-132 0 0,-47 18 568 0 0,-549-63-429 0 0,1 1 0 0 0,0-1 0 0 0,-1 1 1 0 0,1 1-1 0 0,-1-1 0 0 0,0 1 0 0 0,1-1 1 0 0,-1 1-1 0 0,0 0 0 0 0,0 1 0 0 0,0-1 1 0 0,0 1-1 0 0,0 0 0 0 0,-1 0 0 0 0,1 0 1 0 0,-1 0-1 0 0,0 1 0 0 0,0-1 0 0 0,0 1 1 0 0,0 0-1 0 0,-1 0 0 0 0,1 0 0 0 0,-1 0 1 0 0,0 0-1 0 0,0 0 0 0 0,-1 1 0 0 0,1-1 0 0 0,-1 1 1 0 0,0-1-1 0 0,0 1 0 0 0,-1-1 0 0 0,1 1 1 0 0,-1 0-1 0 0,0-1 0 0 0,0 1 0 0 0,0 0 1 0 0,-2 3-8 0 0,2 15 57 0 0,-1 1 0 0 0,-1-1 1 0 0,-1 0-1 0 0,-1 0 0 0 0,-1 0 1 0 0,-1-1-1 0 0,-8 21-57 0 0,-55 189-695 0 0,52-198-994 0 0,1-15-2337 0 0,4-8-2378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7:55.1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343 123 1016 0 0,'0'0'1342'0'0,"0"0"3150"0"0,0 0-2317 0 0,0 0-1111 0 0,0 0-271 0 0,0 0-90 0 0,0 0 34 0 0,0 0-69 0 0,-3 18-128 0 0,-14 153 933 0 0,-11 148 1400 0 0,-84 155-2586 0 0,139-575-934 0 0,-26 74 477 0 0,1 1 0 0 0,1-1 0 0 0,1 1 1 0 0,2 0-1 0 0,0 0 0 0 0,2 1 0 0 0,1 0 1 0 0,1 0 169 0 0,-6 14-127 0 0,0 1-1 0 0,1-1 1 0 0,1 1 0 0 0,-1 0 0 0 0,2 1 0 0 0,-1-1 0 0 0,2 1 0 0 0,-1 1 0 0 0,1-1 0 0 0,0 1-1 0 0,1 1 1 0 0,-1-1 0 0 0,2 1 0 0 0,-1 1 0 0 0,1 0 0 0 0,0 0 0 0 0,0 1 0 0 0,1 0 0 0 0,4-1 127 0 0,7 3 129 0 0,-1 0 1 0 0,1 2 0 0 0,0 1 0 0 0,-1 0 0 0 0,1 2 0 0 0,0 0 0 0 0,-1 1-1 0 0,0 2 1 0 0,0 0 0 0 0,0 1 0 0 0,0 1 0 0 0,-1 1 0 0 0,0 1 0 0 0,-1 0-1 0 0,0 2 1 0 0,0 0 0 0 0,6 6-130 0 0,-20-14 0 0 0,1 0 0 0 0,-1 0 0 0 0,0 0 0 0 0,0 1 0 0 0,0 0 0 0 0,0 0 1 0 0,-1 0-1 0 0,0 0 0 0 0,0 1 0 0 0,0-1 0 0 0,0 1 0 0 0,0 0 0 0 0,-1 1 0 0 0,0-1 0 0 0,0 1 0 0 0,-1-1 0 0 0,0 1 0 0 0,0 0 0 0 0,0 0 0 0 0,0-1 0 0 0,-1 1 0 0 0,0 1 0 0 0,0-1 0 0 0,-1 0 0 0 0,0 0 1 0 0,0 0-1 0 0,0 0 0 0 0,-1 0 0 0 0,1 0 0 0 0,-2 0 0 0 0,1 0 0 0 0,-1 0 0 0 0,0 0 0 0 0,0 0 0 0 0,0 0 0 0 0,-1-1 0 0 0,-1 2 0 0 0,-11 9 25 0 0,-1 0 0 0 0,-1-2 0 0 0,-1 0 0 0 0,0-1 0 0 0,-1 0 0 0 0,0-2-1 0 0,-1 0 1 0 0,0-1 0 0 0,-1-1 0 0 0,1-1 0 0 0,-2-1 0 0 0,1-1 0 0 0,-1-1 0 0 0,0-1 0 0 0,-16 1-25 0 0,-7 0-198 0 0,0-2 0 0 0,0-2 0 0 0,-1-2 0 0 0,1-3 0 0 0,0-1 0 0 0,1-2 0 0 0,-14-5 198 0 0,-36-19-1756 0 0,42-5-6590 0 0,39 18 3976 0 0</inkml:trace>
  <inkml:trace contextRef="#ctx0" brushRef="#br0" timeOffset="727.575">1283 680 5424 0 0,'0'0'3716'0'0,"0"0"-1855"0"0,0 0-627 0 0,0 0-78 0 0,0 0 69 0 0,0 0 38 0 0,0 0-98 0 0,0 0-152 0 0,0 0-226 0 0,35-3-230 0 0,244-16 373 0 0,-195 15-1012 0 0,112-5 535 0 0,-65 6-5004 0 0,-120 4 265 0 0,-5 4-2114 0 0</inkml:trace>
  <inkml:trace contextRef="#ctx0" brushRef="#br0" timeOffset="1521.02">2666 398 1656 0 0,'0'0'2271'0'0,"0"0"2699"0"0,0 0-2396 0 0,0 0-1110 0 0,0 0-220 0 0,0 0-161 0 0,0 0-90 0 0,0 0-124 0 0,37 3-261 0 0,116 9-182 0 0,-147-12-387 0 0,1 1 0 0 0,-1-1 0 0 0,1 1 0 0 0,-1 0 0 0 0,1 0-1 0 0,-1 1 1 0 0,0 0 0 0 0,1 0 0 0 0,-1 1 0 0 0,0-1 0 0 0,0 1 0 0 0,-1 1 0 0 0,1-1 0 0 0,-1 1 0 0 0,0 0 0 0 0,0 0 0 0 0,1 1-39 0 0,9 9 56 0 0,-7-8-52 0 0,0 1 0 0 0,-1 0 0 0 0,0 1-1 0 0,-1-1 1 0 0,0 1 0 0 0,0 1 0 0 0,0-1 0 0 0,-1 1 0 0 0,0 0 0 0 0,-1 0 0 0 0,0 1 0 0 0,-1-1 0 0 0,0 1 0 0 0,0 0 0 0 0,-1 0 0 0 0,0 0-1 0 0,-1 0 1 0 0,0 0 0 0 0,0 0 0 0 0,-1 0 0 0 0,-1 0 0 0 0,1 0 0 0 0,-2 0 0 0 0,0 0 0 0 0,0 0 0 0 0,0 0 0 0 0,-1 0 0 0 0,-1-1 0 0 0,0 1-1 0 0,0-1 1 0 0,-1 0 0 0 0,0 0 0 0 0,0-1 0 0 0,-1 1 0 0 0,-1 0-4 0 0,-189 242-776 0 0,192-242 411 0 0,47-66 278 0 0,-40 49 73 0 0,0 1 0 0 0,-1-1 0 0 0,0 0 0 0 0,-1 0 0 0 0,1 1 0 0 0,-2-1 0 0 0,1 0 0 0 0,-1 0 0 0 0,0 0-1 0 0,-1 0 1 0 0,0 0 0 0 0,0 0 0 0 0,0 1 0 0 0,-1-1 0 0 0,0 0 0 0 0,-1 1 0 0 0,0-1 0 0 0,0 1 0 0 0,-1 0 0 0 0,0 0 0 0 0,0 0 0 0 0,0 1 0 0 0,-1-1 0 0 0,0 1 0 0 0,0 0 0 0 0,-1 0 0 0 0,1 1 0 0 0,-1 0 0 0 0,0 0 0 0 0,-4-2 14 0 0,-4-4 31 0 0,-1 1 0 0 0,0 0 0 0 0,0 1 0 0 0,-1 1 0 0 0,0 0 0 0 0,-1 1 0 0 0,1 1 0 0 0,-1 1 0 0 0,0 0 0 0 0,-1 1 0 0 0,1 1 0 0 0,-1 1 0 0 0,1 0 0 0 0,-1 1 0 0 0,0 1 0 0 0,0 1 0 0 0,0 0 0 0 0,1 1 0 0 0,-1 1 0 0 0,1 1 1 0 0,0 1-1 0 0,0 0 0 0 0,0 1 0 0 0,1 1 0 0 0,-1 0 0 0 0,2 1 0 0 0,-1 1 0 0 0,1 1 0 0 0,1 0 0 0 0,-1 1 0 0 0,2 0 0 0 0,-6 7-31 0 0,14-16-11 0 0,1 1 0 0 0,1 0 0 0 0,-1 0 0 0 0,0 0 0 0 0,1 0 0 0 0,-1 1 0 0 0,1-1 1 0 0,0 1-1 0 0,0 0 0 0 0,0 0 0 0 0,1 0 0 0 0,-1 0 0 0 0,1 1 0 0 0,0-1 0 0 0,1 0 0 0 0,-1 1 0 0 0,1 0 0 0 0,-1-1 0 0 0,1 1 0 0 0,1 0 0 0 0,-1 0 0 0 0,1-1 0 0 0,0 1 1 0 0,0 0-1 0 0,0 0 0 0 0,0 0 0 0 0,1 0 0 0 0,0-1 0 0 0,0 1 0 0 0,1 0 0 0 0,-1-1 0 0 0,1 1 0 0 0,0-1 0 0 0,0 1 0 0 0,0-1 0 0 0,1 0 0 0 0,-1 0 0 0 0,1 0 0 0 0,0 0 1 0 0,0-1-1 0 0,1 1 0 0 0,1 1 11 0 0,165 75-1045 0 0,-43-45-3665 0 0,-122-34 4325 0 0,65 17-6353 0 0</inkml:trace>
  <inkml:trace contextRef="#ctx0" brushRef="#br0" timeOffset="21237.738">3649 784 116 0 0,'0'0'188'0'0,"0"0"12"0"0,0 0-17 0 0,0 0 76 0 0,0 0 498 0 0,0 0 506 0 0,0 0 6 0 0,0 0 78 0 0,0 0-86 0 0,0 0-101 0 0,6 21 2317 0 0,182 58-1333 0 0,252 113-2137 0 0,-342-165 202 0 0,1-4 1 0 0,1-5-1 0 0,35 0-209 0 0,50 10 84 0 0,118 10-16 0 0,1-14 0 0 0,44-11-68 0 0,-260-11-138 0 0,973 46 224 0 0,-186-67-130 0 0,-685 4 77 0 0,0-9 0 0 0,-2-7 0 0 0,182-57-33 0 0,474-170-196 0 0,-120 65-319 0 0,-159 16-120 0 0,-214 43 460 0 0,-125 67 354 0 0,125-8 866 0 0,-327 68-1007 0 0,0-2 0 0 0,-1-1 1 0 0,0-1-1 0 0,-1 0 0 0 0,0-2 0 0 0,-1-1 0 0 0,0 0 0 0 0,4-6-38 0 0,80-54-237 0 0,-69 49 11 0 0,-60 26 1136 0 0,-537 122-2314 0 0,396-97-437 0 0,54-23-5794 0 0,85-6 3578 0 0</inkml:trace>
  <inkml:trace contextRef="#ctx0" brushRef="#br0" timeOffset="21665.759">11862 1 640 0 0,'0'0'1316'0'0,"0"0"3901"0"0,0 0-3593 0 0,0 0-668 0 0,0 0-180 0 0,0 101-4 0 0,-4-73-28 0 0,-5 1-104 0 0,1 0-256 0 0,0-1-384 0 0,-4 1-52 0 0,4-2-484 0 0,-8-1-684 0 0,4-3-1052 0 0,-4-4-2721 0 0,8-7 997 0 0,0 0 3996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23:28:06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1985 12 0 0,'0'0'511'0'0,"0"0"509"0"0,0 0 1079 0 0,0 0-321 0 0,0 0-347 0 0,0 0-181 0 0,0 0-88 0 0,0 0 1 0 0,24 14 3562 0 0,-4-11-4459 0 0,0 0 0 0 0,0-1 0 0 0,1-1 0 0 0,-1-1-1 0 0,0-1 1 0 0,1-1 0 0 0,-1 0 0 0 0,0-2-1 0 0,17-5-265 0 0,-9 4 174 0 0,247-48-175 0 0,109-21-1511 0 0,279-14 1512 0 0,764 46-1594 0 0,-952 37 1545 0 0,105-68 177 0 0,-375 71 1903 0 0,-204 2-1895 0 0,-31-7 1184 0 0,-416-179-2858 0 0,167 32-6599 0 0,239 128 3758 0 0,17 7 257 0 0</inkml:trace>
  <inkml:trace contextRef="#ctx0" brushRef="#br0" timeOffset="605.438">4177 1634 380 0 0,'0'0'1187'0'0,"0"0"2247"0"0,0 0 136 0 0,0 0-1619 0 0,0 0-519 0 0,0 0-149 0 0,0 0-71 0 0,0 0-148 0 0,0 0-249 0 0,0 0-269 0 0,2 4-164 0 0,-2-3-347 0 0,1 0 0 0 0,-1 1 0 0 0,1-1 0 0 0,-1 0 1 0 0,1 1-1 0 0,-1-1 0 0 0,0 0 0 0 0,0 1 0 0 0,1-1 1 0 0,-1 0-1 0 0,0 1 0 0 0,0-1 0 0 0,0 1 0 0 0,-1-1 0 0 0,1 0 1 0 0,0 1-1 0 0,0-1 0 0 0,-1 0 0 0 0,1 1 0 0 0,-1-1 1 0 0,1 0-1 0 0,-1 0 0 0 0,0 1 0 0 0,1-1 0 0 0,-1 0 1 0 0,0 0-1 0 0,0 0 0 0 0,0 0 0 0 0,0 0 0 0 0,0 0 1 0 0,0 0-1 0 0,0 0 0 0 0,0 0 0 0 0,0-1 0 0 0,0 1 1 0 0,-1 0-1 0 0,1-1 0 0 0,0 1 0 0 0,0-1 0 0 0,-1 1 1 0 0,1-1-1 0 0,-2 1-35 0 0,-189 161-630 0 0,46-29-3131 0 0,65-79-808 0 0,21-21-2017 0 0,24-17 4618 0 0</inkml:trace>
  <inkml:trace contextRef="#ctx0" brushRef="#br0" timeOffset="3086.099">7229 2564 40 0 0,'0'0'99'0'0,"0"0"-22"0"0,0 0-10 0 0,0 0 41 0 0,0 0 0 0 0,0 0-44 0 0,0 0-44 0 0,0 0 0 0 0,0 0 59 0 0,0 0 8 0 0,0 0-45 0 0,6-3 195 0 0,18-9 603 0 0,-15 2 3533 0 0,-4-9-4328 0 0,-4 12 884 0 0,35-107 1479 0 0,48-172-204 0 0,-55 107-1329 0 0,51-178-356 0 0,-64 157 115 0 0,-8 54-390 0 0,-32-13-108 0 0,15 126-34 0 0,2-1 0 0 0,1 1 0 0 0,2-1 0 0 0,1 0 0 0 0,1 0 1 0 0,2 0-1 0 0,2-12-102 0 0,-1-16-21 0 0,43-126 405 0 0,-28 28-528 0 0,-6-59-14 0 0,33 73 182 0 0,-43 145-12 0 0,-1 0-1 0 0,1 0 1 0 0,0 1-1 0 0,0-1 1 0 0,-1 0-1 0 0,1 0 0 0 0,-1 1 1 0 0,1-1-1 0 0,-1 0 1 0 0,1 1-1 0 0,-1-1 0 0 0,1 1 1 0 0,-1-1-1 0 0,1 1 1 0 0,-1-1-1 0 0,0 1 1 0 0,1-1-1 0 0,-1 1 0 0 0,0 0 1 0 0,0-1-1 0 0,1 1 1 0 0,-1 0-1 0 0,0-1 1 0 0,0 1-1 0 0,1 0 0 0 0,-1 0 1 0 0,0 0-1 0 0,0 0 1 0 0,0 0-1 0 0,1 0 1 0 0,-1 0-1 0 0,0 0 0 0 0,0 0 1 0 0,0 0-1 0 0,1 0 1 0 0,-1 0-1 0 0,0 1 1 0 0,0-1-1 0 0,1 0 0 0 0,-1 1 1 0 0,0-1-1 0 0,0 0 1 0 0,1 1-1 0 0,-1-1 1 0 0,0 1-1 0 0,1-1 0 0 0,-1 1 1 0 0,1-1-1 0 0,-1 1 1 0 0,1 0-1 0 0,-1-1 1 0 0,1 1-1 0 0,-1 0 0 0 0,1-1 1 0 0,-1 1-1 0 0,1 0 1 0 0,0-1-1 0 0,0 1 0 0 0,-1 0 1 0 0,1 0-1 0 0,0 0 1 0 0,0-1-1 0 0,0 1 1 0 0,0 0-1 0 0,0 0 0 0 0,0 0-11 0 0,4 7 219 0 0,-94 132 486 0 0,-4 13-1935 0 0,92-139 1522 0 0,1-13-512 0 0,1-1-1 0 0,0 0 1 0 0,0 1-1 0 0,-1-1 1 0 0,1 1-1 0 0,0-1 1 0 0,0 1-1 0 0,0-1 1 0 0,-1 1-1 0 0,1-1 1 0 0,0 1-1 0 0,0-1 1 0 0,0 1-1 0 0,0-1 1 0 0,0 1-1 0 0,0-1 1 0 0,0 1-1 0 0,0-1 1 0 0,0 1-1 0 0,0-1 1 0 0,1 1-1 0 0,-1-1 1 0 0,0 1-1 0 0,0-1 1 0 0,0 0-1 0 0,1 1 1 0 0,-1-1-1 0 0,0 1 1 0 0,0-1-1 0 0,1 1 1 0 0,-1-1 0 0 0,0 0-1 0 0,1 1 1 0 0,-1-1-1 0 0,1 0 1 0 0,-1 1-1 0 0,0-1 1 0 0,1 0-1 0 0,-1 0 1 0 0,1 1-1 0 0,-1-1 1 0 0,1 0-1 0 0,-1 0 1 0 0,1 0-1 0 0,-1 0 1 0 0,0 1-1 0 0,1-1 1 0 0,-1 0-1 0 0,1 0 1 0 0,-1 0-1 0 0,1 0 1 0 0,-1 0-1 0 0,1 0 1 0 0,-1 0-1 0 0,1 0 1 0 0,-1-1-1 0 0,1 1 1 0 0,-1 0-1 0 0,1 0 1 0 0,-1 0-1 0 0,1 0 1 0 0,-1-1-1 0 0,1 1 1 0 0,-1 0 0 0 0,1 0-1 0 0,-1-1 1 0 0,0 1-1 0 0,1-1 221 0 0,10-11-802 0 0</inkml:trace>
  <inkml:trace contextRef="#ctx0" brushRef="#br0" timeOffset="3482.557">7616 32 328 0 0,'0'0'28'0'0,"0"0"85"0"0,0 0 436 0 0,0 0 1356 0 0,0 0-664 0 0,0 0-670 0 0,0 0-247 0 0,0 0 138 0 0,0 0 278 0 0,1-4 72 0 0,0 2-634 0 0,0 1 0 0 0,-1-1 1 0 0,1 1-1 0 0,0-1 0 0 0,0 1 0 0 0,0 0 0 0 0,0-1 0 0 0,0 1 0 0 0,0 0 0 0 0,0 0 0 0 0,1-1 0 0 0,-1 1 0 0 0,0 0 0 0 0,1 0 0 0 0,-1 1 0 0 0,0-1 0 0 0,1 0 1 0 0,-1 0-1 0 0,1 1 0 0 0,-1-1 0 0 0,1 1 0 0 0,0-1 0 0 0,-1 1 0 0 0,1 0 0 0 0,0-1 0 0 0,-1 1 0 0 0,1 0 0 0 0,0 0 0 0 0,-1 0 0 0 0,1 0 0 0 0,-1 1 1 0 0,1-1-1 0 0,0 0 0 0 0,-1 1 0 0 0,1-1 0 0 0,-1 1 0 0 0,1-1 0 0 0,-1 1 0 0 0,1 0 0 0 0,-1 0 0 0 0,1 0 0 0 0,-1 0 0 0 0,0 0 0 0 0,1 0 0 0 0,-1 0 1 0 0,0 0-1 0 0,0 0 0 0 0,0 1 0 0 0,0-1 0 0 0,0 0-178 0 0,110 110 1016 0 0,156 143-3802 0 0,-246-238 1626 0 0,17 16-2363 0 0,-22-7-3210 0 0,-14-8 4646 0 0</inkml:trace>
  <inkml:trace contextRef="#ctx0" brushRef="#br0" timeOffset="5836.911">7237 122 168 0 0,'0'0'1126'0'0,"0"0"1931"0"0,0 0-1267 0 0,0 0-1068 0 0,0 0-444 0 0,0 0-53 0 0,0 0 48 0 0,0 0 1 0 0,5-2-124 0 0,79-14 177 0 0,-94 7-206 0 0,-188 3 4773 0 0,497 1-2758 0 0,373-32-1896 0 0,-650 32-2195 0 0,-80 5 952 0 0,38 0 1192 0 0,-668 1-946 0 0,514 27 1641 0 0,173-27-871 0 0,1 0-1 0 0,0-1 1 0 0,0 1-1 0 0,0 0 1 0 0,0 0-1 0 0,0-1 1 0 0,0 1 0 0 0,0 0-1 0 0,0 0 1 0 0,0 0-1 0 0,1-1 1 0 0,-1 1-1 0 0,0 0 1 0 0,0-1-1 0 0,1 1 1 0 0,-1 0-1 0 0,0 0 1 0 0,1-1 0 0 0,-1 1-1 0 0,1-1 1 0 0,-1 1-1 0 0,1 0 1 0 0,-1-1-1 0 0,1 1 1 0 0,-1-1-1 0 0,1 1 1 0 0,0-1-1 0 0,-1 1 1 0 0,1-1-1 0 0,0 0 1 0 0,-1 1 0 0 0,1-1-1 0 0,0 0 1 0 0,-1 1-1 0 0,1-1 1 0 0,0 0-1 0 0,0 0 1 0 0,-1 0-1 0 0,1 0 1 0 0,0 0-1 0 0,0 0 1 0 0,0 0 0 0 0,-1 0-1 0 0,1 0 1 0 0,0 0-1 0 0,0 0 1 0 0,-1 0-1 0 0,1 0 1 0 0,0-1-1 0 0,0 1 1 0 0,-1 0-1 0 0,1-1 1 0 0,0 1 0 0 0,-1 0-1 0 0,1-1 1 0 0,0 1-1 0 0,-1-1 1 0 0,1 1-1 0 0,-1-1 1 0 0,1 0-13 0 0,1 1 51 0 0,250 7 1132 0 0,1-12 0 0 0,199-31-1183 0 0,-418 33-86 0 0,-4-4-326 0 0,-46 1 17 0 0,-54-2 89 0 0,67 7 336 0 0,-450-6-745 0 0,319 25 1259 0 0,514-3 2694 0 0,-127 28-10449 0 0,-209-30 275 0 0</inkml:trace>
  <inkml:trace contextRef="#ctx0" brushRef="#br0" timeOffset="6821.56">6850 2484 872 0 0,'0'0'4937'0'0,"0"0"-2404"0"0,0 0-1096 0 0,0 0-400 0 0,0 0-136 0 0,0 0 42 0 0,0 0-14 0 0,0 0-149 0 0,0 0-201 0 0,23 2-132 0 0,169-6 549 0 0,-114-7-806 0 0,0-3 0 0 0,-2-4 1 0 0,0-3-1 0 0,-1-3 0 0 0,-1-4 0 0 0,7-7-190 0 0,-81 35-96 0 0,0 0 0 0 0,-1-1 0 0 0,1 1 0 0 0,0 0 0 0 0,-1 0-1 0 0,1-1 1 0 0,0 1 0 0 0,-1 0 0 0 0,1-1 0 0 0,0 1 0 0 0,0 0 0 0 0,-1-1-1 0 0,1 1 1 0 0,0-1 0 0 0,0 1 0 0 0,0 0 0 0 0,0-1 0 0 0,0 1-1 0 0,-1-1 1 0 0,1 1 0 0 0,0 0 0 0 0,0-1 0 0 0,0 1 0 0 0,0-1 0 0 0,0 1-1 0 0,0-1 1 0 0,0 1 0 0 0,1 0 0 0 0,-1-1 0 0 0,0 0 96 0 0,-60 11-785 0 0,57-9 615 0 0,-182 32-1437 0 0,-258 63 4763 0 0,632-107-1154 0 0,-182 11-1963 0 0,160-8 830 0 0,-1-6-1 0 0,0-9 1 0 0,14-9-869 0 0,-149 22-442 0 0,-40 5-397 0 0,-59 5-546 0 0,45 1 1485 0 0,-82-1-155 0 0,0 5 1 0 0,0 4-1 0 0,0 5 0 0 0,1 5 1 0 0,-21 9 54 0 0,395-41 594 0 0,-221 11-815 0 0,104-4-3729 0 0,-94 2-1746 0 0</inkml:trace>
  <inkml:trace contextRef="#ctx0" brushRef="#br0" timeOffset="11887.564">3427 2565 220 0 0,'0'0'337'0'0,"0"0"-119"0"0,0 0 210 0 0,0 0 1029 0 0,0 0 787 0 0,0 0-497 0 0,0 0-654 0 0,0 0-389 0 0,0 0-231 0 0,7 0-228 0 0,20 0-222 0 0,-20 0-138 0 0,-7 0 40 0 0,0 0 81 0 0,-1 11 4057 0 0,-9 23-3302 0 0,5-15 80 0 0,-49 122 280 0 0,67-159-4895 0 0,75-127 3987 0 0,-92 171 1722 0 0,-9-7-1896 0 0,1 1 1 0 0,1 0 0 0 0,1 0-1 0 0,0 1 1 0 0,2 0-1 0 0,0 1 1 0 0,2 0 0 0 0,0 1-1 0 0,1-1 1 0 0,2 1 0 0 0,-1 12-40 0 0,-10-30-2511 0 0,-15-5-6584 0 0,20-2 7436 0 0</inkml:trace>
  <inkml:trace contextRef="#ctx0" brushRef="#br0" timeOffset="13525.089">3560 2755 92 0 0,'0'0'207'0'0,"0"0"-92"0"0,0 0 59 0 0,0 0 2 0 0,0 0-92 0 0,0 0-68 0 0,0 0-11 0 0,0 0 6 0 0,0 0 1 0 0,0 0-1 0 0,10-18-293 0 0,-6 14 8264 0 0,36 14-4049 0 0,32-5-2344 0 0,-35-4-913 0 0,977-6 2688 0 0,-397 14-3461 0 0,-190 15-392 0 0,-20-50 764 0 0,-72 4-507 0 0,-114 12 24 0 0,82-15-480 0 0,-93-14 307 0 0,-213 36 320 0 0,1 0 0 0 0,-1-1 0 0 0,0 1 0 0 0,1 0 0 0 0,0-1 0 0 0,-1 0 0 0 0,2 1 0 0 0,-1-1 0 0 0,0 0 0 0 0,1 0-1 0 0,-1 0 1 0 0,1 0 0 0 0,1 0 0 0 0,-1 0 0 0 0,0-1 0 0 0,1 1 0 0 0,0 0 0 0 0,0 0 0 0 0,0 0 0 0 0,0-1-1 0 0,1 1 1 0 0,0 0 0 0 0,0 0 0 0 0,0 0 0 0 0,1-3 61 0 0,37-36-597 0 0,-39 43 657 0 0,-88 109 1059 0 0,47-20-502 0 0,58-106-1999 0 0,36-159-772 0 0,-42 170 3357 0 0,-10 34-311 0 0,-128 183-113 0 0,97-163-790 0 0,18-32-91 0 0,1 0 0 0 0,1 1 0 0 0,0 0 0 0 0,1 0 0 0 0,1 1-1 0 0,0 0 1 0 0,2 1 0 0 0,0-1 0 0 0,1 1 0 0 0,1 1 0 0 0,-1 9 102 0 0,-2-24-3122 0 0,2-5-1104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09:04.0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1353 652 0 0,'0'0'4590'0'0,"0"0"-2404"0"0,0 0-1125 0 0,0 0-198 0 0,0 0-1 0 0,0 0 290 0 0,0 0-44 0 0,35-1-319 0 0,110-4-301 0 0,-135 5-404 0 0,0 0 1 0 0,0-1-1 0 0,-1 0 1 0 0,1-1-1 0 0,-1 0 1 0 0,1-1-1 0 0,-1 0 1 0 0,0 0-1 0 0,0-1 1 0 0,0 0-1 0 0,0-1 1 0 0,-1 0-1 0 0,0 0 1 0 0,0 0-1 0 0,1-2-84 0 0,12-8 287 0 0,-8 6-189 0 0,0-1-1 0 0,-1-1 0 0 0,0 0 1 0 0,0 0-1 0 0,-1-1 0 0 0,-1-1 1 0 0,0 0-1 0 0,-1 0 0 0 0,0-1 1 0 0,-1 0-1 0 0,-1 0 0 0 0,0-1 0 0 0,-1 0 1 0 0,0 0-1 0 0,-1-1 0 0 0,-1 1 1 0 0,-1-1-1 0 0,0 0 0 0 0,-1 0 1 0 0,-1 0-1 0 0,0 0 0 0 0,-1-1-97 0 0,2-159-94 0 0,-5 113 89 0 0,4-1 0 0 0,1 1 0 0 0,4 0-1 0 0,3 1 1 0 0,2 0 0 0 0,3 0 0 0 0,3-2 5 0 0,-9 45-14 0 0,0 0 0 0 0,2 1 0 0 0,0 0 0 0 0,1 0 0 0 0,0 1 0 0 0,2 1 0 0 0,0 0 0 0 0,0 0 0 0 0,2 1 0 0 0,0 1 0 0 0,1 1 0 0 0,0 0 0 0 0,1 1 0 0 0,0 1 0 0 0,1 0 0 0 0,0 1 0 0 0,0 1 0 0 0,1 1 0 0 0,14-4 14 0 0,-22 13-90 0 0,0-1 0 0 0,0 1 0 0 0,-1 1 0 0 0,1 0 0 0 0,0 0 0 0 0,-1 1 0 0 0,1 1 0 0 0,-1-1-1 0 0,0 2 1 0 0,0-1 0 0 0,-1 1 0 0 0,1 1 0 0 0,-1 0 0 0 0,0 0 0 0 0,-1 1 0 0 0,1 0 0 0 0,-1 1 0 0 0,-1-1 0 0 0,0 1 0 0 0,0 1 0 0 0,0 0-1 0 0,-1 0 1 0 0,0 0 0 0 0,-1 0 0 0 0,0 2 90 0 0,14 13-357 0 0,3 2-424 0 0,48 68-2188 0 0,-42-23-6694 0 0,-27-50 8635 0 0</inkml:trace>
  <inkml:trace contextRef="#ctx0" brushRef="#br0" timeOffset="254.238">85 670 52 0 0,'0'0'7785'0'0,"0"0"-6737"0"0,0 0-24 0 0,238 24-316 0 0,-149-19-268 0 0,-1-1-376 0 0,-3-2-64 0 0,-4-2-360 0 0,-9 0-1064 0 0,1 0-1688 0 0,-25 0-2413 0 0,9 0 5005 0 0</inkml:trace>
  <inkml:trace contextRef="#ctx0" brushRef="#br0" timeOffset="841.708">1238 596 3236 0 0,'0'0'4135'0'0,"0"0"-2126"0"0,0 0-615 0 0,-23 19-218 0 0,-164 136 1403 0 0,170-138-2569 0 0,0 0 1 0 0,1 1 0 0 0,1 0 0 0 0,1 1 0 0 0,1 1-1 0 0,1 0 1 0 0,0 1 0 0 0,1 0 0 0 0,2 1 0 0 0,0 0-1 0 0,1 1 1 0 0,2 0 0 0 0,0 0 0 0 0,1 0 0 0 0,1 0-1 0 0,1 8-10 0 0,3-20-119 0 0,1 0 1 0 0,0 1-1 0 0,1-1 0 0 0,0 0 0 0 0,1 0 0 0 0,0 0 0 0 0,1 0 0 0 0,0-1 0 0 0,1 1 0 0 0,0-1 0 0 0,0 0 1 0 0,1 0-1 0 0,0-1 0 0 0,1 0 0 0 0,0 0 0 0 0,1 0 0 0 0,0-1 0 0 0,3 3 119 0 0,-3-1-934 0 0,1-1 0 0 0,0 0 1 0 0,0 0-1 0 0,1 0 0 0 0,0-1 0 0 0,1-1 0 0 0,-1 0 0 0 0,1 0 0 0 0,1-1 0 0 0,-1-1 0 0 0,1 0 1 0 0,0 0-1 0 0,6 0 934 0 0,16 2-421 0 0</inkml:trace>
  <inkml:trace contextRef="#ctx0" brushRef="#br0" timeOffset="1127.157">1504 756 2784 0 0,'0'0'4202'0'0,"0"0"-1700"0"0,0 15-1311 0 0,18 98 101 0 0,167 189 1229 0 0,-65-122-6311 0 0,-116-173 3267 0 0,13 25-3014 0 0,-11-8-1714 0 0,-5-7 4256 0 0</inkml:trace>
  <inkml:trace contextRef="#ctx0" brushRef="#br0" timeOffset="1381.233">1234 1389 132 0 0,'0'0'584'0'0,"0"0"-256"0"0,0 0 4373 0 0,0 0-2621 0 0,0 0-368 0 0,194-91-380 0 0,-142 64-100 0 0,1-1-272 0 0,-5-3-564 0 0,0 0-396 0 0,-3-1-104 0 0,-1-1-200 0 0,-4 0-296 0 0,-7 0-468 0 0,-5-1-696 0 0,-4-2-1416 0 0,-8 10-2053 0 0,0-13 4673 0 0</inkml:trace>
  <inkml:trace contextRef="#ctx0" brushRef="#br0" timeOffset="1666.729">2182 631 3312 0 0,'0'0'2300'0'0,"0"0"387"0"0,0 0-1312 0 0,0 0-615 0 0,0 0-219 0 0,0 0 140 0 0,0 0 144 0 0,35 17-216 0 0,113 57-341 0 0,-142-71-265 0 0,1 1 0 0 0,-1-1 0 0 0,-1 1 0 0 0,1 0 0 0 0,0 0 0 0 0,-1 1 0 0 0,0 0 0 0 0,0 0 0 0 0,0 0 0 0 0,-1 0 0 0 0,0 1 0 0 0,0 0 0 0 0,0 0 0 0 0,-1 0 0 0 0,0 0 0 0 0,1 2-3 0 0,4 9 3 0 0,2 7 85 0 0,0 0-1 0 0,-2 1 1 0 0,-1 0-1 0 0,-1 1 0 0 0,-1 0 1 0 0,-2-1-1 0 0,0 1 1 0 0,-2 1-1 0 0,0-1 1 0 0,-2 0-1 0 0,-1 0 1 0 0,-3 13-88 0 0,-2-14 39 0 0,-1-1 0 0 0,-2 0 0 0 0,0 0 0 0 0,-1-1 0 0 0,-1 0 0 0 0,-2-1 0 0 0,0 0 0 0 0,-1-1 1 0 0,-1-1-1 0 0,-1-1 0 0 0,-1 0 0 0 0,0-1 0 0 0,-2-1 0 0 0,-1 1-39 0 0,-79 45-2477 0 0,21-43-6356 0 0,37-19 5601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09:02.571"/>
    </inkml:context>
    <inkml:brush xml:id="br0">
      <inkml:brushProperty name="width" value="0.1" units="cm"/>
      <inkml:brushProperty name="height" value="0.1" units="cm"/>
      <inkml:brushProperty name="color" value="#FFC114"/>
    </inkml:brush>
    <inkml:brush xml:id="br1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2686 1 12 0 0,'0'0'1093'0'0,"0"0"404"0"0,0 0-253 0 0,0 0-791 0 0,0 0-200 0 0,0 0 115 0 0,0 0-44 0 0,-2 6-127 0 0,-4 29 1617 0 0,26-11 1840 0 0,19 157-715 0 0,-26-151-2942 0 0,-1 0 0 0 0,-2 2 0 0 0,-2-1 0 0 0,-1 1 0 0 0,-1 0 0 0 0,-1 1 0 0 0,-2-1 0 0 0,-1 1 0 0 0,-2-1 1 0 0,-4 31 2 0 0,4-3 358 0 0,-33 218 28 0 0,32-231-166 0 0,3 0 0 0 0,1-1 0 0 0,2 1 0 0 0,2-1 0 0 0,10 32-220 0 0,132 357 154 0 0,45 135 41 0 0,-127-421-136 0 0,6-3 1 0 0,6-3-1 0 0,7-4 0 0 0,5-4 1 0 0,47 48-60 0 0,-112-147-9 0 0,47 53 67 0 0,4-3-1 0 0,3-3 1 0 0,36 24-58 0 0,81 84 5 0 0,-21-3 74 0 0,-64-62 29 0 0,6-6 0 0 0,5-4 0 0 0,124 88-108 0 0,-87-91-20 0 0,5-8 0 0 0,4-7 1 0 0,4-7-1 0 0,4-8 0 0 0,4-7 1 0 0,2-9-1 0 0,22-2 20 0 0,-96-30-16 0 0,2-5 1 0 0,0-4-1 0 0,1-6 0 0 0,2-5 1 0 0,0-4-1 0 0,0-5 0 0 0,0-6 1 0 0,0-4-1 0 0,0-6 0 0 0,18-7 16 0 0,212-72 167 0 0,-3-15-1 0 0,-6-14 1 0 0,222-117-167 0 0,-193 48 1021 0 0,279-195-1021 0 0,-361 208 187 0 0,-84 51-56 0 0,-5-10 1 0 0,-6-7 0 0 0,34-44-132 0 0,669-556-169 0 0,-327 303 296 0 0,31-70-127 0 0,-131 91-542 0 0,-448 402 409 0 0,-8 9-31 0 0,0-1 0 0 0,0 1 1 0 0,-1-1-1 0 0,1 0 0 0 0,-1-1 0 0 0,-1 1 0 0 0,1-1 1 0 0,-1 0-1 0 0,0-1 0 0 0,-1 1 0 0 0,0-1 1 0 0,0 0-1 0 0,-1 0 0 0 0,0 0 0 0 0,0-1 0 0 0,-1 1 1 0 0,0-1-1 0 0,0 1 0 0 0,0-7 164 0 0,-35-10-5580 0 0,-18 16-344 0 0</inkml:trace>
  <inkml:trace contextRef="#ctx0" brushRef="#br1" timeOffset="40095.866">3678 4076 588 0 0,'0'0'1812'0'0,"0"0"-1238"0"0,0 0 211 0 0,0 0 1670 0 0,0 0-554 0 0,0 0-766 0 0,0 0-415 0 0,0 0-108 0 0,0 0 14 0 0,-12 14 931 0 0,371-26 1877 0 0,182-33-2837 0 0,-168 12-706 0 0,1095-111 244 0 0,168 35 173 0 0,184 4-123 0 0,-1285 73 37 0 0,1154-97 645 0 0,-771 42-555 0 0,-544 43 42 0 0,-470 38-8764 0 0,25 3 2334 0 0</inkml:trace>
  <inkml:trace contextRef="#ctx0" brushRef="#br1" timeOffset="41668.189">4516 4009 1252 0 0,'0'0'2144'0'0,"0"0"-1230"0"0,0 0-728 0 0,0 0 83 0 0,0 0 769 0 0,0 0-155 0 0,0 0-255 0 0,0 0 93 0 0,4-5-55 0 0,16-38 2126 0 0,-55 65-2373 0 0,25-15-323 0 0,1 1-1 0 0,1 1 0 0 0,-1 0 0 0 0,2 0 0 0 0,-1 1 0 0 0,1 0 0 0 0,1 0 1 0 0,0 0-1 0 0,0 1 0 0 0,1 0 0 0 0,0 0 0 0 0,1 0 0 0 0,-3 12-95 0 0,104-84-98 0 0,-92 55 119 0 0,0 1-1 0 0,0-1 0 0 0,-1 0 1 0 0,1-1-1 0 0,-1 1 1 0 0,0-1-1 0 0,-1 1 0 0 0,0-1 1 0 0,0 0-1 0 0,0-1 0 0 0,-1 1 1 0 0,0 0-1 0 0,-1-1 1 0 0,0 1-1 0 0,0-1 0 0 0,0 1 1 0 0,-1-1-1 0 0,0 0 1 0 0,-1-4-21 0 0,-48 31 426 0 0,-134 159-796 0 0,182-174 374 0 0,30-15 88 0 0,-6 2-87 0 0,0-1 1 0 0,-1-1-1 0 0,0-2 0 0 0,-1 0 0 0 0,-1-1 1 0 0,0-1-1 0 0,-1-1 0 0 0,0 0 0 0 0,-2-1 1 0 0,0-2-1 0 0,0 1 0 0 0,-2-2 0 0 0,6-10-5 0 0,-20 30 10 0 0,0-1 1 0 0,0 0-1 0 0,0 1 0 0 0,0-1 0 0 0,0 0 0 0 0,0 0 1 0 0,0 0-1 0 0,0 0 0 0 0,0 0 0 0 0,0 0 0 0 0,-1 0 0 0 0,1-1 1 0 0,0 1-1 0 0,-1 0 0 0 0,1 0 0 0 0,-1-1 0 0 0,1 1 1 0 0,-1 0-1 0 0,1 0 0 0 0,-1-1 0 0 0,0 1 0 0 0,0-1 0 0 0,0 1 1 0 0,0 0-1 0 0,0-1 0 0 0,0 1 0 0 0,0 0 0 0 0,0-1 1 0 0,0 1-1 0 0,-1 0 0 0 0,1-1 0 0 0,-1 1 0 0 0,1 0 1 0 0,-1 0-1 0 0,1-1 0 0 0,-1 1 0 0 0,0 0 0 0 0,1 0 0 0 0,-1 0 1 0 0,0 0-1 0 0,0 0 0 0 0,0 0 0 0 0,0 0 0 0 0,0 0 1 0 0,0 0-1 0 0,0 0 0 0 0,0 0 0 0 0,0 1 0 0 0,0-1 0 0 0,-1 1 1 0 0,1-1-1 0 0,0 1 0 0 0,0-1 0 0 0,-1 1 0 0 0,1-1 1 0 0,0 1-1 0 0,-1 0 0 0 0,1 0 0 0 0,-1 0 0 0 0,1 0 0 0 0,0 0 1 0 0,-1 0-1 0 0,1 0 0 0 0,0 0 0 0 0,-1 0 0 0 0,1 1 1 0 0,0-1-1 0 0,-1 1 0 0 0,0 0-10 0 0,-16 6-12 0 0,1 0 1 0 0,0 2-1 0 0,0 0 0 0 0,1 1 0 0 0,0 1 1 0 0,0 1-1 0 0,1 0 0 0 0,1 0 1 0 0,0 2-1 0 0,1 0 0 0 0,1 0 0 0 0,0 1 1 0 0,1 1-1 0 0,-5 7 12 0 0,-9 29-125 0 0,42-53 41 0 0,6-6 88 0 0,0-2 1 0 0,0 0 0 0 0,-1-1 0 0 0,-1-2-1 0 0,0 0 1 0 0,-1-1 0 0 0,0-1 0 0 0,14-12-5 0 0,-29 22 10 0 0,0-1 0 0 0,0 1 0 0 0,0-1 0 0 0,-1 0 0 0 0,1-1 1 0 0,-1 1-1 0 0,0-1 0 0 0,-1 0 0 0 0,1 1 0 0 0,-1-2 0 0 0,0 1 0 0 0,-1 0 1 0 0,1-1-1 0 0,-1 1 0 0 0,-1-1 0 0 0,1 1 0 0 0,-1-1 0 0 0,0-5-10 0 0,-19 22 833 0 0,0 2-1096 0 0,0 2 1 0 0,1 0-1 0 0,0 1 0 0 0,1 1 0 0 0,1 0 1 0 0,1 1-1 0 0,0 1 0 0 0,-11 18 263 0 0,-40 100-5515 0 0,48-76 1354 0 0</inkml:trace>
  <inkml:trace contextRef="#ctx0" brushRef="#br1" timeOffset="44117.994">11160 3496 168 0 0,'0'0'1622'0'0,"0"0"-394"0"0,0 0-254 0 0,0 0-166 0 0,0 0-163 0 0,0 0 131 0 0,0 0 459 0 0,0 0-213 0 0,0 0-264 0 0,-3-5-180 0 0,-17-24 328 0 0,12-1 2321 0 0,7 30-2845 0 0,1 0-47 0 0,0 0-145 0 0,0 0-293 0 0,0 0-95 0 0,0 0-3 0 0,33-1 173 0 0,-22 2 30 0 0,-1 0 0 0 0,1 2 0 0 0,0-1 0 0 0,-1 1 0 0 0,1 1 0 0 0,-1 0 0 0 0,0 0 0 0 0,0 1 0 0 0,-1 0 0 0 0,1 1-1 0 0,-1 0 1 0 0,2 3-2 0 0,56 28-101 0 0,-46-98-221 0 0,-26 208-85 0 0,7-147 411 0 0,1-2-1 0 0,-1 1 0 0 0,0 0 1 0 0,0 0-1 0 0,1-1 0 0 0,-1 1 1 0 0,0-1-1 0 0,0 0 0 0 0,-1 1 1 0 0,1-1-1 0 0,0 0 1 0 0,-1 0-1 0 0,1 0 0 0 0,-1 0 1 0 0,1-1-1 0 0,-1 1 0 0 0,0 0 1 0 0,0 0-1 0 0,0-1 0 0 0,0 1 1 0 0,-1-1-1 0 0,1 1 0 0 0,-1-1 1 0 0,1 1-1 0 0,-1-1 0 0 0,0 1 1 0 0,0-1-1 0 0,0 1 1 0 0,0-1-1 0 0,-1-2-3 0 0,1 1 14 0 0,1 0 22 0 0,0 0 0 0 0,-1 0 0 0 0,1 0 0 0 0,-1 0-1 0 0,0-1 1 0 0,0 1 0 0 0,0 0 0 0 0,-1 0 0 0 0,0-1 0 0 0,0 1 0 0 0,0 0 0 0 0,0 0 0 0 0,0 0 0 0 0,-1 0 0 0 0,0 0 0 0 0,0 1-1 0 0,0-1 1 0 0,0 0 0 0 0,0 1 0 0 0,-1 0 0 0 0,0-1 0 0 0,1 1 0 0 0,-1 0 0 0 0,0 0 0 0 0,-1 0 0 0 0,1 1 0 0 0,0-1 0 0 0,-1 1-1 0 0,0 0 1 0 0,0 0-36 0 0,-22 61-190 0 0,26 20-58 0 0,0-79 394 0 0,10-14-70 0 0,-8 10-67 0 0,-1 0-1 0 0,1-1 1 0 0,-1 1-1 0 0,0 0 0 0 0,0-1 1 0 0,-1 1-1 0 0,1-1 1 0 0,-1 1-1 0 0,0-1 0 0 0,0 1 1 0 0,0-1-1 0 0,-1 1 1 0 0,0-1-1 0 0,0 1 0 0 0,0-1 1 0 0,0 1-1 0 0,0 0 1 0 0,-1 0-1 0 0,0-1 0 0 0,0 1 1 0 0,0 1-1 0 0,-1-1 1 0 0,1 0-1 0 0,-1 0 0 0 0,0 1 1 0 0,0-1-1 0 0,0 1 1 0 0,0 0-1 0 0,-1 0 0 0 0,1 0 1 0 0,-1 1-1 0 0,0-1 1 0 0,0 1-1 0 0,0 0 0 0 0,-2-1-8 0 0,2 6 9 0 0,0-1-1 0 0,0 1 0 0 0,1 1 0 0 0,-1-1 1 0 0,1 0-1 0 0,0 1 0 0 0,0 0 0 0 0,0-1 1 0 0,0 1-1 0 0,1 1 0 0 0,-1-1 1 0 0,1 0-1 0 0,0 0 0 0 0,1 1 0 0 0,-1-1 1 0 0,1 1-1 0 0,-1 0 0 0 0,1-1 0 0 0,1 1 1 0 0,-1 1-9 0 0,0-3 34 0 0,-1 0 0 0 0,1 1 1 0 0,0-1-1 0 0,0 1 0 0 0,1-1 1 0 0,-1 1-1 0 0,1-1 1 0 0,0 1-1 0 0,0 0 0 0 0,0-1 1 0 0,0 1-1 0 0,0-1 0 0 0,1 1 1 0 0,0-1-1 0 0,0 1 0 0 0,0-1 1 0 0,0 1-1 0 0,0-1 0 0 0,1 0 1 0 0,-1 1-1 0 0,1-1 1 0 0,0 0-1 0 0,0 0 0 0 0,0 0 1 0 0,0-1-1 0 0,1 1 0 0 0,-1 0 1 0 0,1-1-1 0 0,0 1 0 0 0,0-1 1 0 0,-1 0-1 0 0,1 0 0 0 0,1 0 1 0 0,-1-1-1 0 0,0 1 0 0 0,3 0-34 0 0,-2-3-72 0 0,0-1 0 0 0,1 0 0 0 0,-1-1 0 0 0,-1 1-1 0 0,1-1 1 0 0,0 0 0 0 0,-1 0 0 0 0,1 0-1 0 0,-1 0 1 0 0,0 0 0 0 0,0-1 0 0 0,0 0-1 0 0,-1 1 1 0 0,1-1 0 0 0,-1 0 0 0 0,0 0-1 0 0,0 0 1 0 0,0-1 0 0 0,-1 1 0 0 0,1-2 72 0 0,-1-1 70 0 0,-1 0 1 0 0,-1 0-1 0 0,1 0 1 0 0,-1 0-1 0 0,0 0 1 0 0,-1 0-1 0 0,1 1 1 0 0,-1-1-1 0 0,-1 1 1 0 0,1-1-1 0 0,-1 1 1 0 0,0 0-1 0 0,-1 0 1 0 0,1 0-1 0 0,-1 0 1 0 0,-1 0-1 0 0,1 1 1 0 0,-1 0-1 0 0,1 0 1 0 0,-2 0-1 0 0,1 1 1 0 0,0 0-1 0 0,-1-1 1 0 0,0 2 0 0 0,-5-4-71 0 0,-2 75 520 0 0,13-63-512 0 0,1 0 0 0 0,1 0 0 0 0,-1 0 0 0 0,0 0 0 0 0,1 0 0 0 0,0 0 0 0 0,0-1 0 0 0,1 1 0 0 0,-1 0 0 0 0,1-1 0 0 0,0 0 0 0 0,0 0 0 0 0,1 0 0 0 0,-1 0 0 0 0,1 0 0 0 0,0-1 0 0 0,0 1 0 0 0,0-1 0 0 0,0 0 0 0 0,0-1 0 0 0,1 1 0 0 0,-1-1 0 0 0,1 1 0 0 0,0-1 0 0 0,0-1 1 0 0,0 1-1 0 0,0-1 0 0 0,4 1-8 0 0,-8-1 5 0 0,0-1 56 0 0,3-1-57 0 0,0 1-1 0 0,0-1 1 0 0,1-1 0 0 0,-1 1-1 0 0,0 0 1 0 0,0-1 0 0 0,0 0-1 0 0,0 0 1 0 0,0 0-1 0 0,-1-1 1 0 0,1 1 0 0 0,-1-1-1 0 0,1 0 1 0 0,-1 0 0 0 0,0 0-1 0 0,0 0 1 0 0,0 0 0 0 0,-1-1-1 0 0,1 1 1 0 0,-1-1 0 0 0,0 0-1 0 0,0 0 1 0 0,0 0 0 0 0,0 0-1 0 0,-1 0 1 0 0,1 0 0 0 0,-1 0-1 0 0,0-1 1 0 0,-1 1 0 0 0,1 0-1 0 0,-1-3-3 0 0,0 6 15 0 0,0 1 1 0 0,1-1-1 0 0,-1 0 0 0 0,-1 0 0 0 0,1 0 1 0 0,0 1-1 0 0,0-1 0 0 0,0 0 0 0 0,0 0 0 0 0,0 1 1 0 0,-1-1-1 0 0,1 0 0 0 0,0 0 0 0 0,-1 1 0 0 0,1-1 1 0 0,-1 0-1 0 0,1 1 0 0 0,0-1 0 0 0,-1 0 1 0 0,1 1-1 0 0,-1-1 0 0 0,0 1 0 0 0,1-1 0 0 0,-1 1 1 0 0,1-1-1 0 0,-1 1 0 0 0,0 0 0 0 0,1-1 0 0 0,-1 1 1 0 0,0 0-1 0 0,0-1 0 0 0,1 1 0 0 0,-1 0 0 0 0,0 0 1 0 0,0 0-1 0 0,1-1 0 0 0,-1 1 0 0 0,0 0 1 0 0,0 0-1 0 0,0 0 0 0 0,1 0 0 0 0,-1 1 0 0 0,0-1 1 0 0,0 0-1 0 0,1 0 0 0 0,-1 0 0 0 0,0 1 0 0 0,0-1 1 0 0,1 0-1 0 0,-1 1 0 0 0,0-1 0 0 0,1 0 1 0 0,-1 1-1 0 0,0-1 0 0 0,1 1 0 0 0,-1-1 0 0 0,1 1 1 0 0,-1-1-1 0 0,1 1 0 0 0,-1 0 0 0 0,1-1 0 0 0,-1 1 1 0 0,1 0-1 0 0,-1-1 0 0 0,1 1 0 0 0,0 0 0 0 0,0 0 1 0 0,-1-1-1 0 0,1 2-15 0 0,-44 47-718 0 0,42-44 696 0 0,0 0-1 0 0,0 0 1 0 0,0 0 0 0 0,1 0 0 0 0,0 0 0 0 0,0 1 0 0 0,0-1 0 0 0,0 0 0 0 0,1 1-1 0 0,0-1 1 0 0,0 1 0 0 0,1-1 0 0 0,0 0 0 0 0,-1 1 0 0 0,2-1 0 0 0,-1 0 0 0 0,1 0-1 0 0,-1 0 1 0 0,2 0 0 0 0,-1 0 0 0 0,0 0 0 0 0,3 2 22 0 0,-2-4 7 0 0,-3-2-5 0 0,1 0 0 0 0,-1 0 0 0 0,1 0 0 0 0,-1 0 1 0 0,1 0-1 0 0,0 0 0 0 0,-1 0 0 0 0,1-1 0 0 0,0 1 0 0 0,0 0 1 0 0,0 0-1 0 0,0-1 0 0 0,0 1 0 0 0,0-1 0 0 0,0 1 0 0 0,0-1 0 0 0,0 1 1 0 0,0-1-1 0 0,0 1 0 0 0,0-1 0 0 0,0 0 0 0 0,0 0 0 0 0,0 1 0 0 0,0-1 1 0 0,0 0-1 0 0,0 0 0 0 0,0 0 0 0 0,1 0 0 0 0,-1-1 0 0 0,0 1 1 0 0,0 0-1 0 0,0 0 0 0 0,0-1 0 0 0,0 1 0 0 0,0 0 0 0 0,0-1 0 0 0,0 1 1 0 0,0-1-1 0 0,0 1 0 0 0,0-1 0 0 0,0 0 0 0 0,0 1 0 0 0,-1-1 1 0 0,1 0-1 0 0,0 0 0 0 0,0 0 0 0 0,-1 1 0 0 0,1-1 0 0 0,0 0 0 0 0,-1 0 1 0 0,1 0-3 0 0,2-7-3 0 0,0 0 1 0 0,0 0-1 0 0,-1 0 1 0 0,0 0-1 0 0,0-1 1 0 0,-1 1 0 0 0,0 0-1 0 0,-1-1 1 0 0,1 1-1 0 0,-2-1 1 0 0,1 1-1 0 0,-1-1 1 0 0,-1 1 0 0 0,1 0-1 0 0,-1 0 1 0 0,-1 0-1 0 0,1 0 1 0 0,-2 0-1 0 0,1 0 1 0 0,-1 0-1 0 0,0 1 1 0 0,0 0 0 0 0,-1 0-1 0 0,0 0 1 0 0,0 0-1 0 0,-1 1 1 0 0,0 0-1 0 0,0 0 1 0 0,0 1 0 0 0,-1-1-1 0 0,0 1 1 0 0,0 1-1 0 0,0-1 1 0 0,-1 1-1 0 0,1 1 1 0 0,-1-1 0 0 0,0 1-1 0 0,0 1 1 0 0,0-1-1 0 0,-2 1 3 0 0,7 1 5 0 0,-1 1 0 0 0,0 0-1 0 0,1 0 1 0 0,-1 0 0 0 0,0 0 0 0 0,1 0-1 0 0,-1 1 1 0 0,1 0 0 0 0,-1-1 0 0 0,1 1-1 0 0,-1 1 1 0 0,1-1 0 0 0,-1 0 0 0 0,1 1-1 0 0,0 0 1 0 0,0 0 0 0 0,0 0 0 0 0,0 0-1 0 0,0 0 1 0 0,0 0 0 0 0,0 1 0 0 0,1 0-1 0 0,-1-1 1 0 0,1 1 0 0 0,0 0-1 0 0,0 0 1 0 0,0 0 0 0 0,0 1 0 0 0,0-1-1 0 0,1 0 1 0 0,0 1 0 0 0,-1-1 0 0 0,1 1-1 0 0,0 2-4 0 0,-20 126-198 0 0,24-125 216 0 0,0 0 0 0 0,1 0 0 0 0,0-1 0 0 0,0 1 0 0 0,0-1-1 0 0,1 0 1 0 0,0 0 0 0 0,0 0 0 0 0,0-1 0 0 0,1 0 0 0 0,0 0 0 0 0,0 0 0 0 0,0 0 0 0 0,0-1 0 0 0,1 0 0 0 0,0-1 0 0 0,0 0-1 0 0,0 0 1 0 0,0 0 0 0 0,0-1 0 0 0,1 0 0 0 0,-1 0 0 0 0,1-1 0 0 0,4 1-18 0 0,-8-4-66 0 0,0 0 1 0 0,-1-1-1 0 0,1 1 0 0 0,0-1 1 0 0,-1 1-1 0 0,1-1 0 0 0,-1 0 1 0 0,0-1-1 0 0,0 1 0 0 0,0 0 1 0 0,0-1-1 0 0,-1 0 1 0 0,0 0-1 0 0,1 0 0 0 0,-1 0 1 0 0,0 0-1 0 0,-1 0 0 0 0,1 0 1 0 0,-1 0-1 0 0,0-1 0 0 0,0 1 1 0 0,0 0-1 0 0,-1-1 0 0 0,0 1 1 0 0,1-1-1 0 0,-1 1 0 0 0,-1-1 1 0 0,1 1-1 0 0,-1-1 0 0 0,0-2 66 0 0,-13-27-1575 0 0,-29 67-3594 0 0,3 7-1434 0 0</inkml:trace>
  <inkml:trace contextRef="#ctx0" brushRef="#br1" timeOffset="60828.644">4020 4465 1240 0 0,'0'0'2015'0'0,"0"0"-334"0"0,0 0-357 0 0,0 0-375 0 0,0 0-394 0 0,0 0-188 0 0,0 0-16 0 0,0 0-52 0 0,0 0-207 0 0,-17 24 2489 0 0,-24 15-2110 0 0,-27 27-322 0 0,-4-2 0 0 0,-1-4 0 0 0,-59 34-149 0 0,-436 202-4817 0 0,520-272 2527 0 0,43-24 269 0 0</inkml:trace>
  <inkml:trace contextRef="#ctx0" brushRef="#br1" timeOffset="61431.818">3839 4466 548 0 0,'0'0'1312'0'0,"0"0"-448"0"0,0 0-164 0 0,0 0-19 0 0,0 0-196 0 0,0 0-381 0 0,0 0-216 0 0,0 0 78 0 0,2 3 246 0 0,14 8 1057 0 0,-10-23 5563 0 0,-34 9-5883 0 0,3 0-1088 0 0,1 2 0 0 0,-1 0 0 0 0,1 1 0 0 0,0 2 1 0 0,-1 1-1 0 0,1 0 0 0 0,0 2 0 0 0,0 1 0 0 0,1 0 0 0 0,-22 10 139 0 0,37-7-1354 0 0,10-1-3317 0 0,4-3 579 0 0</inkml:trace>
  <inkml:trace contextRef="#ctx0" brushRef="#br1" timeOffset="61671.544">3839 4466 4404 0 0</inkml:trace>
  <inkml:trace contextRef="#ctx0" brushRef="#br1" timeOffset="61907.532">3839 4466 4404 0 0,'56'2'1837'0'0,"-60"12"-537"0"0,0 3-276 0 0,-4 4-260 0 0,0 1-168 0 0,4 6-208 0 0,-4-2-208 0 0,4-2-180 0 0,0 1-116 0 0,0-2-192 0 0,4-3-340 0 0,0 1-220 0 0,0-2-612 0 0,0-5-537 0 0,-4 3-983 0 0</inkml:trace>
  <inkml:trace contextRef="#ctx0" brushRef="#br1" timeOffset="62623.696">4516 4836 3192 0 0,'0'0'1277'0'0,"0"0"541"0"0,0 0-434 0 0,0 0-444 0 0,0 0-251 0 0,0 0-66 0 0,0 0-28 0 0,0 0-88 0 0,0 0-134 0 0,0 0-123 0 0,0 0-49 0 0,17 12-29 0 0,51 36 13 0 0,-64-44-172 0 0,-1-1-1 0 0,0 1 0 0 0,-1-1 0 0 0,1 1 1 0 0,0 0-1 0 0,-1 0 0 0 0,0 0 0 0 0,0 1 0 0 0,0-1 1 0 0,-1 0-1 0 0,0 1 0 0 0,1-1 0 0 0,-1 1 1 0 0,-1-1-1 0 0,1 1 0 0 0,-1-1 0 0 0,0 1 1 0 0,0 0-1 0 0,0-1 0 0 0,0 1 0 0 0,-1-1 0 0 0,0 1 1 0 0,0-1-1 0 0,0 1-12 0 0,0 4 6 0 0,-114 261 801 0 0,115-275-832 0 0,0 1 1 0 0,0-1 0 0 0,0 1 0 0 0,-1 0 0 0 0,1-1-1 0 0,-1 1 1 0 0,0 0 0 0 0,0 0 0 0 0,-1-1 0 0 0,1 1-1 0 0,-1 0 1 0 0,0 0 0 0 0,0 1 0 0 0,0-1 0 0 0,-1 0-1 0 0,1 1 1 0 0,-1-1 0 0 0,0 1 0 0 0,0 0 0 0 0,-1-1 24 0 0,-7-6 30 0 0,1 1 1 0 0,-1 0 0 0 0,-1 1 0 0 0,0 1 0 0 0,0 0 0 0 0,0 0 0 0 0,-1 1 0 0 0,0 1 0 0 0,0 0 0 0 0,0 1-1 0 0,-1 0 1 0 0,0 1 0 0 0,1 1 0 0 0,-12-1-31 0 0,14 7-153 0 0,0 0 0 0 0,1 1 1 0 0,-1 0-1 0 0,1 1 0 0 0,0 1 0 0 0,1-1 0 0 0,0 1 0 0 0,0 1 0 0 0,0 0 0 0 0,1 0 0 0 0,0 1 0 0 0,0 0 0 0 0,1 0 1 0 0,1 0-1 0 0,-2 4 153 0 0,1-3-55 0 0,1 0 0 0 0,0 1 0 0 0,1 0 0 0 0,0 0 0 0 0,0 1 0 0 0,2 0 0 0 0,-1-1 0 0 0,1 1 0 0 0,1 0 0 0 0,0 0 0 0 0,1 1 0 0 0,0-1 0 0 0,1 0 0 0 0,1 2 55 0 0,0-10-94 0 0,1-1 0 0 0,0 0 1 0 0,0 1-1 0 0,1-1 0 0 0,-1 0 0 0 0,1 0 1 0 0,-1-1-1 0 0,1 1 0 0 0,0-1 1 0 0,0 1-1 0 0,0-1 0 0 0,0 0 1 0 0,1 0-1 0 0,-1 0 0 0 0,0-1 1 0 0,1 1-1 0 0,-1-1 0 0 0,1 1 0 0 0,0-1 1 0 0,-1-1-1 0 0,1 1 0 0 0,0 0 1 0 0,0-1-1 0 0,0 0 0 0 0,-1 0 1 0 0,1 0-1 0 0,0 0 0 0 0,0 0 0 0 0,0-1 1 0 0,-1 0-1 0 0,1 0 0 0 0,0 0 1 0 0,0 0 93 0 0,5 0-720 0 0,13 0-1610 0 0</inkml:trace>
  <inkml:trace contextRef="#ctx0" brushRef="#br1" timeOffset="63689.946">1230 4418 2692 0 0,'0'0'2008'0'0,"0"0"-318"0"0,0 0-467 0 0,0 0-85 0 0,0 0-118 0 0,0 0-104 0 0,0 0-190 0 0,0 0-213 0 0,0 0-76 0 0,0 0-64 0 0,3 14 39 0 0,10 41 57 0 0,-12-53-417 0 0,0 0-1 0 0,1 0 1 0 0,-1 0 0 0 0,1 0 0 0 0,0-1 0 0 0,-1 1 0 0 0,1 0 0 0 0,0-1 0 0 0,0 1 0 0 0,0-1 0 0 0,0 1 0 0 0,1-1 0 0 0,-1 0 0 0 0,0 0 0 0 0,0 0-1 0 0,1 0 1 0 0,-1-1 0 0 0,0 1 0 0 0,1-1 0 0 0,-1 1 0 0 0,1-1 0 0 0,-1 0 0 0 0,1 0 0 0 0,-1 0 0 0 0,1 0 0 0 0,-1 0 0 0 0,3-1-52 0 0,3 1 270 0 0,1-2-219 0 0,-1-1 0 0 0,1 0-1 0 0,-1-1 1 0 0,1 0-1 0 0,-1 0 1 0 0,-1-1 0 0 0,1 0-1 0 0,-1-1 1 0 0,1 1-1 0 0,-2-1 1 0 0,1-1 0 0 0,-1 1-1 0 0,0-1 1 0 0,0 0 0 0 0,0-1-1 0 0,-1 1 1 0 0,-1-1-1 0 0,1 0 1 0 0,-1 0 0 0 0,0-1-1 0 0,1-5-50 0 0,85-193-611 0 0,-73 157 579 0 0,3 1 1 0 0,2 2-1 0 0,2 0 1 0 0,1 1-1 0 0,3 1 1 0 0,2 2-1 0 0,20-22 32 0 0,79-45-261 0 0,-123 111 140 0 0,-1 0 1 0 0,1 1 0 0 0,0 0-1 0 0,-1 0 1 0 0,0 0 0 0 0,1 1 0 0 0,-1 0-1 0 0,0 0 1 0 0,0 0 0 0 0,0 0-1 0 0,-1 1 1 0 0,1 0 0 0 0,-1 0-1 0 0,0 0 1 0 0,0 1 0 0 0,-1-1-1 0 0,1 1 1 0 0,-1 0 0 0 0,0 0-1 0 0,2 4 121 0 0,-3-6-184 0 0,9 27-2544 0 0,-14-9-1912 0 0,-4-12 1752 0 0</inkml:trace>
  <inkml:trace contextRef="#ctx0" brushRef="#br1" timeOffset="63928.679">1343 4005 7477 0 0,'0'0'1736'0'0,"0"0"-572"0"0,0 0-572 0 0,0 0 244 0 0,0 0 12 0 0,0 0-68 0 0,0 0-272 0 0,0 0-280 0 0,242 26-220 0 0,-189-24-8 0 0,3 1-48 0 0,-4-3-104 0 0,-3 2-164 0 0,-5 0-412 0 0,-8-2-528 0 0,-11 0-652 0 0,-5 0-2060 0 0,-16 3-1173 0 0</inkml:trace>
  <inkml:trace contextRef="#ctx0" brushRef="#br1" timeOffset="64372.816">1887 4587 2584 0 0,'0'0'2339'0'0,"0"0"-599"0"0,0 0-644 0 0,0 0-394 0 0,0 0-83 0 0,0 0-17 0 0,0 0-125 0 0,0 0-101 0 0,0 0-22 0 0,-36-25 3758 0 0,27 19-4103 0 0,0-1 1 0 0,1 0 0 0 0,0-1-1 0 0,1 0 1 0 0,0 0 0 0 0,0 0 0 0 0,1-1-1 0 0,0 0 1 0 0,0-1 0 0 0,1 1-1 0 0,0-1 1 0 0,1 0 0 0 0,0 0-1 0 0,1 0 1 0 0,0-1 0 0 0,0 1 0 0 0,1-1-1 0 0,0 1 1 0 0,1-1 0 0 0,1 0-1 0 0,-1 0 1 0 0,2 0 0 0 0,-1 0-1 0 0,3-8-9 0 0,1 10-105 0 0,0 0-1 0 0,0 1 0 0 0,1 0 1 0 0,0 0-1 0 0,1 0 1 0 0,0 0-1 0 0,0 1 0 0 0,0 0 1 0 0,1 0-1 0 0,0 1 0 0 0,0 0 1 0 0,1 0-1 0 0,0 1 0 0 0,0 0 1 0 0,2-1 105 0 0,82-34-4056 0 0,-66 38-209 0 0,-14 2 1197 0 0</inkml:trace>
  <inkml:trace contextRef="#ctx0" brushRef="#br1" timeOffset="64911.608">2387 4183 3300 0 0,'0'0'1825'0'0,"0"0"-223"0"0,0 0-341 0 0,0 0-206 0 0,0 0-40 0 0,0 0-153 0 0,0 0-278 0 0,14 18-219 0 0,41 60-129 0 0,-51-71-193 0 0,-1-1 0 0 0,1 1 0 0 0,-2 0 0 0 0,1 0 0 0 0,-1 0 0 0 0,0 1 0 0 0,0-1 0 0 0,-1 1 0 0 0,1-1 0 0 0,-2 1 0 0 0,1-1 0 0 0,-1 1 0 0 0,-1-1 0 0 0,1 1 0 0 0,-1-1 0 0 0,-1 1-43 0 0,0 26 182 0 0,18 124 692 0 0,-15-141-862 0 0,1 5-31 0 0,-1-34-444 0 0,-4 4 401 0 0,0 0-1 0 0,-1 0 1 0 0,0 1 0 0 0,-1-1-1 0 0,0 1 1 0 0,0 0 0 0 0,0 0-1 0 0,-1 0 1 0 0,0 1-1 0 0,0 0 1 0 0,-1 0 0 0 0,0 1-1 0 0,0-1 1 0 0,0 2 0 0 0,-1-1-1 0 0,1 1 1 0 0,-1 0-1 0 0,-6-2 63 0 0,8 2-2 0 0,0 0 1 0 0,0 0-1 0 0,0 0 0 0 0,0 1 0 0 0,-1 0 0 0 0,1 1 0 0 0,-1-1 0 0 0,0 1 0 0 0,0 1 0 0 0,0-1 0 0 0,0 1 0 0 0,0 0 0 0 0,0 1 0 0 0,0-1 0 0 0,0 1 0 0 0,0 1 0 0 0,0 0 0 0 0,0 0 0 0 0,0 0 0 0 0,0 0 0 0 0,0 1 0 0 0,1 1 0 0 0,-1-1 0 0 0,0 1 0 0 0,1 0 0 0 0,0 0 0 0 0,0 1 0 0 0,0 0 0 0 0,-3 2 2 0 0,8-3-11 0 0,-1 1 0 0 0,1-1 1 0 0,-1 1-1 0 0,1-1 0 0 0,0 1 0 0 0,1-1 0 0 0,-1 1 0 0 0,0 0 1 0 0,1-1-1 0 0,0 1 0 0 0,0 0 0 0 0,0 0 0 0 0,0-1 0 0 0,1 1 1 0 0,0 0-1 0 0,-1-1 0 0 0,1 1 0 0 0,1 0 0 0 0,-1-1 0 0 0,0 0 1 0 0,1 1-1 0 0,0-1 0 0 0,-1 0 0 0 0,1 1 0 0 0,1-1 0 0 0,-1 0 1 0 0,0-1-1 0 0,1 1 0 0 0,-1 0 0 0 0,1-1 0 0 0,0 1 0 0 0,0-1 1 0 0,0 0-1 0 0,0 0 0 0 0,0 0 0 0 0,2 0 11 0 0,126 50-3275 0 0,-28-43-1887 0 0,-66-9 2750 0 0</inkml:trace>
  <inkml:trace contextRef="#ctx0" brushRef="#br1" timeOffset="65150.319">2903 4260 2660 0 0,'0'0'6580'0'0,"0"0"-4131"0"0,0 0-1506 0 0,0 0-288 0 0,-6 14 89 0 0,-25 130 708 0 0,-20 170-584 0 0,-22-115-3866 0 0,60-178-462 0 0,-6-7-3517 0 0</inkml:trace>
  <inkml:trace contextRef="#ctx0" brushRef="#br1" timeOffset="68026.745">11535 4109 1188 0 0,'0'0'0'0'0,"0"0"-300"0"0</inkml:trace>
  <inkml:trace contextRef="#ctx0" brushRef="#br1" timeOffset="68438.684">11535 4109 1800 0 0,'-4'42'571'0'0,"1"1"402"0"0,2-1 8738 0 0,50-72-6774 0 0,181-210-2081 0 0,-219 227-887 0 0,0 0 0 0 0,2 1 0 0 0,-1 1 0 0 0,1 0 1 0 0,1 0-1 0 0,0 2 0 0 0,0-1 0 0 0,1 2 0 0 0,0 0 0 0 0,1 1 0 0 0,0 1 0 0 0,0 0 0 0 0,0 1 0 0 0,1 0 0 0 0,-1 2 0 0 0,1 0 0 0 0,0 1 0 0 0,0 0 0 0 0,0 2 0 0 0,12 0 31 0 0,219 10-1006 0 0,-242-5 7 0 0,-9-3-2834 0 0,-10-2-201 0 0</inkml:trace>
  <inkml:trace contextRef="#ctx0" brushRef="#br1" timeOffset="68693.214">11725 4023 5917 0 0,'0'0'2100'0'0,"0"0"-861"0"0,0 0-684 0 0,0 0-92 0 0,0 0 115 0 0,0 0 56 0 0,0 0-23 0 0,0 0 27 0 0,0 0 28 0 0,0 0-39 0 0,19 1-140 0 0,148 18 623 0 0,-83-10-2623 0 0,-27-10-6533 0 0,-38 0 1980 0 0</inkml:trace>
  <inkml:trace contextRef="#ctx0" brushRef="#br1" timeOffset="69215.124">12482 4454 6977 0 0,'0'0'2329'0'0,"0"0"-699"0"0,0 0-573 0 0,0 0-322 0 0,0 0-191 0 0,0 0-248 0 0,0 0-117 0 0,0 0-41 0 0,0 0 50 0 0,-18-11 45 0 0,-136-109 545 0 0,150 116-775 0 0,0-1-1 0 0,0-1 1 0 0,0 1-1 0 0,1 0 1 0 0,0-1-1 0 0,0 0 1 0 0,0 1-1 0 0,1-1 1 0 0,0 0-1 0 0,0-1 1 0 0,1 1-1 0 0,0 0 1 0 0,0 0-1 0 0,0-1 1 0 0,0 1-1 0 0,1 0 1 0 0,0-1-1 0 0,1 1 1 0 0,0-1-1 0 0,0 1 1 0 0,0 0-1 0 0,0 0 1 0 0,1 0-1 0 0,0-1 1 0 0,0 2-1 0 0,1-1 1 0 0,0 0 0 0 0,0 0-1 0 0,0 1 1 0 0,1 0-1 0 0,2-3-2 0 0,250-141-7 0 0,-161 102-309 0 0,-61 29-303 0 0,48-23-1114 0 0,-25 25-3899 0 0,-40 15 905 0 0</inkml:trace>
  <inkml:trace contextRef="#ctx0" brushRef="#br1" timeOffset="69804.657">12926 4052 3524 0 0,'0'0'2623'0'0,"0"0"-1043"0"0,0 0-494 0 0,0 0-143 0 0,0 0-81 0 0,0 0-147 0 0,-7 16-166 0 0,-49 183 952 0 0,26 7-844 0 0,27-220-421 0 0,0 6-220 0 0,1 1 0 0 0,0-1 0 0 0,0 0 0 0 0,0 0 0 0 0,1 0 0 0 0,0 0 0 0 0,1 0 0 0 0,0-1 0 0 0,0 1 0 0 0,0 0 0 0 0,1 0 0 0 0,1 0 0 0 0,-1 0 0 0 0,1 0 1 0 0,1 0-1 0 0,-1 1 0 0 0,1-1 0 0 0,1 1 0 0 0,3-7-16 0 0,-2 10-22 0 0,0 1 1 0 0,0-1 0 0 0,1 1 0 0 0,0 0 0 0 0,-1 0-1 0 0,1 1 1 0 0,0 0 0 0 0,0 0 0 0 0,0 0 0 0 0,0 1 0 0 0,1 0-1 0 0,-1 0 1 0 0,0 1 0 0 0,1-1 0 0 0,-1 1 0 0 0,0 1-1 0 0,0-1 1 0 0,1 1 0 0 0,-1 0 0 0 0,0 0 0 0 0,0 1-1 0 0,0 0 1 0 0,0 0 0 0 0,0 1 0 0 0,0-1 0 0 0,-1 1-1 0 0,1 0 1 0 0,-1 1 0 0 0,1 0 21 0 0,82 84 90 0 0,-86-82-61 0 0,0-1-1 0 0,-1 0 1 0 0,1 1-1 0 0,-1-1 1 0 0,0 1 0 0 0,-1-1-1 0 0,1 1 1 0 0,-1-1 0 0 0,0 1-1 0 0,0-1 1 0 0,-1 1-1 0 0,0 0 1 0 0,0-1 0 0 0,0 1-1 0 0,0-1 1 0 0,-1 0 0 0 0,0 0-1 0 0,0 1 1 0 0,-1-1-1 0 0,1 0 1 0 0,-1-1 0 0 0,0 1-1 0 0,0 0 1 0 0,-1-1 0 0 0,1 0-1 0 0,-1 0 1 0 0,0 0-1 0 0,0 0 1 0 0,-1 0 0 0 0,1-1-1 0 0,-2 1-28 0 0,-6 5-17 0 0,0 0 0 0 0,-1-1 0 0 0,0 0 0 0 0,0-1 0 0 0,0 0 0 0 0,-1-1 0 0 0,0-1 0 0 0,0 0 0 0 0,-1-1-1 0 0,1-1 1 0 0,-7 1 17 0 0,-57-3-2043 0 0,31-22-3272 0 0,31 5 926 0 0</inkml:trace>
  <inkml:trace contextRef="#ctx0" brushRef="#br1" timeOffset="70248.38">13486 3902 1668 0 0,'0'0'3720'0'0,"0"0"-1737"0"0,0 0-753 0 0,0 0-215 0 0,0 0 31 0 0,0 0-58 0 0,0 0-258 0 0,0 0-262 0 0,24 15-115 0 0,153 110 933 0 0,-168-115-1194 0 0,-1 1 1 0 0,-1 0-1 0 0,0 0 0 0 0,0 0 0 0 0,-1 1 0 0 0,-1 0 0 0 0,0 0 0 0 0,0 1 1 0 0,-1-1-1 0 0,-1 1 0 0 0,0 0 0 0 0,-1 0 0 0 0,0 0 0 0 0,-1 0 0 0 0,-1 0 1 0 0,0 1-1 0 0,-1-1 0 0 0,0 0 0 0 0,-1 0 0 0 0,0 0 0 0 0,-1 0 0 0 0,0 0 1 0 0,-1-1-1 0 0,-1 1 0 0 0,-5 9-92 0 0,-232 306-3142 0 0,158-225-685 0 0,49-63-189 0 0,-13 7-1650 0 0</inkml:trace>
  <inkml:trace contextRef="#ctx0" brushRef="#br1" timeOffset="71524.209">11930 5599 4000 0 0,'0'0'2103'0'0,"0"0"-478"0"0,0 0-474 0 0,0 0-259 0 0,0 0-181 0 0,0 0-199 0 0,0 0-102 0 0,0 0-54 0 0,0 0-93 0 0,5 5-25 0 0,0 1-159 0 0,0-1 0 0 0,-1 1 0 0 0,0-1-1 0 0,-1 1 1 0 0,1 1 0 0 0,-1-1 0 0 0,0 0 0 0 0,0 1 0 0 0,-1 0-1 0 0,0-1 1 0 0,0 1 0 0 0,-1 0 0 0 0,0 0 0 0 0,0 0 0 0 0,-1 0-1 0 0,1 0 1 0 0,-2 2-79 0 0,1 9 70 0 0,-2 0 0 0 0,0-1 0 0 0,-1 1 0 0 0,-1-1 0 0 0,-1 1 0 0 0,0-1 0 0 0,-1-1 0 0 0,-1 1 0 0 0,-1-1 0 0 0,0 0 0 0 0,-1-1 0 0 0,-1 0 0 0 0,-1 2-70 0 0,-212 276-65 0 0,223-293 51 0 0,0-1 1 0 0,0 1-1 0 0,-1-1 0 0 0,1 1 0 0 0,-1-1 1 0 0,1 1-1 0 0,0-1 0 0 0,-1 1 1 0 0,1 0-1 0 0,-1-1 0 0 0,1 1 1 0 0,-1-1-1 0 0,1 1 0 0 0,-1 0 0 0 0,1-1 1 0 0,-1 1-1 0 0,0 0 0 0 0,1 0 1 0 0,-1 0-1 0 0,1-1 0 0 0,-1 1 1 0 0,0 0-1 0 0,1 0 0 0 0,-1 0 0 0 0,0 0 1 0 0,1 0-1 0 0,-1 0 0 0 0,1 0 1 0 0,-1 0-1 0 0,0 0 0 0 0,1 1 1 0 0,-1-1-1 0 0,1 0 0 0 0,-1 0 0 0 0,0 0 1 0 0,1 1-1 0 0,-1-1 0 0 0,1 0 1 0 0,-1 1-1 0 0,1-1 0 0 0,-1 0 1 0 0,1 1-1 0 0,-1-1 0 0 0,1 1 0 0 0,-1-1 1 0 0,1 1-1 0 0,0-1 0 0 0,-1 1 1 0 0,1-1-1 0 0,0 1 0 0 0,-1 0 14 0 0,12-15-13 0 0,-1 1-1 0 0,2 0 1 0 0,0 1 0 0 0,0 1-1 0 0,1 0 1 0 0,1 0-1 0 0,0 1 1 0 0,0 1 0 0 0,1 0-1 0 0,5-1 14 0 0,-2 0-51 0 0,0 0 0 0 0,0 2 0 0 0,1 0 0 0 0,0 1 0 0 0,0 1 0 0 0,0 1 0 0 0,1 0 0 0 0,0 2 0 0 0,0 0 0 0 0,0 1 0 0 0,0 1 0 0 0,20 2 51 0 0,-37 0 30 0 0,0 1-1 0 0,1-1 1 0 0,-1 1-1 0 0,0-1 1 0 0,0 1 0 0 0,0 0-1 0 0,-1 0 1 0 0,1 1-1 0 0,0-1 1 0 0,-1 1-1 0 0,1-1 1 0 0,-1 1 0 0 0,0 0-1 0 0,0-1 1 0 0,0 1-1 0 0,0 0 1 0 0,-1 1-1 0 0,1-1 1 0 0,-1 0 0 0 0,1 0-1 0 0,-1 1 1 0 0,0-1-1 0 0,-1 0 1 0 0,1 1-1 0 0,-1-1 1 0 0,1 1 0 0 0,-1-1-1 0 0,0 1 1 0 0,0-1-1 0 0,0 1 1 0 0,-1-1-1 0 0,1 1 1 0 0,-1-1-1 0 0,0 1 1 0 0,0-1 0 0 0,0 0-1 0 0,-1 1 1 0 0,1-1-1 0 0,-1 0 1 0 0,1 0-1 0 0,-1 0 1 0 0,0 0 0 0 0,0 0-1 0 0,-1-1 1 0 0,1 1-1 0 0,-1-1 1 0 0,1 1-1 0 0,-1-1 1 0 0,0 1-30 0 0,-12 9-11 0 0,-1 1 1 0 0,-1-2-1 0 0,0 0 1 0 0,-1-1-1 0 0,1-1 0 0 0,-2-1 1 0 0,1 0-1 0 0,-1-2 0 0 0,0 0 1 0 0,-1-1-1 0 0,0 0 1 0 0,-15 0 10 0 0,-144 4-3673 0 0,135-16 98 0 0,0-11 168 0 0</inkml:trace>
  <inkml:trace contextRef="#ctx0" brushRef="#br1" timeOffset="74687.544">263 3950 2692 0 0,'0'0'1729'0'0,"0"0"-1150"0"0,0 0 371 0 0,0 0 2051 0 0,0 0-928 0 0,0 0-677 0 0,0 0-503 0 0,0 0-333 0 0,0 0-25 0 0,12 9 48 0 0,81 79 538 0 0,-83-72-1143 0 0,65 121 779 0 0,-56-32-4923 0 0,-20-81-2564 0 0,-6-14 1535 0 0</inkml:trace>
  <inkml:trace contextRef="#ctx0" brushRef="#br1" timeOffset="74942.554">1 4692 4892 0 0,'0'0'4282'0'0,"0"0"-2300"0"0,0 0-834 0 0,0 0-198 0 0,0 0-177 0 0,21-18-313 0 0,164-140-446 0 0,-32 43-385 0 0,188-163-679 0 0,-338 276 967 0 0,33-39-826 0 0,-18 8-2845 0 0,-13 17-908 0 0</inkml:trace>
  <inkml:trace contextRef="#ctx0" brushRef="#br1" timeOffset="75513.765">791 4322 2844 0 0,'0'0'4653'0'0,"0"0"-2466"0"0,0 0-1073 0 0,0 0-218 0 0,0 0 39 0 0,0 0-19 0 0,0 0-274 0 0,0 0-370 0 0,0 0-224 0 0,22-1-57 0 0,121-3-312 0 0,-124 7 205 0 0,-10 0-1285 0 0,-1-2-4310 0 0,-8-1 1142 0 0</inkml:trace>
  <inkml:trace contextRef="#ctx0" brushRef="#br1" timeOffset="75764.528">1065 4071 9521 0 0,'0'0'2628'0'0,"0"0"-1260"0"0,0 0-544 0 0,0 0-216 0 0,0 0-324 0 0,0 0-284 0 0,0 0-152 0 0,0 0-516 0 0,0 0-924 0 0,218 24-2332 0 0,-206-7-3425 0 0</inkml:trace>
  <inkml:trace contextRef="#ctx0" brushRef="#br1" timeOffset="76729.705">3460 5277 4180 0 0,'0'0'1755'0'0,"0"0"85"0"0,0 0-402 0 0,0 0-294 0 0,0 0-193 0 0,0 0-186 0 0,0 0-283 0 0,0 0-196 0 0,16 16-64 0 0,50 49-40 0 0,-12 11 1064 0 0,-43 47-1889 0 0,-13-81-6758 0 0,2-40 3122 0 0</inkml:trace>
  <inkml:trace contextRef="#ctx0" brushRef="#br1" timeOffset="76983.979">3419 5609 1748 0 0,'0'0'4861'0'0,"0"0"-2378"0"0,0 0-1040 0 0,0 0-258 0 0,0 0-66 0 0,0 0-225 0 0,0 0-316 0 0,0 0-265 0 0,0 0-163 0 0,22-17-95 0 0,106-89-152 0 0,-28 35-1158 0 0,-53 48-4407 0 0,-41 20 1159 0 0</inkml:trace>
  <inkml:trace contextRef="#ctx0" brushRef="#br1" timeOffset="77269.565">3843 5485 2964 0 0,'0'0'3015'0'0,"0"0"-950"0"0,0 0-759 0 0,0 0-277 0 0,0 0-29 0 0,0 0-81 0 0,0 0-178 0 0,0 0-246 0 0,7-1-268 0 0,-3 0-300 0 0,44-15-864 0 0,-20-9-7872 0 0,-41 28 5590 0 0,-61 37 2496 0 0</inkml:trace>
  <inkml:trace contextRef="#ctx0" brushRef="#br1" timeOffset="77522.974">3923 5258 4820 0 0,'0'0'4037'0'0,"0"0"-2733"0"0,0 0-476 0 0,0 0 160 0 0,0 0 48 0 0,0 0-348 0 0,0 0-444 0 0,0 0-244 0 0,0 0-216 0 0,0 0-512 0 0,166-10-360 0 0,-150 10-380 0 0,0 0-1536 0 0,-4 0-3609 0 0</inkml:trace>
  <inkml:trace contextRef="#ctx0" brushRef="#br1" timeOffset="78270.701">10898 5941 2936 0 0,'0'0'4924'0'0,"0"0"-2445"0"0,0 0-1022 0 0,0 0-429 0 0,0 0-300 0 0,0 0-267 0 0,0 0-196 0 0,0 0-17 0 0,0 0-28 0 0,0 0-4 0 0,19 17-115 0 0,88 84-105 0 0,-84-16-2505 0 0,-28-70 460 0 0,-22 1-2111 0 0</inkml:trace>
  <inkml:trace contextRef="#ctx0" brushRef="#br1" timeOffset="78492.358">10576 6258 5533 0 0,'0'0'3821'0'0,"0"0"-2001"0"0,0 0-785 0 0,0 0-202 0 0,0 0-98 0 0,0 0-152 0 0,0 0-6 0 0,0 0 64 0 0,0 0-91 0 0,37-15-171 0 0,121-47-111 0 0,-132 52-259 0 0,3 0-194 0 0,-1-1 1 0 0,0-1-1 0 0,-1-1 0 0 0,-1-2 0 0 0,0-1 0 0 0,23-18 185 0 0,-37 20-1713 0 0,-3 2-4521 0 0,-5 9 1014 0 0</inkml:trace>
  <inkml:trace contextRef="#ctx0" brushRef="#br1" timeOffset="78761.992">11196 6098 4256 0 0,'0'0'2486'0'0,"0"0"-799"0"0,0 0-515 0 0,0 0-341 0 0,0 0-228 0 0,0 0-204 0 0,0 0-223 0 0,0 0-271 0 0,27 2-173 0 0,132 6-407 0 0,-154-7 478 0 0,-1-1-1 0 0,0 0 1 0 0,0 0 0 0 0,0 0 0 0 0,0 0 0 0 0,0-1 0 0 0,0 0 0 0 0,0 0-1 0 0,0 0 1 0 0,0 0 0 0 0,0 0 0 0 0,-1-1 0 0 0,1 0 0 0 0,0 0 0 0 0,-1 0 0 0 0,0 0-1 0 0,1 0 1 0 0,-1-1 0 0 0,0 0 0 0 0,0 1 0 0 0,0-1 0 0 0,0 0 0 0 0,-1 0 0 0 0,3-4 197 0 0,-4 0-1821 0 0</inkml:trace>
  <inkml:trace contextRef="#ctx0" brushRef="#br1" timeOffset="79021.294">11430 5857 8977 0 0,'0'0'2992'0'0,"0"0"-1024"0"0,0 0-564 0 0,0 0-396 0 0,0 0-535 0 0,0 0-473 0 0,0 0-176 0 0,0 0-237 0 0,0 0-443 0 0,0 0-940 0 0,0 0-3144 0 0</inkml:trace>
  <inkml:trace contextRef="#ctx0" brushRef="#br1" timeOffset="79951.195">10628 4289 4364 0 0,'0'0'2395'0'0,"0"0"-997"0"0,0 0-457 0 0,0 0 3 0 0,0 0 49 0 0,0 0-73 0 0,0 0-145 0 0,0 0-75 0 0,0 0-14 0 0,0 0 28 0 0,9 1-52 0 0,-2-1-648 0 0,-1-1 98 0 0,-1 1 1 0 0,1 0 0 0 0,0 1 0 0 0,0-1 0 0 0,-1 1 0 0 0,1 0 0 0 0,0 1 0 0 0,-1-1 0 0 0,1 1-1 0 0,-1 0 1 0 0,0 0 0 0 0,1 1 0 0 0,-1 0 0 0 0,0 0 0 0 0,-1 0 0 0 0,1 0 0 0 0,0 1 0 0 0,0 0-113 0 0,1 3-128 0 0,0-1 0 0 0,-1 1-1 0 0,0 0 1 0 0,0 0 0 0 0,0 1 0 0 0,-1-1 0 0 0,0 1 0 0 0,0 0 0 0 0,-1 1 0 0 0,0-1 0 0 0,0 0 0 0 0,-1 1 0 0 0,0-1 0 0 0,-1 1 0 0 0,0 0 0 0 0,0 0 0 0 0,-1 0 0 0 0,0-1 0 0 0,0 1 0 0 0,-2 7 128 0 0,-28 12-5224 0 0,9-22 43 0 0</inkml:trace>
  <inkml:trace contextRef="#ctx0" brushRef="#br1" timeOffset="80189.809">10906 4386 9005 0 0,'0'0'1995'0'0,"0"0"-918"0"0,0 0-412 0 0,0 0 13 0 0,-19 14 18 0 0,-123 113-163 0 0,-17 75-1446 0 0,97-113-1857 0 0,52-67-1469 0 0,7-15 1512 0 0</inkml:trace>
  <inkml:trace contextRef="#ctx0" brushRef="#br1" timeOffset="80616.614">11096 4387 5929 0 0,'0'0'2832'0'0,"0"0"-882"0"0,0 0-701 0 0,0 0-268 0 0,0 0-71 0 0,0 0-82 0 0,0 0-110 0 0,0 0-56 0 0,0 0-27 0 0,7 1-58 0 0,203 10-1846 0 0,-198-14-1245 0 0,-12-6-4031 0 0,-4 4 2654 0 0</inkml:trace>
  <inkml:trace contextRef="#ctx0" brushRef="#br1" timeOffset="80774.314">11188 4239 9593 0 0,'0'0'2808'0'0,"0"0"-1736"0"0,0 0-1048 0 0,0 0-24 0 0,0 0-176 0 0,0 0-628 0 0,0 0-1100 0 0,0 0-3321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0:33.6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1 940 1956 0 0,'0'0'1278'0'0,"0"0"328"0"0,0 0-245 0 0,0 0-261 0 0,0 0-81 0 0,0 0 18 0 0,0 0-90 0 0,0 0-199 0 0,0 0-209 0 0,35 2-145 0 0,108 6-34 0 0,-139-7-291 0 0,0 0-1 0 0,0-1 1 0 0,0 1-1 0 0,0-1 1 0 0,0 0 0 0 0,0 0-1 0 0,0-1 1 0 0,0 1-1 0 0,0-1 1 0 0,0 0 0 0 0,0 0-1 0 0,0 0 1 0 0,0 0-1 0 0,0-1 1 0 0,-1 0 0 0 0,1 1-1 0 0,0-1 1 0 0,-1-1-1 0 0,1 1 1 0 0,-1 0 0 0 0,0-1-1 0 0,0 0 1 0 0,0 0-1 0 0,0 0 1 0 0,-1 0-1 0 0,1 0 1 0 0,-1 0 0 0 0,0-1-1 0 0,1 0-68 0 0,5-8 247 0 0,0-5-239 0 0,0-1 1 0 0,0-1-1 0 0,-2 0 0 0 0,-1 0 0 0 0,0 0 0 0 0,-1 0 0 0 0,-1-1 0 0 0,-1 1 0 0 0,-1-1 0 0 0,0 0 1 0 0,-1 0-1 0 0,-2 0 0 0 0,0 1 0 0 0,-1-1 0 0 0,-1 1 0 0 0,0 0 0 0 0,-2 0 0 0 0,0 0 0 0 0,-2-1-8 0 0,-5-16-67 0 0,3-1 0 0 0,1 0 0 0 0,1 0 0 0 0,2-1 0 0 0,2 1 0 0 0,2-1 0 0 0,1-34 67 0 0,3 64-51 0 0,0 0 0 0 0,0 0-1 0 0,0 0 1 0 0,1 1 0 0 0,0-1 0 0 0,1 0-1 0 0,0 1 1 0 0,0 0 0 0 0,0 0 0 0 0,1 0-1 0 0,0 1 1 0 0,1 0 0 0 0,-1-1 0 0 0,1 2-1 0 0,0-1 1 0 0,1 1 0 0 0,-1 0 0 0 0,1 0 0 0 0,0 1-1 0 0,0 0 1 0 0,0 0 0 0 0,1 0 0 0 0,0 1-1 0 0,-1 1 1 0 0,1-1 0 0 0,0 1 0 0 0,0 0-1 0 0,1 1 1 0 0,-1 0 0 0 0,0 0 0 0 0,0 1 0 0 0,0 0-1 0 0,1 0 1 0 0,-1 1 0 0 0,0 0 0 0 0,0 1-1 0 0,0 0 1 0 0,3 1 51 0 0,30 33-6143 0 0,-40-17 1927 0 0</inkml:trace>
  <inkml:trace contextRef="#ctx0" brushRef="#br0" timeOffset="207.958">194 456 236 0 0,'0'0'935'0'0,"0"0"2198"0"0,0 0-872 0 0,0 0-898 0 0,0 0-41 0 0,0 0-76 0 0,0 0-193 0 0,0 0-281 0 0,0 0-170 0 0,34 0-69 0 0,222 9 15 0 0,-199-6-843 0 0,51 1-4751 0 0,-91-4 827 0 0</inkml:trace>
  <inkml:trace contextRef="#ctx0" brushRef="#br0" timeOffset="651.389">920 921 796 0 0,'0'0'4060'0'0,"0"0"-2049"0"0,0 0-641 0 0,0 0-149 0 0,0 0-210 0 0,0 0-131 0 0,0 0-146 0 0,0 0-177 0 0,0 0-126 0 0,0 0-111 0 0,-12-10-42 0 0,-13-10-31 0 0,0 0 0 0 0,2-2 0 0 0,0 0 0 0 0,2-2-1 0 0,1 0 1 0 0,0-2 0 0 0,2 0 0 0 0,1-1 0 0 0,1-1-247 0 0,12 20-7 0 0,1-1 0 0 0,0 0 0 0 0,1 0-1 0 0,0 0 1 0 0,0 0 0 0 0,0 0 0 0 0,2 0 0 0 0,-1 0 0 0 0,1-1 0 0 0,0 1 0 0 0,1 0 0 0 0,0 0 0 0 0,0-1 0 0 0,1 1 0 0 0,1 0 0 0 0,-1 0-1 0 0,1 1 1 0 0,1-1 0 0 0,0 0 0 0 0,0 1 0 0 0,3-4 7 0 0,34-30-402 0 0,2 1 1 0 0,2 3-1 0 0,1 2 0 0 0,2 1 0 0 0,1 3 0 0 0,31-14 402 0 0,-69 40-166 0 0,5-4-245 0 0,52-29-1896 0 0,-24 22-3178 0 0,-34 16 751 0 0</inkml:trace>
  <inkml:trace contextRef="#ctx0" brushRef="#br0" timeOffset="1556.251">1408 189 456 0 0,'0'0'882'0'0,"0"0"192"0"0,0 0 1274 0 0,0 0-431 0 0,0 0-577 0 0,0 0-311 0 0,0 0-185 0 0,0 0-130 0 0,0 0-176 0 0,0 0-95 0 0,0 5-1 0 0,53 156 2196 0 0,-38-112-2479 0 0,-2 0 1 0 0,-2 0-1 0 0,-2 1 0 0 0,-2 1 0 0 0,-2-1 0 0 0,-3 1 0 0 0,-2 0 0 0 0,-3 15-159 0 0,3-65 1 0 0,0 0 0 0 0,1-1 0 0 0,-1 1 1 0 0,0 0-1 0 0,0 0 0 0 0,0 0 0 0 0,0-1 0 0 0,1 1 0 0 0,-1 0 0 0 0,0 0 0 0 0,-1-1 1 0 0,1 1-1 0 0,0 0 0 0 0,0 0 0 0 0,0 0 0 0 0,0-1 0 0 0,-1 1 0 0 0,1 0 0 0 0,0-1 0 0 0,0 1 1 0 0,-1 0-1 0 0,1-1 0 0 0,-1 1 0 0 0,1 0 0 0 0,-1-1 0 0 0,1 1 0 0 0,-1 0 0 0 0,1-1 0 0 0,-1 1 1 0 0,1-1-1 0 0,-1 1 0 0 0,0-1 0 0 0,1 0 0 0 0,-1 1 0 0 0,0-1 0 0 0,0 0 0 0 0,1 1 1 0 0,-1-1-1 0 0,0 0 0 0 0,0 0 0 0 0,1 1 0 0 0,-1-1 0 0 0,0 0 0 0 0,0 0 0 0 0,1 0 0 0 0,-1 0 1 0 0,0 0-1 0 0,0 0 0 0 0,0 0 0 0 0,1-1 0 0 0,-1 1 0 0 0,0 0 0 0 0,0 0 0 0 0,1-1 1 0 0,-1 1-1 0 0,0 0 0 0 0,1-1 0 0 0,-1 1 0 0 0,0 0 0 0 0,1-1 0 0 0,-1 1 0 0 0,1-1 0 0 0,-1 1 1 0 0,0-1-1 0 0,1 0 0 0 0,-1 1 0 0 0,1-1-1 0 0,-34-46-258 0 0,31 40 255 0 0,0 0 1 0 0,0-1-1 0 0,0 1 1 0 0,1-1-1 0 0,0 0 0 0 0,0 0 1 0 0,1 0-1 0 0,0 0 1 0 0,1 0-1 0 0,0 0 1 0 0,0 0-1 0 0,0 0 1 0 0,1 0-1 0 0,0 0 0 0 0,1 0 1 0 0,0 0-1 0 0,0 0 1 0 0,1 1-1 0 0,0-1 1 0 0,0 1-1 0 0,1-1 1 0 0,-1 1-1 0 0,2 0 1 0 0,-1 1-1 0 0,1-1 0 0 0,0 1 1 0 0,0 0-1 0 0,1 0 1 0 0,0 0-1 0 0,0 1 1 0 0,0 0-1 0 0,1 0 1 0 0,-1 1-1 0 0,1 0 0 0 0,7-3 3 0 0,4-1-29 0 0,1 1 0 0 0,0 0 0 0 0,0 2 0 0 0,0 0 0 0 0,1 2 0 0 0,0 0 0 0 0,0 1-1 0 0,0 0 1 0 0,0 2 0 0 0,0 1 0 0 0,0 0 0 0 0,-1 1 0 0 0,1 2 0 0 0,0 0-1 0 0,-1 1 1 0 0,0 0 0 0 0,0 2 0 0 0,0 0 0 0 0,-1 1 0 0 0,0 1 0 0 0,-1 1 0 0 0,0 1-1 0 0,0 0 1 0 0,-1 1 0 0 0,-1 0 0 0 0,13 14 29 0 0,-24-22 26 0 0,-1-1 0 0 0,0 1 0 0 0,0 0 0 0 0,0 0 0 0 0,0 1 0 0 0,-1-1 0 0 0,1 0 0 0 0,-1 1 0 0 0,0 0 0 0 0,-1-1 0 0 0,1 1 0 0 0,-1 0 0 0 0,0 0 0 0 0,0 0 0 0 0,0 0 0 0 0,-1 0 0 0 0,0 0 0 0 0,0 0 0 0 0,0 0 0 0 0,0 0 0 0 0,-1 0 0 0 0,0 0 0 0 0,0 0 0 0 0,0 0 0 0 0,-1-1 0 0 0,0 1 1 0 0,0 0-1 0 0,0-1 0 0 0,0 1 0 0 0,-1-1 0 0 0,1 0 0 0 0,-1 0 0 0 0,0 0 0 0 0,-1 0 0 0 0,1 0 0 0 0,0-1 0 0 0,-1 1 0 0 0,0-1 0 0 0,0 0 0 0 0,0 0 0 0 0,0 0 0 0 0,-1-1 0 0 0,1 0 0 0 0,-4 2-26 0 0,-11 8-109 0 0,-2 0 0 0 0,1-1 1 0 0,-1-1-1 0 0,-1 0 0 0 0,0-2 0 0 0,0-1 1 0 0,-1-1-1 0 0,1-1 0 0 0,-1 0 0 0 0,-1-2 1 0 0,-21 0 108 0 0,43-3-219 0 0,0 0 1 0 0,-1 0 0 0 0,1-1 0 0 0,0 1 0 0 0,0-1-1 0 0,0 1 1 0 0,0-1 0 0 0,0 0 0 0 0,0 0 0 0 0,0 0-1 0 0,0 0 1 0 0,0 0 0 0 0,0 0 0 0 0,1 0 0 0 0,-1-1-1 0 0,0 1 1 0 0,1-1 0 0 0,-1 1 0 0 0,1-1 0 0 0,0 0-1 0 0,-1 1 1 0 0,1-1 0 0 0,0 0 0 0 0,0 0 0 0 0,0 0-1 0 0,0 0 1 0 0,0 0 0 0 0,1 0 0 0 0,-1 0 218 0 0,0-19-3621 0 0</inkml:trace>
  <inkml:trace contextRef="#ctx0" brushRef="#br0" timeOffset="2046.38">2339 189 1200 0 0,'0'0'1220'0'0,"0"0"732"0"0,0 0 869 0 0,0 0-648 0 0,0 0-640 0 0,0 0-328 0 0,0 0-183 0 0,0 0-148 0 0,0 0-273 0 0,0 0-186 0 0,25 12-91 0 0,84 40-8 0 0,-97-45-296 0 0,0 1 0 0 0,-1 0 1 0 0,0 0-1 0 0,-1 1 0 0 0,0 0 0 0 0,0 1 0 0 0,-1 0 1 0 0,0 0-1 0 0,-1 1 0 0 0,0 0 0 0 0,-1 1 0 0 0,3 6-20 0 0,-2-6 1 0 0,1 3 11 0 0,1-1-1 0 0,-2 1 1 0 0,0 1-1 0 0,-1 0 1 0 0,-1 0-1 0 0,0 0 0 0 0,-1 1 1 0 0,-1-1-1 0 0,0 1 1 0 0,-2 0-1 0 0,0 1 0 0 0,0-1 1 0 0,-2 0-1 0 0,0 0 1 0 0,-1 1-1 0 0,-1-1 0 0 0,0 0 1 0 0,-2 0-1 0 0,0 0 1 0 0,0-1-1 0 0,-2 1 1 0 0,0-1-1 0 0,-1 0 0 0 0,0-1 1 0 0,-6 9-12 0 0,-56 68-862 0 0,15-38-5771 0 0,36-44 1763 0 0</inkml:trace>
  <inkml:trace contextRef="#ctx0" brushRef="#br0" timeOffset="2347.06">3057 652 2520 0 0,'0'0'4349'0'0,"0"0"-1185"0"0,0 0-1564 0 0,0 0-204 0 0,0 0-124 0 0,0 0-136 0 0,0 0-420 0 0,0 0-239 0 0,205 9-413 0 0,-160-9-64 0 0,-1 0-300 0 0,-4 0-145 0 0,5-3-143 0 0,-9-4-336 0 0,0-2-676 0 0,-12 0-1684 0 0,5-3-2313 0 0</inkml:trace>
  <inkml:trace contextRef="#ctx0" brushRef="#br0" timeOffset="2997.551">3871 795 236 0 0,'0'0'1157'0'0,"0"0"-232"0"0,0 0 865 0 0,0 0 162 0 0,0 0-376 0 0,0 0-303 0 0,0 0-72 0 0,0 0 82 0 0,0 0-42 0 0,17 5-170 0 0,51 16-159 0 0,-23-32 3259 0 0,-27-54-4062 0 0,-17 53 179 0 0,5-56-303 0 0,-4 1-1 0 0,-2-1 1 0 0,-4 0 0 0 0,-4-14 15 0 0,-4-134-506 0 0,11 210 486 0 0,1 0 0 0 0,0 0 1 0 0,0-1-1 0 0,1 1 0 0 0,-1 0 1 0 0,1-1-1 0 0,1 1 0 0 0,-1 0 1 0 0,1 0-1 0 0,0 0 0 0 0,0 0 0 0 0,1 1 1 0 0,0-1-1 0 0,0 0 0 0 0,0 1 1 0 0,1 0-1 0 0,-1 0 0 0 0,1 0 1 0 0,1 0-1 0 0,-1 1 0 0 0,1-1 1 0 0,-1 1-1 0 0,1 0 0 0 0,0 0 1 0 0,1 1-1 0 0,-1 0 0 0 0,1 0 0 0 0,-1 0 1 0 0,1 0-1 0 0,0 1 0 0 0,0 0 1 0 0,0 1-1 0 0,0-1 0 0 0,0 1 1 0 0,1 0-1 0 0,-1 0 0 0 0,0 1 1 0 0,2 0 19 0 0,21-1-875 0 0,-1 1 0 0 0,0 1 1 0 0,0 2-1 0 0,0 1 1 0 0,0 1-1 0 0,-1 1 1 0 0,0 1-1 0 0,25 11 875 0 0,-14 14-5522 0 0,-29-19 1507 0 0</inkml:trace>
  <inkml:trace contextRef="#ctx0" brushRef="#br0" timeOffset="3236.22">3988 441 10253 0 0,'0'0'1800'0'0,"0"0"-1144"0"0,0 0-32 0 0,0 0 468 0 0,0 0 96 0 0,0 0-520 0 0,0 0-383 0 0,0 0-285 0 0,0 0-241 0 0,214 31-199 0 0,-178-28-216 0 0,0 2-352 0 0,4-1-484 0 0,-3-1-1028 0 0,-13-1-1748 0 0</inkml:trace>
  <inkml:trace contextRef="#ctx0" brushRef="#br0" timeOffset="3634.23">4915 193 456 0 0,'0'0'6175'0'0,"0"0"-3144"0"0,0 0-1747 0 0,0 0-489 0 0,0 0-36 0 0,0 0 69 0 0,-23 16-205 0 0,-71 53-323 0 0,86-63-279 0 0,0 1 1 0 0,0-1-1 0 0,1 1 0 0 0,1 1 1 0 0,-1-1-1 0 0,1 1 1 0 0,0 0-1 0 0,1 1 1 0 0,0-1-1 0 0,0 1 0 0 0,1 0 1 0 0,0 0-1 0 0,0 3-21 0 0,-6 12 75 0 0,4-14-98 0 0,1 0 0 0 0,1 0 0 0 0,0 0 0 0 0,0 0 0 0 0,1 1 0 0 0,0-1 0 0 0,0 1 0 0 0,2 0 0 0 0,-1 0 0 0 0,1 0 0 0 0,1 0 0 0 0,0 0 0 0 0,0 0 0 0 0,1 0 0 0 0,1 0 0 0 0,0 0 0 0 0,0 0 0 0 0,1-1 0 0 0,1 1 0 0 0,0-1 0 0 0,0 1 0 0 0,1-1 0 0 0,0-1 1 0 0,0 1-1 0 0,1-1 0 0 0,1 0 0 0 0,-1 0 0 0 0,3 1 23 0 0,92 64-3660 0 0,-26-39-2715 0 0,-42-23 2505 0 0</inkml:trace>
  <inkml:trace contextRef="#ctx0" brushRef="#br0" timeOffset="4175.869">5254 262 2236 0 0,'0'0'1148'0'0,"0"0"1921"0"0,0 0-1248 0 0,0 0-801 0 0,0 0 123 0 0,0 0 13 0 0,0 0-243 0 0,33 5-361 0 0,108 20-287 0 0,-133-23-237 0 0,1-1 1 0 0,-1 2 0 0 0,1-1 0 0 0,-1 1 0 0 0,0 0 0 0 0,0 1-1 0 0,-1-1 1 0 0,1 2 0 0 0,-1-1 0 0 0,0 1 0 0 0,0 0-1 0 0,0 1 1 0 0,0-1 0 0 0,-1 1 0 0 0,0 1 0 0 0,-1-1 0 0 0,1 1-1 0 0,-1 0 1 0 0,0 0 0 0 0,-1 0 0 0 0,2 4-29 0 0,1 6 30 0 0,-1-1 1 0 0,0 1-1 0 0,-1 0 1 0 0,-1 0-1 0 0,0 1 1 0 0,-2-1-1 0 0,0 1 1 0 0,-1 0-1 0 0,0-1 1 0 0,-2 1-1 0 0,-1 14-30 0 0,1 18-32 0 0,-15 34-361 0 0,-34-127-1079 0 0,20 24 1622 0 0,-1 0 0 0 0,-1 3 0 0 0,0 0 0 0 0,-1 2 0 0 0,-1 1 0 0 0,0 2 0 0 0,-1 2-1 0 0,0 1 1 0 0,0 1 0 0 0,-1 2 0 0 0,0 2 0 0 0,-18 0-150 0 0,51 4 20 0 0,1-1 0 0 0,-1 0 0 0 0,0 1 0 0 0,1-1 0 0 0,-1 1 0 0 0,1 0 0 0 0,-1 0 0 0 0,1 0 0 0 0,-1 0 0 0 0,1 0 0 0 0,0 1 0 0 0,0-1 0 0 0,-1 0 0 0 0,1 1 0 0 0,0 0 0 0 0,0 0 0 0 0,0 0 0 0 0,1-1 0 0 0,-1 2 0 0 0,0-1 0 0 0,1 0 0 0 0,-1 0 0 0 0,1 0 0 0 0,0 1 0 0 0,0-1 0 0 0,0 1-1 0 0,0-1 1 0 0,0 1 0 0 0,1-1 0 0 0,-1 1 0 0 0,1-1 0 0 0,-1 1 0 0 0,1 0 0 0 0,0-1 0 0 0,0 1 0 0 0,0 0 0 0 0,0-1 0 0 0,1 1 0 0 0,-1-1 0 0 0,1 1 0 0 0,-1 0 0 0 0,1-1 0 0 0,0 1 0 0 0,0-1 0 0 0,0 0 0 0 0,1 1 0 0 0,-1-1 0 0 0,0 0 0 0 0,1 0 0 0 0,0 1 0 0 0,-1-1 0 0 0,1-1 0 0 0,0 1 0 0 0,0 0 0 0 0,0 0 0 0 0,0-1 0 0 0,0 1 0 0 0,1-1 0 0 0,-1 1 0 0 0,0-1-1 0 0,1 0 1 0 0,-1 0 0 0 0,1 0-20 0 0,16 11-103 0 0,1-1-1 0 0,0-1 0 0 0,0-1 0 0 0,1-1 0 0 0,0 0 0 0 0,1-2 1 0 0,-1 0-1 0 0,1-2 0 0 0,20 2 104 0 0,118-4-5357 0 0,-129-9 1816 0 0,1-4-2050 0 0</inkml:trace>
  <inkml:trace contextRef="#ctx0" brushRef="#br0" timeOffset="4493.631">5883 165 2540 0 0,'0'0'516'0'0,"0"0"1404"0"0,0 0 362 0 0,0 0-947 0 0,0 0-543 0 0,0 0 61 0 0,0 0-57 0 0,0 0-234 0 0,0 0-134 0 0,0 0-55 0 0,20 13 33 0 0,64 43-10 0 0,9 47 732 0 0,-72-70-820 0 0,-6-15-222 0 0,0 0 1 0 0,-2 0 0 0 0,0 1-1 0 0,-1 1 1 0 0,-1 0 0 0 0,-1 1-1 0 0,-1 0 1 0 0,0 0 0 0 0,-2 1-1 0 0,0 0 1 0 0,-2 1 0 0 0,0-1-1 0 0,-2 1 1 0 0,0 0 0 0 0,-2 0-1 0 0,0 0 1 0 0,-2 6-87 0 0,-5-16-28 0 0,-1 0-1 0 0,-1 0 1 0 0,1-1 0 0 0,-2 1-1 0 0,0-2 1 0 0,0 1 0 0 0,-1-1-1 0 0,-1-1 1 0 0,0 0 0 0 0,0 0-1 0 0,-1-1 1 0 0,0-1 0 0 0,0 0-1 0 0,-1-1 1 0 0,0 0 0 0 0,0 0-1 0 0,-1-2 1 0 0,-7 3 28 0 0,-73 24-4094 0 0,28-21-917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0:43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1 364 0 0,'0'0'277'0'0,"0"0"259"0"0,0 0 621 0 0,0 0 798 0 0,0 0-339 0 0,0 0-431 0 0,0 0-240 0 0,0 0-135 0 0,0 0-133 0 0,2 7-132 0 0,4 13-372 0 0,0-1 0 0 0,-2 1 0 0 0,0 1 0 0 0,-1-1-1 0 0,-1 0 1 0 0,-1 1 0 0 0,-1-1 0 0 0,-1 1 0 0 0,-1-1 0 0 0,0 1 0 0 0,-2-1 0 0 0,0 0 0 0 0,-1 0 0 0 0,-2-1-1 0 0,1 1 1 0 0,-2-1 0 0 0,-1-1 0 0 0,-3 6-173 0 0,12-24 0 0 0,0 1 0 0 0,0 0 0 0 0,-1 0 0 0 0,1-1-1 0 0,0 1 1 0 0,0 0 0 0 0,-1-1 0 0 0,1 1 0 0 0,0 0-1 0 0,-1-1 1 0 0,1 1 0 0 0,-1 0 0 0 0,1-1 0 0 0,-1 1 0 0 0,1-1-1 0 0,-1 1 1 0 0,1-1 0 0 0,-1 1 0 0 0,0-1 0 0 0,1 1 0 0 0,-1-1-1 0 0,0 0 1 0 0,1 1 0 0 0,-1-1 0 0 0,0 0 0 0 0,0 0 0 0 0,1 1-1 0 0,-1-1 1 0 0,0 0 0 0 0,0 0 0 0 0,1 0 0 0 0,-1 0 0 0 0,0 0-1 0 0,0 0 1 0 0,1 0 0 0 0,-1 0 0 0 0,0 0 0 0 0,0 0 0 0 0,1-1-1 0 0,-1 1 1 0 0,0 0 0 0 0,1 0 0 0 0,-1-1 0 0 0,0 1 0 0 0,1 0-1 0 0,-1-1 1 0 0,0 1 0 0 0,1-1 0 0 0,-1 1 0 0 0,1-1-1 0 0,-1 1 1 0 0,0-1 0 0 0,1 1 0 0 0,0-1 0 0 0,-1 0 0 0 0,-4-2 8 0 0,2 0-3 0 0,1-1 0 0 0,0 0 0 0 0,-1 1 0 0 0,1-1 0 0 0,1 0 0 0 0,-1 0 0 0 0,0 0 0 0 0,1 0 0 0 0,0 0 0 0 0,0-1 0 0 0,0 1 0 0 0,1 0 0 0 0,-1-1 0 0 0,1 1 0 0 0,0 0 0 0 0,0 0 0 0 0,1-1 0 0 0,-1 1 0 0 0,1 0 0 0 0,0 0 0 0 0,0-1 0 0 0,1 1 0 0 0,-1 0 0 0 0,1 0 0 0 0,-1 0 0 0 0,1 0 0 0 0,1 1 0 0 0,-1-1 0 0 0,0 1 0 0 0,1-1 0 0 0,0 1 0 0 0,0 0 0 0 0,0 0 0 0 0,0 0 0 0 0,0 0 0 0 0,1 0 0 0 0,1 0-5 0 0,3-1 13 0 0,0 0 0 0 0,-1 1 0 0 0,2 0 0 0 0,-1 1 0 0 0,0 0 0 0 0,0 0 0 0 0,1 1 0 0 0,-1 0 1 0 0,1 0-1 0 0,-1 1 0 0 0,1 0 0 0 0,-1 1 0 0 0,1 0 0 0 0,-1 0 0 0 0,0 0 0 0 0,1 1 0 0 0,-1 1 0 0 0,0-1 0 0 0,0 1 0 0 0,0 1 0 0 0,-1 0 0 0 0,1 0 0 0 0,-1 0 0 0 0,0 1 0 0 0,0 0 0 0 0,0 0 0 0 0,-1 1 0 0 0,0-1 0 0 0,0 1 0 0 0,0 1 0 0 0,3 4-13 0 0,-7-8 21 0 0,0 0 0 0 0,0 0 0 0 0,0 1 0 0 0,-1-1 0 0 0,1 0 1 0 0,-1 0-1 0 0,0 1 0 0 0,1-1 0 0 0,-2 1 0 0 0,1-1 0 0 0,0 1 0 0 0,-1 0 0 0 0,1-1 0 0 0,-1 1 0 0 0,0-1 0 0 0,-1 1 0 0 0,1 0 0 0 0,0-1 0 0 0,-1 1 0 0 0,0-1 0 0 0,0 1 0 0 0,0-1 0 0 0,0 1 0 0 0,-1-1 0 0 0,1 0 0 0 0,-1 1 1 0 0,0-1-1 0 0,0 0 0 0 0,0 0 0 0 0,0 0 0 0 0,0-1 0 0 0,-1 1 0 0 0,0 0 0 0 0,1-1 0 0 0,-1 0 0 0 0,0 0 0 0 0,-2 2-21 0 0,-123 70 96 0 0,125-73-115 0 0,-128 36-1923 0 0,114-73-4941 0 0,17 25 3697 0 0</inkml:trace>
  <inkml:trace contextRef="#ctx0" brushRef="#br0" timeOffset="285.334">606 249 40 0 0,'0'0'1569'0'0,"0"0"2429"0"0,0 0-1439 0 0,0 0-938 0 0,0 0-182 0 0,0 0-202 0 0,0 0-228 0 0,0 0-246 0 0,0 0-311 0 0,0 0-227 0 0,24 3-116 0 0,152 17-483 0 0,-151-12-568 0 0,7 2-2818 0 0,-17-14-3496 0 0,-13-2 4967 0 0</inkml:trace>
  <inkml:trace contextRef="#ctx0" brushRef="#br0" timeOffset="920.526">1085 80 12 0 0,'0'0'766'0'0,"0"0"1341"0"0,0 0 1456 0 0,0 0-1431 0 0,0 0-580 0 0,0 0-137 0 0,0 0-145 0 0,0 0-324 0 0,0 0-308 0 0,0 0-240 0 0,32 3-106 0 0,98 12-47 0 0,-124-14-233 0 0,1-1-1 0 0,-1 1 1 0 0,0 1-1 0 0,0-1 1 0 0,0 1 0 0 0,0 0-1 0 0,-1 1 1 0 0,1-1-1 0 0,0 1 1 0 0,-1 0 0 0 0,0 0-1 0 0,0 1 1 0 0,0 0-1 0 0,0 0 1 0 0,0 0-1 0 0,-1 0 1 0 0,0 1 0 0 0,0 0-1 0 0,2 2-11 0 0,5 6 13 0 0,-6-7-48 0 0,0 0-1 0 0,0 0 1 0 0,-1 1-1 0 0,0-1 0 0 0,0 1 1 0 0,0 0-1 0 0,-1 0 1 0 0,0 0-1 0 0,-1 0 0 0 0,0 1 1 0 0,0-1-1 0 0,0 1 0 0 0,-1-1 1 0 0,0 1-1 0 0,0 0 1 0 0,-1-1-1 0 0,0 1 0 0 0,0 0 1 0 0,-1 0-1 0 0,0-1 1 0 0,-1 1-1 0 0,1-1 0 0 0,-2 1 1 0 0,1-1-1 0 0,-1 0 1 0 0,0 1-1 0 0,0-2 0 0 0,-1 1 1 0 0,-3 6 35 0 0,-122 103-496 0 0,108-129-178 0 0,10-10 561 0 0,-6 6-83 0 0,13 11 179 0 0,-1 0 0 0 0,0 0 0 0 0,0 0-1 0 0,-1 0 1 0 0,1 1 0 0 0,-1 0 0 0 0,0 0-1 0 0,-1 1 1 0 0,1-1 0 0 0,-1 1 0 0 0,0 1 0 0 0,0 0-1 0 0,0-1 1 0 0,0 2 0 0 0,-1-1 0 0 0,1 1-1 0 0,-1 1 1 0 0,0-1 0 0 0,1 1 0 0 0,-1 0-1 0 0,-4 1 18 0 0,9 3 33 0 0,1 0-1 0 0,-1 0 0 0 0,1 0 0 0 0,0 1 0 0 0,0-1 0 0 0,0 1 0 0 0,1-1 1 0 0,-1 1-1 0 0,1 0 0 0 0,0-1 0 0 0,0 1 0 0 0,0 0 0 0 0,1 0 0 0 0,-1 0 0 0 0,1 0 1 0 0,0 0-1 0 0,0 0 0 0 0,0 0 0 0 0,0 0 0 0 0,1-1 0 0 0,0 1 0 0 0,0 0 1 0 0,0 0-1 0 0,0 0 0 0 0,1-1 0 0 0,0 3-32 0 0,6 2 62 0 0,1 0 0 0 0,0 0 0 0 0,1-1 0 0 0,-1 0 0 0 0,1-1 0 0 0,1 0 0 0 0,-1 0 1 0 0,1-1-1 0 0,0 0 0 0 0,0-1 0 0 0,0-1 0 0 0,1 0 0 0 0,-1 0 0 0 0,7 0-62 0 0,12 5 138 0 0,-6 0-227 0 0,76 19-2209 0 0,-99-27-516 0 0,-1 0-2283 0 0,0-3 856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1:08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1 104 6445 0 0,'0'0'2309'0'0,"0"0"-532"0"0,0 0-235 0 0,0 0-306 0 0,0 0-288 0 0,0 0-327 0 0,0 0-259 0 0,0 0-81 0 0,0 0-9 0 0,0 0-42 0 0,30-7 5 0 0,208-51 561 0 0,-207 48-559 0 0,-24 6-158 0 0,-1 0 1 0 0,1 1-1 0 0,0 0 0 0 0,0 0 1 0 0,0 0-1 0 0,0 1 0 0 0,1 0 1 0 0,-1 1-1 0 0,0 0 0 0 0,1 0 1 0 0,-1 0-1 0 0,1 1 0 0 0,-1 0 1 0 0,1 0-1 0 0,-1 1 0 0 0,1 0 1 0 0,-1 1-1 0 0,1-1 0 0 0,-1 1 1 0 0,0 1-1 0 0,0-1 0 0 0,0 1 1 0 0,0 1-1 0 0,0-1 0 0 0,-1 1 1 0 0,0 0-1 0 0,0 0 0 0 0,0 1 1 0 0,0 0-1 0 0,0 0 0 0 0,2 4-79 0 0,6 20-29 0 0,-1 0-1 0 0,-1 1 0 0 0,-1 1 0 0 0,-2 0 0 0 0,-2 0 0 0 0,0 1 0 0 0,-2 0 1 0 0,-2 0-1 0 0,0 0 0 0 0,-3 0 0 0 0,0 1 0 0 0,-6 31 30 0 0,5 17-22 0 0,-7 228 596 0 0,24-327-552 0 0,-13 9-48 0 0,-1-1 0 0 0,0 1-1 0 0,0 0 1 0 0,-1 0 0 0 0,0-1 0 0 0,-1 1 0 0 0,0-1 0 0 0,-1 1 0 0 0,1 0-1 0 0,-2-1 1 0 0,0 1 0 0 0,0 0 0 0 0,0 0 0 0 0,-1 0 0 0 0,0 0 0 0 0,-1 0-1 0 0,0 1 1 0 0,-1-1 0 0 0,1 1 0 0 0,-2 0 0 0 0,1 1 0 0 0,-1-1 0 0 0,0 1-1 0 0,0 0 1 0 0,-1 1 0 0 0,0-1 0 0 0,-1 1 26 0 0,-5-6 27 0 0,1 2 0 0 0,-2 0 1 0 0,1 0-1 0 0,-1 1 0 0 0,-1 1 0 0 0,1 0 1 0 0,-1 1-1 0 0,-1 1 0 0 0,1 0 0 0 0,-1 1 1 0 0,0 1-1 0 0,-1 0 0 0 0,1 1 0 0 0,0 1 0 0 0,-4 1-27 0 0,11-1-13 0 0,-1 1-1 0 0,0 0 0 0 0,0 1 0 0 0,0 0 0 0 0,0 0 0 0 0,1 1 0 0 0,-1 1 0 0 0,0-1 0 0 0,0 2 0 0 0,1-1 0 0 0,-1 1 0 0 0,1 1 0 0 0,0 0 0 0 0,0 0 0 0 0,0 1 0 0 0,1 0 0 0 0,0 0 0 0 0,0 1 0 0 0,0 0 0 0 0,0 0 0 0 0,1 1 0 0 0,0 0 0 0 0,0 1 0 0 0,1-1 0 0 0,0 1 0 0 0,1 0 1 0 0,-1 1-1 0 0,2-1 0 0 0,-1 1 0 0 0,1 0 0 0 0,0 0 0 0 0,0 2 14 0 0,3-8-5 0 0,0 1 0 0 0,1-1 0 0 0,-1 1 0 0 0,1-1 0 0 0,-1 1 0 0 0,1-1 0 0 0,0 1 1 0 0,0 0-1 0 0,1-1 0 0 0,-1 1 0 0 0,1-1 0 0 0,-1 1 0 0 0,1-1 0 0 0,0 0 0 0 0,1 1 0 0 0,-1-1 0 0 0,1 0 1 0 0,-1 0-1 0 0,1 1 0 0 0,0-1 0 0 0,0-1 0 0 0,0 1 0 0 0,0 0 0 0 0,1 0 0 0 0,-1-1 0 0 0,1 1 0 0 0,0-1 1 0 0,-1 0-1 0 0,1 0 0 0 0,0 0 0 0 0,0 0 0 0 0,1-1 0 0 0,-1 1 0 0 0,0-1 0 0 0,0 1 0 0 0,1-1 0 0 0,-1 0 1 0 0,1-1-1 0 0,-1 1 0 0 0,3 0 5 0 0,39 9-504 0 0,1-2 0 0 0,0-2 1 0 0,0-2-1 0 0,0-1 0 0 0,1-3 1 0 0,-1-2-1 0 0,20-4 504 0 0,61-17-5760 0 0,-80 11 200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1:09.5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1 769 6037 0 0,'0'0'2742'0'0,"0"0"-719"0"0,0 0-235 0 0,0 0-386 0 0,0 0-246 0 0,35 3-216 0 0,168 10 306 0 0,114-36 162 0 0,-318 23-1565 0 0,1 0 1 0 0,0 0-1 0 0,-1-1 0 0 0,1 1 1 0 0,0 0-1 0 0,-1 0 1 0 0,1-1-1 0 0,0 1 0 0 0,-1 0 1 0 0,1 0-1 0 0,0-1 1 0 0,0 1-1 0 0,-1 0 0 0 0,1-1 1 0 0,0 1-1 0 0,0-1 1 0 0,-1 1-1 0 0,1 0 0 0 0,0-1 1 0 0,0 1-1 0 0,0 0 1 0 0,0-1-1 0 0,0 1 0 0 0,0-1 1 0 0,0 1-1 0 0,0-1 1 0 0,0 1-1 0 0,0 0 1 0 0,0-1-1 0 0,0 1 0 0 0,0-1 1 0 0,0 1-1 0 0,0-1 1 0 0,0 1-1 0 0,0 0 0 0 0,0-1 1 0 0,1 1-1 0 0,-1 0 1 0 0,0-1-1 0 0,0 1 0 0 0,0-1 1 0 0,1 1-1 0 0,-1 0 1 0 0,0-1-1 0 0,1 1 0 0 0,-1 0 1 0 0,0 0-1 0 0,1-1 1 0 0,-1 1-1 0 0,0 0 0 0 0,1 0 1 0 0,-1-1-1 0 0,0 1 1 0 0,1 0-1 0 0,-1 0 0 0 0,1 0 157 0 0,-49-18-7973 0 0,42 16 7150 0 0,-24-8-353 0 0</inkml:trace>
  <inkml:trace contextRef="#ctx0" brushRef="#br0" timeOffset="351.656">340 528 328 0 0,'0'0'187'0'0,"0"0"836"0"0,0 0 2261 0 0,0 0-996 0 0,0 0-830 0 0,0 0-236 0 0,0 0-24 0 0,0 0 72 0 0,0 0-100 0 0,0 0-235 0 0,8 4-115 0 0,27 15-6 0 0,-33 38 876 0 0,-4-51-1561 0 0,-66 325 1170 0 0,23-89-3640 0 0,23-199-904 0 0,1-21-6604 0 0,13-19 7173 0 0</inkml:trace>
  <inkml:trace contextRef="#ctx0" brushRef="#br0" timeOffset="1767.646">1045 1127 836 0 0,'0'0'642'0'0,"0"0"1100"0"0,0 0 1999 0 0,0 0-1756 0 0,0 0-909 0 0,0 0-185 0 0,0 0-73 0 0,0 0-51 0 0,0 0-147 0 0,0 0-153 0 0,11-5-111 0 0,92-83 1678 0 0,-46 8-1264 0 0,-4-2 0 0 0,-3-2 0 0 0,-3-2-1 0 0,28-78-769 0 0,52-189-237 0 0,-73 169 626 0 0,26 287 1492 0 0,375 349-2016 0 0,-208-108 96 0 0,-176-271 46 0 0,-56-60-13 0 0,-1 0 0 0 0,0 1 0 0 0,-1 1 0 0 0,0 1 0 0 0,-1-1 0 0 0,-1 2 0 0 0,-1 0 0 0 0,0 0 0 0 0,0 3 6 0 0,6 20 122 0 0,-16-40-119 0 0,0 0 8 0 0,0 0 7 0 0,0 0 18 0 0,0 0-19 0 0,0 0-21 0 0,0 0-37 0 0,-37 0-414 0 0,-370 19 54 0 0,-187-35 1132 0 0,-53-31-731 0 0,425 38-1403 0 0,228 34-15932 0 0,5-12 15310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1:07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1016 0 0,'0'0'707'0'0,"0"0"1602"0"0,0 0-678 0 0,0 0-356 0 0,0 0-181 0 0,0 0-173 0 0,0 0-76 0 0,0 0-71 0 0,14-6-32 0 0,186-75 5302 0 0,-212 114-4646 0 0,4-12-1364 0 0,1 1 0 0 0,1 0-1 0 0,0 0 1 0 0,2 0 0 0 0,1 1 0 0 0,0 0 0 0 0,2-1 0 0 0,1 1 0 0 0,1 1-34 0 0,-4 51-14 0 0,-21 356 407 0 0,-1-215-93 0 0,-11-452-550 0 0,34 196 240 0 0,1 33 9 0 0,0-1 1 0 0,0 1-1 0 0,0-1 1 0 0,1 0-1 0 0,0 1 1 0 0,0-1-1 0 0,1 0 1 0 0,0 1 0 0 0,1-1-1 0 0,-1 0 1 0 0,1 1-1 0 0,1 0 1 0 0,0-1-1 0 0,0 1 1 0 0,0 0-1 0 0,1 1 1 0 0,-1-1-1 0 0,2 0 1 0 0,-1 1-1 0 0,5-4 1 0 0,-1 3 15 0 0,0 0 0 0 0,1 1-1 0 0,0 0 1 0 0,1 1 0 0 0,-1 0-1 0 0,1 1 1 0 0,0-1 0 0 0,0 2-1 0 0,1 0 1 0 0,-1 0 0 0 0,1 0-1 0 0,-1 2 1 0 0,1-1 0 0 0,0 1-1 0 0,0 1 1 0 0,-1 0-1 0 0,1 0 1 0 0,0 1 0 0 0,0 1-1 0 0,-1 0 1 0 0,1 0 0 0 0,-1 1-1 0 0,0 0 1 0 0,1 1 0 0 0,-1 0-1 0 0,-1 1 1 0 0,1 0 0 0 0,-1 0-1 0 0,0 1 1 0 0,0 0 0 0 0,0 1-1 0 0,-1 0 1 0 0,0 0 0 0 0,0 1-1 0 0,-1 0 1 0 0,0 1-15 0 0,8 7 45 0 0,-1 1 1 0 0,0 1 0 0 0,-2 0-1 0 0,0 0 1 0 0,-1 2-1 0 0,-1-1 1 0 0,-1 1-1 0 0,0 1 1 0 0,-2 0 0 0 0,0 0-1 0 0,-2 0 1 0 0,0 1-1 0 0,-1 0 1 0 0,0 17-46 0 0,-7-29 56 0 0,-1 0 1 0 0,-1 0-1 0 0,1 0 1 0 0,-2 0-1 0 0,1-1 1 0 0,-1 0-1 0 0,-1 0 0 0 0,1-1 1 0 0,-2 1-1 0 0,1-1 1 0 0,-1-1-1 0 0,0 0 1 0 0,-1 0-1 0 0,1 0 1 0 0,-1-1-1 0 0,-1-1 1 0 0,1 1-1 0 0,-1-1 0 0 0,0-1 1 0 0,0 0-1 0 0,0 0 1 0 0,-1-1-1 0 0,1-1 1 0 0,-9 2-57 0 0,8-2-108 0 0,0 0 1 0 0,0-1 0 0 0,0 0 0 0 0,-1 0-1 0 0,1-1 1 0 0,0-1 0 0 0,-1 0 0 0 0,1 0-1 0 0,0-1 1 0 0,0-1 0 0 0,0 0 0 0 0,0 0-1 0 0,1-1 1 0 0,-1 0 0 0 0,1-1 0 0 0,0 0-1 0 0,0-1 1 0 0,1 0 0 0 0,-1-1 0 0 0,1 0-1 0 0,1 0 1 0 0,-1-1 0 0 0,-6-7 107 0 0,1-52-5594 0 0,14 54 3020 0 0,0-17-3802 0 0</inkml:trace>
  <inkml:trace contextRef="#ctx0" brushRef="#br0" timeOffset="506.44">823 816 116 0 0,'0'0'1582'0'0,"0"0"2779"0"0,0 0-1052 0 0,0 0-1236 0 0,0 0-340 0 0,0 0-98 0 0,0 0-69 0 0,0 0-204 0 0,34-1-263 0 0,238-12 732 0 0,-77 1-1398 0 0,-112 9-3208 0 0,-108-22-7863 0 0,8 11 4826 0 0,-9-2 4553 0 0</inkml:trace>
  <inkml:trace contextRef="#ctx0" brushRef="#br0" timeOffset="757.489">984 560 1148 0 0,'0'0'8950'0'0,"0"0"-5615"0"0,0 0-1820 0 0,0 0-105 0 0,0 0-60 0 0,36 2-43 0 0,121 6-312 0 0,310-6-2211 0 0,-465-2 987 0 0,11 3-1168 0 0,-11 5-6181 0 0,-2-4-784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4:33.59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8038.0625"/>
      <inkml:brushProperty name="anchorY" value="-642455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6552.8125"/>
      <inkml:brushProperty name="anchorY" value="-642507.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5233.5"/>
      <inkml:brushProperty name="anchorY" value="-641941.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6625.6875"/>
      <inkml:brushProperty name="anchorY" value="-642551.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7499.5625"/>
      <inkml:brushProperty name="anchorY" value="-643090.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8851.0625"/>
      <inkml:brushProperty name="anchorY" value="-644327.4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0725.625"/>
      <inkml:brushProperty name="anchorY" value="-645430.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9069.75"/>
      <inkml:brushProperty name="anchorY" value="-644493.0625"/>
      <inkml:brushProperty name="scaleFactor" value="0.5"/>
    </inkml:brush>
  </inkml:definitions>
  <inkml:trace contextRef="#ctx0" brushRef="#br0">292 0 392 0 0,'0'0'0'0'0,"0"0"220"0"0,0 0 4947 0 0,0 0-5235 0 0,0 0 2162 0 0,0 0-762 0 0,0 0-23 0 0,0 0-205 0 0,0 0-214 0 0,0 0-213 0 0,2 0-189 0 0,-1 0-116 0 0,1 2-43 0 0,-1 2-141 0 0,0 4 50 0 0,0 3 31 0 0,-1 3 34 0 0,-2 6-24 0 0,0 4-101 0 0,-3 5-77 0 0,-1 4 14 0 0,-2 6-15 0 0,-2 4 14 0 0,-2 4 1 0 0,-2 3 29 0 0,-2 2-116 0 0,0 1-6 0 0,-1 0-4 0 0,1-1 40 0 0,-2 1-64 0 0,0-1 17 0 0,0-1-2 0 0,-1 0-11 0 0,1 0-57 0 0,0 0 6 0 0,3-2-94 0 0,0 0 33 0 0,3-2-366 0 0,2-3 583 0 0,3-1-491 0 0,2-4 53 0 0,3-3 55 0 0,2-3-104 0 0,3-4-226 0 0,3-3 16 0 0,2-5-206 0 0,2-3-318 0 0,1-4-239 0 0,-1-2-550 0 0,1-3-428 0 0,-2-3-356 0 0,-1-1-412 0 0</inkml:trace>
  <inkml:trace contextRef="#ctx0" brushRef="#br1" timeOffset="461.317">345 598 912 0 0,'0'0'0'0'0,"0"0"444"0"0,0 0-107 0 0,0 0 63 0 0,0 0 4708 0 0,0 0-4461 0 0,0 0 1151 0 0,0 0-710 0 0,0 0-42 0 0,0 0-5 0 0,0 0 82 0 0,8 5-422 0 0,2 5-363 0 0,1 7-163 0 0,-2 7-60 0 0,-2 6-65 0 0,-2 6-33 0 0,-3 7 0 0 0,-4 3 84 0 0,-3 3-114 0 0,-3 1 33 0 0,-2 0-21 0 0,-2-1-72 0 0,0-2-23 0 0,1-4-12 0 0,1-5-109 0 0,1-3-102 0 0,3-5-21 0 0,0-5-113 0 0,2-3-424 0 0,1-5-400 0 0,1-3-739 0 0,1-4-1006 0 0,0-2-1529 0 0,1-3 2787 0 0</inkml:trace>
  <inkml:trace contextRef="#ctx0" brushRef="#br2" timeOffset="809.323">506 1245 1984 0 0,'0'0'0'0'0,"0"0"884"0"0,0 0 4770 0 0,0 0-4821 0 0,0 0 1072 0 0,0 0-889 0 0,0 0-310 0 0,0 0-185 0 0,0 0-186 0 0,0 0-111 0 0,0 0-124 0 0,0 0-46 0 0,6-22-52 0 0,4-7-83 0 0,2-5 45 0 0,-1-4 41 0 0,-1-1 0 0 0,-3 0-9 0 0,-2-1 2 0 0,-1 0-160 0 0,-3-1 16 0 0,0-1-135 0 0,1 0-86 0 0,0-2-302 0 0,1 2-360 0 0,3 0-472 0 0,2 3-833 0 0,3 4-556 0 0,1 5-46 0 0,-1 8 1349 0 0</inkml:trace>
  <inkml:trace contextRef="#ctx0" brushRef="#br3" timeOffset="1386.159">611 825 964 0 0,'0'0'0'0'0,"0"0"1488"0"0,0 0-1311 0 0,0 0 272 0 0,0 0 3332 0 0,0 0-3065 0 0,0 0 568 0 0,0 0-421 0 0,0 0-192 0 0,0 0 194 0 0,0 0-143 0 0,15-1-148 0 0,4-2-155 0 0,4-2-87 0 0,1-2-89 0 0,-2-2-120 0 0,-1 0 37 0 0,-3 0-22 0 0,-4 0-86 0 0,-2 1 85 0 0,-3 3-34 0 0,-2 1 28 0 0,-2 2 64 0 0,0 1-26 0 0,0 2 64 0 0,4 2 179 0 0,4 5-225 0 0,4 4-57 0 0,2 6-131 0 0,2 4-49 0 0,-1 5-28 0 0,0 2 8 0 0,-2 2-54 0 0,-1 1 5 0 0,-2 1 52 0 0,-1-2-3 0 0,-1 0 70 0 0,-2-2-8 0 0,-2-2 11 0 0,-3-1 70 0 0,-2-2-5 0 0,-1-3-68 0 0,-2-2 64 0 0,-1-3-68 0 0,0-3 14 0 0,-1-2-10 0 0,1-4-4 0 0,0-2-172 0 0,-1-2-54 0 0,1-2-159 0 0,0-1-70 0 0,0 0 33 0 0,-2-3 62 0 0,-1-1 46 0 0,-3-2 1 0 0,-1-2 363 0 0,-2-3-96 0 0,-1-2 138 0 0,-1-3 8 0 0,0-3 13 0 0,2-3 20 0 0,2-2 146 0 0,3-4 34 0 0,3-2-79 0 0,6-2-9 0 0,7-3-59 0 0,7 0-18 0 0,7-1-28 0 0,6 1 32 0 0,7 2 72 0 0,5 3 41 0 0,3 3 41 0 0,0 4 79 0 0,-1 5 2 0 0,-2 3-68 0 0,-3 5 33 0 0,-4 3-102 0 0,-5 5 13 0 0,-1 4-23 0 0,-3 5-40 0 0,-1 7-93 0 0,-3 6-9 0 0,-2 6-99 0 0,-4 7 18 0 0,-3 5-82 0 0,-5 5 0 0 0,-4 2-28 0 0,-4 2 14 0 0,-4-1-20 0 0,-4 0-65 0 0,-2-3-99 0 0,-1-2-154 0 0,-3-4-129 0 0,1-5-259 0 0,1-5-363 0 0,-1-4-835 0 0,3-6-2514 0 0,0-5-2142 0 0,2-3 6494 0 0</inkml:trace>
  <inkml:trace contextRef="#ctx0" brushRef="#br4" timeOffset="10237.596">357 2231 1228 0 0,'0'0'0'0'0,"0"0"88"0"0,0 0 37 0 0,0 0 2132 0 0,0 0-457 0 0,0 0-209 0 0,14-21-217 0 0,6-4-231 0 0,5-7-130 0 0,2 0-210 0 0,3-1-100 0 0,0 0-112 0 0,-1 2-46 0 0,0 0-122 0 0,0 0-104 0 0,-1 0-27 0 0,-1 0-10 0 0,-1 0-15 0 0,-1 1-16 0 0,-2 1-57 0 0,-1 2 0 0 0,-1 2-46 0 0,-1 1 24 0 0,-1 2-28 0 0,-1 0 11 0 0,0 2 15 0 0,0-1-14 0 0,0 0 24 0 0,1 0 64 0 0,0 0 42 0 0,-1 1-53 0 0,-2 1-48 0 0,-3 1-6 0 0,-2 3-32 0 0,-3 2-9 0 0,-2 3-14 0 0,-1 3-26 0 0,-2 3-55 0 0,-1 1-38 0 0,-1 2 2 0 0,0 1-20 0 0,-1 1 7 0 0,0-1-7 0 0,-1 1-59 0 0,1-1 77 0 0,0 0-67 0 0,1 1 76 0 0,-1-1-22 0 0,2 0 22 0 0,0 0-14 0 0,2 2 104 0 0,1 3 26 0 0,3 4-105 0 0,2 5 33 0 0,4 6-65 0 0,1 8-83 0 0,1 7-13 0 0,1 6 56 0 0,0 4-171 0 0,-2 4 201 0 0,-2 1-83 0 0,-2-1 101 0 0,-1-1-79 0 0,-3-3 35 0 0,-3-3-48 0 0,-1-3 36 0 0,-2-4 6 0 0,-1-4-34 0 0,0-3 30 0 0,-1-3-28 0 0,1-4 22 0 0,0-4 53 0 0,0-3-14 0 0,2-3-34 0 0,-1-3 54 0 0,1-2-4 0 0,-1-2 2 0 0,0-2 72 0 0,-1-1-16 0 0,0-1 33 0 0,0 0-16 0 0,0 0 35 0 0,0-1-24 0 0,0 1 3 0 0,0 0-42 0 0,0 0-45 0 0,-2 1-107 0 0,-6 1 26 0 0,-4 1-218 0 0,-8 0 244 0 0,-8 2-35 0 0,-7-1 98 0 0,-8 1 42 0 0,-6-1-65 0 0,-4-1 40 0 0,-3-1 117 0 0,-1 0-165 0 0,1-2 88 0 0,3-1-74 0 0,4-3-80 0 0,5 0 16 0 0,6-2-40 0 0,5 1-138 0 0,5-1-65 0 0,5 1-85 0 0,5 1-501 0 0,5 1-609 0 0,4 1-384 0 0,3 1-852 0 0,3 3-2088 0 0,2-1 610 0 0</inkml:trace>
  <inkml:trace contextRef="#ctx0" brushRef="#br5" timeOffset="11282.731">1542 1861 1356 0 0,'0'0'0'0'0,"0"0"784"0"0,0 0-228 0 0,0 0 2585 0 0,0 0-1957 0 0,0 0 232 0 0,0 0-447 0 0,0 0-76 0 0,0 0 5 0 0,0 0-147 0 0,0 0-69 0 0,7 4-52 0 0,2 1-25 0 0,3 1-80 0 0,0 1 4 0 0,1-1-25 0 0,-2 0-16 0 0,1-1-21 0 0,0 0-19 0 0,1-1-52 0 0,2 0 49 0 0,2 0-186 0 0,4 0-55 0 0,2 0-104 0 0,5 1-87 0 0,1-1 56 0 0,3 0-79 0 0,1 0 22 0 0,1-1-13 0 0,1-1 2 0 0,-2-1 73 0 0,0 0 50 0 0,-2-1-57 0 0,-2 0 0 0 0,-3 0-69 0 0,-3-1 20 0 0,-1 0-10 0 0,-3 0 4 0 0,-1 0-14 0 0,-2-1-1 0 0,-1 1-10 0 0,0-1 3 0 0,-2 1-49 0 0,0 0 65 0 0,0 0-26 0 0,0 1 13 0 0,-1-1 3 0 0,-2 1-5 0 0,-1 0 2 0 0,-2-1 3 0 0,-2 1 0 0 0,-1 0 4 0 0,-2 0 4 0 0,-1-1 9 0 0,0 1 68 0 0,-1 0-43 0 0,0-1-43 0 0,0 1 14 0 0,1 0 0 0 0,0 0-7 0 0,1 0 12 0 0,-1 0 39 0 0,0 0-53 0 0,0 0 92 0 0,-1 0-31 0 0,0 0 16 0 0,0 0-6 0 0,0-1 2 0 0,0 1 17 0 0,0 0-9 0 0,0-1 8 0 0,0 1-90 0 0,0-1 12 0 0,-2-1-93 0 0,-1-2 17 0 0,-3-2-6 0 0,-2-4-48 0 0,-5-3 14 0 0,-3-4-17 0 0,-3-3-15 0 0,-2-3-66 0 0,0-1 12 0 0,1-1-18 0 0,2-2-72 0 0,4 2-83 0 0,3 0-56 0 0,4 2-138 0 0,3 4-63 0 0,2 4-87 0 0,2 4-57 0 0,1 4-254 0 0,2 3-179 0 0,1 5 294 0 0,0 5-594 0 0,1 5-1109 0 0,1 2-56 0 0,-1 4-2005 0 0,-1-1 5561 0 0</inkml:trace>
  <inkml:trace contextRef="#ctx0" brushRef="#br6" timeOffset="11679.817">2215 1912 1828 0 0,'0'0'0'0'0,"0"0"1460"0"0,0 0-322 0 0,0 0-132 0 0,0 0-33 0 0,0 0-45 0 0,0 0 42 0 0,0 0-137 0 0,0 0-67 0 0,0 0-66 0 0,0 0-54 0 0,0 0-156 0 0,0 0 93 0 0,0 1 59 0 0,0 0-48 0 0,0 1-202 0 0,0 2 121 0 0,-1 3-73 0 0,-1 1-27 0 0,-4 2 23 0 0,-2 2 201 0 0,-3 2 29 0 0,-3 0-83 0 0,-3 1-93 0 0,-3 1-106 0 0,-3 0-98 0 0,-1 2-74 0 0,-4 1-108 0 0,-1 2-101 0 0,-1 1 14 0 0,-1 1-30 0 0,2 0-81 0 0,1-1 3 0 0,3-2-44 0 0,5-4-155 0 0,4-3-220 0 0,5-4-163 0 0,4-3-186 0 0,3-3-424 0 0,3-2-1254 0 0,0-2-3267 0 0,1-1-1351 0 0</inkml:trace>
  <inkml:trace contextRef="#ctx0" brushRef="#br7" timeOffset="12570.531">2751 1835 784 0 0,'0'0'0'0'0,"0"0"2488"0"0,0 0 229 0 0,0 0-1176 0 0,0 0 98 0 0,0 0-274 0 0,0 0-285 0 0,0 0-188 0 0,0 0-215 0 0,0 0-41 0 0,0 0-46 0 0,-8 5-179 0 0,-3 2-75 0 0,-3 1-98 0 0,-2 1 32 0 0,-1 1-7 0 0,-2 1 135 0 0,-1 2-28 0 0,-1 2-44 0 0,-1 1 19 0 0,-1 3-154 0 0,0 2-19 0 0,0 2-73 0 0,0 3-106 0 0,0 3 24 0 0,2 2-22 0 0,4 2 2 0 0,4 0-1 0 0,3 0 9 0 0,6-3-2 0 0,6-3-4 0 0,6-3-3 0 0,6-4 5 0 0,6-3 13 0 0,4-4 66 0 0,5-3-14 0 0,2-2-65 0 0,3-3 138 0 0,3-1-1 0 0,2-2 18 0 0,2-3 2 0 0,1-3-82 0 0,1-3 19 0 0,0-4-48 0 0,0-4-50 0 0,0-5-2 0 0,-2-5-131 0 0,-4-3-144 0 0,-4-4-139 0 0,-4-3 136 0 0,-6-2 120 0 0,-8-1 166 0 0,-6-1 81 0 0,-8 0 70 0 0,-11 0 56 0 0,-9 1-39 0 0,-7 4-52 0 0,-4 3-130 0 0,-5 7-57 0 0,-1 6-397 0 0,-1 6 173 0 0,-1 8-498 0 0,-2 6-365 0 0,-1 8-1183 0 0,0 6-2296 0 0,1 7-1573 0 0,8-1 4528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4:51.68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7727.5625"/>
      <inkml:brushProperty name="anchorY" value="-643267"/>
      <inkml:brushProperty name="scaleFactor" value="0.5"/>
    </inkml:brush>
  </inkml:definitions>
  <inkml:trace contextRef="#ctx0" brushRef="#br0">941 1 260 0 0,'0'0'0'0'0,"0"0"196"0"0,0 0-93 0 0,0 0-77 0 0,0 0 166 0 0,0 0 1175 0 0,-12 20-265 0 0,-2 6-460 0 0,-3 4 144 0 0,1 2-90 0 0,0 0 237 0 0,1-1-127 0 0,3 0-16 0 0,0 1-124 0 0,1-1-110 0 0,1 1-101 0 0,0 0 14 0 0,1-1-120 0 0,-1-1-21 0 0,0 0-57 0 0,1-1 37 0 0,-1 0-91 0 0,-1 0 7 0 0,1-1-61 0 0,-1 0-48 0 0,1-1-4 0 0,0 1 23 0 0,1-1-43 0 0,2-1-42 0 0,0 2 20 0 0,1 0-80 0 0,0 2-40 0 0,1 2-20 0 0,-2 4-48 0 0,-1 2-32 0 0,0 4-28 0 0,-1 2 4 0 0,-2 2 9 0 0,-1 3-60 0 0,0 0 102 0 0,0 2-88 0 0,0 1 163 0 0,1 1-93 0 0,1 1 75 0 0,0 1 0 0 0,2 0 14 0 0,0 1 55 0 0,1-1-145 0 0,1 0 107 0 0,1-1-70 0 0,2-3 24 0 0,0-2 35 0 0,2-4 50 0 0,1-3 105 0 0,4-2-6 0 0,2-3-115 0 0,3-1 165 0 0,2-2-87 0 0,2 0 93 0 0,0-1-130 0 0,1 1-12 0 0,-1-1 46 0 0,-2 1-72 0 0,-2 1 12 0 0,-2 0-56 0 0,-2 1 55 0 0,-2 1-5 0 0,-2 1-59 0 0,-1 1 71 0 0,-4 1-135 0 0,-1 1 39 0 0,-4 1 31 0 0,-1 0 14 0 0,-3 1 36 0 0,-4-1 3 0 0,-2 1-2 0 0,-2-1 8 0 0,-2 0-3 0 0,-2-1-60 0 0,0 0 74 0 0,0 0-20 0 0,2 0 15 0 0,0 1 36 0 0,2 1-56 0 0,1 1 19 0 0,3-1 124 0 0,1-1 41 0 0,2-1 30 0 0,1-1-32 0 0,1-1 90 0 0,0 0-60 0 0,-3-1-231 0 0,0-1-171 0 0,0 0 27 0 0,-1 0-209 0 0,-1 0-40 0 0,0 1-92 0 0,0 0-52 0 0,-1 2 112 0 0,2 1-7 0 0,2-1 81 0 0,2 0 385 0 0,2-1-53 0 0,4-4 467 0 0,0-2 36 0 0,3-3 32 0 0,0-3-86 0 0,0-2-1 0 0,1-1-112 0 0,-1-2-64 0 0,-1 0-101 0 0,0 0-126 0 0,-2-2-63 0 0,1 0 0 0 0,-1 0-39 0 0,2-2-110 0 0,1-1 147 0 0,0 0-23 0 0,2-2 102 0 0,1-2 71 0 0,0-2-46 0 0,0-2-24 0 0,2-2 144 0 0,-1-2 34 0 0,2-2 156 0 0,0-1 58 0 0,0-1 58 0 0,-1-1-112 0 0,1 0-110 0 0,-2-1-76 0 0,1 1-70 0 0,-1 0-82 0 0,1-1 1 0 0,-1 1-65 0 0,-1 0-5 0 0,1 0-16 0 0,1 0-13 0 0,1 0 105 0 0,4 0 38 0 0,3 0-75 0 0,4 2-119 0 0,5-1 181 0 0,6 2-12 0 0,7 1 212 0 0,7 0 407 0 0,8 2-443 0 0,6 1-80 0 0,4 0-78 0 0,2 1-38 0 0,-3-1-197 0 0,-3 0-132 0 0,-7-1-110 0 0,-4-1-497 0 0,-5-1-988 0 0,-3-1-619 0 0,-2-1-2016 0 0,-7-1 2036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1:56.32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07578.8125"/>
      <inkml:brushProperty name="anchorY" value="-631249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1110.6875"/>
      <inkml:brushProperty name="anchorY" value="-600473.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473.1875"/>
      <inkml:brushProperty name="anchorY" value="-600077.6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5794.9375"/>
      <inkml:brushProperty name="anchorY" value="-601451.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7407.375"/>
      <inkml:brushProperty name="anchorY" value="-601403.93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9141.4375"/>
      <inkml:brushProperty name="anchorY" value="-603244.9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0931.875"/>
      <inkml:brushProperty name="anchorY" value="-604504.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2229.3125"/>
      <inkml:brushProperty name="anchorY" value="-606391.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3507.8125"/>
      <inkml:brushProperty name="anchorY" value="-607652.0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5146.0625"/>
      <inkml:brushProperty name="anchorY" value="-610354.31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157.9375"/>
      <inkml:brushProperty name="anchorY" value="-611655.0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9076.0625"/>
      <inkml:brushProperty name="anchorY" value="-611737.43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1016.875"/>
      <inkml:brushProperty name="anchorY" value="-613017.8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3180.75"/>
      <inkml:brushProperty name="anchorY" value="-613982.062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4538.5"/>
      <inkml:brushProperty name="anchorY" value="-614255.43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5829.8125"/>
      <inkml:brushProperty name="anchorY" value="-616125.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7364.5"/>
      <inkml:brushProperty name="anchorY" value="-618638.6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04292.6875"/>
      <inkml:brushProperty name="anchorY" value="-629915.1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6234.6875"/>
      <inkml:brushProperty name="anchorY" value="-646220.6875"/>
      <inkml:brushProperty name="scaleFactor" value="0.5"/>
    </inkml:brush>
  </inkml:definitions>
  <inkml:trace contextRef="#ctx0" brushRef="#br0">5278 3883 1228 0 0,'0'0'0'0'0,"0"0"52"0"0,0 0 6175 0 0,0 0-6969 0 0,0 0 2113 0 0,0 0-642 0 0,0 0 254 0 0,0 0-68 0 0,0 0-554 0 0,0 0-47 0 0,0 0-28 0 0,0 0 18 0 0,28-13 148 0 0,5-4 125 0 0,5-2-1 0 0,-2 0-26 0 0,-3 0-16 0 0,-4 0-105 0 0,-4 0-44 0 0,-1-1-60 0 0,-1-2-104 0 0,-1-1-47 0 0,3-3-75 0 0,-1-2-11 0 0,2-4-98 0 0,2-2-70 0 0,1-2 97 0 0,1-3-27 0 0,1-1-38 0 0,2-2 61 0 0,1 0-10 0 0,0-2-6 0 0,1 1 18 0 0,0-1 0 0 0,-1-1-14 0 0,-1 2 132 0 0,-1 0-91 0 0,-2 3-46 0 0,-3 2 16 0 0,-4 3 72 0 0,-3 4-104 0 0,-4 4 45 0 0,-5 5 60 0 0,-3 5-19 0 0,-3 4 5 0 0,-2 5 48 0 0,-2 4 61 0 0,0 2 14 0 0,-1 1-31 0 0,0 2 46 0 0,0 1-32 0 0,1 2-46 0 0,0 0-146 0 0,1 1 52 0 0,1 0 61 0 0,0 0-41 0 0,0 2-57 0 0,1 1 23 0 0,2 1-11 0 0,0 2 84 0 0,1 2-62 0 0,1 1-37 0 0,0 4-7 0 0,1 2-36 0 0,1 4 53 0 0,3 4-78 0 0,4 4 80 0 0,3 3-16 0 0,3 4 15 0 0,4 2-6 0 0,1 2-2 0 0,2 3 5 0 0,-1 0-1 0 0,-1 2-5 0 0,0 0 2 0 0,-3-1-1 0 0,-1-1 56 0 0,-2 0-58 0 0,-2-3 15 0 0,-1-3 89 0 0,-3-2-116 0 0,0-3 113 0 0,-2-5-52 0 0,1-3-54 0 0,-1-4-72 0 0,-2-4 104 0 0,-1-4-42 0 0,-1-3 18 0 0,-1-2-15 0 0,-2-3 18 0 0,-1-1 3 0 0,-2-1 0 0 0,-1-2 66 0 0,-1 0-37 0 0,0-2 33 0 0,-2 1-73 0 0,0-2 22 0 0,0 1-15 0 0,0-1-3 0 0,0 0-13 0 0,-1 0-44 0 0,1-1 2 0 0,0 1 53 0 0,0 0-107 0 0,-1-1 52 0 0,0 1-22 0 0,0-1 8 0 0,-1 0 22 0 0,-1 1-2 0 0,-1 0 45 0 0,-1 0-12 0 0,-2 0 10 0 0,-1 0 4 0 0,-1 0 4 0 0,-2 1 0 0 0,-2 1 4 0 0,-3-1-14 0 0,-4 2-57 0 0,-5 0 86 0 0,-5 1 31 0 0,-6 0 17 0 0,-5 0-8 0 0,-5 0-68 0 0,-3-2-102 0 0,-3 1 146 0 0,-4-2 18 0 0,-2 0 1 0 0,-2-1-51 0 0,-1-1 120 0 0,0 0-140 0 0,1-1 230 0 0,-1 0-156 0 0,0 0 0 0 0,0 0-16 0 0,-3 1-44 0 0,-4 0-1 0 0,-4 0-100 0 0,-4 1 124 0 0,-3 2-28 0 0,-3 0-4 0 0,1 1 15 0 0,3 1-4 0 0,8 0-55 0 0,10 1 72 0 0,13 1-34 0 0,12 1-282 0 0,13 0-422 0 0,9 2-239 0 0,8 0-647 0 0,7 1-1312 0 0,5 0-4086 0 0,2-1 2120 0 0</inkml:trace>
  <inkml:trace contextRef="#ctx0" brushRef="#br1" timeOffset="-31490.327">274 1814 1160 0 0,'0'0'0'0'0,"0"0"1736"0"0,0 0-18 0 0,0 0-560 0 0,0 0-84 0 0,0 0-240 0 0,0 0 199 0 0,0 0-328 0 0,0 0 1 0 0,0 0-130 0 0,0 0-26 0 0,4 0-180 0 0,1 0-36 0 0,4-1-31 0 0,1 1 39 0 0,3 1-104 0 0,2 3-44 0 0,3 1-38 0 0,3 3 2 0 0,3 3-20 0 0,1 2 37 0 0,2 2-30 0 0,2 2-51 0 0,-1 0-28 0 0,0 1-66 0 0,0-1 10 0 0,1-1-56 0 0,1-2-16 0 0,-1-1-12 0 0,1-4-18 0 0,0-1 96 0 0,-2-4-30 0 0,-1-1 28 0 0,-1-2 10 0 0,-1-2 134 0 0,-1-2-38 0 0,-1-4 20 0 0,0-3-60 0 0,0-3 44 0 0,0-5-118 0 0,-1-4 93 0 0,-1-7-92 0 0,-1-5 100 0 0,-1-8-58 0 0,-5-5-37 0 0,-2-7 17 0 0,-4-6-19 0 0,-4-6 13 0 0,-8-6 61 0 0,-6-5-83 0 0,-8-6 94 0 0,-5-5 41 0 0,-5-4 200 0 0,0-3-50 0 0,2-2-16 0 0,3 1 26 0 0,6 2-56 0 0,8 3-37 0 0,11 4-24 0 0,12 6-134 0 0,12 7-21 0 0,12 7-60 0 0,8 8-95 0 0,8 7 31 0 0,5 7-18 0 0,2 7-12 0 0,-1 6-182 0 0,-6 6-230 0 0,-7 8-366 0 0,-11 5-69 0 0,-12 6-237 0 0,-10 7 349 0 0,-12 5-1874 0 0,-17 9-1685 0 0,-2-1 591 0 0</inkml:trace>
  <inkml:trace contextRef="#ctx0" brushRef="#br2" timeOffset="-31223.235">327 1278 3696 0 0,'0'0'0'0'0,"0"0"6005"0"0,0 0-5802 0 0,0 0 1434 0 0,0 0-1297 0 0,0 0 195 0 0,0 0 94 0 0,0 0-474 0 0,0 0 206 0 0,46 6 31 0 0,23 3-164 0 0,20 2-191 0 0,12 0-10 0 0,5-1-168 0 0,0-1-54 0 0,-6-2-113 0 0,-8 0-292 0 0,-9-1-413 0 0,-10 0-102 0 0,-9-1-368 0 0,-13 1-1854 0 0,-9 0-2454 0 0,-12-1 6356 0 0</inkml:trace>
  <inkml:trace contextRef="#ctx0" brushRef="#br3" timeOffset="-30397.842">2185 2014 6597 0 0,'0'0'0'0'0,"0"0"2144"0"0,0 0-812 0 0,0 0-90 0 0,0 0-612 0 0,0 0 267 0 0,0 0-186 0 0,0 0-98 0 0,0 0-343 0 0,0 0-253 0 0,0 0 132 0 0,-34-19-55 0 0,-6-7 45 0 0,-4-7 24 0 0,4-5 43 0 0,4-4 33 0 0,6-2-23 0 0,6-2 15 0 0,5-3-50 0 0,5-3-29 0 0,5-3-68 0 0,5-3 15 0 0,9-4-11 0 0,9-3-103 0 0,10-2 25 0 0,10-3-97 0 0,8 0-108 0 0,6-1-21 0 0,4 2-122 0 0,1 3-90 0 0,0 4 2 0 0,0 6-72 0 0,-4 7-51 0 0,-2 7-541 0 0,-5 7-500 0 0,-4 7 32 0 0,-6 7-1686 0 0,-3 7-1449 0 0,-7 5 3583 0 0</inkml:trace>
  <inkml:trace contextRef="#ctx0" brushRef="#br4" timeOffset="-27697.101">3052 1412 5108 0 0,'0'0'0'0'0,"0"0"2249"0"0,0 0-1350 0 0,0 0 50 0 0,0 0-508 0 0,0 0-201 0 0,0 0 94 0 0,0 0-136 0 0,0 0-88 0 0,0 0-103 0 0,0 0 131 0 0,-1-4 11 0 0,0 0 175 0 0,0-1 169 0 0,0 1 72 0 0,2 0 38 0 0,0 1 17 0 0,-1 1-100 0 0,1 0-49 0 0,0-1-183 0 0,1-1-45 0 0,2-3-119 0 0,2-1-26 0 0,3-3-106 0 0,3-2 22 0 0,4-1-84 0 0,3-1-73 0 0,3 2 77 0 0,0 0-45 0 0,2 3-5 0 0,0 3-21 0 0,1 3 14 0 0,3 3 143 0 0,1 3-37 0 0,2 4 25 0 0,1 5 4 0 0,2 3-1 0 0,-1 4 48 0 0,0 2-70 0 0,-1 3 23 0 0,-2 1-3 0 0,-2 3 8 0 0,-4 2-12 0 0,-3 3 9 0 0,-4 4-17 0 0,-3 2 5 0 0,-4 3-11 0 0,-3 2-2 0 0,-3 0-75 0 0,-2 2 48 0 0,0-1 34 0 0,-1-3-124 0 0,-1-2 106 0 0,1-4 11 0 0,1-5-69 0 0,0-5 91 0 0,0-5-33 0 0,1-6-36 0 0,-1-3 64 0 0,1-4-87 0 0,-1-2 87 0 0,-1-3-87 0 0,0-1 100 0 0,0-1-20 0 0,-1 0 7 0 0,1-1-7 0 0,0 1-68 0 0,0-1-88 0 0,-1-2 62 0 0,1-1 20 0 0,-2-4 81 0 0,-2-3-93 0 0,-3-4-23 0 0,-6-3 34 0 0,-3-3-123 0 0,-5-3-40 0 0,-5-2 113 0 0,-3-2 126 0 0,-2 0-23 0 0,-1 0 125 0 0,-1 2 18 0 0,0 1 29 0 0,2 5 46 0 0,3 4 4 0 0,3 4-113 0 0,1 4 44 0 0,0 4 60 0 0,1 4-222 0 0,-2 3 59 0 0,-3 5-40 0 0,0 3 17 0 0,-2 4 158 0 0,0 4 71 0 0,1 3 154 0 0,4 1-311 0 0,3 2-45 0 0,5 1 77 0 0,6 0-43 0 0,4-1 53 0 0,9-1-142 0 0,9-2 42 0 0,11-2-209 0 0,10-3 54 0 0,11-3 1 0 0,6-2-255 0 0,8-4-467 0 0,5-4-1122 0 0,3-2 90 0 0,-2-3-2550 0 0,-12-1-789 0 0</inkml:trace>
  <inkml:trace contextRef="#ctx0" brushRef="#br5" timeOffset="-27427.015">4096 1672 6005 0 0,'0'0'0'0'0,"0"0"2224"0"0,0 0-1115 0 0,0 0-270 0 0,0 0 140 0 0,0 0 237 0 0,0 0-587 0 0,0 0-220 0 0,0 0-206 0 0,41 0-150 0 0,11 0-36 0 0,9 1-141 0 0,1-1-2 0 0,-4 0-70 0 0,-6 0-48 0 0,-6 0-258 0 0,-5 0-501 0 0,-5-1-203 0 0,-7-2-804 0 0,-4-1-2637 0 0,-7 0 1077 0 0</inkml:trace>
  <inkml:trace contextRef="#ctx0" brushRef="#br6" timeOffset="-27180.006">4423 1396 9353 0 0,'0'0'0'0'0,"0"0"1832"0"0,0 0-401 0 0,0 0-548 0 0,0 0-219 0 0,0 0 170 0 0,-15 22-261 0 0,-3 7-275 0 0,1 8-181 0 0,2 5-98 0 0,5 3-76 0 0,4 1 22 0 0,4 1-48 0 0,4 0-45 0 0,4 0-95 0 0,2-3-62 0 0,2-2-303 0 0,2-3-236 0 0,1-3-334 0 0,2-5-706 0 0,0-4-940 0 0,1-6-2623 0 0,-3-6 3274 0 0</inkml:trace>
  <inkml:trace contextRef="#ctx0" brushRef="#br7" timeOffset="-26376.434">4923 1907 5032 0 0,'0'0'0'0'0,"0"0"2333"0"0,0 0-1196 0 0,0 0-367 0 0,0 0-300 0 0,0 0 198 0 0,13-20-105 0 0,6-9-134 0 0,4-6-136 0 0,2-5-4 0 0,1-3 63 0 0,0-2 29 0 0,-2-3 9 0 0,1 0-56 0 0,-2-2 32 0 0,-1-1 2 0 0,-1-2-16 0 0,1-1 30 0 0,-1-2-154 0 0,0 0-12 0 0,-1 1 94 0 0,-1 0-222 0 0,-2 4-83 0 0,-2 4-44 0 0,-4 4 47 0 0,-3 7-14 0 0,-2 6 18 0 0,-3 7 73 0 0,-1 8-20 0 0,-1 5 39 0 0,-1 5-40 0 0,1 3 17 0 0,-1 3 27 0 0,0 1-111 0 0,1 3 19 0 0,-1 4-14 0 0,1 5-2 0 0,1 5 0 0 0,3 8-4 0 0,1 7 5 0 0,2 7-2 0 0,2 5 1 0 0,3 6-18 0 0,2 2 18 0 0,3 3-1 0 0,4 0 0 0 0,1 0 76 0 0,3-1 109 0 0,1-3-59 0 0,1-2 32 0 0,1-4-66 0 0,0-3-29 0 0,-1-3-56 0 0,-1-4 62 0 0,-2-4-28 0 0,-2-3-33 0 0,-2-4 6 0 0,-2-4 0 0 0,-3-3 3 0 0,-2-5 37 0 0,-3-2-52 0 0,-4-4 105 0 0,-1-2-49 0 0,-3-3 36 0 0,-1-1 35 0 0,-1-1 18 0 0,-1-1 58 0 0,-6 0-101 0 0,-7-1 62 0 0,-10 1-91 0 0,-13-1-70 0 0,-14-1 92 0 0,-14-2-30 0 0,-12-1-28 0 0,-10-3-40 0 0,-5 0-4 0 0,0 1-65 0 0,3 1-50 0 0,7 1-55 0 0,10 3-144 0 0,12 2-158 0 0,11 4 62 0 0,14 2-247 0 0,12 2-285 0 0,11 1-681 0 0,14 1-1017 0 0,12 0-2047 0 0,15-2-1888 0 0,0-3 8004 0 0</inkml:trace>
  <inkml:trace contextRef="#ctx0" brushRef="#br8" timeOffset="-25818.848">5987 837 3756 0 0,'0'0'0'0'0,"0"0"2813"0"0,0 0-1131 0 0,0 0-586 0 0,0 0-75 0 0,0 0-19 0 0,0 0-62 0 0,0 0-41 0 0,0 0-164 0 0,0 0-270 0 0,39 19-91 0 0,11 9-70 0 0,8 9-151 0 0,3 7 0 0 0,-3 5-83 0 0,-5 3 2 0 0,-3 4-6 0 0,-6 1 8 0 0,-5 2 34 0 0,-6 1 42 0 0,-5 2 98 0 0,-7 1-51 0 0,-6 2-10 0 0,-5 1-69 0 0,-5 2-119 0 0,-5 1 19 0 0,-5-1-147 0 0,-4-1-95 0 0,-3-3-19 0 0,-3-4-87 0 0,-1-3-76 0 0,-1-6-176 0 0,-2-6-435 0 0,0-4-540 0 0,-1-3-783 0 0,0-6-2043 0 0,-4-1-618 0 0,4-7 5264 0 0</inkml:trace>
  <inkml:trace contextRef="#ctx0" brushRef="#br9" timeOffset="-25150.987">7378 1431 7841 0 0,'0'0'0'0'0,"0"0"2408"0"0,0 0-663 0 0,0 0-626 0 0,0 0-7 0 0,0 0 92 0 0,0 0-404 0 0,42 1-313 0 0,13 2-322 0 0,12-1-126 0 0,7 1-15 0 0,1-1-106 0 0,-1 0 31 0 0,-1 1-173 0 0,-2-1-425 0 0,-5 0-695 0 0,-7 1-966 0 0,-10 1-3293 0 0,-12 0-1396 0 0</inkml:trace>
  <inkml:trace contextRef="#ctx0" brushRef="#br10" timeOffset="-24359.771">8902 1950 6473 0 0,'0'0'0'0'0,"0"0"2752"0"0,0 0-1657 0 0,0 0 91 0 0,0 0-594 0 0,0 0 79 0 0,0 0 255 0 0,0 0-157 0 0,0 0-234 0 0,0 0-191 0 0,0 0-96 0 0,33 12-62 0 0,6 1-6 0 0,4 0 58 0 0,0-3 69 0 0,-4-3 36 0 0,-3-6-2 0 0,-4-6-49 0 0,-1-6-59 0 0,-2-9-14 0 0,-1-7-111 0 0,-1-8-14 0 0,-3-8-102 0 0,-2-7-34 0 0,-3-6-17 0 0,-2-6 2 0 0,-2-4-36 0 0,-2-3-18 0 0,-2-5 133 0 0,-1-3 58 0 0,1-4 8 0 0,-1-2 19 0 0,1-2-10 0 0,4-1 135 0 0,3 2-85 0 0,4 0 83 0 0,5 3-269 0 0,-4 17 79 0 0</inkml:trace>
  <inkml:trace contextRef="#ctx0" brushRef="#br11" timeOffset="-24026.026">9148 1348 7585 0 0,'0'0'0'0'0,"0"0"1776"0"0,0 0-1559 0 0,0 0 371 0 0,0 0 186 0 0,0 0 551 0 0,0 0-412 0 0,41 1 20 0 0,12 1-279 0 0,10-1-166 0 0,3 0-200 0 0,-2-1-304 0 0,-5 1 8 0 0,-5-1-111 0 0,-7 0 19 0 0,-5 0-101 0 0,-4-1-376 0 0,-3 2-864 0 0,-3 0-658 0 0,-3 0-2628 0 0,-2 0-1521 0 0,-6 1 7245 0 0</inkml:trace>
  <inkml:trace contextRef="#ctx0" brushRef="#br12" timeOffset="-23361.922">9531 918 4156 0 0,'0'0'0'0'0,"0"0"1525"0"0,0 0-291 0 0,0 0-252 0 0,0 0-404 0 0,0 0 23 0 0,0 0 195 0 0,0 0-9 0 0,0 0-363 0 0,0 0 300 0 0,0 0-139 0 0,0 0-57 0 0,10-6-114 0 0,2-2-138 0 0,2-2-15 0 0,1-1-43 0 0,-2-1-16 0 0,0-1 5 0 0,-2 0 10 0 0,-2-2 11 0 0,2-1-62 0 0,0-2-84 0 0,1-2-82 0 0,3-3-102 0 0,4-2-56 0 0,3-2-42 0 0,3-2 35 0 0,3 1 26 0 0,2-1 54 0 0,-1 2-12 0 0,-1 3 9 0 0,-3 2 89 0 0,-3 4-26 0 0,-4 4 18 0 0,-5 3-6 0 0,-3 4 11 0 0,-3 3-8 0 0,-1 2-166 0 0,1 1 104 0 0,3 1 82 0 0,5 1-9 0 0,7 0 64 0 0,5 2-64 0 0,7 1 8 0 0,5 1 81 0 0,3 2-114 0 0,2 1-99 0 0,1 2 45 0 0,-2 1-235 0 0,-4 2-520 0 0,-4 3-223 0 0,-6 0-910 0 0,-8 1-3617 0 0,-7-2 1625 0 0</inkml:trace>
  <inkml:trace contextRef="#ctx0" brushRef="#br13" timeOffset="-22659.399">10454 1864 8293 0 0,'0'0'0'0'0,"0"0"2252"0"0,0 0-1139 0 0,0 0-341 0 0,0 0-80 0 0,0 0 113 0 0,0 0-146 0 0,0 0-754 0 0,0 0 973 0 0,-29-20-820 0 0,-6-6 178 0 0,-5-6-64 0 0,1-2-34 0 0,2-3 123 0 0,4 0-51 0 0,4-3-32 0 0,5-2-24 0 0,6-3-71 0 0,5-5-3 0 0,5-4-29 0 0,8-4 28 0 0,9-3-20 0 0,9-1-68 0 0,9 0-69 0 0,6 4-83 0 0,6 4-191 0 0,2 7-109 0 0,-1 6-69 0 0,-1 6-338 0 0,-3 6-574 0 0,-2 4-681 0 0,-5 6-668 0 0,-2 2-1748 0 0,-6 6 823 0 0</inkml:trace>
  <inkml:trace contextRef="#ctx0" brushRef="#br14" timeOffset="-22072.286">11156 1090 1044 0 0,'0'0'0'0'0,"0"0"5765"0"0,0 0-4985 0 0,0 0 817 0 0,0 0-855 0 0,0 0-30 0 0,0 0-82 0 0,0 0-234 0 0,0 0-44 0 0,0 0-201 0 0,40 15-169 0 0,5 6-5 0 0,0 8 17 0 0,-7 4-10 0 0,-10 4-44 0 0,-10 2 62 0 0,-7 1-16 0 0,-8 1-88 0 0,-7 1 78 0 0,-4-2 24 0 0,-2 0 142 0 0,-2-2 26 0 0,1-3 17 0 0,0-1 5 0 0,3-5 30 0 0,0-2 39 0 0,2-6-38 0 0,3-3-3 0 0,1-6-60 0 0,1-3-74 0 0,0-4-86 0 0,1-3 16 0 0,1-1-70 0 0,-1-2-63 0 0,0-2 14 0 0,1-2-202 0 0,-2-3 143 0 0,-1-2 97 0 0,-4-5-63 0 0,-5-2-87 0 0,-4-3-12 0 0,-7-2-28 0 0,-6-2 187 0 0,-6 1 60 0 0,-4 0 110 0 0,-2 2 34 0 0,-2 2 148 0 0,1 5-81 0 0,3 3-125 0 0,1 5 379 0 0,4 2-152 0 0,4 4-358 0 0,2 4 82 0 0,4 3-149 0 0,3 3 155 0 0,6 3-126 0 0,4 2 81 0 0,4 2-3 0 0,4 1-116 0 0,6 1 73 0 0,9 1-4 0 0,7-1-142 0 0,9-1-59 0 0,7 0-125 0 0,8-2 18 0 0,4-2-852 0 0,4-3-132 0 0,0-2-1311 0 0,2-2-2295 0 0,-11-4 3744 0 0</inkml:trace>
  <inkml:trace contextRef="#ctx0" brushRef="#br15" timeOffset="-21707.799">11648 889 3788 0 0,'0'0'0'0'0,"0"0"1392"0"0,0 0-1017 0 0,0 0 249 0 0,0 0 211 0 0,0 0 348 0 0,0 0-336 0 0,0 0-123 0 0,0 0-145 0 0,0 0 43 0 0,0 0 209 0 0,0 0-75 0 0,26 20-107 0 0,9 5-147 0 0,10 3-131 0 0,5 3-26 0 0,3 0 36 0 0,2 2-66 0 0,-1 1-55 0 0,-2 3-74 0 0,-2 2-88 0 0,-4 2 49 0 0,-3 4-84 0 0,-5 1 119 0 0,-5 3 34 0 0,-7 0 27 0 0,-6 2 61 0 0,-8 1 2 0 0,-6 1-15 0 0,-10 2-170 0 0,-12 1-119 0 0,-11 3-240 0 0,-10 1-107 0 0,-8 2-287 0 0,-7 1-120 0 0,-2-1-526 0 0,1-4-1176 0 0,2 0-2780 0 0,10-12-1714 0 0</inkml:trace>
  <inkml:trace contextRef="#ctx0" brushRef="#br16" timeOffset="-20024.834">0 2272 1512 0 0,'0'0'0'0'0,"0"0"2428"0"0,0 0-1255 0 0,0 0-533 0 0,0 0-172 0 0,0 0 252 0 0,0 0 174 0 0,0 0-269 0 0,0 0-256 0 0,0 0-139 0 0,1 0 111 0 0,2 0 215 0 0,3 0 54 0 0,3 0 33 0 0,4 0 56 0 0,6 0-61 0 0,5 0 7 0 0,6 0-35 0 0,8 0-148 0 0,6 0-44 0 0,6 0-105 0 0,6 0-131 0 0,5 0-33 0 0,6 0-14 0 0,5 0-52 0 0,6 0-12 0 0,5 0-70 0 0,6 1 87 0 0,3-1-109 0 0,3 1 32 0 0,1 0 73 0 0,2 0-94 0 0,-1 0 18 0 0,0 0 4 0 0,-2 0-1 0 0,-1-1-4 0 0,-2 0-8 0 0,-1 0 2 0 0,1 0-71 0 0,-1-2-12 0 0,1-1-16 0 0,0-2 61 0 0,1-1-52 0 0,2 0 3 0 0,-1-1 42 0 0,2 0-102 0 0,-1 0 175 0 0,-1 1-166 0 0,-1 1 114 0 0,-2 2 13 0 0,-1 1 0 0 0,-1 0-125 0 0,0 2 173 0 0,-1 0-58 0 0,0 0-45 0 0,0 0 0 0 0,0 0 65 0 0,-1 0-8 0 0,0-1 11 0 0,1 0 84 0 0,-2-2-51 0 0,-1 1 20 0 0,-1-2-55 0 0,-2 1 61 0 0,-4 0-58 0 0,-5 0 55 0 0,-5 0-73 0 0,-7 1-52 0 0,-4 0 87 0 0,-5 0-46 0 0,-4 1 25 0 0,-2 0-15 0 0,-1 0 9 0 0,-2 0 7 0 0,2 1-3 0 0,1-1 7 0 0,1 1 68 0 0,3 0-79 0 0,2 0 157 0 0,1 0-41 0 0,3-1-118 0 0,1 0 156 0 0,2 0-109 0 0,1 0 61 0 0,2 1-109 0 0,2-1 35 0 0,2 1-24 0 0,2 0-1 0 0,3 1 18 0 0,3 0-15 0 0,2 0 52 0 0,1 1-71 0 0,3 1 28 0 0,1-1 46 0 0,1 0-19 0 0,1 0 116 0 0,0 0-64 0 0,0-1 52 0 0,0 1-16 0 0,-2-1-61 0 0,-1 1 75 0 0,0-1-68 0 0,0 1 20 0 0,1 1-25 0 0,2-1 38 0 0,1 1-53 0 0,3 0-3 0 0,1 0-56 0 0,1 0 13 0 0,2-1-8 0 0,1 2 84 0 0,2-2-108 0 0,0 1 106 0 0,0 0-14 0 0,1 0-8 0 0,-1 0 43 0 0,1-1-50 0 0,0 2-44 0 0,1-1 128 0 0,0 0-158 0 0,2 1 124 0 0,0-1-112 0 0,1 0 18 0 0,1-1 7 0 0,0-1 50 0 0,1 0-80 0 0,1 0 37 0 0,0-1-12 0 0,2 0-13 0 0,0 0-10 0 0,1-1 6 0 0,0 1 7 0 0,0 0 86 0 0,-1 0-107 0 0,-1-1 45 0 0,1-1-19 0 0,-22 1 68 0 0</inkml:trace>
  <inkml:trace contextRef="#ctx0" brushRef="#br17" timeOffset="-1476.374">9753 2224 716 0 0,'0'0'0'0'0,"0"0"224"0"0,0 0 257 0 0,0 0 850 0 0,0 0 1038 0 0,0 0-1657 0 0,0 0 70 0 0,0 0-439 0 0,0 0 36 0 0,0 0 99 0 0,0 0-110 0 0,6-1-61 0 0,2 1-41 0 0,0 0-44 0 0,0 0 5 0 0,-1 1 68 0 0,0 1 25 0 0,-1-1 25 0 0,-1 1 78 0 0,1-1-41 0 0,-1 0 8 0 0,0 0-20 0 0,0-1-98 0 0,0 1-141 0 0,-1-1-9 0 0,-1 1-45 0 0,-1 0 4 0 0,1-1-33 0 0,-1 1 22 0 0,1 1 53 0 0,1-1-2 0 0,1 1 5 0 0,1 0 2 0 0,2 1 14 0 0,2 0-36 0 0,1-1 15 0 0,0 1 69 0 0,1-1-67 0 0,0 0 5 0 0,0 0 17 0 0,1 1-36 0 0,-1 0-110 0 0,0 0 30 0 0,0 0 30 0 0,0 0-60 0 0,1-1 10 0 0,0 0-4 0 0,2 0 9 0 0,1 1 118 0 0,3 0-52 0 0,2 0-85 0 0,3 1 108 0 0,2 0-71 0 0,2 1-31 0 0,0-1 1 0 0,-1 1-5 0 0,0 0-5 0 0,-2 0 0 0 0,1-1-214 0 0,-2 1 284 0 0,0-2-108 0 0,-1 0-52 0 0,-1-1 125 0 0,-1 0 33 0 0,-3-1 96 0 0,0 1-93 0 0,-3-1-11 0 0,0 0 54 0 0,-3 0-40 0 0,0 0-25 0 0,-2 0-43 0 0,2 0-65 0 0,-2 0-1 0 0,2 0-150 0 0,0 1-27 0 0,3-1 152 0 0,1 1-43 0 0,3-1 23 0 0,1 0-4 0 0,2 0-87 0 0,0 0 118 0 0,1 0 77 0 0,-1-1-122 0 0,0 0 153 0 0,-1 0-46 0 0,0 0-49 0 0,-1 0 32 0 0,-2-1 34 0 0,0 0-58 0 0,-1 0-55 0 0,-1 0-74 0 0,0 0-89 0 0,0 1-29 0 0,1-1 46 0 0,1 1 49 0 0,1 0-116 0 0,3 0 82 0 0,0 0 66 0 0,1 0 22 0 0,1 1 80 0 0,-1-1 82 0 0,0 0-12 0 0,-1 0 175 0 0,-1 0-73 0 0,1-1 3 0 0,-2 1 46 0 0,0-2-156 0 0,0 1 125 0 0,0-1-23 0 0,0-1 94 0 0,2 0-116 0 0,2-1-50 0 0,0 0 60 0 0,4-1-88 0 0,2 0 160 0 0,4-1-61 0 0,1 0 112 0 0,2-1-14 0 0,0 1-24 0 0,2-1 63 0 0,-3 0-42 0 0,-3 1-71 0 0,-4 1-7 0 0,-4 0-102 0 0,-7 2 76 0 0,-3 0-86 0 0,-5 2 29 0 0,-2 0-19 0 0,-3 1-6 0 0,-1 0 11 0 0,0 1-9 0 0,1 0-82 0 0,-1 1-78 0 0,2 0 58 0 0,1 1-73 0 0,-1-1-83 0 0,0 1-154 0 0,-1 0-254 0 0,-2 1-652 0 0,-4-1-2131 0 0,-5 2-2783 0 0,-11 0 6964 0 0,8-9-1522 0 0,1-2 687 0 0</inkml:trace>
  <inkml:trace contextRef="#ctx0" brushRef="#br18" timeOffset="176902.332">12797 1 1212 0 0,'0'0'0'0'0,"0"0"576"0"0,0 0-924 0 0,0 0 147 0 0,0 0 653 0 0,0 0-235 0 0,0 0-196 0 0,0 0 30 0 0,0 0 76 0 0,-17 0-52 0 0,-1 0 47 0 0,2 1 158 0 0,5-1-72 0 0,4 0 2781 0 0,4 0-1625 0 0,3 0-12 0 0,3 0-347 0 0,1 0-53 0 0,2 0 140 0 0,0-1-140 0 0,2 1-200 0 0,0 0 45 0 0,0 0-138 0 0,1 0-18 0 0,0 0-68 0 0,-1 0-85 0 0,0 0-62 0 0,-1 0-135 0 0,0 1-73 0 0,-1 0-66 0 0,-2 1-49 0 0,1 0-9 0 0,0 0 38 0 0,0 0-47 0 0,1 1-78 0 0,1 0 74 0 0,4 1-42 0 0,3 1-41 0 0,5 3 126 0 0,3 0-152 0 0,4 2 48 0 0,2 0-12 0 0,1 2-10 0 0,-1-1-6 0 0,0 1-73 0 0,0 0 90 0 0,-1 1-17 0 0,-1 2 6 0 0,0 3-12 0 0,0 3-34 0 0,-2 4 56 0 0,-2 4-14 0 0,-3 5-8 0 0,-5 2-38 0 0,-5 3-23 0 0,-4 3 88 0 0,-2 1-25 0 0,-3 2-58 0 0,0 2 71 0 0,-1 1-62 0 0,-1 2 19 0 0,-3 0-25 0 0,-3 2 24 0 0,-3 1-54 0 0,-3 2 30 0 0,-2 2 73 0 0,-2 2-162 0 0,-4 2 94 0 0,0 2 70 0 0,-2 1 62 0 0,-2 1-85 0 0,1 1 127 0 0,-2-1-37 0 0,0 1-90 0 0,-1-2 142 0 0,-1-1-43 0 0,0-2 30 0 0,-1-1-4 0 0,0-2-54 0 0,0-1-54 0 0,0-2 7 0 0,1-3-13 0 0,2-1-55 0 0,3-2 75 0 0,2-2-15 0 0,3-1 10 0 0,2-1-9 0 0,1 0 60 0 0,0-1-74 0 0,1 0 89 0 0,-1 0-36 0 0,0 1-43 0 0,1 0 14 0 0,-3-1-18 0 0,0 0 4 0 0,-1-1-58 0 0,-1-3 20 0 0,0-1-41 0 0,-1-1 28 0 0,2-2-28 0 0,0-1 26 0 0,1-1 49 0 0,0 0-117 0 0,3-2 80 0 0,1 0-51 0 0,1-1 23 0 0,1-1 82 0 0,0-2-182 0 0,2 0 114 0 0,-1-2-7 0 0,0-1-19 0 0,1 0-93 0 0,-2-1 120 0 0,1 1-46 0 0,-1-2 1 0 0,0 2 31 0 0,0 0 74 0 0,0 0-20 0 0,0 2-58 0 0,-1 1 94 0 0,-1 1-30 0 0,-1 0 10 0 0,1 1 14 0 0,-1-1-18 0 0,0 0-8 0 0,0-1-64 0 0,2-1 92 0 0,-1-1-21 0 0,1 0 3 0 0,0-1 2 0 0,0 1-4 0 0,0-1 0 0 0,0 1-4 0 0,0-1-4 0 0,0-1 0 0 0,1-1-102 0 0,0-2 145 0 0,2-1 8 0 0,1-3-3 0 0,1-2-43 0 0,3-1 0 0 0,2-3 2 0 0,1-1-55 0 0,1-1 62 0 0,1-1-81 0 0,0 0-19 0 0,1-2 32 0 0,-1 1 19 0 0,0 1 50 0 0,1 0 64 0 0,-1 1-32 0 0,0 1 48 0 0,0 1-26 0 0,0-1 56 0 0,0 2 55 0 0,-2-2 28 0 0,0 0 21 0 0,-2 0-252 0 0,1-2 383 0 0,-1-2-204 0 0,-2-1 49 0 0,2-2-118 0 0,-1-2 15 0 0,0 0 11 0 0,0 0-46 0 0,-1-1-60 0 0,-1-1 16 0 0,-3 1-7 0 0,-3 0-5 0 0,-3 0-12 0 0,-2-1 3 0 0,-3 2 12 0 0,-4 1 0 0 0,-1 1 81 0 0,-4 2 52 0 0,-3 2-23 0 0,-3 1 70 0 0,-2 2-14 0 0,-3 0 3 0 0,0 2-68 0 0,0 1-28 0 0,2 0-80 0 0,0 0-49 0 0,4 0-216 0 0,1 0-119 0 0,2-1-169 0 0,2 0-32 0 0,1-1-28 0 0,1-1-27 0 0,1 0-374 0 0,-1-1-142 0 0,1 0 380 0 0,-3-1 248 0 0,-1 0 222 0 0,-3-2 124 0 0,-2 0-151 0 0,-2-2-973 0 0,-7-2-2199 0 0,6 0-3691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04.89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5584.3125"/>
      <inkml:brushProperty name="anchorY" value="-663730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8059.625"/>
      <inkml:brushProperty name="anchorY" value="-665684.0625"/>
      <inkml:brushProperty name="scaleFactor" value="0.5"/>
    </inkml:brush>
  </inkml:definitions>
  <inkml:trace contextRef="#ctx0" brushRef="#br0">216 1 7417 0 0,'0'0'0'0'0,"0"0"2540"0"0,0 0-1162 0 0,0 0-270 0 0,0 0-31 0 0,0 0-52 0 0,0 0-83 0 0,0 0-326 0 0,0 0-203 0 0,0 0-93 0 0,0 0-2 0 0,29 4-65 0 0,9 4-42 0 0,7 4-19 0 0,3 4-33 0 0,2 4 6 0 0,1 4 83 0 0,1 4 32 0 0,2 3 164 0 0,1 2-180 0 0,1 2-67 0 0,1 1-80 0 0,-1 0-66 0 0,-2 0-34 0 0,-2 0 47 0 0,-3-2-79 0 0,-1-1-60 0 0,-5-1 43 0 0,-3-2-67 0 0,-3-3 36 0 0,-3-3-30 0 0,-1-2-30 0 0,-1-4-38 0 0,-1-1 50 0 0,0-2-103 0 0,-2-3-3 0 0,-2-1-72 0 0,-3-1-144 0 0,-5-1-165 0 0,-5 0-456 0 0,-4-2-989 0 0,-5-1-778 0 0,-3-1-2521 0 0,-1-1-614 0 0,-2-1 6864 0 0</inkml:trace>
  <inkml:trace contextRef="#ctx0" brushRef="#br1" timeOffset="346.952">1224 9 6657 0 0,'0'0'0'0'0,"0"0"1416"0"0,0 0-864 0 0,0 0 197 0 0,0 0 361 0 0,0 0 344 0 0,0 0-239 0 0,0 0-312 0 0,0 0-200 0 0,0 0-98 0 0,0 0-143 0 0,0 0-16 0 0,-20 10 38 0 0,-5 4 28 0 0,-2 6 17 0 0,-3 3 0 0 0,1 5-72 0 0,-3 4-48 0 0,-3 6 18 0 0,-5 5-12 0 0,-8 8-41 0 0,-9 6-77 0 0,-10 6-8 0 0,-8 6-187 0 0,-8 5 183 0 0,-4 2-288 0 0,-1 1 27 0 0,2-2-147 0 0,5-3-334 0 0,7-4 24 0 0,8-5-338 0 0,8-7-365 0 0,11-8-1177 0 0,7-5-4379 0 0,12-12-3441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01.35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40883.125"/>
      <inkml:brushProperty name="anchorY" value="-659441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42608.3125"/>
      <inkml:brushProperty name="anchorY" value="-660845.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3067.5625"/>
      <inkml:brushProperty name="anchorY" value="-649086.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9316.8125"/>
      <inkml:brushProperty name="anchorY" value="-648581.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0929.3125"/>
      <inkml:brushProperty name="anchorY" value="-650299.0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2734.75"/>
      <inkml:brushProperty name="anchorY" value="-651575.6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4080.875"/>
      <inkml:brushProperty name="anchorY" value="-653683.1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5736.9375"/>
      <inkml:brushProperty name="anchorY" value="-655509.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7825.8125"/>
      <inkml:brushProperty name="anchorY" value="-655982.3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9301.25"/>
      <inkml:brushProperty name="anchorY" value="-657813.5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44895.9375"/>
      <inkml:brushProperty name="anchorY" value="-662637.875"/>
      <inkml:brushProperty name="scaleFactor" value="0.5"/>
    </inkml:brush>
  </inkml:definitions>
  <inkml:trace contextRef="#ctx0" brushRef="#br0">6896 1848 5977 0 0,'0'0'0'0'0,"0"0"2664"0"0,0 0-681 0 0,0 0-464 0 0,0 0-142 0 0,0 0 154 0 0,0 0-332 0 0,0 0-412 0 0,0 0-259 0 0,0 0-140 0 0,0 0-78 0 0,0 0-59 0 0,26 4 117 0 0,8 4-255 0 0,8 4-25 0 0,3 2-85 0 0,-1 1-47 0 0,-1 1-71 0 0,-4-1-112 0 0,-3-2-22 0 0,-5-2-144 0 0,-3-2-177 0 0,-3-3-264 0 0,-4-1-540 0 0,-4-2-1039 0 0,-6-1-2670 0 0,-2-1-1778 0 0,-4-1 6881 0 0</inkml:trace>
  <inkml:trace contextRef="#ctx0" brushRef="#br1" timeOffset="700.007">8094 1757 6493 0 0,'0'0'0'0'0,"0"0"2324"0"0,0 0-854 0 0,0 0-55 0 0,0 0-232 0 0,8-22 4 0 0,3-7-142 0 0,4-9-309 0 0,2-3-199 0 0,1-3-161 0 0,1-1-134 0 0,0-1-87 0 0,3-1-48 0 0,0 0 1 0 0,2 0 20 0 0,0 1 6 0 0,1 3-42 0 0,0 2 0 0 0,-1 4-91 0 0,-2 6 108 0 0,-3 4-33 0 0,-4 6 54 0 0,-2 6-54 0 0,-3 3-85 0 0,-4 6 5 0 0,-2 2 9 0 0,-2 2-7 0 0,-1 3 11 0 0,-1 2-12 0 0,0 3-159 0 0,-1 3 78 0 0,0 3-93 0 0,-1 7 54 0 0,-1 5 43 0 0,0 9 76 0 0,1 7-138 0 0,0 9-13 0 0,-1 6-84 0 0,1 8 15 0 0,-1 5 58 0 0,-2 5-104 0 0,0 3 71 0 0,-2 1 229 0 0,-1-1-52 0 0,-1-2 215 0 0,0-2 28 0 0,0-5-80 0 0,0-3 30 0 0,-2-5-24 0 0,1-5 21 0 0,1-4-67 0 0,1-5-60 0 0,0-6-37 0 0,1-4 4 0 0,1-6-64 0 0,0-4 11 0 0,2-6-16 0 0,-1-3-30 0 0,0-4-6 0 0,-1-4 59 0 0,0-3-23 0 0,-1-2-116 0 0,0-2-26 0 0,-3-2 56 0 0,-3-2 166 0 0,-5-2 131 0 0,-4-3-70 0 0,-3-2 6 0 0,-2-1-7 0 0,-1 0 55 0 0,3 1 14 0 0,6 0-108 0 0,6 2-20 0 0,5 2 46 0 0,6 0 3 0 0,8 1 149 0 0,10-2 73 0 0,13 0 63 0 0,13-2 136 0 0,13-2 357 0 0,13 0-436 0 0,11-1 24 0 0,8 0-129 0 0,6 1-69 0 0,-1 2-222 0 0,-2 3 12 0 0,-7 1-320 0 0,-8 5-233 0 0,-11 2-243 0 0,-9 4-283 0 0,-11 2-678 0 0,-10 1-1495 0 0,-10 2-3024 0 0,-10-1-1105 0 0</inkml:trace>
  <inkml:trace contextRef="#ctx0" brushRef="#br2" timeOffset="-5044.647">1095 1869 1004 0 0,'0'0'0'0'0,"0"0"1840"0"0,0 0-989 0 0,0 0 7 0 0,0 0-277 0 0,0 0-128 0 0,0 0-323 0 0,0 0 116 0 0,0 0-9 0 0,0 0-209 0 0,0 0 2188 0 0,-3 0-1470 0 0,-1-1 401 0 0,1 0-252 0 0,0-1 58 0 0,1 0-121 0 0,1-1-130 0 0,1 0-164 0 0,-1 0-96 0 0,2-1-174 0 0,2 0-50 0 0,0-1-123 0 0,3-1-20 0 0,2-2-79 0 0,3-2 19 0 0,4-4-12 0 0,3-4-3 0 0,3-4 0 0 0,5-4 5 0 0,4-6 54 0 0,3-4 41 0 0,2-5 6 0 0,2-4 18 0 0,1-4 3 0 0,1-2-140 0 0,-1-2 37 0 0,-1 0 92 0 0,-1 1-148 0 0,-2 2 48 0 0,-3 2-90 0 0,-3 5-8 0 0,-5 4 17 0 0,-3 6 74 0 0,-4 5-11 0 0,-5 6-1 0 0,-2 7 9 0 0,-3 5 2 0 0,-3 5-1 0 0,0 4-8 0 0,-3 4-2 0 0,1 5-57 0 0,-4 4-68 0 0,-2 5 58 0 0,-2 7-70 0 0,2 7-5 0 0,0 8 38 0 0,3 8 107 0 0,4 8-160 0 0,4 9 110 0 0,5 5-108 0 0,4 8 178 0 0,2 3-49 0 0,1 4 30 0 0,0 1 53 0 0,-1 1 80 0 0,-1-1-108 0 0,-3-3 34 0 0,-2-4-54 0 0,-2-4 115 0 0,-4-3-92 0 0,-1-6-20 0 0,-3-4 6 0 0,0-5-11 0 0,-1-5 0 0 0,-1-6 52 0 0,1-5-62 0 0,0-6 72 0 0,-1-6-78 0 0,1-6 76 0 0,0-5-19 0 0,0-5-40 0 0,0-5 13 0 0,0-3-20 0 0,0-3 4 0 0,0-1-76 0 0,0-1 39 0 0,0-1 26 0 0,0-1-13 0 0,0 0-45 0 0,0 0 80 0 0,0 0-36 0 0,0-1 12 0 0,0 1 13 0 0,0 0 71 0 0,0-1-6 0 0,1-1-21 0 0,0-1 6 0 0,1 0-55 0 0,-1-2 19 0 0,1 1 1 0 0,0 0-21 0 0,-1 1 2 0 0,0 1-16 0 0,0 0 14 0 0,0 2-10 0 0,0-1-40 0 0,0 0 50 0 0,2-1-13 0 0,0-2 18 0 0,1 0-3 0 0,1-4 63 0 0,2-1-22 0 0,1-4 14 0 0,1-3 40 0 0,2-5-99 0 0,2-5 222 0 0,2-5-110 0 0,3-7 96 0 0,2-6-17 0 0,3-6-45 0 0,1-6 146 0 0,1-6-12 0 0,-1-4 10 0 0,-3-4-76 0 0,-4-4-130 0 0,-2-2 116 0 0,-5-3 14 0 0,-4 0-93 0 0,-2-1-8 0 0,-3 0-104 0 0,-1 0 126 0 0,1 2-155 0 0,0 1 41 0 0,1 0-10 0 0,2 3-6 0 0,1 1 2 0 0,0 4-1 0 0,1 4 144 0 0,-2 4-185 0 0,-1 6-8 0 0,-2 7 69 0 0,-2 5-21 0 0,-4 7 3 0 0,-2 4-2 0 0,-3 5 1 0 0,-2 3-11 0 0,0 4-43 0 0,1 2 7 0 0,0 3-15 0 0,3 2 63 0 0,2 2-84 0 0,2 2 32 0 0,2 1-29 0 0,2 1 10 0 0,0 1 67 0 0,0 0-20 0 0,0 1 24 0 0,1 1 0 0 0,-1 0 53 0 0,0 3 4 0 0,1 0-2 0 0,-1 2 4 0 0,0 1-57 0 0,0 1 6 0 0,0 0-9 0 0,0 0-10 0 0,0 0-7 0 0,0 0-36 0 0,0 0 61 0 0,0-1-20 0 0,1-1 11 0 0,2-1 0 0 0,0-2 0 0 0,2-2 0 0 0,0-1 0 0 0,3-2 0 0 0,1-1 0 0 0,1-2-5 0 0,1 0-50 0 0,0 0-4 0 0,0 0-12 0 0,1 0-60 0 0,-1 1 16 0 0,0 1 5 0 0,0 2 10 0 0,-2 1-2 0 0,-2 3 16 0 0,0 1-28 0 0,-3 2-14 0 0,-1 1 22 0 0,-1 1-8 0 0,-2 1 62 0 0,1 1 40 0 0,0 0 1 0 0,1 0 10 0 0,2 1 10 0 0,1 0-7 0 0,0 0-2 0 0,2 1 1 0 0,1 0-6 0 0,2-1 6 0 0,2 1 69 0 0,3 0 12 0 0,3 0-101 0 0,3 0 48 0 0,5 1 41 0 0,6 1-33 0 0,5 1 32 0 0,8-1 77 0 0,7 2-78 0 0,8-1 84 0 0,8-1-80 0 0,11-2 66 0 0,12-1 124 0 0,12-3-53 0 0,14-4-114 0 0,14-2 65 0 0,14-3-70 0 0,13-3 39 0 0,13 0-78 0 0,10 0 32 0 0,9 1-96 0 0,4 0-64 0 0,2 2-70 0 0,-2 2 11 0 0,-5 0-54 0 0,-8 1 49 0 0,-10 0-26 0 0,-12 0-47 0 0,-14-1 126 0 0,-13-1-12 0 0,-13 0 106 0 0,-15-1-20 0 0,-14 0 18 0 0,-17 0-5 0 0,-15 0 72 0 0,-15 2 58 0 0,-12 1 11 0 0,-10 2-9 0 0,-10 0-7 0 0,-5 2-31 0 0,-4 1-2 0 0,-3 1-34 0 0,0 0-2 0 0,-1 0-53 0 0,0 0 74 0 0,1 0-90 0 0,0 0 23 0 0,0 1-8 0 0,1-1-11 0 0,0 1-57 0 0,0-1 11 0 0,0 0-17 0 0,0 0-86 0 0,0 0-65 0 0,0 0-71 0 0,0 0-92 0 0,-2 0-43 0 0,-2 0-30 0 0,-2 0-4 0 0,-2 0-60 0 0,-3 0-399 0 0,-2 2-875 0 0,-3 2-2792 0 0,-9 3-2206 0 0,33-8 6459 0 0,5 0-258 0 0</inkml:trace>
  <inkml:trace contextRef="#ctx0" brushRef="#br3" timeOffset="-3965.167">2796 1619 6401 0 0,'0'0'0'0'0,"0"0"1584"0"0,0 0-803 0 0,0 0-195 0 0,0 0 21 0 0,0 0 276 0 0,0 0 147 0 0,3-18-296 0 0,3-6-381 0 0,6-6-127 0 0,4-4-43 0 0,6-2-73 0 0,4-1 42 0 0,3-1 91 0 0,1 0-17 0 0,2 1 26 0 0,0 1-86 0 0,-1 2-67 0 0,-2 3-102 0 0,-4 3 10 0 0,-3 4-18 0 0,-4 5-1 0 0,-5 4 10 0 0,-4 4 1 0 0,-3 5 14 0 0,-2 2 53 0 0,-3 5-84 0 0,-1 2 19 0 0,0 3-73 0 0,-4 5 22 0 0,-2 3 59 0 0,-4 5-23 0 0,-2 5-74 0 0,-2 6 113 0 0,-1 7-33 0 0,0 6 95 0 0,1 7-97 0 0,-2 5 32 0 0,1 5-14 0 0,-1 4 66 0 0,-1 2-6 0 0,1 0 20 0 0,-1-1 129 0 0,1-2 11 0 0,1-5-37 0 0,1-3-46 0 0,2-5-100 0 0,0-5-37 0 0,0-5 0 0 0,1-4-22 0 0,-2-4-42 0 0,0-4 1 0 0,0-3-97 0 0,-1-4 114 0 0,1-4 36 0 0,-1-4-13 0 0,-1-3 11 0 0,-2-3 5 0 0,-3-4 124 0 0,-4-2 3 0 0,-3-3-157 0 0,-6-3-8 0 0,-5-3-137 0 0,-4-3-247 0 0,-2 0 466 0 0,1-2-169 0 0,4 1 81 0 0,6 1-12 0 0,8 2 3 0 0,8 3-158 0 0,7 1 189 0 0,5 2-45 0 0,7 1 71 0 0,7 0 109 0 0,8-1 103 0 0,9-1-24 0 0,10-1-37 0 0,9-1-77 0 0,9-1-80 0 0,7 0-73 0 0,6 0-74 0 0,5 0-319 0 0,1 1-258 0 0,0 0-385 0 0,-2 2-759 0 0,-9 0-1332 0 0,-5 1-2754 0 0,-14 2 4992 0 0</inkml:trace>
  <inkml:trace contextRef="#ctx0" brushRef="#br4" timeOffset="-3615.134">3417 1679 3892 0 0,'0'0'0'0'0,"0"0"2225"0"0,0 0-365 0 0,0 0-162 0 0,0 0-102 0 0,0 0-226 0 0,0 0-94 0 0,0 0-108 0 0,0 0-72 0 0,41-8-197 0 0,11 0-112 0 0,9-1-115 0 0,1 2-177 0 0,-4 3-206 0 0,-7 2-201 0 0,-7 3-68 0 0,-8 2-164 0 0,-6 2-11 0 0,-7 1-282 0 0,-4 0-162 0 0,-3 0-205 0 0,-4-1-177 0 0,-3 0-472 0 0,-2-2-480 0 0,-1-1-944 0 0,-1 0-2428 0 0,-1-1 556 0 0</inkml:trace>
  <inkml:trace contextRef="#ctx0" brushRef="#br5" timeOffset="-3296.474">3728 1352 7637 0 0,'0'0'0'0'0,"0"0"1816"0"0,0 0-285 0 0,0 0-324 0 0,0 0-163 0 0,-1 23-64 0 0,0 12-275 0 0,2 13-230 0 0,2 10-237 0 0,3 8-88 0 0,3 5-153 0 0,0 3-27 0 0,0 0-161 0 0,-1-1-257 0 0,-1-3-264 0 0,-1-6-304 0 0,-1-6-632 0 0,-1-8-876 0 0,2-7-2849 0 0,-1-12 1670 0 0</inkml:trace>
  <inkml:trace contextRef="#ctx0" brushRef="#br6" timeOffset="-2807.362">4300 1466 5521 0 0,'0'0'0'0'0,"0"0"3208"0"0,0 0-1283 0 0,0 0-339 0 0,0 0-471 0 0,0 0 170 0 0,0 0-271 0 0,2 24-224 0 0,6 9-286 0 0,4 8-120 0 0,5 4-171 0 0,4 1-9 0 0,3 0-155 0 0,4-4 7 0 0,1-2-59 0 0,1-3-79 0 0,1-5 23 0 0,-2-3-88 0 0,-1-5-198 0 0,-1-2-64 0 0,-4-4-251 0 0,-3-3-163 0 0,-3-1-529 0 0,-3-1-540 0 0,-3-1-1023 0 0,-2 1-2446 0 0,-3-2 1714 0 0</inkml:trace>
  <inkml:trace contextRef="#ctx0" brushRef="#br7" timeOffset="-2581.424">4082 2454 2736 0 0,'0'0'0'0'0,"0"0"8409"0"0,0 0-7920 0 0,0 0 1856 0 0,0 0-1304 0 0,1-19 164 0 0,6-9-174 0 0,7-9-252 0 0,11-7-386 0 0,13-5-5 0 0,12-5-90 0 0,12-4-22 0 0,12-2-75 0 0,6-2-10 0 0,4 1-218 0 0,-2 2-12 0 0,-7 5-212 0 0,-9 5-200 0 0,-12 6-317 0 0,-14 8-371 0 0,-10 7-659 0 0,-11 6-806 0 0,-8 5-2450 0 0,-5 6-1624 0 0,-5 3 6612 0 0</inkml:trace>
  <inkml:trace contextRef="#ctx0" brushRef="#br8" timeOffset="-1507.986">5945 81 1044 0 0,'0'0'0'0'0,"0"0"1292"0"0,0 0-658 0 0,0 0-8 0 0,0 0 298 0 0,0 0 180 0 0,0 0 3 0 0,0 0-198 0 0,0 0-110 0 0,0 0 47 0 0,0 0 134 0 0,0 0-128 0 0,9-10-162 0 0,2-1-106 0 0,1-2-107 0 0,0 1 31 0 0,-1 1 29 0 0,-1 2-27 0 0,-2 2-16 0 0,-1 3-59 0 0,-2 1-88 0 0,-2 2-116 0 0,-2 3-46 0 0,0 3-190 0 0,-1 4 124 0 0,2 6-83 0 0,1 7-40 0 0,4 8-48 0 0,3 8-108 0 0,1 7-106 0 0,2 6-199 0 0,-2 6-282 0 0,1 3-93 0 0,0 2-483 0 0,-1 3-808 0 0,-1-2-809 0 0,-2 2-2015 0 0,-3-12 2922 0 0</inkml:trace>
  <inkml:trace contextRef="#ctx0" brushRef="#br9" timeOffset="-854.068">4627 1908 5945 0 0,'0'0'0'0'0,"0"0"2572"0"0,0 0-1036 0 0,0 0-479 0 0,0 0-24 0 0,0 0 48 0 0,16 18-262 0 0,6 6-224 0 0,5 5-242 0 0,2 3-369 0 0,1 1 60 0 0,-2 1-334 0 0,0-2-29 0 0,-3-1-378 0 0,0 0-522 0 0,-2-3-895 0 0,-2-2-2873 0 0,0-3-595 0 0,-5-6 6743 0 0</inkml:trace>
  <inkml:trace contextRef="#ctx0" brushRef="#br10" timeOffset="2776.291">6 2875 496 0 0,'0'0'0'0'0,"0"0"3912"0"0,0 0-3164 0 0,0 0 457 0 0,0 0-456 0 0,0 0 76 0 0,0 0-47 0 0,0 0-322 0 0,0 0-161 0 0,0 0 31 0 0,0 0 152 0 0,-2 0 8 0 0,0 0 32 0 0,1-1 190 0 0,0-1-56 0 0,1 0-22 0 0,2 0 46 0 0,-1 0-26 0 0,0 1-21 0 0,0 0-100 0 0,1 0-58 0 0,0 1-112 0 0,0 0-141 0 0,1 0-59 0 0,1 0-22 0 0,3 0 32 0 0,4 1-28 0 0,5 0 27 0 0,6 0-86 0 0,8 1 44 0 0,5-1-138 0 0,5 0 89 0 0,3 0-88 0 0,2 0 32 0 0,1-1 92 0 0,2 0-32 0 0,0 0 6 0 0,1 0-44 0 0,0 0-44 0 0,1-1 13 0 0,-1 0-4 0 0,0 0 93 0 0,-1 0-12 0 0,3 0-10 0 0,3 2 110 0 0,6 0 202 0 0,6 2 671 0 0,6 2-873 0 0,6 0 0 0 0,5 0-159 0 0,3 1 4 0 0,2-2 52 0 0,1 0-100 0 0,2-1 28 0 0,-1-1-14 0 0,2-2-4 0 0,0-1-8 0 0,-2-2-41 0 0,0-2 48 0 0,-2 0-67 0 0,-3 0 33 0 0,-4-1 45 0 0,-5 1-9 0 0,-3 1 1 0 0,-4 0 17 0 0,-3 1 79 0 0,-2 2-17 0 0,0 0-9 0 0,-1 0-7 0 0,3 0-60 0 0,1 0 7 0 0,4-1-7 0 0,2-1-1 0 0,2-1 0 0 0,2-1 9 0 0,0-1-7 0 0,0 0-2 0 0,1-1 10 0 0,-2 0-8 0 0,-2 1-2 0 0,-1 0 6 0 0,-3 2 6 0 0,-3 0-1 0 0,-1 2-8 0 0,-1 0 2 0 0,-2 2-1 0 0,1-1-5 0 0,-1 1 2 0 0,4 0-1 0 0,2 1 0 0 0,3-1-14 0 0,3 0-1 0 0,3 0 5 0 0,4-1 2 0 0,4 0-6 0 0,2-1-53 0 0,3 0 80 0 0,1 0-21 0 0,0 0 12 0 0,-1 0-6 0 0,-3 0-6 0 0,-2-1 10 0 0,-1 0 11 0 0,-1 0-8 0 0,0-1 51 0 0,0-1 18 0 0,0-1-87 0 0,1 0 38 0 0,-1-1-23 0 0,-1 0 3 0 0,-1 0-1 0 0,-1 1-5 0 0,0 0 2 0 0,0 1-10 0 0,-2 1-63 0 0,0 1 82 0 0,0 2-74 0 0,-2 0 65 0 0,0 0-61 0 0,0 0 18 0 0,-2 1 36 0 0,0 0-3 0 0,1 0-5 0 0,-1 0 3 0 0,-3 0-48 0 0,-1 0 75 0 0,9 0-11 0 0,-1-1-9 0 0,-2 1 6 0 0,-3-1-2 0 0,-3 0 0 0 0,-2 1 0 0 0,-1 0 9 0 0,-1 0-11 0 0,1 0-16 0 0,1 1 10 0 0,-1 1 4 0 0,0 0 4 0 0,-1 0-1 0 0,0 1-4 0 0,-2-1 2 0 0,0 0-6 0 0,-1 0 11 0 0,0-1-3 0 0,-2 0 10 0 0,0-1 3 0 0,-1 1-10 0 0,-1-1-2 0 0,0 0 1 0 0,1-1 8 0 0,-1-1 3 0 0,0 0-6 0 0,0-1-2 0 0,-3 1-4 0 0,-3-1 1 0 0,-2 1 8 0 0,-3-1-11 0 0,-3 1 3 0 0,-4 0 4 0 0,-3 0-2 0 0,-4 0 1 0 0,-3 0 5 0 0,-2 1 45 0 0,-2 0-55 0 0,-3 0 61 0 0,-3 0-69 0 0,-2 0 15 0 0,-4 1-19 0 0,-2 0-53 0 0,-3 0 14 0 0,-3 0-13 0 0,-1 0 21 0 0,-3 0-35 0 0,-2 0 39 0 0,-1 0 30 0 0,-1 1-111 0 0,0 1 27 0 0,-1 0-88 0 0,-1 0-63 0 0,-3 1-333 0 0,-6-1-547 0 0,-7 1-1516 0 0,-6-1-3195 0 0,-11-1-4309 0 0,40-4 12396 0 0,8 0-3868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33.75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5566.9375"/>
      <inkml:brushProperty name="anchorY" value="-665545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7370.625"/>
      <inkml:brushProperty name="anchorY" value="-667184"/>
      <inkml:brushProperty name="scaleFactor" value="0.5"/>
    </inkml:brush>
  </inkml:definitions>
  <inkml:trace contextRef="#ctx0" brushRef="#br0">1 14 2360 0 0,'0'0'0'0'0,"0"0"1436"0"0,0 0-4 0 0,0 0-424 0 0,0 0-141 0 0,0 0-391 0 0,0 0-244 0 0,0 0 108 0 0,0 0 1390 0 0,0 0-1157 0 0,6 0 184 0 0,-1 0-160 0 0,1 0 84 0 0,-1 0 137 0 0,-2 0-86 0 0,0 0-55 0 0,-2 0-176 0 0,-1 0-101 0 0,0 0-137 0 0,1 1-113 0 0,0 0-155 0 0,2 1 104 0 0,4 3 1 0 0,5 2 39 0 0,5 5-98 0 0,5 5-37 0 0,5 4 6 0 0,4 4-15 0 0,3 2-78 0 0,1 2 92 0 0,0 0-119 0 0,0-1-26 0 0,-1-1 23 0 0,-1-2-102 0 0,-3-2-94 0 0,-1-3-239 0 0,-3-3-36 0 0,-4-3-57 0 0,-1-2-183 0 0,-4-3-327 0 0,-4-1-382 0 0,-3-3-869 0 0,-4-2-1773 0 0,-2-1 602 0 0</inkml:trace>
  <inkml:trace contextRef="#ctx0" brushRef="#br1" timeOffset="397.462">638 1 4528 0 0,'0'0'0'0'0,"0"0"3217"0"0,0 0-2409 0 0,0 0 492 0 0,0 0-545 0 0,0 0 611 0 0,-31 22 30 0 0,-7 6-573 0 0,-6 7-303 0 0,1 1-94 0 0,4 0-9 0 0,5-2-88 0 0,6-2 5 0 0,4-2-106 0 0,5-3-109 0 0,2-2 11 0 0,1-1-82 0 0,1-2-48 0 0,2-1-121 0 0,0-2-206 0 0,1-2-320 0 0,3-2-521 0 0,2-3-682 0 0,2-2-789 0 0,1-3-2397 0 0,3-1-5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41.68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71583.25"/>
      <inkml:brushProperty name="anchorY" value="-676565.875"/>
      <inkml:brushProperty name="scaleFactor" value="0.5"/>
    </inkml:brush>
  </inkml:definitions>
  <inkml:trace contextRef="#ctx0" brushRef="#br0">176 653 11189 0 0,'0'0'0'0'0,"0"0"1668"0"0,0 0-1871 0 0,0 0 726 0 0,0 0-365 0 0,2-22 605 0 0,4-7-191 0 0,7-9-309 0 0,7-3-185 0 0,8-3 14 0 0,7 0 182 0 0,4-1 4 0 0,4 0-30 0 0,1 2-80 0 0,1 1-127 0 0,-2 1-18 0 0,-3 1 1 0 0,-4 3 46 0 0,-5 3-14 0 0,-5 4-10 0 0,-6 4-33 0 0,-6 5 79 0 0,-5 6-115 0 0,-5 5-95 0 0,-5 5 85 0 0,-6 6 34 0 0,-6 5 45 0 0,-6 9-62 0 0,-6 7-78 0 0,-3 8 104 0 0,-3 9-94 0 0,-1 8 103 0 0,2 8-16 0 0,4 5 222 0 0,2 5 15 0 0,3 2-32 0 0,4 2 22 0 0,0-1 40 0 0,2-2 39 0 0,1-2-4 0 0,1-4 16 0 0,0-3-86 0 0,1-6-36 0 0,2-3-78 0 0,0-6-32 0 0,2-5-92 0 0,-1-5 25 0 0,1-5-10 0 0,1-5-14 0 0,0-6 4 0 0,0-5-142 0 0,-2-4-82 0 0,-1-3-82 0 0,-1-2-32 0 0,-4-3 124 0 0,-2-3 0 0 0,-4-2 80 0 0,-3-2 130 0 0,-2-3-77 0 0,-1-1 38 0 0,0-3-96 0 0,3 1 82 0 0,5 0 31 0 0,6 0 20 0 0,7 3 172 0 0,9 1-217 0 0,11 1 22 0 0,12 2 28 0 0,13-1-4 0 0,14 1 201 0 0,15-1-50 0 0,14 0-19 0 0,13 1 14 0 0,8-1 7 0 0,8 1-32 0 0,1 1-32 0 0,-4 0-95 0 0,-7 1-280 0 0,-11 0-361 0 0,-15 1-187 0 0,-16 2-941 0 0,-17 0-2785 0 0,-16 1-4329 0 0,-13 1 8952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42.18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73898.75"/>
      <inkml:brushProperty name="anchorY" value="-678053.625"/>
      <inkml:brushProperty name="scaleFactor" value="0.5"/>
    </inkml:brush>
  </inkml:definitions>
  <inkml:trace contextRef="#ctx0" brushRef="#br0">1 251 640 0 0,'0'0'0'0'0,"0"0"7717"0"0,0 0-6646 0 0,0 0 1357 0 0,0 0-893 0 0,0 0 68 0 0,0 0-117 0 0,45-5-62 0 0,20-3-426 0 0,22-3-36 0 0,19-1-221 0 0,16-2-113 0 0,16-1-127 0 0,15 0-168 0 0,12 0-167 0 0,13 0-25 0 0,12 0-22 0 0,12 1 17 0 0,9 0-133 0 0,8 2 11 0 0,2 1-108 0 0,1 1-79 0 0,-6 0-105 0 0,-10 2-270 0 0,-12 0-103 0 0,-15 1-40 0 0,-14 1-300 0 0,-15 0-591 0 0,-15 0-695 0 0,-19 1-2062 0 0,-12 0-1362 0 0,-27 2 407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42.86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79035.0625"/>
      <inkml:brushProperty name="anchorY" value="-679073.1875"/>
      <inkml:brushProperty name="scaleFactor" value="0.5"/>
    </inkml:brush>
  </inkml:definitions>
  <inkml:trace contextRef="#ctx0" brushRef="#br0">308 581 11041 0 0,'0'0'0'0'0,"0"0"2892"0"0,0 0-2412 0 0,0 0 91 0 0,12-18-416 0 0,5-8 520 0 0,6-8-5 0 0,3-4-732 0 0,2-4 158 0 0,1-2-449 0 0,3 0 89 0 0,1-1 23 0 0,3 0-8 0 0,0 2-77 0 0,1 1 96 0 0,0 3-4 0 0,-3 4 133 0 0,-2 6 97 0 0,-4 6-14 0 0,-7 6 167 0 0,-6 7 74 0 0,-5 4 16 0 0,-5 6 98 0 0,-5 4-246 0 0,-4 5-7 0 0,-6 5-82 0 0,-5 7-6 0 0,-5 7-52 0 0,-2 7 71 0 0,-3 6-14 0 0,-2 6 99 0 0,0 4-26 0 0,-1 2 75 0 0,1 0 6 0 0,-1 0 57 0 0,2-2 96 0 0,0-2 75 0 0,0-3-9 0 0,2-3 9 0 0,-1-4-45 0 0,2-4-25 0 0,0-3-61 0 0,2-3-112 0 0,-1-3-58 0 0,1-3-78 0 0,-1-1 7 0 0,-1-1-85 0 0,0-2-31 0 0,-2-2-28 0 0,0-2-26 0 0,0-1 31 0 0,0-3 44 0 0,-1-3 90 0 0,2-3 68 0 0,1-2-15 0 0,1-2 32 0 0,4-4 37 0 0,2-3-43 0 0,3-3-96 0 0,4-3 27 0 0,3 0-16 0 0,2 0 0 0 0,4 1 0 0 0,6 3 102 0 0,8 2 312 0 0,11 2 20 0 0,14 2-97 0 0,17 1 90 0 0,19 3-276 0 0,20 0-78 0 0,17 3-61 0 0,12-1-7 0 0,5 1-64 0 0,-2-1-251 0 0,-9-2-576 0 0,-14-3-405 0 0,-18-2-1153 0 0,-17-3-2623 0 0,-17-4-3460 0 0,-17 2 7496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38.66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3585.5625"/>
      <inkml:brushProperty name="anchorY" value="-672887.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2144.5"/>
      <inkml:brushProperty name="anchorY" value="-671567.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4951.5"/>
      <inkml:brushProperty name="anchorY" value="-672023.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8038.125"/>
      <inkml:brushProperty name="anchorY" value="-673492.0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9635.8125"/>
      <inkml:brushProperty name="anchorY" value="-675450.8125"/>
      <inkml:brushProperty name="scaleFactor" value="0.5"/>
    </inkml:brush>
  </inkml:definitions>
  <inkml:trace contextRef="#ctx0" brushRef="#br0">283 835 3132 0 0,'0'0'0'0'0,"0"0"636"0"0,0 0-770 0 0,0 0 827 0 0,0 0 34 0 0,0 0-551 0 0,0 0-227 0 0,0 0 114 0 0,0 0-179 0 0,-21-17-144 0 0,-4 2-340 0 0,-3 2-268 0 0,0 4 42 0 0,1 7-199 0 0,3 4-154 0 0,6 2 940 0 0</inkml:trace>
  <inkml:trace contextRef="#ctx0" brushRef="#br1" timeOffset="488.496">0 1003 1552 0 0,'0'0'0'0'0,"0"0"2192"0"0,0 0-854 0 0,0 0 30 0 0,0 0-141 0 0,0 0 184 0 0,0 0-127 0 0,0 0-338 0 0,0 0 22 0 0,0 0-168 0 0,0 0-38 0 0,0 0-52 0 0,32-12-41 0 0,6-5-83 0 0,5-5-112 0 0,-1-4-199 0 0,0-2-133 0 0,-2-4-50 0 0,-3-4 8 0 0,-2-2-61 0 0,-1-2-36 0 0,0-4 4 0 0,-3-1-76 0 0,-1-1 28 0 0,-2 0 48 0 0,-2 1-11 0 0,-2 3 12 0 0,-1 2-10 0 0,-2 4-6 0 0,-3 5 11 0 0,-1 5 52 0 0,-4 7 13 0 0,-3 5-24 0 0,-3 6-49 0 0,-3 3 9 0 0,-2 4-3 0 0,-1 4 87 0 0,0 5 232 0 0,0 7-172 0 0,1 9-7 0 0,1 9-153 0 0,2 10 30 0 0,1 10-105 0 0,2 8 27 0 0,1 7-17 0 0,1 5-26 0 0,1 3-7 0 0,1 2-14 0 0,0 1 2 0 0,-1-1 86 0 0,-2-1 18 0 0,-1-3 9 0 0,-3-4-1 0 0,0-4 12 0 0,-2-5-3 0 0,1-5 1 0 0,0-7-70 0 0,0-7 15 0 0,1-8-22 0 0,1-8-53 0 0,1-8 0 0 0,1-6 108 0 0,1-6 12 0 0,3-5 134 0 0,4-7-2 0 0,5-6-32 0 0,5-7-36 0 0,5-7-56 0 0,2-9-44 0 0,3-8 62 0 0,1-9-29 0 0,1-8 10 0 0,-2-8-1 0 0,-1-9 0 0 0,-2-8 4 0 0,-1-8 9 0 0,-1-6 105 0 0,-1-4 13 0 0,1-1 35 0 0,4 1-7 0 0,4 4-64 0 0,4 6-47 0 0,5 7-37 0 0,3 9 69 0 0,-8 18-39 0 0</inkml:trace>
  <inkml:trace contextRef="#ctx0" brushRef="#br2" timeOffset="1596.252">1766 112 5929 0 0,'0'0'0'0'0,"0"0"2548"0"0,0 0-919 0 0,0 0 71 0 0,0 0-282 0 0,0 0-515 0 0,0 0 34 0 0,0 0-98 0 0,0 0-178 0 0,0 0-212 0 0,0 0-125 0 0,39-6-104 0 0,8-1-10 0 0,7-1-21 0 0,2 0-4 0 0,3 0-28 0 0,5 2-63 0 0,6-1-59 0 0,10 0-30 0 0,8 1-116 0 0,9-1 18 0 0,3 0 10 0 0,2 0-8 0 0,-4 0-81 0 0,-7 0 52 0 0,-9 2-6 0 0,-13 1 0 0 0,-11 2-40 0 0,-13 0-35 0 0,-11 2-20 0 0,-7 0 75 0 0,-5 1-1 0 0,-4 2-6 0 0,1 1-148 0 0,-1 1 76 0 0,3 0 1 0 0,1-1 51 0 0,2 1 45 0 0,0-2 58 0 0,0 0 72 0 0,1-2 38 0 0,-2 0 48 0 0,-1 0-101 0 0,-2-1 86 0 0,-3-1 13 0 0,-2 1 38 0 0,-4-1 69 0 0,-2 0 59 0 0,-3-1 8 0 0,0 1-4 0 0,0-1-8 0 0,0 0-22 0 0,2 0-18 0 0,0 0 36 0 0,0 0-26 0 0,-1 0 36 0 0,-2 0-71 0 0,-1 1-34 0 0,-1 1-49 0 0,-2-1 22 0 0,0 1-143 0 0,-1 0-12 0 0,0 0-50 0 0,0 1-69 0 0,0 1 1 0 0,1 3 179 0 0,3 2 58 0 0,1 5-44 0 0,3 4-38 0 0,2 4 4 0 0,1 3-11 0 0,0 2-56 0 0,-1-1-37 0 0,-1 0-226 0 0,-1-2-206 0 0,-2-2-215 0 0,-3 0-301 0 0,-3-3-518 0 0,-4 0-663 0 0,-4-2-1032 0 0,-3-1-2809 0 0,2-3 4054 0 0</inkml:trace>
  <inkml:trace contextRef="#ctx0" brushRef="#br3" timeOffset="2183.5">2423 585 5777 0 0,'0'0'0'0'0,"0"0"2156"0"0,0 0-1410 0 0,0 0-352 0 0,0 0 84 0 0,0 0 628 0 0,0 0-150 0 0,0 0-361 0 0,0 0 73 0 0,0 0-266 0 0,0 0-115 0 0,0 0-71 0 0,36 19 0 0 0,2 8 16 0 0,1 7-26 0 0,-5 4 60 0 0,-10 1-83 0 0,-8 1-30 0 0,-10-1-7 0 0,-10-1 6 0 0,-13 0 46 0 0,-10-1-32 0 0,-12 0 26 0 0,-10 0-122 0 0,-10 0-12 0 0,-9-1 29 0 0,-5-2 134 0 0,-3-2 60 0 0,0-2-241 0 0,1-5-21 0 0,3-4-9 0 0,4-5-125 0 0,5-5 45 0 0,8-4 8 0 0,7-5 12 0 0,10-3-346 0 0,7-6-39 0 0,9-3 183 0 0,8-5 69 0 0,7-2 117 0 0,8-3-325 0 0,10 0 210 0 0,9 0 57 0 0,7 2 80 0 0,8 2 36 0 0,2 2 463 0 0,3 4 76 0 0,3 3 32 0 0,0 3 12 0 0,1 3-115 0 0,2 3-27 0 0,1 4-136 0 0,2 3-95 0 0,2 4-190 0 0,-1 3 14 0 0,1 1-97 0 0,-1 1 78 0 0,0 1-158 0 0,-2 0-66 0 0,0-2-384 0 0,1-1-248 0 0,0-2-354 0 0,1-3-627 0 0,0-3-546 0 0,-4-3-2142 0 0,-1-2-1223 0 0,-9-1 6312 0 0</inkml:trace>
  <inkml:trace contextRef="#ctx0" brushRef="#br4" timeOffset="2453.517">3609 1067 4728 0 0,'0'0'0'0'0,"0"0"5141"0"0,0 0-4313 0 0,0 0 672 0 0,0 0-941 0 0,0 0 670 0 0,0 0 143 0 0,0 0-355 0 0,0 0-283 0 0,46-1-158 0 0,11-1-158 0 0,9-1-117 0 0,0-3-145 0 0,-4 0-57 0 0,-6-3-102 0 0,-3 0-34 0 0,-6-2-60 0 0,-2-2-51 0 0,-4 0-225 0 0,-4-1-198 0 0,-5-1-460 0 0,-5 0-981 0 0,-7 1-2304 0 0,-6 0-2626 0 0,-6 4 4358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37.45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1039.125"/>
      <inkml:brushProperty name="anchorY" value="-670586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2908.75"/>
      <inkml:brushProperty name="anchorY" value="-671823.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64903.6875"/>
      <inkml:brushProperty name="anchorY" value="-673139.0625"/>
      <inkml:brushProperty name="scaleFactor" value="0.5"/>
    </inkml:brush>
  </inkml:definitions>
  <inkml:trace contextRef="#ctx0" brushRef="#br0">1 484 4212 0 0,'0'0'0'0'0,"0"0"1981"0"0,0 0-384 0 0,0 0-474 0 0,0 0-36 0 0,0 0 191 0 0,0 0-106 0 0,0 0-315 0 0,0 0-122 0 0,0 0 59 0 0,0 0-12 0 0,23 1 124 0 0,11 1-270 0 0,8 1-227 0 0,7 0-159 0 0,2 0-156 0 0,-1-1-84 0 0,-2-1-5 0 0,-4 0-63 0 0,-5-1-70 0 0,-4 0 16 0 0,-5 0-40 0 0,-5 0-184 0 0,-2-2-196 0 0,-3 0-153 0 0,-2-2-226 0 0,-1-2-364 0 0,-1-1-666 0 0,-2-2-600 0 0,-2-1-2398 0 0,-3 1 623 0 0</inkml:trace>
  <inkml:trace contextRef="#ctx0" brushRef="#br1" timeOffset="270.171">114 178 5825 0 0,'0'0'0'0'0,"0"0"2716"0"0,0 0-1507 0 0,0 0-135 0 0,0 0-622 0 0,0 0 739 0 0,0 0-264 0 0,0 0-29 0 0,0 0-77 0 0,0 0-279 0 0,48 3-142 0 0,14 2-136 0 0,15 0-270 0 0,1 0 44 0 0,-2 0-96 0 0,-6-1-121 0 0,-7 0-240 0 0,-8-1-344 0 0,-7 1-264 0 0,-7-1-507 0 0,-6-1-825 0 0,-6-1-2351 0 0,-4 0-770 0 0,-7-1 6597 0 0</inkml:trace>
  <inkml:trace contextRef="#ctx0" brushRef="#br2" timeOffset="640.06">1130 0 4364 0 0,'0'0'0'0'0,"0"0"5113"0"0,0 0-4728 0 0,0 0 715 0 0,0 0-824 0 0,0 0 1109 0 0,0 0-237 0 0,0 0-242 0 0,0 0-223 0 0,43 11-248 0 0,15 2-95 0 0,11 2-108 0 0,6-1-97 0 0,-2 0-11 0 0,-2-2-139 0 0,-7-2 34 0 0,-4 0-150 0 0,-8-2 66 0 0,-6-1-9 0 0,-7-1-19 0 0,-6 0 3 0 0,-6 0-11 0 0,-5-1 16 0 0,-5 0-79 0 0,-4 0 83 0 0,-2 1-14 0 0,-3 0 94 0 0,-3 1-24 0 0,-1 2 27 0 0,-3 3 71 0 0,-1 5-38 0 0,-6 5-41 0 0,-7 5 117 0 0,-10 7-80 0 0,-9 5-33 0 0,-8 5 15 0 0,-8 4 42 0 0,-7 3 32 0 0,-4 2 69 0 0,-2 1-1 0 0,-2 0-34 0 0,1-1-127 0 0,1-1 24 0 0,2-3-147 0 0,4 0-249 0 0,3-4-418 0 0,5-2-748 0 0,6-5-1494 0 0,5-4-4885 0 0,9-8 5930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34.59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5688.3125"/>
      <inkml:brushProperty name="anchorY" value="-666372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7331.125"/>
      <inkml:brushProperty name="anchorY" value="-667590.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9302.75"/>
      <inkml:brushProperty name="anchorY" value="-668859.75"/>
      <inkml:brushProperty name="scaleFactor" value="0.5"/>
    </inkml:brush>
  </inkml:definitions>
  <inkml:trace contextRef="#ctx0" brushRef="#br0">65 664 7537 0 0,'0'0'0'0'0,"0"0"1464"0"0,0 0-621 0 0,0 0-4 0 0,0 0 33 0 0,0 0-65 0 0,0 0-208 0 0,0 0-270 0 0,0 0-176 0 0,0 0-81 0 0,0 0-57 0 0,0 0-4 0 0,39 3-11 0 0,3 1-14 0 0,3-1-66 0 0,-5 0 98 0 0,-7-3-34 0 0,-5-2-342 0 0,-4-2-269 0 0,-1-2-42 0 0,-1-2-156 0 0,0-3-270 0 0,-2 0-1013 0 0,0-1-2119 0 0,-6 1 714 0 0</inkml:trace>
  <inkml:trace contextRef="#ctx0" brushRef="#br1" timeOffset="237.108">0 450 9037 0 0,'0'0'0'0'0,"0"0"1372"0"0,0 0-728 0 0,0 0 217 0 0,0 0 104 0 0,0 0 245 0 0,0 0-552 0 0,50 1-408 0 0,14 0-210 0 0,14 0 4 0 0,2 0-216 0 0,-1 0-17 0 0,-4-1-342 0 0,-7 1-496 0 0,-6-2-577 0 0,-7 0-1197 0 0,-3-1-3130 0 0,-13 0 3492 0 0</inkml:trace>
  <inkml:trace contextRef="#ctx0" brushRef="#br2" timeOffset="2364.389">1431 273 928 0 0,'0'0'0'0'0,"0"0"4549"0"0,0 0-3287 0 0,0 0 762 0 0,0 0-824 0 0,0 0-8 0 0,0 0 96 0 0,0 0-218 0 0,0 0-223 0 0,0 0-110 0 0,0 0-156 0 0,0 0-85 0 0,-1-2-104 0 0,1 1-78 0 0,-1-1-91 0 0,1 0-45 0 0,2 0-53 0 0,3-1 7 0 0,5-3-92 0 0,4-1 19 0 0,5-5-66 0 0,6-3 10 0 0,2-4-132 0 0,4-3-35 0 0,0-3-87 0 0,-1-1-59 0 0,-4 0 79 0 0,-4 2 76 0 0,-5 2 35 0 0,-4 3 24 0 0,-4 4 19 0 0,-3 4 73 0 0,-3 4-196 0 0,-2 3 61 0 0,0 3-20 0 0,-3 3-6 0 0,-3 3-134 0 0,-3 4 43 0 0,-5 5 152 0 0,-3 5 45 0 0,-4 7 39 0 0,-3 6-77 0 0,-2 5 122 0 0,-1 4-39 0 0,0 3 14 0 0,-2 2 5 0 0,1 2 78 0 0,-2 0 38 0 0,0 1 130 0 0,0-2-91 0 0,1-1 97 0 0,3-3-40 0 0,1-3-33 0 0,3-4-22 0 0,2-3-35 0 0,2-4-36 0 0,2-5-86 0 0,3-3 11 0 0,3-6-15 0 0,2-4-75 0 0,2-4 20 0 0,2-3 4 0 0,1-2-148 0 0,2-2-60 0 0,0-1-6 0 0,0 0 135 0 0,1-1 134 0 0,-2-1 39 0 0,0-1-64 0 0,-2-3-189 0 0,-3-1 272 0 0,0-1-6 0 0,0 0-82 0 0,1 0-37 0 0,1 0-34 0 0,2 1-44 0 0,6 1 170 0 0,6 2-7 0 0,7 1 136 0 0,9 2-99 0 0,11 1-64 0 0,10 1-84 0 0,11 2-42 0 0,10 2-133 0 0,5 2-460 0 0,6 1-658 0 0,-1 0-725 0 0,-3-1-851 0 0,-2-1-1288 0 0,-15-1 1111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46.16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1262.6875"/>
      <inkml:brushProperty name="anchorY" value="-680591.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3071.375"/>
      <inkml:brushProperty name="anchorY" value="-682038.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1728.25"/>
      <inkml:brushProperty name="anchorY" value="-681483.25"/>
      <inkml:brushProperty name="scaleFactor" value="0.5"/>
    </inkml:brush>
    <inkml:context xml:id="ctx1">
      <inkml:inkSource xml:id="inkSrc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00:16:47.004"/>
    </inkml:context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3430.8125"/>
      <inkml:brushProperty name="anchorY" value="-682626.3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5043.75"/>
      <inkml:brushProperty name="anchorY" value="-683819.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6504.375"/>
      <inkml:brushProperty name="anchorY" value="-685389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88674.5625"/>
      <inkml:brushProperty name="anchorY" value="-686481.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90642.6875"/>
      <inkml:brushProperty name="anchorY" value="-687676.6875"/>
      <inkml:brushProperty name="scaleFactor" value="0.5"/>
    </inkml:brush>
  </inkml:definitions>
  <inkml:trace contextRef="#ctx0" brushRef="#br0">373 866 340 0 0,'0'0'0'0'0,"0"0"0"0"0,0 0 505 0 0,0 0 642 0 0,0 0 62 0 0,0 0-1042 0 0,0 0 105 0 0,0 0-168 0 0,-41-10-301 0 0,-5-3 266 0 0,-3-1 146 0 0,5-1-14 0 0,6 1 349 0 0,7 1 234 0 0,6 1 85 0 0,5 2 102 0 0,5 2-8 0 0,3 1-99 0 0,1 2-15 0 0,3 2-119 0 0,0 1-104 0 0,2 0-156 0 0,0 1 31 0 0,1-1-104 0 0,2 2-34 0 0,0-1-13 0 0,2 1 38 0 0,1 0 19 0 0,0 0 52 0 0,0 0 92 0 0,0 1 34 0 0,3 2-122 0 0,3 0-228 0 0,5 2 78 0 0,7 2-53 0 0,7 3-116 0 0,10 4 108 0 0,9 4-66 0 0,8 2-15 0 0,7 3-8 0 0,4 0-43 0 0,1-1-135 0 0,-1 0 36 0 0,-2-1-91 0 0,-4-2-13 0 0,-4 0-131 0 0,-3-2-182 0 0,-5-1-205 0 0,-3-1-188 0 0,-5-2-470 0 0,-5-3-440 0 0,-4-2-638 0 0,-6-4-801 0 0,-4-2-2045 0 0,-5-4 3335 0 0,-4-1 1871 0 0</inkml:trace>
  <inkml:trace contextRef="#ctx0" brushRef="#br1" timeOffset="285.668">518 627 808 0 0,'0'0'0'0'0,"0"0"156"0"0,0 0 5307 0 0,0 0-4915 0 0,0 0 1352 0 0,0 0-387 0 0,0 0-612 0 0,0 0 94 0 0,0 0-155 0 0,-7 19-253 0 0,-3 6-58 0 0,1 7-4 0 0,1 5-96 0 0,1 2-108 0 0,3 2-82 0 0,1 3-25 0 0,1 1-42 0 0,2 2-13 0 0,0 1-183 0 0,0 0 50 0 0,0 1-161 0 0,-1-3-32 0 0,-1-2-218 0 0,-1-4-125 0 0,-1-6-219 0 0,0-7-316 0 0,1-5-749 0 0,0-7-1026 0 0,1-6-2138 0 0,1-6 1680 0 0,1-2 3377 0 0</inkml:trace>
  <inkml:trace contextRef="#ctx0" brushRef="#br2" timeOffset="650.572">1131 904 444 0 0,'0'0'0'0'0,"0"0"760"0"0,0 0-877 0 0,0 0 325 0 0,0 0 4772 0 0,0 0-4334 0 0,0 0 1056 0 0,0 0-453 0 0,0 0 78 0 0,0 0 78 0 0,0 0-453 0 0,0 0-218 0 0,17-5-197 0 0,5-1-118 0 0,3-1-206 0 0,2 1-57 0 0,3 1 110 0 0,1 0-270 0 0,2 0 29 0 0,1 1-162 0 0,1-1-27 0 0,-1 1-242 0 0,-3-1-56 0 0,-3-1-207 0 0,-4-2-485 0 0,-3-1-952 0 0,-5-1-2056 0 0,-4-2-1763 0 0,-4-1 6765 0 0,-4 1-2435 0 0</inkml:trace>
  <inkml:trace contextRef="#ctx1" brushRef="#br3">1159 725 1384,'0'0'0,"0"0"1628,0 0 4322,0 0-5416,0 0 1368,0 0-1082,0 0-379,0 0-82,40-6-391,10-2-888,10-3-996,-2-1-1343,-4-1-3255,-8-2 7734,-11 3-2871</inkml:trace>
  <inkml:trace contextRef="#ctx0" brushRef="#br4" timeOffset="1336.481">1856 477 860 0 0,'0'0'0'0'0,"0"0"196"0"0,0 0-182 0 0,-3 18 5293 0 0,-1 7-4580 0 0,0 9 889 0 0,0 6-470 0 0,6 3-161 0 0,5 2 10 0 0,7 0-230 0 0,9-1-405 0 0,7-2-229 0 0,6-4-102 0 0,7-5 50 0 0,3-5-92 0 0,4-5 21 0 0,3-5-8 0 0,1-5 94 0 0,1-5 28 0 0,-2-3 26 0 0,-2-3-14 0 0,-2-4 83 0 0,-3-4-38 0 0,-3-4-31 0 0,-3-5 10 0 0,-3-3 22 0 0,-4-4-3 0 0,-2-5 26 0 0,-5-4-77 0 0,-4-3-8 0 0,-6-5-132 0 0,-5-2-28 0 0,-4-3-114 0 0,-9-2-232 0 0,-10 0 145 0 0,-11-1 102 0 0,-12 0 68 0 0,-11 2 60 0 0,-10 3 5 0 0,-7 3 95 0 0,-3 6 112 0 0,0 7-73 0 0,2 8 46 0 0,5 8-84 0 0,6 9-94 0 0,6 9-244 0 0,7 10 4 0 0,6 8-143 0 0,7 9-184 0 0,8 7-302 0 0,6 5-58 0 0,8 4-344 0 0,6 3-554 0 0,7 2-721 0 0,6-1-1896 0 0,4-3 4194 0 0,-1-11-841 0 0</inkml:trace>
  <inkml:trace contextRef="#ctx0" brushRef="#br5" timeOffset="1825.943">3058 620 288 0 0,'0'0'0'0'0,"0"0"624"0"0,0 0-499 0 0,0 0 324 0 0,0 0 4703 0 0,0 0-4009 0 0,0 0 772 0 0,0 0-480 0 0,0 0-83 0 0,0 0-204 0 0,0 0-205 0 0,23-3-231 0 0,10-1 221 0 0,12-3-398 0 0,10 0-83 0 0,8-2-49 0 0,6-1 4 0 0,5-2-13 0 0,5-1-31 0 0,1-1-60 0 0,-2-2-144 0 0,-3 1-165 0 0,-8 1-63 0 0,-10 1-319 0 0,-12 3-128 0 0,-12 1-131 0 0,-12 3-413 0 0,-8 1-693 0 0,-7 1-1295 0 0,-6 2-2612 0 0,-7-1-85 0 0,-2 2 6338 0 0</inkml:trace>
  <inkml:trace contextRef="#ctx0" brushRef="#br6" timeOffset="2047.545">3271 403 3860 0 0,'0'0'0'0'0,"0"0"8"0"0,0 0 6525 0 0,0 0-6424 0 0,0 0 1847 0 0,0 0-298 0 0,0 0-83 0 0,0 0-65 0 0,41-5-394 0 0,14-1-419 0 0,12-1-311 0 0,5-1-282 0 0,-3 2-74 0 0,-5 0-117 0 0,-7 2-140 0 0,-7 0-214 0 0,-7 2-204 0 0,-4-1-122 0 0,-6 1-154 0 0,-3-1-550 0 0,-3 0-1310 0 0,-4-2-3112 0 0,-6 0-97 0 0,-6 0 6656 0 0</inkml:trace>
  <inkml:trace contextRef="#ctx0" brushRef="#br7" timeOffset="2555.306">3852 1 1056 0 0,'0'0'0'0'0,"0"0"772"0"0,0 0 4737 0 0,0 0-5488 0 0,0 0 1793 0 0,0 0-307 0 0,0 0 27 0 0,0 0-218 0 0,0 0-237 0 0,0 0-184 0 0,0 0-215 0 0,0 0-59 0 0,34 9-40 0 0,14 4-121 0 0,12 4-121 0 0,8 2-57 0 0,4 0-96 0 0,2 1-50 0 0,0-2-74 0 0,0-1-56 0 0,-1-2 3 0 0,-1-2-8 0 0,-1-2-1 0 0,-1-2-10 0 0,-1-2 4 0 0,-4-2-54 0 0,-3-2 62 0 0,-5 0-62 0 0,-5-2 60 0 0,-6-1-18 0 0,-5 0 6 0 0,-7 0-75 0 0,-6-1 12 0 0,-6 1-40 0 0,-7 0-104 0 0,-6 0-6 0 0,-4 0 22 0 0,-3 0 47 0 0,-1 0 100 0 0,-1 0 50 0 0,-1 0-9 0 0,0 0 7 0 0,0 0 10 0 0,1 1 11 0 0,-2 2 85 0 0,0 0-8 0 0,-2 3 92 0 0,-3 4 38 0 0,-2 4-121 0 0,-3 6-103 0 0,-2 8 20 0 0,-4 8-24 0 0,-4 10-51 0 0,-3 7-9 0 0,-1 7-5 0 0,-2 5-58 0 0,0 4-41 0 0,3 0-123 0 0,2-1-278 0 0,3-3-142 0 0,3-5-235 0 0,3-5-732 0 0,4-8-1286 0 0,-1-7-3326 0 0,3-10 2229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7:01.97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3245.75"/>
      <inkml:brushProperty name="anchorY" value="-699368.125"/>
      <inkml:brushProperty name="scaleFactor" value="0.5"/>
    </inkml:brush>
  </inkml:definitions>
  <inkml:trace contextRef="#ctx0" brushRef="#br0">477 1 4700 0 0,'0'0'0'0'0,"0"0"4081"0"0,0 0-3520 0 0,0 0 1029 0 0,0 0-574 0 0,0 0 133 0 0,0 0-120 0 0,0 0-293 0 0,0 0-155 0 0,0 0-86 0 0,-47 19-69 0 0,-9 7-108 0 0,-8 7-95 0 0,3 4 46 0 0,6 4-25 0 0,7 4-80 0 0,9 2 224 0 0,6 4-129 0 0,7 3 46 0 0,6 2-98 0 0,5 2-100 0 0,6-1-108 0 0,5 1 6 0 0,8-3-15 0 0,6-1-133 0 0,7-3 98 0 0,6-5-26 0 0,5-4 66 0 0,5-5-90 0 0,5-6 6 0 0,3-6-22 0 0,2-5 132 0 0,2-6 175 0 0,3-5-257 0 0,2-4 87 0 0,4-6-34 0 0,4-4-4 0 0,3-6 5 0 0,3-5 8 0 0,2-6-2 0 0,-1-6 1 0 0,-2-5 0 0 0,-6-6-66 0 0,-4-5 80 0 0,-8-4-17 0 0,-7-4-4 0 0,-5-4 0 0 0,-8-1 0 0 0,-7-2-11 0 0,-7 2-76 0 0,-5 1-25 0 0,-6 2 44 0 0,-7 4 74 0 0,-8 4-20 0 0,-10 5 22 0 0,-8 5 72 0 0,-9 6 4 0 0,-8 7-20 0 0,-7 7 20 0 0,-7 6-81 0 0,-5 7 13 0 0,-5 9-105 0 0,-4 10-82 0 0,-2 8 8 0 0,-1 10-45 0 0,3 10-62 0 0,5 7-205 0 0,8 8-1020 0 0,8 8-593 0 0,11 2-2066 0 0,13 11-3226 0 0,11-12 6438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16:55.38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05274.5"/>
      <inkml:brushProperty name="anchorY" value="-695950.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03642.3125"/>
      <inkml:brushProperty name="anchorY" value="-694823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92882.5"/>
      <inkml:brushProperty name="anchorY" value="-689992.4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96632.5"/>
      <inkml:brushProperty name="anchorY" value="-690037.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98393.4375"/>
      <inkml:brushProperty name="anchorY" value="-691277.9375"/>
      <inkml:brushProperty name="scaleFactor" value="0.5"/>
    </inkml:brush>
    <inkml:context xml:id="ctx1">
      <inkml:inkSource xml:id="inkSrc5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00:16:52.866"/>
    </inkml:context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00064.875"/>
      <inkml:brushProperty name="anchorY" value="-692434.56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98690.25"/>
      <inkml:brushProperty name="anchorY" value="-691679.6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00054.5625"/>
      <inkml:brushProperty name="anchorY" value="-693109.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14042.3125"/>
      <inkml:brushProperty name="anchorY" value="-698466.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1546.1875"/>
      <inkml:brushProperty name="anchorY" value="-698693.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3261.1875"/>
      <inkml:brushProperty name="anchorY" value="-699904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5069.0625"/>
      <inkml:brushProperty name="anchorY" value="-701172.93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3770.3125"/>
      <inkml:brushProperty name="anchorY" value="-700039.43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5855.125"/>
      <inkml:brushProperty name="anchorY" value="-701111.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4460.0625"/>
      <inkml:brushProperty name="anchorY" value="-700285.125"/>
      <inkml:brushProperty name="scaleFactor" value="0.5"/>
    </inkml:brush>
  </inkml:definitions>
  <inkml:trace contextRef="#ctx0" brushRef="#br0">7206 563 5489 0 0,'0'0'0'0'0,"0"0"5748"0"0,0 0-4597 0 0,0 0 866 0 0,0 0-487 0 0,0 0-318 0 0,9-22-373 0 0,2-5-257 0 0,1-5-254 0 0,0-4-209 0 0,-2 0-103 0 0,-3 0-44 0 0,-2 1-47 0 0,-2 2 23 0 0,0 2 4 0 0,-1 3-21 0 0,1 3 26 0 0,0 5-7 0 0,-1 4 58 0 0,-1 4-16 0 0,0 4 22 0 0,0 4-9 0 0,-1 4-6 0 0,-2 4-114 0 0,-1 3 148 0 0,-2 6-7 0 0,-2 4-38 0 0,-2 6 4 0 0,1 6-86 0 0,-1 7 31 0 0,1 7-24 0 0,3 8 0 0 0,1 7 14 0 0,2 6-215 0 0,1 5 113 0 0,3 3 114 0 0,3 3-9 0 0,3-1 74 0 0,5-3 202 0 0,3-3 111 0 0,3-6-49 0 0,2-5-56 0 0,1-7 53 0 0,-1-5-54 0 0,-3-7 0 0 0,-2-7-127 0 0,-4-5-83 0 0,-3-7 16 0 0,-4-4-148 0 0,-3-6-88 0 0,-1-3-86 0 0,-1-2 54 0 0,-3-3 5 0 0,-4-1 96 0 0,-5-1 32 0 0,-6-1-91 0 0,-4-1 80 0 0,-7-3 87 0 0,-3 0 34 0 0,-3-2 4 0 0,-2-2 3 0 0,1 0-73 0 0,3 0-63 0 0,7 1 55 0 0,7 1-38 0 0,7 2 52 0 0,10 1 74 0 0,9 3 66 0 0,11 0-22 0 0,10-1 361 0 0,9 0-58 0 0,11-2-38 0 0,7-2-140 0 0,8-3-10 0 0,3-3-10 0 0,4-1-68 0 0,-1-2-94 0 0,-2-1-75 0 0,-5 1-310 0 0,-6 2-235 0 0,-8 3-339 0 0,-10 3-682 0 0,-10 3-2875 0 0,-9 5-3249 0 0,-8 1 5584 0 0</inkml:trace>
  <inkml:trace contextRef="#ctx0" brushRef="#br1" timeOffset="-632.06">5803 914 7325 0 0,'0'0'0'0'0,"0"0"5140"0"0,0 0-4344 0 0,0 0 694 0 0,0 0-366 0 0,0 0-166 0 0,0 0-357 0 0,0 0-322 0 0,42-16-219 0 0,8-2-26 0 0,3-2-219 0 0,-2 1-180 0 0,-8 2-340 0 0,-7 3-154 0 0,-7 2-343 0 0,-7 2-1033 0 0,-5 2-2667 0 0,-5 2-2973 0 0,-5 3 9691 0 0</inkml:trace>
  <inkml:trace contextRef="#ctx0" brushRef="#br2" timeOffset="-3731.032">13 1411 1788 0 0,'0'0'0'0'0,"0"0"704"0"0,0 0-485 0 0,0 0 227 0 0,0 0 2505 0 0,-1-21-1962 0 0,-2-6 219 0 0,1-7-144 0 0,0-3-68 0 0,0-2-87 0 0,1 0-197 0 0,0 0-252 0 0,1 2-183 0 0,1 2-77 0 0,1 1-20 0 0,1 3 32 0 0,1 2 28 0 0,-2 2 41 0 0,0 3 39 0 0,0 3-44 0 0,-1 3-20 0 0,-1 4-46 0 0,0 4-47 0 0,0 2-19 0 0,1 4 42 0 0,-1 2-72 0 0,1 1-80 0 0,0 1-26 0 0,-1 3-179 0 0,0 1 16 0 0,1 2-17 0 0,0 4 192 0 0,3 4-60 0 0,3 4-60 0 0,4 4-22 0 0,4 5 33 0 0,5 6 12 0 0,4 4 11 0 0,4 6-42 0 0,4 4-18 0 0,3 5 63 0 0,2 4-8 0 0,3 3 33 0 0,1 1 41 0 0,0 2 46 0 0,-2-2 24 0 0,-1-2-30 0 0,-3-3 27 0 0,-3-4 6 0 0,-2-6-2 0 0,-4-4-26 0 0,-1-5 4 0 0,-4-6-46 0 0,-3-6 17 0 0,-2-5 30 0 0,-4-4-62 0 0,-2-4 20 0 0,-4-5-7 0 0,-1-2-4 0 0,-1-2 61 0 0,-2-1 38 0 0,-1-2-109 0 0,1-1 83 0 0,0 0-28 0 0,0-1-44 0 0,-1-2 75 0 0,0-1 27 0 0,-1-3 45 0 0,2-4-17 0 0,-1-5 155 0 0,-1-6-262 0 0,2-6 9 0 0,-1-4 120 0 0,0-7 27 0 0,2-5-12 0 0,2-4 23 0 0,1-5-65 0 0,3-5 23 0 0,1-2 0 0 0,3-3 16 0 0,2-1-22 0 0,2-2 8 0 0,1 0-17 0 0,0-1 18 0 0,-2 2-16 0 0,-1 1 1 0 0,-2 2 14 0 0,-1 1-33 0 0,-4 4-9 0 0,-2 2-50 0 0,-3 4-53 0 0,-1 4 2 0 0,-1 6-6 0 0,-2 6-12 0 0,1 6-48 0 0,-1 6 4 0 0,-2 5-4 0 0,1 7 49 0 0,1 4-52 0 0,-1 4 5 0 0,1 2-35 0 0,1 3 8 0 0,0 0-15 0 0,0 1 13 0 0,0 0 10 0 0,0-1 1 0 0,0 1-31 0 0,0-1 24 0 0,0 1 9 0 0,0-1 21 0 0,0 0 42 0 0,0 0-51 0 0,0 0 60 0 0,0-1-79 0 0,0 1 98 0 0,0-2-15 0 0,1-1 211 0 0,2-2-103 0 0,4-3-27 0 0,3-3-76 0 0,4-2 16 0 0,3-1-18 0 0,2-2-8 0 0,0 1-2 0 0,0 0 0 0 0,-1 0-1 0 0,-1 2 0 0 0,-2 1-10 0 0,-3 2-43 0 0,-1 2 58 0 0,-2 2-15 0 0,-2 2 15 0 0,-2 1 72 0 0,0 1 18 0 0,0 1 79 0 0,0-1-8 0 0,1 1-19 0 0,1-1-19 0 0,3 1-10 0 0,3-2-19 0 0,4 1-6 0 0,7-2 113 0 0,5 1 12 0 0,9 0-15 0 0,8 0-44 0 0,7 1-34 0 0,9 0-32 0 0,6 2 42 0 0,7-1-40 0 0,3 1-34 0 0,2-1-4 0 0,2 0-45 0 0,0-1 122 0 0,0-3-80 0 0,-1-1-47 0 0,-2-2 21 0 0,-4-1-8 0 0,-5-1-20 0 0,-7 0-7 0 0,-11 1-69 0 0,-10 2-52 0 0,-11 1-51 0 0,-9 2-6 0 0,-9 2-94 0 0,-6 1-130 0 0,-4 1-203 0 0,-3 2-262 0 0,0 1-227 0 0,0 2 121 0 0,1 0-792 0 0,2 1-79 0 0,0 0-886 0 0,1 1-1896 0 0,-2-2 399 0 0</inkml:trace>
  <inkml:trace contextRef="#ctx0" brushRef="#br3" timeOffset="-2936.36">1997 1607 848 0 0,'0'0'0'0'0,"0"0"1580"0"0,0 0-994 0 0,0 0-369 0 0,0 0 35 0 0,0 0 1057 0 0,0 0 1814 0 0,0 0-1686 0 0,0 0-31 0 0,0 0-114 0 0,0 0-42 0 0,10-19-286 0 0,3-4-212 0 0,1-6-188 0 0,0-1-96 0 0,1-2-54 0 0,0-1-142 0 0,2-1-66 0 0,2-1-95 0 0,0-1 34 0 0,2 1-10 0 0,-2 1-61 0 0,-1 3-75 0 0,-2 3 14 0 0,-3 6-17 0 0,-3 5-79 0 0,-4 5-99 0 0,-2 4-46 0 0,-3 4-101 0 0,0 3 94 0 0,-2 3-59 0 0,1 3 8 0 0,-2 3 69 0 0,-1 3 143 0 0,0 3-66 0 0,-1 4 28 0 0,-1 4 62 0 0,1 4-85 0 0,1 2 61 0 0,0 3-33 0 0,1 3-112 0 0,-1 2-24 0 0,-1 0 144 0 0,-1 1 100 0 0,-1-1 33 0 0,-1-2 11 0 0,-2-2 76 0 0,0-3 0 0 0,0-3 74 0 0,-1-5-59 0 0,1-4-38 0 0,-1-4-32 0 0,0-3 46 0 0,1-5-18 0 0,0-1 11 0 0,0-3-118 0 0,0 0 29 0 0,0-2-30 0 0,-1 1 0 0 0,2-1-39 0 0,2 0 62 0 0,2 1-16 0 0,1 0 6 0 0,2 0 71 0 0,3 0 46 0 0,4 0 60 0 0,2 0 18 0 0,3 0 16 0 0,1-1-247 0 0,1 0 161 0 0,2-1 61 0 0,3-2-102 0 0,4 0 69 0 0,5-2-2 0 0,5 0-47 0 0,2-1-115 0 0,2-1-175 0 0,0 0-249 0 0,-1 0 2 0 0,-1-1-213 0 0,-3 0-356 0 0,-3-1-1354 0 0,-3 0-3159 0 0,-6 3-1036 0 0</inkml:trace>
  <inkml:trace contextRef="#ctx0" brushRef="#br4" timeOffset="-2714.296">2630 1366 9473 0 0,'0'0'0'0'0,"0"0"3244"0"0,0 0-2506 0 0,0 0 147 0 0,0 0 84 0 0,0 0 465 0 0,0 0-625 0 0,0 0-397 0 0,41-3-278 0 0,10-2-95 0 0,7-2-181 0 0,-1 0-186 0 0,-6-1-111 0 0,-9 0-146 0 0,-7 0-163 0 0,-9 1-189 0 0,-7 0-234 0 0,-6 0-370 0 0,-6 0-424 0 0,-4-2-312 0 0,-2 0-94 0 0,-2-2-979 0 0,-1 1 1202 0 0</inkml:trace>
  <inkml:trace contextRef="#ctx1" brushRef="#br5">2807 1056 364,'0'0'0,"0"0"8873,0 0-7463,0 0 1036,0 0-978,0 0-409,-11 22-147,-4 8-350,-2 7-132,-1 5-62,1 1-99,2 1-40,2-2-72,3-1 0,2-2-49,3-4-121,1-3-20,3-4-111,0-4-219,1-5-208,2-4-328,1-5-217,2-3-616,0-3-1331,3-3-2905,0 0 1115</inkml:trace>
  <inkml:trace contextRef="#ctx0" brushRef="#br6" timeOffset="-2092.638">3162 1332 3100 0 0,'0'0'0'0'0,"0"0"4785"0"0,0 0-3450 0 0,0 0 361 0 0,0 0-474 0 0,-2 18-80 0 0,0 6-283 0 0,3 6-185 0 0,6 3-176 0 0,6 0-111 0 0,7-1-122 0 0,6-1 3 0 0,8-3-27 0 0,5-2-32 0 0,4-4-39 0 0,5-2 55 0 0,2-4-5 0 0,3-5-12 0 0,2-2-36 0 0,0-4 47 0 0,-1-3 44 0 0,-1-4-25 0 0,-3-4-77 0 0,-1-4-60 0 0,-3-5-36 0 0,-4-5-59 0 0,-4-4 1 0 0,-5-6-52 0 0,-6-4-58 0 0,-5-5-29 0 0,-7-4 30 0 0,-5-3-10 0 0,-5-1 55 0 0,-8-1 51 0 0,-8 1-2 0 0,-10 2 58 0 0,-7 3 61 0 0,-8 5-65 0 0,-5 5 30 0 0,-4 7-88 0 0,-1 8 10 0 0,-2 8-167 0 0,-1 10-157 0 0,-2 9 189 0 0,0 9-143 0 0,-1 8 28 0 0,1 7-165 0 0,1 6-241 0 0,4 4 12 0 0,4 3-70 0 0,4 1-432 0 0,8-1-517 0 0,6-2-1098 0 0,8-3-1923 0 0,5-8 53 0 0</inkml:trace>
  <inkml:trace contextRef="#ctx0" brushRef="#br7" timeOffset="-1076.845">2303 169 3148 0 0,'0'0'0'0'0,"0"0"640"0"0,0 0-611 0 0,0 0 1724 0 0,0 0 1593 0 0,0 0-2065 0 0,0 0-262 0 0,0 0-320 0 0,0 0-102 0 0,0 0-204 0 0,0 0-241 0 0,4 0-154 0 0,1 0 34 0 0,2 1 36 0 0,-1-1-27 0 0,1 0 26 0 0,0 0 84 0 0,0 0 79 0 0,2 0-12 0 0,3 0 97 0 0,3-1 52 0 0,4 0 60 0 0,4 0-23 0 0,4 1-88 0 0,4-1-48 0 0,6 0-54 0 0,4 0-106 0 0,5 1-36 0 0,7-1-4 0 0,5 1 11 0 0,7 0-33 0 0,5-1 19 0 0,3 0-16 0 0,2-1 42 0 0,2-1 81 0 0,-1 0 123 0 0,-1-1 141 0 0,-1-1 102 0 0,-2 0-199 0 0,-3 0-17 0 0,-4 0-76 0 0,-3 1-29 0 0,-3 0-32 0 0,-5 0-85 0 0,-4 1-49 0 0,-3 0-40 0 0,-5 0 4 0 0,-3 0 2 0 0,-3 0-12 0 0,-2 0-5 0 0,-2-1 2 0 0,-1-1-2 0 0,-2-1-10 0 0,-1-1 13 0 0,-1 0-4 0 0,-1 0-18 0 0,-2-1-46 0 0,-2 1 78 0 0,-3 0-31 0 0,-2 1 11 0 0,-2 0-48 0 0,-3 1 0 0 0,-2 0-22 0 0,-1 1 8 0 0,-2 0 6 0 0,-2 1-12 0 0,-1 0 0 0 0,-2 1 84 0 0,-1 1-21 0 0,0 0 72 0 0,-1 1-63 0 0,0 0 22 0 0,-1 0-21 0 0,1 0 4 0 0,0 1 7 0 0,0 2 86 0 0,0 1-19 0 0,1 3-7 0 0,3 3-69 0 0,3 4 19 0 0,5 5-11 0 0,4 6 4 0 0,3 5 56 0 0,1 4-77 0 0,2 5 16 0 0,1 3-10 0 0,1 3-10 0 0,-1 0-100 0 0,0-1 32 0 0,0-2-34 0 0,0-3-181 0 0,0-4-192 0 0,0-3-144 0 0,-2-4-233 0 0,-1-4-688 0 0,-3-4-1722 0 0,-2-3-5055 0 0,-4-5 5078 0 0</inkml:trace>
  <inkml:trace contextRef="#ctx0" brushRef="#br8" timeOffset="5772.331">263 2048 4560 0 0,'0'0'0'0'0,"0"0"1445"0"0,0 0-757 0 0,0 0 799 0 0,0 0 407 0 0,0 0-937 0 0,0 0-12 0 0,0 0-473 0 0,0 0-73 0 0,0 0 40 0 0,11 0 110 0 0,5 1-128 0 0,4 0-129 0 0,3-1 51 0 0,2-1-15 0 0,1-1-44 0 0,2-1 98 0 0,0 0-151 0 0,2-1 14 0 0,-2-1-60 0 0,1 1-8 0 0,0-1-44 0 0,-1 1-15 0 0,1 0-120 0 0,1 0 18 0 0,1 0-10 0 0,3 1 124 0 0,3 0-158 0 0,4 0 91 0 0,5 1 28 0 0,3 1-44 0 0,3 0-52 0 0,5 1 15 0 0,5 0-10 0 0,5 0 46 0 0,4 1-59 0 0,7-2-55 0 0,4-1 80 0 0,3-3-20 0 0,4-2-7 0 0,-1-2-37 0 0,2-2 5 0 0,-2-1 0 0 0,-1 0-48 0 0,-3 1 60 0 0,-2 1-24 0 0,-2 1 68 0 0,-2 1-92 0 0,-1 1-40 0 0,-1-1 83 0 0,0 0-63 0 0,-1-2 122 0 0,1-1-19 0 0,1-3 84 0 0,2 0 52 0 0,2-2-24 0 0,2-1 14 0 0,1 0 44 0 0,1 1-45 0 0,2 1-40 0 0,-1 2 6 0 0,0 3-104 0 0,-2 2 27 0 0,0 2-24 0 0,-2 3-52 0 0,-1 1 74 0 0,0 0-66 0 0,-1 1 57 0 0,-1 0-124 0 0,1 0 93 0 0,0-1 24 0 0,0 0-4 0 0,-1-1 8 0 0,-2 0 0 0 0,-2 0 9 0 0,-5-1-7 0 0,-3 0 129 0 0,-3 1-23 0 0,-4 1-56 0 0,-1-1 45 0 0,-2 1-114 0 0,0 1 21 0 0,1 1-6 0 0,2 0 2 0 0,2 1-84 0 0,3 2 5 0 0,1 0 36 0 0,3 0-67 0 0,0 0 31 0 0,1 0-34 0 0,-1-1 135 0 0,1 0-26 0 0,-2-1 102 0 0,0 0-69 0 0,-1-1 58 0 0,-2 1 13 0 0,-1-1 24 0 0,-1 0-4 0 0,-2 1-127 0 0,-2 0 122 0 0,0 2-141 0 0,0 0-35 0 0,0 1-44 0 0,0 0 131 0 0,0 1-44 0 0,1-1-48 0 0,-1-1 71 0 0,1-1-71 0 0,-2 0 30 0 0,0-2 42 0 0,-3 1 57 0 0,0-1 122 0 0,-2-1-61 0 0,-2 1 173 0 0,-2-1 197 0 0,-1 0-193 0 0,-1-1-64 0 0,-2 1-70 0 0,1-1-55 0 0,0 0-19 0 0,0-1-34 0 0,2 0 38 0 0,2 0-18 0 0,1 0-22 0 0,3 0 25 0 0,3 0-13 0 0,1 1-24 0 0,1 1-49 0 0,0 0-86 0 0,-4 0 104 0 0,-2 2-80 0 0,-3 0 80 0 0,-4 1-22 0 0,-4 1 8 0 0,-3 0-52 0 0,-3 0-59 0 0,-3-2 23 0 0,0 1 103 0 0,-1-3-45 0 0,2-1-78 0 0,-1-2 7 0 0,0-1-321 0 0,-3-2 129 0 0,-2 1-15 0 0,-3-1 36 0 0,-4 2-6 0 0,-5 1-55 0 0,-4 2-24 0 0,-4 0 45 0 0,-3 2-177 0 0,-2 1-425 0 0,-2 1-553 0 0,-2 1-704 0 0,0 1-905 0 0,-6 1-3207 0 0,0 0 4338 0 0</inkml:trace>
  <inkml:trace contextRef="#ctx0" brushRef="#br9" timeOffset="10694.542">8568 841 300 0 0,'0'0'0'0'0,"0"0"3208"0"0,0 0-1857 0 0,0 0-323 0 0,0 0-414 0 0,0 0 111 0 0,0 0 134 0 0,0 0-323 0 0,0 0 51 0 0,0 0-139 0 0,9 0 244 0 0,4-1 14 0 0,5-1-18 0 0,5-1-65 0 0,1-1-63 0 0,1-2-30 0 0,-1 1-46 0 0,-2 0-129 0 0,-4 1-192 0 0,-2 1-71 0 0,-3 1-79 0 0,-1 1 132 0 0,1 1-182 0 0,3-1-65 0 0,2 1-55 0 0,3 0-57 0 0,2 0-64 0 0,2 0-25 0 0,0-1-9 0 0,-2 0-171 0 0,-1 0-163 0 0,-4-1 139 0 0,-5-1-289 0 0,-4 0-353 0 0,-3 0-950 0 0,-7-1-1211 0 0,-2 0-1214 0 0</inkml:trace>
  <inkml:trace contextRef="#ctx1" brushRef="#br10" timeOffset="13455.13">8762 604 7869,'0'0'0,"0"0"1672,0 0-1106,0 0 45,0 0-99,0 0 205,0 0-146,0 0-336,45 5-370,10 1 59,9-1-47,2 0-68,-4-2-232,-5-1-212,-7-3-14,-6-2-102,-9-2-537,-7-1-1202,-8 0-767,-8 0 590</inkml:trace>
  <inkml:trace contextRef="#ctx0" brushRef="#br11" timeOffset="11398.59">9572 545 872 0 0,'0'0'0'0'0,"0"0"3068"0"0,0 0-1633 0 0,0 0-191 0 0,0 0-317 0 0,0 0 114 0 0,0 0-42 0 0,0 0-510 0 0,0 0-192 0 0,0 0-205 0 0,0 0-11 0 0,-43 19 64 0 0,-7 4 3 0 0,-2 4 31 0 0,6 0 44 0 0,8-1 65 0 0,12-2 88 0 0,8-2 56 0 0,9-3-114 0 0,5-1-108 0 0,3-3-117 0 0,4-1-74 0 0,5-1 67 0 0,2-3-31 0 0,6 0 84 0 0,2-2-54 0 0,4-1-97 0 0,3-1 28 0 0,4-2-67 0 0,1 0 66 0 0,3-2 52 0 0,0-2-18 0 0,2-3 35 0 0,-2-2-31 0 0,1-4-60 0 0,-2-3-29 0 0,0-5-100 0 0,-2-4 8 0 0,1-4-56 0 0,-2-5-92 0 0,-5-2-351 0 0,-5 0-211 0 0,-5 0 154 0 0,-6 4 203 0 0,-7 5 371 0 0,-8 6 65 0 0,-9 7 25 0 0,-11 10 5 0 0,-10 11-480 0 0,-10 11-541 0 0,-5 7-1187 0 0,-5 9-501 0 0,9-3-907 0 0</inkml:trace>
  <inkml:trace contextRef="#ctx0" brushRef="#br12" timeOffset="12483.974">9302 1249 5320 0 0,'0'0'0'0'0,"0"0"1185"0"0,0 0-865 0 0,0 0 75 0 0,0 0 112 0 0,0 0 375 0 0,0 0-149 0 0,0 0-211 0 0,0 0-18 0 0,43-11-104 0 0,11-4 223 0 0,9-2-59 0 0,0 0-39 0 0,-2 1-124 0 0,-4 0-155 0 0,-5 2-94 0 0,-5 2-158 0 0,-6 0-44 0 0,-6 2-242 0 0,-4 1-259 0 0,-3 1-47 0 0,-3 0-90 0 0,-1 1-30 0 0,0 1-183 0 0,2 1-163 0 0,1 1-288 0 0,2 0-475 0 0,-1 2-247 0 0,3-1-872 0 0,-5 1 3155 0 0</inkml:trace>
  <inkml:trace contextRef="#ctx0" brushRef="#br13" timeOffset="13039.753">9762 1614 1580 0 0,'0'0'0'0'0,"0"0"3985"0"0,0 0-3361 0 0,0 0 554 0 0,0 0-341 0 0,0 0 165 0 0,0 0-16 0 0,0 0-154 0 0,0 0-200 0 0,0 0-180 0 0,-27 19-18 0 0,-3 3 0 0 0,-1 5 43 0 0,3 0 15 0 0,5 0 28 0 0,5 0-36 0 0,4 0 12 0 0,6 1-97 0 0,3 1-118 0 0,3 1-113 0 0,2 2-73 0 0,3 0-82 0 0,4 1-2 0 0,7-2-80 0 0,5-2-121 0 0,-1-6 77 0 0</inkml:trace>
  <inkml:trace contextRef="#ctx0" brushRef="#br14" timeOffset="15343.757">9584 1853 1280 0 0,'0'0'0'0'0,"0"0"1668"0"0,0 0-1185 0 0,0 0-86 0 0,0 0-189 0 0,0 0 391 0 0,0 0-152 0 0,0 0-165 0 0,0 0-180 0 0,-9 20-85 0 0,-1 2 1 0 0,0 3-4 0 0,1-1 346 0 0,2-3 37 0 0,2-4-2 0 0,2-4 191 0 0,2-2 24 0 0,1-3-76 0 0,0-1-22 0 0,0-1-47 0 0,1-1-50 0 0,-1 1-145 0 0,1 1-174 0 0,-1 0-83 0 0,0 1-15 0 0,0 0-48 0 0,0 1 54 0 0,1 1-66 0 0,0-1 58 0 0,3 0-12 0 0,0 0-44 0 0,3 0 1 0 0,2-2 58 0 0,0 0-6 0 0,2-2-70 0 0,-1 0 24 0 0,1-1-58 0 0,0-1 42 0 0,0 0 18 0 0,0-1-6 0 0,1 0 56 0 0,-1 0-5 0 0,0 0 0 0 0,2 0-2 0 0,-1 0-4 0 0,1-1-106 0 0,1 0 104 0 0,0-1 10 0 0,2-1 58 0 0,1-3 50 0 0,3 0-60 0 0,4-3-47 0 0,2 0-48 0 0,2-3-20 0 0,2 0-263 0 0,2-1-92 0 0,-1-1 10 0 0,-1 1 4 0 0,-1 0 99 0 0,-2 0 123 0 0,-2 2 155 0 0,-3 1 15 0 0,-2 1 154 0 0,-3-1-39 0 0,-2 1 68 0 0,0 0 33 0 0,-3-1 36 0 0,0-1 12 0 0,0-1-31 0 0,-1-1-63 0 0,0-2-30 0 0,0-2 31 0 0,-1 0 64 0 0,0-2 57 0 0,1-1-25 0 0,-1-1-167 0 0,-1-2-71 0 0,0-1-1 0 0,-2-2-85 0 0,-1-1 38 0 0,-1 0-11 0 0,0 0-4 0 0,-2 0 59 0 0,0 2-12 0 0,-2 1 169 0 0,0 3 76 0 0,-1 1 96 0 0,0 3 80 0 0,0 2-16 0 0,-1 2 1 0 0,0 2-48 0 0,-3 1-25 0 0,-1 2-95 0 0,-2 1-61 0 0,-1 0-51 0 0,-1 0-54 0 0,-1 0-58 0 0,-2 0 1 0 0,1 1-7 0 0,-1-1 13 0 0,-1 1 85 0 0,0 1-5 0 0,-1 0 7 0 0,-1 1-48 0 0,-1 1 52 0 0,0 1-9 0 0,-3 0 7 0 0,0 3-46 0 0,-4 2-57 0 0,-2 1 98 0 0,-2 2-118 0 0,-1 1 134 0 0,-2 1-68 0 0,0 0-48 0 0,2 0 21 0 0,1-1 54 0 0,3 0-89 0 0,2-1 26 0 0,3-1-70 0 0,2 0 63 0 0,2 1-124 0 0,1 1 91 0 0,1 1-160 0 0,2 2-35 0 0,0 2-66 0 0,2 3-140 0 0,0 2-155 0 0,2 2-144 0 0,3 2-266 0 0,1 1-489 0 0,1-1-847 0 0,2 0-587 0 0,0-4-617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1:16.05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41748.5"/>
      <inkml:brushProperty name="anchorY" value="-711026.75"/>
      <inkml:brushProperty name="scaleFactor" value="0.5"/>
    </inkml:brush>
  </inkml:definitions>
  <inkml:trace contextRef="#ctx0" brushRef="#br0">1 52 4212 0 0,'0'0'0'0'0,"0"0"3885"0"0,0 0-3184 0 0,0 0 826 0 0,0 0 50 0 0,0 0-252 0 0,0 0-183 0 0,54 2-251 0 0,26 0-262 0 0,29 1-26 0 0,23 1 474 0 0,23-1-246 0 0,23 1-382 0 0,24-1 12 0 0,23 0-229 0 0,24 0 40 0 0,23-1-70 0 0,18 1-58 0 0,16-1-159 0 0,12-1 40 0 0,8 0-39 0 0,5-1 4 0 0,6 1-2 0 0,6-1-145 0 0,7 0 144 0 0,7 0-7 0 0,8-1-73 0 0,6 1 116 0 0,4 0-40 0 0,3 0-42 0 0,-1 0 15 0 0,-5-1 52 0 0,-6-1 54 0 0,-8-1-73 0 0,-8-2 107 0 0,-8-1-8 0 0,-11-1-37 0 0,-10-2 1 0 0,-11-1-58 0 0,-13 0-126 0 0,-17 0 55 0 0,-19 2 81 0 0,-23 1-158 0 0,-25 2 48 0 0,-25 1-27 0 0,-24 3 26 0 0,-24 2 52 0 0,-21 2-18 0 0,-20 1-74 0 0,-19 1-145 0 0,-19 0-11 0 0,-18 0-99 0 0,-15-1-126 0 0,-13 1-349 0 0,-9-1-352 0 0,-10 1-1030 0 0,-6 1-1862 0 0,-12 2-1640 0 0,1-1 2773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1:16.69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54423.875"/>
      <inkml:brushProperty name="anchorY" value="-712307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57010.625"/>
      <inkml:brushProperty name="anchorY" value="-714332.0625"/>
      <inkml:brushProperty name="scaleFactor" value="0.5"/>
    </inkml:brush>
  </inkml:definitions>
  <inkml:trace contextRef="#ctx0" brushRef="#br0">1 54 3688 0 0,'0'0'0'0'0,"0"0"2681"0"0,0 0-1173 0 0,0 0 135 0 0,0 0 21 0 0,0 0-216 0 0,0 0-69 0 0,0 0-157 0 0,0 0-306 0 0,0 0-30 0 0,0 0 191 0 0,41 2-187 0 0,17 2-158 0 0,16 3-69 0 0,10 2-157 0 0,6 4-74 0 0,1 5-44 0 0,0 6-108 0 0,-3 7-112 0 0,-3 6-94 0 0,-6 6 15 0 0,-5 5-101 0 0,-6 5-93 0 0,-8 2 27 0 0,-7 0-108 0 0,-6 0-169 0 0,-6-4-97 0 0,-6-3-35 0 0,-5-4-123 0 0,-5-6-141 0 0,-2-5-366 0 0,-5-6-368 0 0,-1-6-523 0 0,-3-5-385 0 0,-2-5-785 0 0,-2-3-2803 0 0,-2-4 3198 0 0</inkml:trace>
  <inkml:trace contextRef="#ctx0" brushRef="#br1" timeOffset="243.092">1508 0 11509 0 0,'0'0'0'0'0,"0"0"2072"0"0,0 0-868 0 0,0 0-344 0 0,0 0 26 0 0,0 0 303 0 0,0 0-135 0 0,0 0-358 0 0,-47 15-351 0 0,-17 8-94 0 0,-18 9-75 0 0,-8 9-78 0 0,-7 7-105 0 0,-4 9-46 0 0,-3 7 64 0 0,-2 11-75 0 0,-1 9-47 0 0,-1 9-34 0 0,0 9-80 0 0,1 6-226 0 0,2 5-479 0 0,9-4-1062 0 0,1 1-4817 0 0,20-23-3427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1:11.23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25857.4375"/>
      <inkml:brushProperty name="anchorY" value="-701557.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3505.625"/>
      <inkml:brushProperty name="anchorY" value="-701428.4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5284.0625"/>
      <inkml:brushProperty name="anchorY" value="-703318.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7288.1875"/>
      <inkml:brushProperty name="anchorY" value="-704633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5496.375"/>
      <inkml:brushProperty name="anchorY" value="-704156.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7770.125"/>
      <inkml:brushProperty name="anchorY" value="-706236.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5603.5625"/>
      <inkml:brushProperty name="anchorY" value="-705992.0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6970.25"/>
      <inkml:brushProperty name="anchorY" value="-708152.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38943"/>
      <inkml:brushProperty name="anchorY" value="-709357.0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54248.4375"/>
      <inkml:brushProperty name="anchorY" value="-714222.31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62263.8125"/>
      <inkml:brushProperty name="anchorY" value="-715339.9375"/>
      <inkml:brushProperty name="scaleFactor" value="0.5"/>
    </inkml:brush>
  </inkml:definitions>
  <inkml:trace contextRef="#ctx0" brushRef="#br0">7 2169 664 0 0,'0'0'0'0'0,"0"0"1592"0"0,0 0-1372 0 0,0 0 243 0 0,0 0 817 0 0,0 0 873 0 0,0 0-962 0 0,0 0-80 0 0,0 0-181 0 0,0 0-70 0 0,0 0-314 0 0,-2-3-105 0 0,-1-1-38 0 0,2 0-7 0 0,1-1-32 0 0,3 0-35 0 0,2 1-65 0 0,4-2-42 0 0,1 0 44 0 0,3 0 102 0 0,1-2-2 0 0,2-2-32 0 0,1-2-63 0 0,2-2-72 0 0,0-4-117 0 0,4-2-78 0 0,2-5 1 0 0,4-3-7 0 0,4-4 2 0 0,5-4-15 0 0,3-3-69 0 0,3-3 18 0 0,1-1 70 0 0,0-1-14 0 0,0 0 13 0 0,-2 2-4 0 0,-4 5 1 0 0,-3 3-9 0 0,-7 6-2 0 0,-5 7-1 0 0,-7 6 14 0 0,-6 5 10 0 0,-5 5-11 0 0,-4 3 0 0 0,-1 3-15 0 0,-3 2-47 0 0,-1 5 78 0 0,-3 5 34 0 0,-3 5-68 0 0,-2 8 35 0 0,-2 8 96 0 0,0 8-58 0 0,-1 9 38 0 0,0 9-64 0 0,2 6-14 0 0,0 5-28 0 0,0 4 32 0 0,1 1 2 0 0,0-2-14 0 0,2-2-3 0 0,2-6-4 0 0,3-4-1 0 0,1-6 70 0 0,1-5-76 0 0,2-3 87 0 0,0-4-44 0 0,0-3-38 0 0,0-2 82 0 0,1-1-101 0 0,0-2 30 0 0,0-2-19 0 0,1-3 7 0 0,1-1 2 0 0,2-3-1 0 0,2-2 11 0 0,0-3-13 0 0,2-2 0 0 0,1-2 4 0 0,-2-3 8 0 0,0 0 49 0 0,-1-2 28 0 0,-2-1-50 0 0,0 1-28 0 0,-2-1 72 0 0,0 1-96 0 0,-2 0 30 0 0,0 0-14 0 0,-1 0 0 0 0,0 0 0 0 0,0-2 10 0 0,-1-2 48 0 0,1-1-65 0 0,0-2 13 0 0,0-2 0 0 0,0-1 2 0 0,0-2-5 0 0,0-1-3 0 0,1 0 0 0 0,0 0-4 0 0,-1 0 0 0 0,1-1-4 0 0,0 1-51 0 0,0 0 75 0 0,0-1 92 0 0,0 0-137 0 0,1 0 105 0 0,0-2 1 0 0,2-2 139 0 0,1-3 211 0 0,3-2-97 0 0,2-3-152 0 0,3-5-71 0 0,2-3-31 0 0,2-4 3 0 0,2-5-18 0 0,3-5-5 0 0,1-5-64 0 0,2-4 18 0 0,2-6-10 0 0,2-5 4 0 0,0-5 98 0 0,1-3 14 0 0,0-3 2 0 0,-3-2-134 0 0,-3-2 49 0 0,-3-1-36 0 0,-3 0-47 0 0,-2 0 51 0 0,-2 2-14 0 0,1 2 14 0 0,-1 3-7 0 0,2 4 12 0 0,1 4-8 0 0,-1 3 12 0 0,1 5 57 0 0,-2 2 31 0 0,-2 4 38 0 0,-2 1-53 0 0,-4 2-4 0 0,-2 2-74 0 0,-2 0 74 0 0,-2 1-93 0 0,-1 3 23 0 0,0 2-13 0 0,-1 3-107 0 0,1 4 143 0 0,-1 5-48 0 0,1 4 25 0 0,0 3 2 0 0,-1 5 89 0 0,1 2-57 0 0,0 2 68 0 0,0 2-22 0 0,0 0-16 0 0,0 1-26 0 0,0-1 6 0 0,0 1-61 0 0,0-1 16 0 0,0 1-64 0 0,0-1 16 0 0,0 1 29 0 0,0-1-48 0 0,0-1 59 0 0,0 1-18 0 0,1-2 6 0 0,1-1 9 0 0,1-2 2 0 0,2-1-4 0 0,1-2 6 0 0,1-1 8 0 0,2-2-2 0 0,0-1-4 0 0,1-1-3 0 0,3-3-13 0 0,0-1-86 0 0,3-2 42 0 0,2-3 11 0 0,3-1-67 0 0,2-1 82 0 0,3-2-72 0 0,2 0 68 0 0,1 0-24 0 0,0 0 54 0 0,-1 2 1 0 0,-3 1-3 0 0,-3 3 8 0 0,-5 3 59 0 0,-3 2 21 0 0,-5 4 2 0 0,-4 4-42 0 0,-3 1-42 0 0,-1 4 13 0 0,-1 1-13 0 0,-1 1 53 0 0,0 1-67 0 0,1 0-61 0 0,-1 1-17 0 0,2 0 35 0 0,1 0 64 0 0,3 1 141 0 0,6 1 23 0 0,6 0-50 0 0,9 2 80 0 0,10 0 32 0 0,10 0-92 0 0,13 2-10 0 0,12-1 14 0 0,14 2-57 0 0,14-1 2 0 0,15-1-87 0 0,16-1 124 0 0,14-2-152 0 0,15-3 41 0 0,12-4-14 0 0,10-4-1 0 0,7-4 0 0 0,7-5 0 0 0,2-3-10 0 0,0-3 4 0 0,-4-2-49 0 0,-5-2 70 0 0,-7 0-33 0 0,-5 0 30 0 0,-4 1-16 0 0,-4 2 6 0 0,-4 3-105 0 0,-3 2 62 0 0,-4 4-70 0 0,-6 4 134 0 0,-8 4-53 0 0,-9 2-50 0 0,-12 2-10 0 0,-14 3-7 0 0,-14 2 30 0 0,-15 1 0 0 0,-15 2-36 0 0,-14 1 111 0 0,-14 1-34 0 0,-9 2 28 0 0,-9 1 98 0 0,-5 1-115 0 0,-4 0 110 0 0,-2 0-108 0 0,-1 0 92 0 0,-1 0-13 0 0,1-1 22 0 0,-2-1-35 0 0,1-1-49 0 0,-2 0 87 0 0,-1-1 31 0 0,-1 0 36 0 0,0-1-37 0 0,-1 0-21 0 0,1-1-98 0 0,0-1 11 0 0,3 0-142 0 0,1-2 12 0 0,3-1-58 0 0,2 0-74 0 0,2-1 115 0 0,1 0 30 0 0,-1 0 26 0 0,-1 0 76 0 0,-2 0-110 0 0,-2 0-247 0 0,-2-1-320 0 0,-7 1-429 0 0,-7 0-1145 0 0,-7 0-2766 0 0,-15-1-4202 0 0,2 0 10055 0 0</inkml:trace>
  <inkml:trace contextRef="#ctx0" brushRef="#br1" timeOffset="843.165">1995 2017 2964 0 0,'0'0'0'0'0,"0"0"964"0"0,0 0 5760 0 0,0 0-6888 0 0,0 0 1635 0 0,0 0-683 0 0,0 0-174 0 0,0 0 173 0 0,0 0-104 0 0,0 0-254 0 0,0 0-213 0 0,0 0-197 0 0,15-16 23 0 0,6-7-38 0 0,6-5 84 0 0,5-4-112 0 0,4-3 92 0 0,1-1-79 0 0,1 0 18 0 0,-1 0-77 0 0,-2 0 16 0 0,-2 3 51 0 0,-5 5-106 0 0,-6 4 19 0 0,-7 7 34 0 0,-5 5 52 0 0,-6 6-107 0 0,-4 4 64 0 0,-7 4 49 0 0,-5 6-11 0 0,-5 5 139 0 0,-5 6-107 0 0,-2 6-17 0 0,-2 7 2 0 0,-2 7-8 0 0,1 7 0 0 0,0 6-4 0 0,0 5 5 0 0,0 5-58 0 0,-2 3 69 0 0,0 3-14 0 0,-1 1 4 0 0,0-1 72 0 0,0-3-85 0 0,0-3 136 0 0,1-6 67 0 0,1-5 166 0 0,2-5-222 0 0,1-6 55 0 0,2-6-99 0 0,2-7-97 0 0,3-4 17 0 0,1-7-81 0 0,2-4-14 0 0,0-4-108 0 0,-1-4 31 0 0,-2-3 53 0 0,-3-3 117 0 0,-2-3 40 0 0,-3-3 19 0 0,-1-3 18 0 0,-1-2 88 0 0,2 0-24 0 0,1 0 28 0 0,4 1 37 0 0,4 2-10 0 0,5 2-64 0 0,4 3-158 0 0,4 2-33 0 0,3 1-88 0 0,7 3 171 0 0,10 3-42 0 0,13 1 4 0 0,14 2 6 0 0,17 0-30 0 0,13 2-128 0 0,11-2-76 0 0,9 0-245 0 0,4-2-157 0 0,1-2-172 0 0,-1 0-300 0 0,-3-2-1266 0 0,-7-1-2023 0 0,-1-2-698 0 0,-19 0 4076 0 0</inkml:trace>
  <inkml:trace contextRef="#ctx0" brushRef="#br2" timeOffset="1057.85">3015 2325 3008 0 0,'0'0'0'0'0,"0"0"7521"0"0,0 0-6483 0 0,0 0 742 0 0,0 0-1006 0 0,0 0-120 0 0,0 0 34 0 0,0 0 265 0 0,0 0-407 0 0,41 9-371 0 0,16 2-136 0 0,12 0-201 0 0,6 0-132 0 0,0-2-246 0 0,-3-3 2 0 0,-3-2-256 0 0,-5-2-258 0 0,-7-2-587 0 0,-6-2-440 0 0,-9-2-589 0 0,-6-2-1527 0 0,-10 0 1081 0 0</inkml:trace>
  <inkml:trace contextRef="#ctx0" brushRef="#br3" timeOffset="1258.348">3579 2088 2888 0 0,'0'0'0'0'0,"0"0"1212"0"0,0 0 5027 0 0,0 0-5996 0 0,-34 24 1488 0 0,-14 11-433 0 0,-11 10-119 0 0,-4 8-128 0 0,-1 5-499 0 0,2 2-199 0 0,5 2-285 0 0,8-1-35 0 0,7-1-167 0 0,10-2-175 0 0,8-3-186 0 0,8-4-212 0 0,8-4-466 0 0,7-6-890 0 0,7-6-2582 0 0,9-7-2060 0 0,1-8 7041 0 0</inkml:trace>
  <inkml:trace contextRef="#ctx0" brushRef="#br4" timeOffset="1592.967">4014 1797 4272 0 0,'0'0'0'0'0,"0"0"4525"0"0,0 0-3258 0 0,0 0 53 0 0,0 0-224 0 0,0 0 55 0 0,0 0-193 0 0,28 22-148 0 0,13 9-142 0 0,11 11-108 0 0,9 6-209 0 0,3 5-49 0 0,0 2-158 0 0,0 0-73 0 0,-3 0-67 0 0,-1-3 2 0 0,-2-2-5 0 0,-1-3-11 0 0,-3-4-132 0 0,-2-3-18 0 0,-4-5 33 0 0,-2-2-172 0 0,-6-3-115 0 0,-4-5-245 0 0,-4-2-31 0 0,-6-4-154 0 0,-5-3-317 0 0,-5-4-603 0 0,-5-1-975 0 0,-3-3-2466 0 0,-4-3 2130 0 0</inkml:trace>
  <inkml:trace contextRef="#ctx0" brushRef="#br5" timeOffset="1894.04">4772 1866 1828 0 0,'0'0'0'0'0,"0"0"1224"0"0,0 0 5568 0 0,0 0-7410 0 0,0 0 2140 0 0,0 0-652 0 0,0 0-1 0 0,0 0 110 0 0,0 0 116 0 0,-16 22-181 0 0,-11 12-164 0 0,-10 10-205 0 0,-11 9 67 0 0,-8 6-2 0 0,-5 4-130 0 0,-5 3 46 0 0,-3 3-196 0 0,0 1-228 0 0,0 2-82 0 0,3-1-187 0 0,1-1-195 0 0,6-3 11 0 0,6-6-389 0 0,9-5-600 0 0,8-7-1127 0 0,9-8-2400 0 0,9-7-2188 0 0,8-9 5711 0 0</inkml:trace>
  <inkml:trace contextRef="#ctx0" brushRef="#br6" timeOffset="2738.122">6627 658 2540 0 0,'0'0'0'0'0,"0"0"1940"0"0,0 0-1610 0 0,0 0 2845 0 0,0 0-1802 0 0,0 0 151 0 0,0 0-248 0 0,0 0-497 0 0,0 0 49 0 0,0 0-102 0 0,0 0-117 0 0,-26 6-65 0 0,-4 3-121 0 0,-3 5-79 0 0,3 5-181 0 0,2 6-20 0 0,5 6-80 0 0,3 6-50 0 0,5 6-6 0 0,4 5-10 0 0,4 4-126 0 0,3 2 35 0 0,5 1 10 0 0,6-3 85 0 0,6-2-27 0 0,5-4-46 0 0,5-3 82 0 0,3-5-93 0 0,2-2 89 0 0,1-2-27 0 0,-1-3-201 0 0,-2-3-38 0 0,-1-1-118 0 0,-2-4-103 0 0,-3-1-126 0 0,-3-4-327 0 0,-4-2-788 0 0,-1-2-1342 0 0,-3-3-2900 0 0,-3-3 3723 0 0</inkml:trace>
  <inkml:trace contextRef="#ctx0" brushRef="#br7" timeOffset="3325.902">7647 2071 4000 0 0,'0'0'0'0'0,"0"0"6757"0"0,0 0-6054 0 0,0 0 1268 0 0,0 0-765 0 0,0 0 78 0 0,0 0 92 0 0,43-2-654 0 0,17-1-439 0 0,14-2-239 0 0,6-1-183 0 0,-1-2 6 0 0,-5 0-74 0 0,-8 1-84 0 0,-10 0-287 0 0,-10 2-370 0 0,-10 0-491 0 0,-6 2-1005 0 0,-7 0-2758 0 0,-2 1-1725 0 0,-6 0 7993 0 0</inkml:trace>
  <inkml:trace contextRef="#ctx0" brushRef="#br8" timeOffset="3881.566">8921 2164 2492 0 0,'0'0'0'0'0,"0"0"9525"0"0,0 0-9740 0 0,0 0 2526 0 0,0 0-1505 0 0,7-20-30 0 0,4-8 159 0 0,3-8-382 0 0,2-5-335 0 0,2-3-193 0 0,4-4-41 0 0,3-1 27 0 0,4-3-32 0 0,5 0-31 0 0,3-2 61 0 0,3 0-146 0 0,1 1 85 0 0,0-1-26 0 0,-1 3 80 0 0,-4 2-128 0 0,-5 5-5 0 0,-6 6 58 0 0,-7 7-93 0 0,-5 8 186 0 0,-6 8-157 0 0,-4 6-37 0 0,-5 6 52 0 0,-5 6-66 0 0,-5 5 214 0 0,-4 7-62 0 0,-4 6 38 0 0,-3 9 99 0 0,-4 7-126 0 0,-1 9 39 0 0,-1 9-14 0 0,-1 8-102 0 0,1 9 70 0 0,1 6-138 0 0,1 7 76 0 0,3 3 108 0 0,1 1 13 0 0,3 0 90 0 0,3-3-31 0 0,1-5 63 0 0,1-4 87 0 0,1-5 76 0 0,0-7 14 0 0,-2-5-78 0 0,-1-5-66 0 0,-1-8-199 0 0,-1-5 34 0 0,1-8-27 0 0,0-6-63 0 0,4-9 22 0 0,4-6-215 0 0,3-6-132 0 0,3-6 53 0 0,2-4 315 0 0,-1-5-7 0 0,-2-5 66 0 0,-2-4 123 0 0,-3-2 13 0 0,-3-3-23 0 0,-2-1-19 0 0,0 0 62 0 0,2 3-45 0 0,2 1 25 0 0,3 3-90 0 0,5 3 25 0 0,8 3 11 0 0,10 1 45 0 0,13 3-16 0 0,15 0 51 0 0,17 2-9 0 0,18 1 43 0 0,17 0-20 0 0,18 1-52 0 0,16 1-171 0 0,12 1-2 0 0,8 0-265 0 0,6 2-215 0 0,-1 1-460 0 0,-4 0-396 0 0,-10 2-974 0 0,-5-1-2699 0 0,-31 0-3938 0 0</inkml:trace>
  <inkml:trace contextRef="#ctx0" brushRef="#br9" timeOffset="24127.318">140 530 1644 0 0,'0'0'0'0'0,"0"0"2700"0"0,0 0-2832 0 0,0 0 612 0 0,0 0-226 0 0,0 0 179 0 0,0 0 299 0 0,0 0-188 0 0,0 0-218 0 0,0 0-220 0 0,-10-11 194 0 0,-1-4 138 0 0,0-3 140 0 0,2 1 82 0 0,1 1-44 0 0,1 0-100 0 0,2 2-222 0 0,0 1 21 0 0,0 0-45 0 0,1 0-27 0 0,-2-1-51 0 0,1 0-25 0 0,-1-2 7 0 0,1 0 82 0 0,1 0 110 0 0,-1-1-71 0 0,2 0-29 0 0,0-1-214 0 0,0 1 178 0 0,0-1 2 0 0,0 1-44 0 0,0 1-66 0 0,1 1 0 0 0,1 2-78 0 0,0 1 74 0 0,0 2-142 0 0,1 1 176 0 0,0 0-74 0 0,0 1-78 0 0,0 0 101 0 0,1 1-64 0 0,0 0 61 0 0,3 0 31 0 0,-1 0 34 0 0,1 2-5 0 0,-1 1 48 0 0,1 1-7 0 0,-2 0-61 0 0,0 2-153 0 0,-2 1-7 0 0,3 0-142 0 0,-2 0 16 0 0,1 0 19 0 0,1 0 40 0 0,0 0 97 0 0,2 1-14 0 0,1 0 73 0 0,2-1-25 0 0,2 1-40 0 0,1 0 93 0 0,1 0-17 0 0,1-1 22 0 0,0 1-104 0 0,1 0 152 0 0,1-1-129 0 0,1 0-2 0 0,1 1 62 0 0,2-1-10 0 0,1 0-27 0 0,2 0 43 0 0,2 0-102 0 0,1-1 25 0 0,0 0-12 0 0,3-2 5 0 0,0 1 3 0 0,0-1 83 0 0,1 0-23 0 0,-1 0-62 0 0,0 0 123 0 0,-2 1-68 0 0,-1 1-51 0 0,-3 0 16 0 0,1 1-10 0 0,-2 2-9 0 0,0 0 72 0 0,1 1-81 0 0,1 1 73 0 0,1 0-78 0 0,2 0 23 0 0,1 0-3 0 0,2 1 3 0 0,0-2-15 0 0,2 1-8 0 0,0 0 14 0 0,1 0 5 0 0,1 0-6 0 0,1-1 12 0 0,1 0 43 0 0,1-1-58 0 0,2-1 76 0 0,3 0-19 0 0,2-1 92 0 0,5 1-80 0 0,2-3 28 0 0,5 1-27 0 0,2-2-78 0 0,2 0 21 0 0,2 1 72 0 0,1 0-108 0 0,0 1 22 0 0,0 0 1 0 0,-3 2-14 0 0,-2 1 9 0 0,-4 2-138 0 0,-5 1 124 0 0,-4 0 16 0 0,-2 1 112 0 0,-2-1-99 0 0,0-1 14 0 0,0-1 48 0 0,0-1-28 0 0,3 0-50 0 0,2-1 86 0 0,1-1-29 0 0,4 0-56 0 0,1 0 94 0 0,3 0-100 0 0,3 0 151 0 0,0 0-100 0 0,2 0 75 0 0,0 0-53 0 0,1-1 20 0 0,0 0-80 0 0,0 0 17 0 0,-1-1 70 0 0,-1-2-103 0 0,-2 0 95 0 0,-2 0-94 0 0,-2-1 28 0 0,-2 0-15 0 0,-1 0 2 0 0,-3 1-57 0 0,-1 0 72 0 0,-2 0-24 0 0,-1 0 8 0 0,1 0 0 0 0,2 1 93 0 0,4 0-45 0 0,3-1 23 0 0,4 1-78 0 0,5-1 17 0 0,3-1-9 0 0,3 1 3 0 0,2 0-5 0 0,0 1 2 0 0,0 1-57 0 0,-2 1 62 0 0,-3 1-11 0 0,-4 1-85 0 0,-6 2 13 0 0,-6 0 93 0 0,-6 2-30 0 0,-5 0 14 0 0,-5 0-47 0 0,-3 0 60 0 0,-2-1 69 0 0,-2-1-51 0 0,0-1 26 0 0,2-1 32 0 0,2 0-6 0 0,2 0-98 0 0,2-2-40 0 0,2 0 14 0 0,3 1 48 0 0,2-1 157 0 0,2 0-213 0 0,3 1 18 0 0,2 0 47 0 0,1 1-20 0 0,0 1 3 0 0,-2 1-101 0 0,-2 0 5 0 0,-4-1 44 0 0,-4 0 42 0 0,-3-1-9 0 0,-2 0 8 0 0,-1-1-56 0 0,0 0 86 0 0,2 0 46 0 0,2-1 50 0 0,2-2-142 0 0,1 1-83 0 0,1-1 106 0 0,0 0-6 0 0,-1 1 6 0 0,0 0-84 0 0,-1-1 110 0 0,-2 1-37 0 0,-3 0 7 0 0,-2 1-120 0 0,-3 0 105 0 0,-3 0-34 0 0,-3 0-4 0 0,-3 0 55 0 0,-1-1-54 0 0,-2 1 19 0 0,-1 0 50 0 0,0-1-16 0 0,1 0 12 0 0,-1 1-5 0 0,1-1-3 0 0,0 0-9 0 0,1 0 17 0 0,1 0-11 0 0,1 1-1 0 0,1-1-4 0 0,0 1-83 0 0,1 1-10 0 0,1-1-16 0 0,1 1 69 0 0,0 0-8 0 0,1 0 10 0 0,0 0 44 0 0,1 0-59 0 0,0 0 71 0 0,-2 0-26 0 0,0 0-61 0 0,0 1 103 0 0,-2-1-30 0 0,1 0 16 0 0,-1 1 60 0 0,2-1-26 0 0,-1 0-49 0 0,1 0 20 0 0,1 0 42 0 0,1 0-61 0 0,0 0 72 0 0,2 0-82 0 0,0 0 20 0 0,0-1-77 0 0,-1 0 23 0 0,0 0 60 0 0,-1-1-16 0 0,-2 0 10 0 0,-1-1 0 0 0,0-1 0 0 0,-2 1-5 0 0,0-2 2 0 0,-2 1 3 0 0,-1 0-5 0 0,-1 1 6 0 0,-3 0-6 0 0,-1 1-3 0 0,-2 1 1 0 0,-3 0 3 0 0,-2 1 0 0 0,-1 0 0 0 0,-1 0-5 0 0,-1 0 6 0 0,0 0-1 0 0,1-1 0 0 0,-1 1-5 0 0,0 0-3 0 0,1 0-51 0 0,-1-1 75 0 0,1 1-20 0 0,0 0 3 0 0,-1 0 2 0 0,2 0-11 0 0,0 0 4 0 0,0 0 2 0 0,1 0 4 0 0,0 0 9 0 0,0 0 44 0 0,-2 0-53 0 0,1 0 18 0 0,0 0 50 0 0,-1 0-72 0 0,0 0 84 0 0,-1 0-85 0 0,0 0 86 0 0,1 0-86 0 0,0 0 26 0 0,1 0-14 0 0,-1 0 6 0 0,0 0-11 0 0,0 0-1 0 0,0 0-5 0 0,-1 0 5 0 0,1 0 13 0 0,0 0 56 0 0,0 0 14 0 0,0 1-33 0 0,-1-1 46 0 0,0 0-46 0 0,1 1 4 0 0,0-1-6 0 0,0 0-42 0 0,0 0 71 0 0,1 0-88 0 0,0 0 74 0 0,2 0-64 0 0,-1 0 18 0 0,1 0-16 0 0,1 0-1 0 0,1 0 0 0 0,-2 0-1 0 0,0 0-5 0 0,-1-1 2 0 0,-1 1 3 0 0,-1 0 4 0 0,0 0 9 0 0,-1-1 44 0 0,0 1-58 0 0,0 0 108 0 0,0 0-64 0 0,0 0 26 0 0,0 0-66 0 0,0 0 74 0 0,0 0-39 0 0,0 0 16 0 0,0 0-49 0 0,0 0 70 0 0,0 0-89 0 0,0 1 32 0 0,0-1-6 0 0,0 2 0 0 0,0 0 70 0 0,0 0-48 0 0,0 2-20 0 0,2 0 3 0 0,0 1 38 0 0,0 1-65 0 0,2 1 17 0 0,-1 0-20 0 0,1 1 3 0 0,0 1 12 0 0,0-1 10 0 0,0 1 68 0 0,-1-1-84 0 0,-1 0 25 0 0,-1 0 62 0 0,0 0-31 0 0,0 0-47 0 0,-1 0 6 0 0,-1 2 60 0 0,1 0 12 0 0,0 1-93 0 0,0 1 32 0 0,0 2 46 0 0,0 2-2 0 0,-2 1-80 0 0,1 1 26 0 0,-2 1-12 0 0,1 1 4 0 0,0-1-5 0 0,1-1 11 0 0,0-1-13 0 0,1-2-14 0 0,0-2-76 0 0,1-1 16 0 0,0-3-20 0 0,0-1-347 0 0,1-2-364 0 0,-1-3-432 0 0,1-1-899 0 0,0-1-1944 0 0,1-1-1552 0 0,0-3 1980 0 0,2-2 3596 0 0,-1-1-493 0 0</inkml:trace>
  <inkml:trace contextRef="#ctx0" brushRef="#br10" timeOffset="26273.477">8094 735 940 0 0,'0'0'0'0'0,"0"0"4581"0"0,0 0-3235 0 0,0 0-308 0 0,0 0-563 0 0,0 0 28 0 0,0 0 36 0 0,0 0-71 0 0,0 0-109 0 0,0 0-191 0 0,0 0-45 0 0,4-12 143 0 0,0-4 94 0 0,1-1 12 0 0,-1-1-54 0 0,0 1 42 0 0,-2 0-76 0 0,-1 1-58 0 0,0 0-1 0 0,0-1-63 0 0,-1 0 70 0 0,-1-1-38 0 0,1-1-76 0 0,0-2-10 0 0,0 0 29 0 0,0 0-28 0 0,2 0 37 0 0,1 0 32 0 0,1 2 6 0 0,1 1 68 0 0,0 2-41 0 0,1 1-124 0 0,0 2 47 0 0,1 0-38 0 0,1 1-26 0 0,1 1-78 0 0,-1 0 16 0 0,1 1-16 0 0,-1 1 5 0 0,0 0 3 0 0,-2 2 9 0 0,1 1-7 0 0,-2 1 2 0 0,-1 2 10 0 0,0 0 71 0 0,-1 1-94 0 0,-1 1 78 0 0,-1 0-28 0 0,0 1 87 0 0,-1 0-56 0 0,0 0 16 0 0,0 0-27 0 0,0 0 6 0 0,0 0-63 0 0,1 0 91 0 0,0 0 45 0 0,3 2 148 0 0,2 0-198 0 0,2 1 28 0 0,2 1-120 0 0,3 1 16 0 0,1 0-26 0 0,-1 0-101 0 0,0-1 28 0 0,-2 0 45 0 0,-2-2-49 0 0,-1 0 92 0 0,-3-1-26 0 0,-1-1 16 0 0,-2 0 3 0 0,0 0-10 0 0,0 0 3 0 0,0 0-5 0 0,-1 0-65 0 0,2-1 37 0 0,0 1-38 0 0,0-1 42 0 0,1 0-17 0 0,2 0 66 0 0,2 0 127 0 0,4-1-70 0 0,4-1-71 0 0,4-1 33 0 0,4 0 24 0 0,4-1-5 0 0,3-1-47 0 0,5 0 15 0 0,1 0-11 0 0,3 0 5 0 0,2 0-6 0 0,1 0 53 0 0,3 1 45 0 0,2 0-9 0 0,4 1 68 0 0,5 0-91 0 0,4 1 6 0 0,6 0-83 0 0,3 0 20 0 0,3 1-12 0 0,1 1 0 0 0,1-1 0 0 0,-1 1-56 0 0,-3 0 58 0 0,-1 0-16 0 0,-4 0 10 0 0,-2 1 4 0 0,-4 0-14 0 0,-3-1 4 0 0,-4 1-58 0 0,-6 1 86 0 0,-3-1-24 0 0,-6 0 61 0 0,-2 0-56 0 0,-4 0 14 0 0,-2 0-14 0 0,0 0 3 0 0,-2 0-7 0 0,-1 1 6 0 0,0 0-1 0 0,-1 0 4 0 0,-2 2-5 0 0,-2-1 6 0 0,-4 0 3 0 0,-3 0-5 0 0,-4-1 6 0 0,-3 1-6 0 0,-3-1 11 0 0,-1 0 39 0 0,-3 0 35 0 0,0-1 8 0 0,-1 1 2 0 0,0-1 16 0 0,0 0-37 0 0,0 0 16 0 0,-1 1-5 0 0,1 1 14 0 0,-1 0-65 0 0,-1 1 66 0 0,-1 2-119 0 0,1 2 491 0 0,-2 4-196 0 0,1 5-330 0 0,-2 5 40 0 0,-1 6 31 0 0,-1 5-40 0 0,1 2 18 0 0,-1 3-2 0 0,1-1-10 0 0,0-1-71 0 0,1-3-36 0 0,0-3-93 0 0,-1-3-419 0 0,0-4-603 0 0,-3-4-1351 0 0,-1-3-3993 0 0,1-5-715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1:44.52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65667.25"/>
      <inkml:brushProperty name="anchorY" value="-716504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67230.625"/>
      <inkml:brushProperty name="anchorY" value="-716240.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2486.1875"/>
      <inkml:brushProperty name="anchorY" value="-716330.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4017.5"/>
      <inkml:brushProperty name="anchorY" value="-717796.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5630.0625"/>
      <inkml:brushProperty name="anchorY" value="-719049.1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4315.625"/>
      <inkml:brushProperty name="anchorY" value="-718149.56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5877.4375"/>
      <inkml:brushProperty name="anchorY" value="-719952.5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4220.6875"/>
      <inkml:brushProperty name="anchorY" value="-719259.9375"/>
      <inkml:brushProperty name="scaleFactor" value="0.5"/>
    </inkml:brush>
  </inkml:definitions>
  <inkml:trace contextRef="#ctx0" brushRef="#br0">481 1656 2936 0 0,'0'0'0'0'0,"0"0"756"0"0,0 0-746 0 0,0 0 91 0 0,0 0-81 0 0,0 0 923 0 0,0 0 1328 0 0,0 0-1257 0 0,0 0-97 0 0,-15-17-309 0 0,-3-5 204 0 0,-3-4-14 0 0,-2-2-195 0 0,0 1 64 0 0,0 0-12 0 0,0 2-112 0 0,1 0-131 0 0,0 0 129 0 0,-1-2-18 0 0,-1-1-103 0 0,0-3-7 0 0,0-2-166 0 0,-1-3 69 0 0,0-2-18 0 0,0-2-117 0 0,1-3 50 0 0,1 0-110 0 0,2-3 70 0 0,2 0-109 0 0,4-1-26 0 0,5 0-1 0 0,3 1 82 0 0,5 2-114 0 0,6 0 56 0 0,6 1-78 0 0,7 2 15 0 0,6 0 72 0 0,7 1-103 0 0,5 0 25 0 0,6 0-4 0 0,4-1 2 0 0,6-2-10 0 0,3 1 8 0 0,2 0-2 0 0,0 1-5 0 0,0 2 11 0 0,-3 3-13 0 0,-4 3-51 0 0,-4 5-28 0 0,-7 4-71 0 0,-5 4-31 0 0,-7 5-198 0 0,-6 5-211 0 0,-6 2-285 0 0,-5 4-577 0 0,-4 2-730 0 0,-2 2-1170 0 0,-2 0-3239 0 0,-1 0 5000 0 0</inkml:trace>
  <inkml:trace contextRef="#ctx0" brushRef="#br1" timeOffset="2440.133">1275 1255 1448 0 0,'0'0'0'0'0,"0"0"1956"0"0,0 0-1339 0 0,0 0-14 0 0,0 0 1518 0 0,0 0-1106 0 0,0 0-214 0 0,0 0-184 0 0,0 0-281 0 0,0 0-213 0 0,12-20 103 0 0,5-5 112 0 0,4-6-131 0 0,1-2-71 0 0,0 0-49 0 0,-1 0 675 0 0,-2 0-804 0 0,-2 0 240 0 0,-3 1-31 0 0,-2-1-83 0 0,-3 0 2 0 0,-1-1 81 0 0,-1 0 52 0 0,-2 0-164 0 0,1 0 41 0 0,-1 3 15 0 0,0 2-12 0 0,1 5-14 0 0,-1 5-36 0 0,1 5-42 0 0,-2 4 4 0 0,0 4-11 0 0,-2 3-14 0 0,-1 1 0 0 0,0 2-72 0 0,-1 2-41 0 0,0 0 41 0 0,0 3 65 0 0,2 1 14 0 0,4 4 273 0 0,3 3-241 0 0,6 6 31 0 0,4 5-54 0 0,5 6-56 0 0,4 5 10 0 0,3 5 25 0 0,1 5-43 0 0,0 2 15 0 0,-1 3-19 0 0,-1 1 79 0 0,-2 1-5 0 0,-2-2-4 0 0,-2 1 0 0 0,-1-3 1 0 0,-2-2-1 0 0,0-2-5 0 0,-1-3-3 0 0,1-3 6 0 0,0-3-3 0 0,-1-3 85 0 0,-1-4-47 0 0,1-3 13 0 0,-2-3-57 0 0,0-3 1 0 0,-1-2-4 0 0,-1-4 3 0 0,-2-1 7 0 0,-2-3 8 0 0,-2-2 4 0 0,0-1 74 0 0,-3-1-2 0 0,-1-2 33 0 0,-1-1 9 0 0,-2-1-18 0 0,-1-1-3 0 0,-1 1 10 0 0,1-1 14 0 0,0 0-78 0 0,2-1 23 0 0,-1-1 18 0 0,1 0 25 0 0,0-2-132 0 0,-1 0 107 0 0,0-3-98 0 0,2-2 148 0 0,1-3-123 0 0,2-5-16 0 0,1-3 1 0 0,2-5-17 0 0,-1-3 7 0 0,0-3 7 0 0,0-5 2 0 0,0-3 5 0 0,-1-5-1 0 0,0-3 67 0 0,0-6-20 0 0,0-5 85 0 0,-1-4-40 0 0,-1-4 90 0 0,1-4-5 0 0,1-2-13 0 0,2-2 21 0 0,1 1 97 0 0,2 1-186 0 0,2 2 115 0 0,1 5-94 0 0,0 5 34 0 0,-1 5-82 0 0,0 5-1 0 0,-1 6 62 0 0,0 3-153 0 0,0 5 121 0 0,0 2-123 0 0,0 3 118 0 0,0 1-116 0 0,0 2 26 0 0,0 2-8 0 0,-1 2-2 0 0,-1 2 56 0 0,-1 2-58 0 0,-1 4 66 0 0,-1 2-70 0 0,-3 3 68 0 0,-2 3-62 0 0,-1 2 78 0 0,-1 3-83 0 0,-2 1 21 0 0,-1 2-7 0 0,0 0 3 0 0,0 0-14 0 0,0 1-52 0 0,-1-1 56 0 0,1 0-20 0 0,0 1 6 0 0,0 0 4 0 0,0 1 9 0 0,0 0 86 0 0,0 2-37 0 0,3 1 72 0 0,3 2-23 0 0,4 2-116 0 0,5 1-54 0 0,5 2 96 0 0,4 1-28 0 0,6-1 14 0 0,6 1-9 0 0,7-2 130 0 0,8-1-66 0 0,9-1 82 0 0,7-2-165 0 0,8-2 120 0 0,5-1-125 0 0,6-2 34 0 0,5-1-3 0 0,4-2 147 0 0,3-3-195 0 0,3-1 74 0 0,3-3-29 0 0,3-2-2 0 0,2-2 15 0 0,1-1-10 0 0,0-1 4 0 0,-1-1-15 0 0,-5 1-113 0 0,-5 1 46 0 0,-10 2-21 0 0,-10 2 6 0 0,-14 2 9 0 0,-12 3 30 0 0,-11 1-12 0 0,-10 2 66 0 0,-7 1-17 0 0,-5 0 3 0 0,-3 1 6 0 0,-2 0-1 0 0,-2 1 9 0 0,-2-1 2 0 0,-1 0 61 0 0,-3-1-82 0 0,-2 1 32 0 0,-2-1 50 0 0,-1 1 82 0 0,-1 0 40 0 0,-1 0-49 0 0,0 0-34 0 0,1 1-38 0 0,1 1 183 0 0,1 2-118 0 0,1 1-74 0 0,2 1-45 0 0,2 1 3 0 0,1 0-15 0 0,1-1-3 0 0,1-1 1 0 0,0-2 8 0 0,0 1-16 0 0,-1-2 0 0 0,-2-2-56 0 0,-1 0 61 0 0,0 0-76 0 0,-1-1 78 0 0,0 0-20 0 0,1 0 12 0 0,1 0 0 0 0,1-1-10 0 0,1 1-43 0 0,1 0 63 0 0,1 1-82 0 0,-1 0 85 0 0,-1 0-30 0 0,0 0-65 0 0,0-1 53 0 0,-1 1-24 0 0,0-1 57 0 0,-1 0-62 0 0,-2 0-54 0 0,1 0-97 0 0,-2 0-217 0 0,-2 0-294 0 0,0 0-359 0 0,-2-1-923 0 0,-2-1-2095 0 0,-7-1-1231 0 0,-2 1 1533 0 0</inkml:trace>
  <inkml:trace contextRef="#ctx0" brushRef="#br2" timeOffset="3185.165">3234 1166 1592 0 0,'0'0'0'0'0,"0"0"4833"0"0,0 0-3800 0 0,0 0 334 0 0,0 0-644 0 0,0 0 374 0 0,0 0-26 0 0,0 0-575 0 0,0 0-343 0 0,14-19-176 0 0,2-5 55 0 0,3-5-53 0 0,0-2-52 0 0,-2-2 13 0 0,-1 0 72 0 0,-3 2 52 0 0,-2 0-86 0 0,-2 2 33 0 0,-2 2-72 0 0,-1 4 74 0 0,-1 5-95 0 0,0 4 103 0 0,-1 4 89 0 0,-2 5 108 0 0,0 2 12 0 0,-1 4-126 0 0,-2 2-106 0 0,-3 5-23 0 0,-1 4 38 0 0,-2 5-20 0 0,-1 7-147 0 0,-1 4 123 0 0,0 6 31 0 0,-1 2-11 0 0,1 2 30 0 0,-1 1-25 0 0,0-1 4 0 0,0-1-71 0 0,-2-1 94 0 0,0-1 43 0 0,-1-2-16 0 0,-1-2 93 0 0,1-3-53 0 0,1-3 123 0 0,0-3-66 0 0,3-5-47 0 0,1-4-16 0 0,0-3-81 0 0,1-3 84 0 0,1-2-45 0 0,-3-2-46 0 0,-1 0-93 0 0,-4 0 120 0 0,-2 0-89 0 0,-4 1 78 0 0,-1-1-92 0 0,0 1 42 0 0,1 0-14 0 0,3-1 54 0 0,4 0-11 0 0,3-1 11 0 0,4 0 74 0 0,3-2-7 0 0,3 1-81 0 0,2-1-34 0 0,4 0-10 0 0,2 0 71 0 0,6 0 84 0 0,3 0 152 0 0,7-1-314 0 0,5 1 59 0 0,6-1-233 0 0,5-1-139 0 0,4-1-292 0 0,4-2-44 0 0,1-2-440 0 0,1-1-715 0 0,-3-2-833 0 0,-2-2-1959 0 0,-10 1 3988 0 0</inkml:trace>
  <inkml:trace contextRef="#ctx0" brushRef="#br3" timeOffset="3407.912">3706 1219 8929 0 0,'0'0'0'0'0,"0"0"3288"0"0,0 0-2492 0 0,0 0-142 0 0,0 0-294 0 0,0 0 154 0 0,0 0-132 0 0,0 0-684 0 0,0 0 263 0 0,0 0-94 0 0,0 0-55 0 0,43 0-232 0 0,8 1-90 0 0,6-2-109 0 0,-4 0-305 0 0,-7-1-459 0 0,-10 0-444 0 0,-9-2-380 0 0,-8 0-732 0 0,-9 0-601 0 0</inkml:trace>
  <inkml:trace contextRef="#ctx0" brushRef="#br4" timeOffset="3615.994">3924 1045 6401 0 0,'0'0'0'0'0,"0"0"4804"0"0,0 0-3850 0 0,0 0 284 0 0,0 0-560 0 0,0 0 144 0 0,0 0-108 0 0,0 0-238 0 0,-9 21-238 0 0,0 6-117 0 0,-1 4-114 0 0,3 2-79 0 0,2-1-34 0 0,1-1 24 0 0,2-2-51 0 0,1-1-18 0 0,1-2-305 0 0,1-1-224 0 0,-1-2-240 0 0,0-2-627 0 0,1-3-961 0 0,-1-3-2265 0 0,0-4-385 0 0</inkml:trace>
  <inkml:trace contextRef="#ctx0" brushRef="#br5" timeOffset="3930.463">4335 885 7537 0 0,'0'0'0'0'0,"0"0"2720"0"0,0 0-1895 0 0,0 0 29 0 0,0 0-232 0 0,0 0 177 0 0,0 0-9 0 0,0 0-356 0 0,0 0-273 0 0,0 0 161 0 0,0 0-201 0 0,12 13 117 0 0,4 6-31 0 0,6 6 50 0 0,1 6-29 0 0,1 2-55 0 0,-1 3-166 0 0,-2 0 15 0 0,-2 1-32 0 0,0-1-149 0 0,-2 0 87 0 0,-1-2-81 0 0,-1-1-79 0 0,-1-3-216 0 0,-2-1-156 0 0,0-3-137 0 0,-3-3-460 0 0,-1-4-755 0 0,-3-3-1258 0 0,-2-3-2121 0 0,-2-5 3586 0 0</inkml:trace>
  <inkml:trace contextRef="#ctx0" brushRef="#br6" timeOffset="4153.84">4609 935 4288 0 0,'0'0'0'0'0,"0"0"8457"0"0,0 0-7906 0 0,0 0 1036 0 0,0 0-883 0 0,0 0-94 0 0,0 0 176 0 0,0 0-289 0 0,-16 23-496 0 0,-6 9 75 0 0,-7 8-170 0 0,-4 7-3 0 0,0 2 114 0 0,-1 2-118 0 0,0 0-34 0 0,1-1-182 0 0,0-1-469 0 0,3-3-235 0 0,1-3-617 0 0,5-6-860 0 0,3-3-2632 0 0,5-9-841 0 0</inkml:trace>
  <inkml:trace contextRef="#ctx0" brushRef="#br7" timeOffset="4850.456">5189 64 1604 0 0,'0'0'0'0'0,"0"0"1512"0"0,0 0-1656 0 0,0 0 2283 0 0,0 0-926 0 0,0 0-192 0 0,0 0-283 0 0,0 0-134 0 0,0 0-67 0 0,0 0-73 0 0,0 0-66 0 0,-6-11 13 0 0,-1-1 124 0 0,1 1 125 0 0,0 1 1 0 0,2 3 90 0 0,2 3-55 0 0,1 3-72 0 0,2 3-21 0 0,2 4 69 0 0,2 6-128 0 0,2 6-321 0 0,4 6-37 0 0,3 8-49 0 0,2 7-153 0 0,3 6 37 0 0,-1 4-82 0 0,1 3-66 0 0,0 1 103 0 0,-3 1-200 0 0,1-2-6 0 0,-3-1 135 0 0,0-3-329 0 0,-2-3 26 0 0,-2-4-360 0 0,-1-2-436 0 0,-3-4-973 0 0,-3-5-678 0 0,-1-4-2250 0 0,-1-7 2176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1:50.18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5694.1875"/>
      <inkml:brushProperty name="anchorY" value="-721245.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7824.5"/>
      <inkml:brushProperty name="anchorY" value="-722493.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6492.375"/>
      <inkml:brushProperty name="anchorY" value="-721738.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78572.9375"/>
      <inkml:brushProperty name="anchorY" value="-723491.125"/>
      <inkml:brushProperty name="scaleFactor" value="0.5"/>
    </inkml:brush>
  </inkml:definitions>
  <inkml:trace contextRef="#ctx0" brushRef="#br0">0 1094 5440 0 0,'0'0'0'0'0,"0"0"3973"0"0,0 0-2754 0 0,0 0 599 0 0,0 0-423 0 0,0 0-166 0 0,0 0-316 0 0,0 0-198 0 0,0 0-167 0 0,0 0-218 0 0,0 0 26 0 0,0 0-35 0 0,16 4 130 0 0,7-1 103 0 0,9 1-307 0 0,10-1 13 0 0,8-1-29 0 0,9-2-79 0 0,7 0-1 0 0,4-2-27 0 0,3 0-58 0 0,0-2-69 0 0,-3 1 15 0 0,-3-2-82 0 0,-9 0 34 0 0,-7 1-14 0 0,-10 0-59 0 0,-10 1-108 0 0,-8 0-160 0 0,-9 1-193 0 0,-7 1-134 0 0,-3 1-263 0 0,-4-1-576 0 0,-1 1-381 0 0,0 1-931 0 0,-1-1-1687 0 0,-1 0-1583 0 0,1 0 6615 0 0</inkml:trace>
  <inkml:trace contextRef="#ctx0" brushRef="#br1" timeOffset="236.792">428 867 12597 0 0,'0'0'0'0'0,"0"0"2780"0"0,0 0-2184 0 0,0 0 335 0 0,0 0-43 0 0,0 0-43 0 0,0 0-175 0 0,0 0-177 0 0,4 20-286 0 0,1 9-141 0 0,-1 10-45 0 0,-4 5-13 0 0,-3 2-13 0 0,-4 2-148 0 0,-2-2-74 0 0,-3-2-404 0 0,1-4-163 0 0,0-3-260 0 0,3-4-383 0 0,1-4-740 0 0,3-5-2071 0 0,1-3-1786 0 0,2-6 3084 0 0</inkml:trace>
  <inkml:trace contextRef="#ctx0" brushRef="#br2" timeOffset="1212.295">1359 989 3484 0 0,'0'0'0'0'0,"0"0"4813"0"0,0 0-4010 0 0,0 0 773 0 0,0 0-406 0 0,0 0 83 0 0,0 0-277 0 0,0 0-64 0 0,0 0-190 0 0,0 0-152 0 0,0 0 193 0 0,0 0-327 0 0,25-9-77 0 0,8-7-61 0 0,4-4-120 0 0,-1-3-19 0 0,-3-4-33 0 0,-5-2 16 0 0,-5-3-50 0 0,-6-2-19 0 0,-5-4-71 0 0,-4-2 7 0 0,-4-3-77 0 0,-2-2 74 0 0,-2-2-143 0 0,-1 1 116 0 0,1 2-126 0 0,1 4 78 0 0,0 5 7 0 0,1 7-35 0 0,0 5 32 0 0,0 7 14 0 0,0 6 56 0 0,0 5-13 0 0,-1 3 22 0 0,-1 4-18 0 0,-2 4 6 0 0,-4 3-12 0 0,-3 4-43 0 0,-4 5 54 0 0,-2 6-5 0 0,-2 6-115 0 0,0 7 143 0 0,3 6-108 0 0,4 7 28 0 0,3 4 2 0 0,3 4 62 0 0,2 3-8 0 0,3 3 114 0 0,1 0-34 0 0,3-1 7 0 0,1-1 17 0 0,2-3-53 0 0,1-3 34 0 0,2-3-16 0 0,0-2 22 0 0,2-4-24 0 0,0-2-2 0 0,1-4-60 0 0,2-3 86 0 0,0-3-53 0 0,1-5-38 0 0,-1-4 7 0 0,0-5-6 0 0,-1-4-90 0 0,0-4 44 0 0,-3-4 39 0 0,-3-4 0 0 0,-1-2 4 0 0,-3-2-3 0 0,-1-1-8 0 0,0-1-58 0 0,-2-1-26 0 0,-1-2-35 0 0,-3-1-46 0 0,-6-1 56 0 0,-6-2-146 0 0,-10-1 18 0 0,-7 0 153 0 0,-7-1 85 0 0,-5 0-267 0 0,-2 1 49 0 0,-1 2-38 0 0,2 1 49 0 0,4 1-31 0 0,4 2-90 0 0,5 2-118 0 0,6 0 26 0 0,4 1 139 0 0,4 1 132 0 0,5 0 158 0 0,4 0-32 0 0,4 2 32 0 0,2-1 3 0 0,1 1 233 0 0,4 0-48 0 0,4 0 131 0 0,4 1-120 0 0,7 1 88 0 0,8 0 76 0 0,9 1-181 0 0,10 1 102 0 0,12-1-68 0 0,11-1-40 0 0,9-1-92 0 0,6-1-81 0 0,5-3-261 0 0,2-3-393 0 0,-3-3-777 0 0,-7-3-1637 0 0,-9-2-3996 0 0,-18 1 2848 0 0</inkml:trace>
  <inkml:trace contextRef="#ctx0" brushRef="#br3" timeOffset="2668.049">2419 2 3088 0 0,'0'0'0'0'0,"0"0"1784"0"0,0 0-242 0 0,0 0-328 0 0,0 0-262 0 0,0 0-62 0 0,0 0 23 0 0,0 0-13 0 0,0 0-110 0 0,0 0-40 0 0,0 0 14 0 0,4-1-168 0 0,0 1-70 0 0,2 0-8 0 0,1 1-40 0 0,1 2 34 0 0,3 3 59 0 0,4 3-167 0 0,7 5-21 0 0,7 5-75 0 0,7 6-31 0 0,7 5-55 0 0,6 5-93 0 0,6 6 92 0 0,3 5-264 0 0,4 3 160 0 0,0 3-39 0 0,0 3 3 0 0,-3 2-76 0 0,-3 2 60 0 0,-5 1-64 0 0,-5 3 133 0 0,-5 1-15 0 0,-10 1 14 0 0,-9 0-39 0 0,-8 2-21 0 0,-9-1 4 0 0,-9-1-1 0 0,-8 0-80 0 0,-8-2 14 0 0,-6-1-13 0 0,-6-2-5 0 0,-4-1-46 0 0,-3-2 55 0 0,-1-1-103 0 0,-1-2 16 0 0,-2-2-144 0 0,1-4-242 0 0,-2-3-234 0 0,-1-3-348 0 0,-1-5-341 0 0,3-6-1119 0 0,-2-7-3199 0 0,9-6-2119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1:54.45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80107.25"/>
      <inkml:brushProperty name="anchorY" value="-726549.1875"/>
      <inkml:brushProperty name="scaleFactor" value="0.5"/>
    </inkml:brush>
  </inkml:definitions>
  <inkml:trace contextRef="#ctx0" brushRef="#br0">1 8 3452 0 0,'0'0'0'0'0,"0"0"3177"0"0,0 0-1733 0 0,0 0-302 0 0,0 0-393 0 0,0 0 76 0 0,0 0 44 0 0,0 0-120 0 0,0 0-207 0 0,0 0-110 0 0,0-1-16 0 0,0 0 26 0 0,1 0-34 0 0,0-1 85 0 0,1 1 4 0 0,-1 1-43 0 0,1-1 21 0 0,3 1-73 0 0,5 0-88 0 0,9 0 82 0 0,16 0 346 0 0,22 0-138 0 0,27 0-163 0 0,28 1-188 0 0,29 1-3 0 0,24 1-66 0 0,21 0-41 0 0,15 1-57 0 0,7 2-82 0 0,2 1 8 0 0,-3 1-95 0 0,-7 2 98 0 0,-7 0-25 0 0,-9 2-5 0 0,-5 0-37 0 0,-3 0 52 0 0,-1-1-111 0 0,4 0 135 0 0,5-1-48 0 0,10-1 26 0 0,11 0 2 0 0,13-2 8 0 0,12-1 41 0 0,8 1 17 0 0,3-1-81 0 0,-3 1 26 0 0,-7-1 101 0 0,-10 0-51 0 0,-16 1-20 0 0,-13-2-33 0 0,-15 0-3 0 0,-13-1-9 0 0,-12-1 1 0 0,-10-3-10 0 0,-9-3 2 0 0,-5-2 4 0 0,-6-3-7 0 0,-4-2-2 0 0,-3-1 1 0 0,-4 0-57 0 0,-5 0 81 0 0,-5 2-21 0 0,-6 2 2 0 0,-7 1 3 0 0,-7 2 8 0 0,-7 1-7 0 0,-9 1 3 0 0,-6 0 4 0 0,-6 1-2 0 0,-6-1-4 0 0,-4 1-3 0 0,-3-1 6 0 0,-3 0 11 0 0,2 0 53 0 0,-2 0-28 0 0,1-1-44 0 0,-1 2 75 0 0,-3-1 11 0 0,-3 1 13 0 0,-2 1 34 0 0,-3 0-27 0 0,-5 0-12 0 0,-3 0 12 0 0,-5 0 23 0 0,-2 0 208 0 0,-2 0-58 0 0,-1 1-109 0 0,1 1-49 0 0,6-1 6 0 0,5 2-55 0 0,8-1-16 0 0,5 1 35 0 0,5 0 51 0 0,2 0-27 0 0,-1-1-15 0 0,-3 0-45 0 0,-6-1-46 0 0,-5 0 4 0 0,-8 0-11 0 0,-5-1-237 0 0,-6 0-171 0 0,-4 0-251 0 0,-5 0-209 0 0,-6-1-285 0 0,-4 0-1588 0 0,-12 0-3744 0 0,2-1-4639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1:58.94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89786.125"/>
      <inkml:brushProperty name="anchorY" value="-727930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88275.5"/>
      <inkml:brushProperty name="anchorY" value="-728120.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3424.0625"/>
      <inkml:brushProperty name="anchorY" value="-728596.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5006.5625"/>
      <inkml:brushProperty name="anchorY" value="-730189.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6569.875"/>
      <inkml:brushProperty name="anchorY" value="-731408.0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5293.0625"/>
      <inkml:brushProperty name="anchorY" value="-730587.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6752.5"/>
      <inkml:brushProperty name="anchorY" value="-732345.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5052.6875"/>
      <inkml:brushProperty name="anchorY" value="-731695.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6357.9375"/>
      <inkml:brushProperty name="anchorY" value="-733515.187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8104.5"/>
      <inkml:brushProperty name="anchorY" value="-734704.0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899474.8125"/>
      <inkml:brushProperty name="anchorY" value="-736329"/>
      <inkml:brushProperty name="scaleFactor" value="0.5"/>
    </inkml:brush>
  </inkml:definitions>
  <inkml:trace contextRef="#ctx0" brushRef="#br0">412 42 2660 0 0,'0'0'0'0'0,"0"0"196"0"0,0 0 2222 0 0,0 0-1023 0 0,0 0-1116 0 0,0 0 171 0 0,0 0-253 0 0,0 0 440 0 0,0 0 70 0 0,0 0-286 0 0,-4-4-131 0 0,0-1-64 0 0,0 0 117 0 0,0-1 7 0 0,2 1 123 0 0,0 0-54 0 0,2 1-12 0 0,-1 1 11 0 0,1 0-26 0 0,0 2 7 0 0,0 0-17 0 0,1 1-56 0 0,-1 0-135 0 0,0 2-115 0 0,0-1-53 0 0,-2 2 41 0 0,-3 2-73 0 0,-4 1 16 0 0,-6 4-109 0 0,-4 3 42 0 0,-4 4 71 0 0,-7 4 37 0 0,-1 4 215 0 0,-2 3-157 0 0,0 4-14 0 0,0 2-92 0 0,3 2 14 0 0,2 3-14 0 0,3 3 84 0 0,2 3 84 0 0,4 3-48 0 0,4 4 38 0 0,4 2-82 0 0,5 3 83 0 0,5 0-18 0 0,6 2-65 0 0,7-2-80 0 0,6 0 9 0 0,4-2-119 0 0,4-2-59 0 0,2-1-420 0 0,1-2 8 0 0,-1-2 37 0 0,-2-2-108 0 0,-4-1-185 0 0,-5-1 155 0 0,-6-1-229 0 0,-5 1-110 0 0,-6-1-292 0 0,-7-1-269 0 0,-7-1-109 0 0,-4-4 151 0 0,-3-3-1074 0 0,2-8 2307 0 0</inkml:trace>
  <inkml:trace contextRef="#ctx0" brushRef="#br1" timeOffset="1752.201">739 889 1448 0 0,'0'0'0'0'0,"0"0"992"0"0,0 0 5209 0 0,0 0-5783 0 0,0 0 1267 0 0,0 0-743 0 0,0 0-236 0 0,0 0-9 0 0,0 0 13 0 0,0 0-286 0 0,0 0-109 0 0,0 0-86 0 0,3-4-73 0 0,1-2-26 0 0,3-3-58 0 0,1-3 54 0 0,3-4-29 0 0,1-2-24 0 0,1-3 35 0 0,2-3 44 0 0,0-1 54 0 0,2-3-63 0 0,0-3-60 0 0,2-3-85 0 0,0-2-54 0 0,3-4-87 0 0,3-2-114 0 0,1-3 42 0 0,2 0 149 0 0,2 0-107 0 0,1 1 41 0 0,-1 4 114 0 0,-2 4 6 0 0,-4 5 20 0 0,-4 5 105 0 0,-4 6-84 0 0,-4 6 27 0 0,-4 4 39 0 0,-3 5 75 0 0,-2 3 14 0 0,-2 1-137 0 0,0 3-39 0 0,-2 1 4 0 0,1 4-259 0 0,-1 3 276 0 0,1 6-53 0 0,0 7 23 0 0,-1 8 46 0 0,2 8-48 0 0,2 6 12 0 0,0 6 224 0 0,1 3-108 0 0,0 2 31 0 0,1 0-2 0 0,-1-1-1 0 0,1-1 13 0 0,1-4-23 0 0,1-3-48 0 0,0-4-34 0 0,1-3-55 0 0,0-5 6 0 0,0-3-12 0 0,1-4 1 0 0,0-4-76 0 0,1-2 8 0 0,1-3-49 0 0,0-2 24 0 0,0-3 36 0 0,1-1-43 0 0,-1-2 57 0 0,0-2-39 0 0,-2-2 17 0 0,-2-1 70 0 0,-1-1-21 0 0,-2-2 11 0 0,-1-1 5 0 0,-1-1 106 0 0,-2 0-54 0 0,1-1-52 0 0,1 0 8 0 0,0 0-82 0 0,1-2 89 0 0,0 1-39 0 0,1-2 26 0 0,-1 1 5 0 0,0-2 120 0 0,1 0 9 0 0,2-2 93 0 0,2-3-177 0 0,2-3 30 0 0,3-3-20 0 0,3-4-72 0 0,2-3 14 0 0,1-4-60 0 0,2-4-4 0 0,2-4-26 0 0,3-4-61 0 0,0-3 6 0 0,1-3-11 0 0,0-3 27 0 0,-1-1-3 0 0,-3-2-16 0 0,-2-1 99 0 0,-3-1 31 0 0,-4 0 1 0 0,-3-1 12 0 0,-3 1-1 0 0,-2 1 20 0 0,-2 3 32 0 0,-1 2-55 0 0,-1 5 98 0 0,0 4-30 0 0,1 6 148 0 0,1 5-72 0 0,0 7-65 0 0,0 4-71 0 0,0 5 23 0 0,0 5 44 0 0,-2 1-29 0 0,0 3 7 0 0,-1 0 46 0 0,1 2 1 0 0,-1-1-12 0 0,0 1-13 0 0,0 0 8 0 0,1-1-3 0 0,-1 0-5 0 0,1 0 20 0 0,-1 1-19 0 0,-1-1-69 0 0,1 0 62 0 0,-1 0-79 0 0,0 1-67 0 0,0 1-6 0 0,0-1 32 0 0,0 1-10 0 0,-1 0 0 0 0,1-1 76 0 0,0-1-17 0 0,0 1 80 0 0,0-1 3 0 0,0 0 8 0 0,0 0-25 0 0,0 0-62 0 0,0 0 11 0 0,0 0-8 0 0,1 0 50 0 0,1-1 23 0 0,1 1-92 0 0,3-1 45 0 0,1 1 53 0 0,3-1-42 0 0,0 1 13 0 0,-1-1-49 0 0,-1 1 106 0 0,-1 0-52 0 0,-3-1 51 0 0,-1 1-25 0 0,0 0 3 0 0,0-1 18 0 0,1 0-19 0 0,3 0 76 0 0,4 0-97 0 0,3-2-6 0 0,3 0-4 0 0,5 0-4 0 0,1-1 3 0 0,1 0-47 0 0,-1 0 14 0 0,-2 0 49 0 0,-3 1-72 0 0,-3 1 98 0 0,-3 1-47 0 0,-3 0 2 0 0,-2 0 19 0 0,-3 1-11 0 0,0 0-10 0 0,0 0 7 0 0,2-1-49 0 0,3 0 84 0 0,3 0-107 0 0,4-1 34 0 0,5 1-17 0 0,5-1-50 0 0,4 1 57 0 0,6-1-128 0 0,4 2 103 0 0,2-1 17 0 0,4 1-1 0 0,1 0 2 0 0,1 0-50 0 0,0 0 66 0 0,-1 0-22 0 0,0 0 2 0 0,-2 0-3 0 0,1 0 1 0 0,-3-1-81 0 0,1 1 56 0 0,-1-1-53 0 0,0 0 93 0 0,1 0-88 0 0,1 1 99 0 0,4-1-1 0 0,2 1 389 0 0,3 1-522 0 0,4 1 49 0 0,2 0 22 0 0,3 1 49 0 0,1 0-16 0 0,0 0-73 0 0,0 0-23 0 0,-1 1-12 0 0,-1 0-59 0 0,0-1 214 0 0,-1 1-64 0 0,-2 0 14 0 0,-2-1-80 0 0,-2 0 110 0 0,-5 0-102 0 0,-6-1 50 0 0,-6-1-47 0 0,-4 0 30 0 0,-6 0 51 0 0,-5 0-19 0 0,-2-1 19 0 0,-3 2 1 0 0,-1 0 10 0 0,2-1-2 0 0,0 2 5 0 0,3-1-10 0 0,2 0-1 0 0,2 0-5 0 0,2-1 1 0 0,1 0 3 0 0,-1 0 4 0 0,-1-1-5 0 0,-1 0-40 0 0,-3 0-22 0 0,-2 0 64 0 0,-4 0-110 0 0,-2-1 52 0 0,-4 1-22 0 0,-2 0-66 0 0,-1 0-126 0 0,-3 0-188 0 0,-1 1-308 0 0,-1 0-911 0 0,-1 1-484 0 0,-1 2-748 0 0,-3 0-2386 0 0,-1 0 1149 0 0</inkml:trace>
  <inkml:trace contextRef="#ctx0" brushRef="#br2" timeOffset="2575.174">2404 819 1032 0 0,'0'0'0'0'0,"0"0"7689"0"0,0 0-6030 0 0,0 0 266 0 0,0 0-767 0 0,0 0-344 0 0,0 0 130 0 0,0 0-143 0 0,0 0-540 0 0,0 0-75 0 0,0 0 15 0 0,9-7-102 0 0,3-2-25 0 0,4-3 70 0 0,2-4-119 0 0,2-2-19 0 0,3-3-3 0 0,1-1-11 0 0,0-1-107 0 0,0-1-11 0 0,-1 2-23 0 0,-4 2 18 0 0,-3 3 35 0 0,-3 3 36 0 0,-5 5 59 0 0,-3 3-45 0 0,-3 3 42 0 0,-1 2 2 0 0,-2 4-196 0 0,-3 3 63 0 0,-2 2-72 0 0,-4 5 88 0 0,-3 5-32 0 0,-2 4 72 0 0,-1 4-4 0 0,-1 2 38 0 0,2 3 48 0 0,0 0-11 0 0,3 1 139 0 0,1 1 23 0 0,1-1 43 0 0,1 1 30 0 0,1-1-69 0 0,-1 0 47 0 0,0-2-7 0 0,0-1-55 0 0,-1-2-16 0 0,0-3-40 0 0,-1-2-40 0 0,1-3-34 0 0,0-2 61 0 0,1-4-92 0 0,0-1 28 0 0,0-4-71 0 0,0-1-52 0 0,0-2-73 0 0,-1-1 37 0 0,-1-1 70 0 0,-1-2 81 0 0,-2 1-12 0 0,-1-2 98 0 0,1 1-99 0 0,0-1 108 0 0,2 0-115 0 0,1 0 29 0 0,3 0-10 0 0,3-1-15 0 0,1 1-34 0 0,3 0 61 0 0,0 0 54 0 0,1 0-79 0 0,2 0 95 0 0,3 0 172 0 0,4 0-234 0 0,5 0 208 0 0,6 0-45 0 0,6 0-117 0 0,7 0-63 0 0,6-1 6 0 0,4-2-228 0 0,4 0-299 0 0,0-1-320 0 0,-1-1-629 0 0,-2 0-397 0 0,-5 0-1017 0 0,-6-1-2334 0 0,-8 2 795 0 0</inkml:trace>
  <inkml:trace contextRef="#ctx0" brushRef="#br3" timeOffset="2782.685">2964 996 5124 0 0,'0'0'0'0'0,"0"0"2745"0"0,0 0 2127 0 0,0 0-4747 0 0,0 0 978 0 0,0 0-372 0 0,0 0 499 0 0,0 0-494 0 0,0 0-427 0 0,0 0-416 0 0,0 0-361 0 0,44-4-183 0 0,5-1-71 0 0,2-1-222 0 0,-4 0-253 0 0,-10 0-490 0 0,-9-1-386 0 0,-9 1-188 0 0,-7-1-452 0 0,-6 2-1693 0 0</inkml:trace>
  <inkml:trace contextRef="#ctx0" brushRef="#br4" timeOffset="3004.444">3129 703 4136 0 0,'0'0'0'0'0,"0"0"140"0"0,0 0 7281 0 0,0 0-7289 0 0,0 0 1940 0 0,0 0-1010 0 0,-2 18-44 0 0,0 6-243 0 0,-1 7-299 0 0,1 3-392 0 0,1 2-35 0 0,0 1-102 0 0,0-1-16 0 0,1-2-219 0 0,0-3 26 0 0,0-1-138 0 0,0-4-93 0 0,0-2-126 0 0,0-3-275 0 0,1-2-701 0 0,0-3-827 0 0,0-2-2157 0 0,0-3-1384 0 0,1-3 7239 0 0</inkml:trace>
  <inkml:trace contextRef="#ctx0" brushRef="#br5" timeOffset="3251.423">3537 796 300 0 0,'0'0'0'0'0,"0"0"104"0"0,0 0 10566 0 0,0 0-11643 0 0,0 0 2657 0 0,0 18-898 0 0,1 6-255 0 0,2 7 343 0 0,2 3-156 0 0,1 1-298 0 0,2 1-194 0 0,3-1-81 0 0,2 0-149 0 0,2-3 20 0 0,1-1-118 0 0,1-2-60 0 0,-1-2-176 0 0,-1-3-263 0 0,-1-3-192 0 0,-1-2-260 0 0,-2-3-285 0 0,-1-2-400 0 0,-3-2-389 0 0,-2-3-751 0 0,-2-3-1764 0 0</inkml:trace>
  <inkml:trace contextRef="#ctx0" brushRef="#br6" timeOffset="3496.131">3831 746 1344 0 0,'0'0'0'0'0,"0"0"7897"0"0,0 0-6203 0 0,0 0 59 0 0,0 0-816 0 0,0 0-293 0 0,-19 20 418 0 0,-8 7-138 0 0,-5 9-319 0 0,-3 5-269 0 0,0 3-63 0 0,0 3-81 0 0,0 0-23 0 0,2-1-48 0 0,1-1-135 0 0,3-2-40 0 0,2-3-242 0 0,4-3-361 0 0,3-5-70 0 0,4-3-122 0 0,3-4-276 0 0,4-4-626 0 0,4-4-1443 0 0,1-3-2614 0 0,3-5 2617 0 0</inkml:trace>
  <inkml:trace contextRef="#ctx0" brushRef="#br7" timeOffset="4224.965">4589 221 4864 0 0,'0'0'0'0'0,"0"0"2473"0"0,0 0 802 0 0,-12 19-2983 0 0,-4 8 476 0 0,-2 6-448 0 0,0 4 358 0 0,3 0 51 0 0,4-1-213 0 0,4-2-287 0 0,4-4-82 0 0,5-3-135 0 0,4-3 61 0 0,4-2-74 0 0,2-2 19 0 0,2-1-10 0 0,1-1-9 0 0,-1 1-133 0 0,-1 1-93 0 0,-1 0-295 0 0,-1 2-331 0 0,-1 1-476 0 0,-3 0-648 0 0,-1-1-2175 0 0,-3-4-1321 0 0</inkml:trace>
  <inkml:trace contextRef="#ctx0" brushRef="#br8" timeOffset="4605.049">5089 839 40 0 0,'0'0'0'0'0,"0"0"6981"0"0,0 0-4999 0 0,0 0-481 0 0,0 0-532 0 0,0 0-398 0 0,0 0 192 0 0,0 0-29 0 0,0 0 20 0 0,0 0-392 0 0,0 0 21 0 0,31 0-2 0 0,10-1 87 0 0,8-1 57 0 0,4-1-187 0 0,-1-1-361 0 0,-3-1 82 0 0,-4-1-333 0 0,-5 0-343 0 0,-6-1-40 0 0,-6-1-404 0 0,-7-1-870 0 0,-5 0-2566 0 0,-5-2-1806 0 0,-5 1 5613 0 0</inkml:trace>
  <inkml:trace contextRef="#ctx0" brushRef="#br9" timeOffset="4812.894">5456 669 11609 0 0,'0'0'0'0'0,"0"0"2620"0"0,0 0-1675 0 0,0 0 100 0 0,0 0-28 0 0,0 0 52 0 0,0 0-360 0 0,4 20-375 0 0,4 6-324 0 0,1 6 50 0 0,1 1-191 0 0,-1 0-102 0 0,0 0-166 0 0,-2-3-200 0 0,1 0-412 0 0,-1-2-637 0 0,1-2-845 0 0,-1-2-1778 0 0,1-1-72 0 0,-2-6 85 0 0</inkml:trace>
  <inkml:trace contextRef="#ctx0" brushRef="#br10" timeOffset="5380.049">6056 917 5228 0 0,'0'0'0'0'0,"0"0"4685"0"0,0 0-962 0 0,0 0-3044 0 0,0 0 447 0 0,0 0-304 0 0,0 0-85 0 0,14-20-370 0 0,4-7-382 0 0,5-7 15 0 0,3-4-228 0 0,0-4 0 0 0,1-1 0 0 0,-2 0-29 0 0,-1 0 49 0 0,-2 3 94 0 0,-3 4 16 0 0,-4 4 98 0 0,-3 7-12 0 0,-3 7 127 0 0,-4 6 132 0 0,-2 5-63 0 0,-2 4-215 0 0,-2 4-50 0 0,-5 4-31 0 0,-5 2-101 0 0,-3 4 41 0 0,-4 4 23 0 0,-2 4-51 0 0,-1 4 107 0 0,0 5 99 0 0,2 5 59 0 0,2 3 0 0 0,2 4 66 0 0,3 2 32 0 0,2 2 50 0 0,1 1 57 0 0,2 0-63 0 0,1 0 53 0 0,0-2-26 0 0,2-1-11 0 0,0-4-15 0 0,0-3-67 0 0,2-3 21 0 0,1-4-76 0 0,0-3-4 0 0,1-6-21 0 0,0-3-64 0 0,0-3 12 0 0,0-3-8 0 0,0-3 8 0 0,0-2 7 0 0,1-1 55 0 0,-3-2-90 0 0,-1 1-157 0 0,-2-1-102 0 0,-3 0-88 0 0,-3 0 153 0 0,-3-1 1 0 0,-3 0 139 0 0,-2-1 68 0 0,-1-1-9 0 0,0-2-117 0 0,2-1-182 0 0,1-1 128 0 0,3-2 211 0 0,5 1 25 0 0,2 1 40 0 0,4 2-97 0 0,2 0 89 0 0,3 2 43 0 0,4 0-40 0 0,3 1 46 0 0,2 1-157 0 0,1 0-248 0 0,1 1 357 0 0,5-1-52 0 0,5-1 64 0 0,8-1-119 0 0,8-1-147 0 0,8-1-276 0 0,6-2-274 0 0,4 1-279 0 0,-1-1-822 0 0,-2 1-961 0 0,-6 1-2023 0 0,-11 1-195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2:05.2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01113.625"/>
      <inkml:brushProperty name="anchorY" value="-737842.6875"/>
      <inkml:brushProperty name="scaleFactor" value="0.5"/>
    </inkml:brush>
  </inkml:definitions>
  <inkml:trace contextRef="#ctx0" brushRef="#br0">1 1 2864 0 0,'0'0'0'0'0,"0"0"456"0"0,0 0 5316 0 0,0 0-5644 0 0,0 0 1419 0 0,0 0-474 0 0,0 0 170 0 0,0 0-82 0 0,0 0-416 0 0,0 0-241 0 0,41 22-254 0 0,12 9-75 0 0,10 8-54 0 0,1 5-54 0 0,-1 3-62 0 0,-5 2 55 0 0,-4 2 16 0 0,-6 1-85 0 0,-5 0 136 0 0,-6 2 0 0 0,-5 1-25 0 0,-6 2 56 0 0,-7 3-72 0 0,-6 2 8 0 0,-6 2-18 0 0,-4 2-87 0 0,-6 1 33 0 0,-5 0 64 0 0,-3-2-101 0 0,-4-3 35 0 0,-1-5-22 0 0,0-4-6 0 0,-1-6 2 0 0,0-6-2 0 0,-2-5-5 0 0,0-5-82 0 0,-3-5-71 0 0,0-3-185 0 0,-3-4-167 0 0,-3-3-131 0 0,-3-1-338 0 0,-1-2-1015 0 0,-5 0-3542 0 0,5-3-1574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3:13.19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22399.3125"/>
      <inkml:brushProperty name="anchorY" value="-750435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23789.1875"/>
      <inkml:brushProperty name="anchorY" value="-750600.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27780.9375"/>
      <inkml:brushProperty name="anchorY" value="-751116.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29405.8125"/>
      <inkml:brushProperty name="anchorY" value="-752637.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31044.1875"/>
      <inkml:brushProperty name="anchorY" value="-753913.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32331.9375"/>
      <inkml:brushProperty name="anchorY" value="-755698.06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33876.125"/>
      <inkml:brushProperty name="anchorY" value="-757535.5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35857.8125"/>
      <inkml:brushProperty name="anchorY" value="-758128.81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38369.5"/>
      <inkml:brushProperty name="anchorY" value="-759720.8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40028"/>
      <inkml:brushProperty name="anchorY" value="-760960.43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41342.4375"/>
      <inkml:brushProperty name="anchorY" value="-762697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43144.8125"/>
      <inkml:brushProperty name="anchorY" value="-764308.375"/>
      <inkml:brushProperty name="scaleFactor" value="0.5"/>
    </inkml:brush>
  </inkml:definitions>
  <inkml:trace contextRef="#ctx0" brushRef="#br0">260 1272 1148 0 0,'0'0'0'0'0,"0"0"1772"0"0,0 0-1138 0 0,0 0 4483 0 0,0 0-4973 0 0,0 0 1401 0 0,0 0-877 0 0,0 0-88 0 0,0 0-20 0 0,0 0-200 0 0,0 0-142 0 0,0 0-50 0 0,1 1 28 0 0,0 0 82 0 0,1 0 134 0 0,0 0 63 0 0,-1 0 23 0 0,0-1-45 0 0,-1 1-38 0 0,0-2 93 0 0,-1-1-227 0 0,-4-1-120 0 0,-3-2-86 0 0,-4-2-70 0 0,-4-3-139 0 0,-3-3 101 0 0,-3-3 33 0 0,-1-4-10 0 0,-2-4 10 0 0,1-4 9 0 0,2-4 77 0 0,0-3-7 0 0,3-4-12 0 0,2-4 26 0 0,3-3 21 0 0,5-3-76 0 0,3-3 47 0 0,2-2-86 0 0,5-1 69 0 0,5-2-74 0 0,4-1 87 0 0,5 1-31 0 0,5-1 99 0 0,4 3 49 0 0,3 3-232 0 0,4 4 69 0 0,0 5-35 0 0,-1 6-60 0 0,-2 6-21 0 0,-3 7-30 0 0,-4 5-113 0 0,-3 6-158 0 0,-3 4-426 0 0,-3 3-202 0 0,0 2-281 0 0,0 2-597 0 0,2 1-785 0 0,1 0-1872 0 0,-2 0-59 0 0</inkml:trace>
  <inkml:trace contextRef="#ctx0" brushRef="#br1" timeOffset="1074.039">744 1047 5244 0 0,'0'0'0'0'0,"0"0"2229"0"0,0 0-981 0 0,0 0-285 0 0,0 0-99 0 0,0 0 42 0 0,0 0-300 0 0,0 0-258 0 0,0 0-46 0 0,0 0-33 0 0,0 0 3 0 0,8-10 158 0 0,3-6-181 0 0,4-5-12 0 0,3-4-73 0 0,1-3 85 0 0,2-3 15 0 0,0-1-21 0 0,1-1-21 0 0,1-1-17 0 0,0 1-63 0 0,0 1-55 0 0,-3 3-91 0 0,-1 2 9 0 0,-3 4-58 0 0,-2 4 58 0 0,-2 4-71 0 0,-2 4-7 0 0,-3 2 1 0 0,-2 5-4 0 0,-2 1 75 0 0,-1 2-22 0 0,-2 1-35 0 0,0 0-11 0 0,0 3-37 0 0,0 4 129 0 0,3 4 34 0 0,2 6 10 0 0,2 6-81 0 0,3 7-48 0 0,1 6-76 0 0,2 6 98 0 0,-1 6-78 0 0,1 3 52 0 0,0 4 0 0 0,0 1 0 0 0,1 1 77 0 0,0 0 11 0 0,0-2 99 0 0,0-3-139 0 0,0-3 46 0 0,-1-3-30 0 0,0-3 0 0 0,0-5-11 0 0,-2-4 16 0 0,0-5 5 0 0,0-6-6 0 0,-1-4 12 0 0,-1-6 43 0 0,-1-3-12 0 0,-2-4 3 0 0,-1-3 33 0 0,-2-2 4 0 0,-1-1 48 0 0,0-1 44 0 0,-1 1-41 0 0,0-1-40 0 0,0 0-44 0 0,1-1-43 0 0,0 0-3 0 0,1 0-5 0 0,-2-2-103 0 0,1-2 131 0 0,-2-4-44 0 0,2-4 90 0 0,0-6-87 0 0,2-5 25 0 0,0-5-13 0 0,2-4 5 0 0,2-5 3 0 0,1-2 65 0 0,2-3-37 0 0,2-3-37 0 0,3-2 82 0 0,3-2 15 0 0,2-3 50 0 0,3-1-33 0 0,1-1-13 0 0,3-3 32 0 0,3-1 16 0 0,-1 0-14 0 0,2-1 3 0 0,-1 0-56 0 0,-2 1-41 0 0,-1 4-39 0 0,-4 3-50 0 0,-3 6 51 0 0,-4 7-81 0 0,-4 7 98 0 0,-2 6-20 0 0,-4 8 12 0 0,0 5 1 0 0,-3 5-10 0 0,-1 3 4 0 0,-1 3-7 0 0,-1 1 2 0 0,0 1-6 0 0,0 1-3 0 0,-1 0 1 0 0,0 0 8 0 0,0 1-2 0 0,0-1 5 0 0,0 0 9 0 0,1 0 72 0 0,0 0-19 0 0,1 0 66 0 0,2 0-44 0 0,2 1 202 0 0,4 0 116 0 0,6 2-242 0 0,6 0-24 0 0,8 0-56 0 0,7 2-19 0 0,7-2 16 0 0,7 1-26 0 0,7-2-48 0 0,7 0 69 0 0,7-1-94 0 0,6-1 28 0 0,4 1-10 0 0,3-1 9 0 0,0-1 2 0 0,0 1 43 0 0,-4 0 2 0 0,-4 0 6 0 0,-4 0 11 0 0,-6 0-2 0 0,-7 0-65 0 0,-5 0 113 0 0,-6 0-144 0 0,-5 0 40 0 0,-6 0-98 0 0,-3 0-10 0 0,-5 0-72 0 0,-2 1-186 0 0,-2 0-97 0 0,-3-1-151 0 0,-1 1-174 0 0,-1-1-200 0 0,-2-1-480 0 0,-2 0-814 0 0,-5 0-1852 0 0,-4-1-1542 0 0,-3 1 3917 0 0</inkml:trace>
  <inkml:trace contextRef="#ctx0" brushRef="#br2" timeOffset="1758.591">1873 1198 3088 0 0,'0'0'0'0'0,"0"0"584"0"0,0 0 4033 0 0,0 0-3640 0 0,0 0 339 0 0,0 0-356 0 0,0 0-244 0 0,0 0-31 0 0,0 0-15 0 0,0 0-155 0 0,0 0-200 0 0,0 0 136 0 0,11-6 85 0 0,5-4-15 0 0,4-4-151 0 0,3-5-197 0 0,1-2-79 0 0,-1-3-80 0 0,0-3-4 0 0,-2-1-22 0 0,-2-1-101 0 0,-1 0 28 0 0,-1 0-58 0 0,-3 2-66 0 0,-1 3 2 0 0,-3 4 12 0 0,-1 3 67 0 0,-4 6 140 0 0,-2 3-7 0 0,-1 4 132 0 0,-1 3-174 0 0,-1 4-13 0 0,-2 3-32 0 0,-3 5-20 0 0,-2 3 122 0 0,-2 6-108 0 0,-2 4 20 0 0,-2 5-20 0 0,1 4 2 0 0,-1 4 26 0 0,1 3-8 0 0,1 4 79 0 0,2 1 25 0 0,2 2 123 0 0,3 0 37 0 0,0 0 8 0 0,0-3-22 0 0,2-3-4 0 0,-1-5-102 0 0,0-6-16 0 0,0-6-53 0 0,0-6 13 0 0,-2-7-23 0 0,0-4-163 0 0,-2-4 112 0 0,-3-3-39 0 0,-5-2 106 0 0,-4-2 263 0 0,-5-1-135 0 0,-4-1 0 0 0,0 0 78 0 0,2 1-34 0 0,3 0 77 0 0,6 1-127 0 0,6 2-57 0 0,4 0-68 0 0,4 2 0 0 0,2-1-97 0 0,1 1-102 0 0,5 0-85 0 0,3 1 88 0 0,6-1 211 0 0,7 0-163 0 0,7-1-160 0 0,7 0 41 0 0,8 0-557 0 0,7-1-331 0 0,4-1-648 0 0,1 1-1135 0 0,-4-2-1014 0 0,-3 1-614 0 0,-11 0 4531 0 0</inkml:trace>
  <inkml:trace contextRef="#ctx0" brushRef="#br3" timeOffset="1956.216">2473 1288 1892 0 0,'0'0'0'0'0,"0"0"7213"0"0,0 0-5312 0 0,0 0-3 0 0,0 0-880 0 0,0 0-423 0 0,0 0-17 0 0,0 0-133 0 0,0 0-446 0 0,44 4 59 0 0,7 1-330 0 0,6 0-488 0 0,-2-1-118 0 0,-8-1-68 0 0,-8-1-228 0 0,-9-2-317 0 0,-9-2-466 0 0,-8-2-569 0 0,-5-2-409 0 0,-4 0 314 0 0</inkml:trace>
  <inkml:trace contextRef="#ctx0" brushRef="#br4" timeOffset="2147.542">2586 1104 2752 0 0,'0'0'0'0'0,"0"0"5213"0"0,0 0-1317 0 0,0 0-2732 0 0,-13 17 481 0 0,-2 9-690 0 0,-2 8-26 0 0,2 6-255 0 0,3 3-322 0 0,3 4-258 0 0,3 0-61 0 0,3 0-135 0 0,3-2-126 0 0,3-4-176 0 0,4-4-290 0 0,2-6-379 0 0,4-7-433 0 0,3-7-659 0 0,4-6-767 0 0,1-6-2012 0 0,-2-3 1418 0 0</inkml:trace>
  <inkml:trace contextRef="#ctx0" brushRef="#br5" timeOffset="2386.103">3126 1043 6005 0 0,'0'0'0'0'0,"0"0"6192"0"0,0 0-4400 0 0,0 0-97 0 0,0 0-703 0 0,0 0-384 0 0,-2 20 133 0 0,1 6-179 0 0,3 8-343 0 0,4 3-202 0 0,5 1 25 0 0,5 0-97 0 0,5-1-32 0 0,4 0 94 0 0,2-2-120 0 0,2-1 56 0 0,-1-2-64 0 0,0 0-54 0 0,-3-2-76 0 0,-4-2-199 0 0,-5-2-287 0 0,-5-2-561 0 0,-4-4-765 0 0,-3-3-925 0 0,-3-3-2388 0 0,-1-5 225 0 0</inkml:trace>
  <inkml:trace contextRef="#ctx0" brushRef="#br6" timeOffset="2656.017">2881 1740 144 0 0,'0'0'0'0'0,"0"0"2048"0"0,0 0 2329 0 0,0 0-810 0 0,0 0-2319 0 0,26-22 525 0 0,13-12-834 0 0,16-12-217 0 0,11-8-263 0 0,8-7-242 0 0,4-4-214 0 0,-1-2-205 0 0,-3 2-406 0 0,-9 3-353 0 0,-9 6-99 0 0,-14 7-199 0 0,-12 8-839 0 0,-11 9-2663 0 0,-9 10 133 0 0</inkml:trace>
  <inkml:trace contextRef="#ctx0" brushRef="#br7" timeOffset="3418.844">3159 348 2112 0 0,'0'0'0'0'0,"0"0"628"0"0,0 0 4359 0 0,0 0-3915 0 0,0 0 1101 0 0,0 0-743 0 0,0 0-269 0 0,0 0-89 0 0,0 0-210 0 0,0 0-293 0 0,0 0-265 0 0,44 0-144 0 0,12 0-72 0 0,10 0-74 0 0,1 0 68 0 0,0-1-45 0 0,-4 0 32 0 0,-1-1-7 0 0,-2 0-17 0 0,-1-1 52 0 0,-2 1-15 0 0,0-1 48 0 0,-3 0-26 0 0,-1-1 24 0 0,-3 1 22 0 0,-5 0 8 0 0,-4 1-42 0 0,-4 0-14 0 0,-3 0-101 0 0,-4 1 12 0 0,-3-1-16 0 0,-3 1-98 0 0,-1 0 45 0 0,-2-1-93 0 0,-1 0-93 0 0,-1 0-38 0 0,-2-1 33 0 0,0 0 53 0 0,-3 0 86 0 0,-2 1 42 0 0,-3-1 68 0 0,-1 1 39 0 0,-3 1 75 0 0,-2 0-1 0 0,-1 1-7 0 0,-2 0-111 0 0,0 0 18 0 0,0 1-13 0 0,-1 1-2 0 0,1 1 116 0 0,0 0-4 0 0,-1 0 26 0 0,1 1-150 0 0,0 1 102 0 0,0 3 8 0 0,0 2-51 0 0,0 3 113 0 0,0 4 46 0 0,0 2-19 0 0,0 3-107 0 0,0 2-78 0 0,0 2-112 0 0,0 0-13 0 0,0 1-111 0 0,0 0-92 0 0,0-1-93 0 0,0-1-37 0 0,2-2-103 0 0,1-2-245 0 0,0-4-726 0 0,2-2-1373 0 0,-1-5-3755 0 0,-1-3 2873 0 0</inkml:trace>
  <inkml:trace contextRef="#ctx0" brushRef="#br8" timeOffset="3930.381">4981 856 1136 0 0,'0'0'0'0'0,"0"0"5369"0"0,0 0-1443 0 0,0 0-2537 0 0,0 0 422 0 0,0 0-613 0 0,0 0-233 0 0,0 0-219 0 0,0 0-338 0 0,42-2-192 0 0,7 0-207 0 0,7-1 23 0 0,-1 0-134 0 0,-6-1-60 0 0,-9 1-307 0 0,-7 0-262 0 0,-9 1-187 0 0,-5-1-297 0 0,-8 2-705 0 0,-4-1-1031 0 0,-4 1-2561 0 0,-2-1 2564 0 0</inkml:trace>
  <inkml:trace contextRef="#ctx0" brushRef="#br9" timeOffset="4118.906">5114 665 572 0 0,'0'0'0'0'0,"0"0"7873"0"0,0 0-5718 0 0,0 0-22 0 0,0 0-732 0 0,0 0-532 0 0,0 0 103 0 0,1 22-163 0 0,0 8-280 0 0,1 8-246 0 0,0 5-159 0 0,-1 2-112 0 0,0 0-111 0 0,0-1-82 0 0,0-3-358 0 0,1-2-231 0 0,1-5-417 0 0,2-4-863 0 0,2-6-1251 0 0,2-5-3668 0 0,-1-7 4902 0 0</inkml:trace>
  <inkml:trace contextRef="#ctx0" brushRef="#br10" timeOffset="4726.476">6045 751 4956 0 0,'0'0'0'0'0,"0"0"2849"0"0,0 0 2211 0 0,0 0-4869 0 0,0 0 952 0 0,0 0-422 0 0,0 0 253 0 0,17-23-500 0 0,6-7-438 0 0,5-6 39 0 0,3-4-237 0 0,-1-1-32 0 0,-3 2-50 0 0,-4 3-2 0 0,-5 3-6 0 0,-4 3 89 0 0,-5 5 96 0 0,-4 4 61 0 0,-2 4 83 0 0,-2 4 61 0 0,-1 5 33 0 0,0 3-33 0 0,-3 4 61 0 0,-1 3-74 0 0,-2 3-9 0 0,-2 3-130 0 0,-2 3-42 0 0,-2 4 72 0 0,-1 4-25 0 0,0 6 167 0 0,0 5 49 0 0,0 6-79 0 0,1 6-133 0 0,0 4 83 0 0,2 5-18 0 0,-1 4 44 0 0,1 1-29 0 0,0 1 77 0 0,1-1 16 0 0,2-1 59 0 0,-1-4-11 0 0,2-2 92 0 0,-1-5-38 0 0,1-5-40 0 0,-2-3-145 0 0,-1-6 5 0 0,-2-4-97 0 0,-1-5-42 0 0,-2-4-237 0 0,-2-4-98 0 0,-1-3 67 0 0,-3-2 96 0 0,-1-3 138 0 0,-2-3 64 0 0,-2-1 7 0 0,1 0 25 0 0,1-2 183 0 0,4-2-4 0 0,4 0-89 0 0,5 0-39 0 0,5-1 25 0 0,2-1-90 0 0,6 0 126 0 0,8-2 45 0 0,8-1 4 0 0,9-2 26 0 0,11-2 82 0 0,10 0-27 0 0,11-2-257 0 0,9-1 35 0 0,8 0-242 0 0,4 0-215 0 0,-1 2-289 0 0,-3 1-648 0 0,-6 1-645 0 0,-5 2-7834 0 0,-14 3 5801 0 0</inkml:trace>
  <inkml:trace contextRef="#ctx0" brushRef="#br11" timeOffset="5805.588">7102 1 1512 0 0,'0'0'0'0'0,"0"0"784"0"0,0 0 1536 0 0,0 0 634 0 0,0 0-1632 0 0,0 0-54 0 0,0 0-418 0 0,0 0 92 0 0,0 0 35 0 0,0 0-161 0 0,0 0-135 0 0,0 0-106 0 0,4 2-108 0 0,2 1 61 0 0,4 1-16 0 0,2 3 39 0 0,4 1-69 0 0,4 4-47 0 0,4 4-97 0 0,7 5-20 0 0,5 4-4 0 0,6 5-76 0 0,4 5-13 0 0,4 4-14 0 0,1 5-57 0 0,2 3-14 0 0,1 2-19 0 0,-1 3-82 0 0,-3 1-26 0 0,-4 2 53 0 0,-5 2-26 0 0,-7 1-42 0 0,-9 1 13 0 0,-8 2-2 0 0,-9 0-11 0 0,-10 2-44 0 0,-10-1-57 0 0,-9-1-141 0 0,-8-3-153 0 0,-6-3-24 0 0,-5-6-189 0 0,-3-6-204 0 0,-2-6-482 0 0,-1-7-333 0 0,-3-5-708 0 0,3-6-2110 0 0,0-5-2323 0 0,8-5 6538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2:57.38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06199.0625"/>
      <inkml:brushProperty name="anchorY" value="-742931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07904.8125"/>
      <inkml:brushProperty name="anchorY" value="-744838.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11307.1875"/>
      <inkml:brushProperty name="anchorY" value="-747568.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44692.625"/>
      <inkml:brushProperty name="anchorY" value="-766901.8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50713.25"/>
      <inkml:brushProperty name="anchorY" value="-768699.6875"/>
      <inkml:brushProperty name="scaleFactor" value="0.5"/>
    </inkml:brush>
  </inkml:definitions>
  <inkml:trace contextRef="#ctx0" brushRef="#br0">3343 140 2856 0 0,'0'0'0'0'0,"0"0"2060"0"0,0 0 4028 0 0,0 0-6527 0 0,0 0 1938 0 0,4 22-867 0 0,6 9 223 0 0,7 8-188 0 0,5 6-313 0 0,5 2-221 0 0,5 2-109 0 0,1-2-8 0 0,3-1-15 0 0,-1-3-90 0 0,0-1-3 0 0,0-2-50 0 0,-3-4-183 0 0,-3-2-320 0 0,-2-3-170 0 0,-5-4-612 0 0,-4-3-1237 0 0,-5-4-2331 0 0,-5-5 1591 0 0</inkml:trace>
  <inkml:trace contextRef="#ctx0" brushRef="#br1" timeOffset="349.202">3843 1 3952 0 0,'0'0'0'0'0,"0"0"156"0"0,0 0 7206 0 0,0 0-7673 0 0,0 0 2008 0 0,0 0-759 0 0,0 0-41 0 0,0 0-60 0 0,0 0-151 0 0,0 0-294 0 0,-9 18-138 0 0,-4 9 82 0 0,-2 9 113 0 0,-4 6-69 0 0,-4 6-51 0 0,-5 4-117 0 0,-6 4 32 0 0,-6 5-100 0 0,-7 2 28 0 0,-6 4-96 0 0,-6 1-79 0 0,-6 1-113 0 0,-2 0-33 0 0,-2-2-176 0 0,1-2-332 0 0,2-5-253 0 0,6-6-61 0 0,6-7-434 0 0,9-7-685 0 0,9-8-2405 0 0,11-8-2052 0 0,9-9 5782 0 0</inkml:trace>
  <inkml:trace contextRef="#ctx0" brushRef="#br2" timeOffset="9467.051">0 1245 3332 0 0,'0'0'0'0'0,"0"0"888"0"0,0 0-1026 0 0,0 0 2355 0 0,0 0 179 0 0,0 0-1021 0 0,0 0-357 0 0,0 0-438 0 0,0 0 33 0 0,0 0 91 0 0,0 0-146 0 0,0 2-120 0 0,0 0-78 0 0,0 0 102 0 0,0 0-226 0 0,0-1 24 0 0,0-1-14 0 0,0 0 22 0 0,0 0-22 0 0,0-1-20 0 0,1 0-26 0 0,0 1-70 0 0,1-1 3 0 0,-1 0-21 0 0,1 1-12 0 0,-1 0-12 0 0,-1 0-12 0 0,1 0-31 0 0,0 0-34 0 0,3 0 109 0 0,4 0-6 0 0,3 0-125 0 0,4 0 102 0 0,4 1-105 0 0,2 0 32 0 0,2 0 36 0 0,2 0-8 0 0,3 0 1 0 0,1 0 6 0 0,3 0-6 0 0,2-1 34 0 0,1 0-84 0 0,2 0 128 0 0,1 0-30 0 0,0 0-100 0 0,0 0 135 0 0,1 0-86 0 0,1-1 7 0 0,1 0-42 0 0,3-1 79 0 0,2 1-96 0 0,2 0 25 0 0,2 0-13 0 0,2 0 10 0 0,2 1-8 0 0,4-1 49 0 0,3 1-55 0 0,3 0 18 0 0,1 0-11 0 0,4 0 53 0 0,2 0-6 0 0,1 0-65 0 0,2 0 21 0 0,0 0-15 0 0,1 0-3 0 0,0 0 1 0 0,-1 0-1 0 0,-2 0 9 0 0,-1 0 2 0 0,-1-1 1 0 0,-3 1 4 0 0,-1 0 0 0 0,-1 0 0 0 0,0 2-5 0 0,2 1 2 0 0,2 1 111 0 0,3 2 108 0 0,3 0-281 0 0,4 2 98 0 0,2-1-42 0 0,2 0 2 0 0,3 0-1 0 0,0-1 0 0 0,3-2-5 0 0,0 0 2 0 0,2 0 3 0 0,1-2 0 0 0,1 0 4 0 0,0-1-5 0 0,-1 0 2 0 0,-2-1-1 0 0,-4 0 0 0 0,-7 0 9 0 0,-4 0-2 0 0,-5 0 5 0 0,-5-1 46 0 0,-3 1-59 0 0,-3 0 20 0 0,-2-1-21 0 0,-3 1-1 0 0,0 0 4 0 0,-2 0 3 0 0,1 0 140 0 0,-2 0 72 0 0,2 0-96 0 0,1 0 63 0 0,1 1-126 0 0,4 0 119 0 0,2 0 114 0 0,2 1-289 0 0,3 0 26 0 0,1 1-12 0 0,2 0 170 0 0,1 1-196 0 0,2 0 26 0 0,1 1-9 0 0,2 0 111 0 0,4 1-146 0 0,3-1 44 0 0,4 1 117 0 0,4-1-165 0 0,5 0 134 0 0,4-1-119 0 0,4 0 38 0 0,0-2-13 0 0,0 0 6 0 0,0 0-11 0 0,-1-1 3 0 0,-1-1 8 0 0,-2 1 45 0 0,-2-1-69 0 0,-2 0 18 0 0,-2 0-6 0 0,-4 1-1 0 0,-2 0 0 0 0,-1 0 5 0 0,0 1 3 0 0,0-1 46 0 0,2 1-13 0 0,2-1 49 0 0,4-1-49 0 0,4 1-31 0 0,3-1 51 0 0,3 0-5 0 0,2 0-59 0 0,-1 0 15 0 0,-1 0-12 0 0,-4 0 6 0 0,-5-1 6 0 0,-6 0-6 0 0,-6 1 3 0 0,-7-1-10 0 0,-3 1 2 0 0,-6 0-1 0 0,0 0 14 0 0,3 0 94 0 0,5 0 35 0 0,7-1 108 0 0,9 1-182 0 0,7 0 132 0 0,5-1-164 0 0,1 1 16 0 0,-1 0-56 0 0,-4 0 5 0 0,-7 0-10 0 0,-8 0-4 0 0,-11 1-41 0 0,-11 0 58 0 0,-11 1-85 0 0,-11 0 90 0 0,-9 0-88 0 0,-7 1 41 0 0,-7-1-41 0 0,-3-1 10 0 0,-4 1-107 0 0,-2-1-124 0 0,-2-1-153 0 0,-2 0-119 0 0,-1 1-255 0 0,-7-1-639 0 0,-5-1-1291 0 0,-10 2-3629 0 0,-1-1-2971 0 0</inkml:trace>
  <inkml:trace contextRef="#ctx0" brushRef="#br3" timeOffset="22582.622">9995 1401 1316 0 0,'0'0'0'0'0,"0"0"1136"0"0,0 0-961 0 0,0 0 4 0 0,0 0-65 0 0,0 0 74 0 0,0 0 2792 0 0,0 0-1841 0 0,0 0-301 0 0,0 0-245 0 0,0 0 13 0 0,-8 3 216 0 0,-1 1-89 0 0,1-1-20 0 0,1-1-208 0 0,3 0-146 0 0,3-1 120 0 0,4-1-29 0 0,3-2-12 0 0,4 0-6 0 0,4 0 16 0 0,3 1 97 0 0,4-1 70 0 0,3 2 62 0 0,6-1-161 0 0,5 1-49 0 0,6 0-53 0 0,5 0-53 0 0,6 0 30 0 0,4 0-84 0 0,4 1-5 0 0,5-1-44 0 0,3 1-67 0 0,3-1-17 0 0,3 0-10 0 0,0 0-73 0 0,1 0 0 0 0,0-1-4 0 0,-2-1-26 0 0,-2-2 43 0 0,-2 1-13 0 0,-2-2-4 0 0,-4 0-31 0 0,-1 0 37 0 0,-2 0-50 0 0,-2 0 37 0 0,0 1-25 0 0,-1 0-7 0 0,1 0-40 0 0,0 1 85 0 0,1 1-33 0 0,1 1 27 0 0,2 0 23 0 0,2 1 27 0 0,-1 0 120 0 0,1 0-50 0 0,-3 1 15 0 0,-4-1-34 0 0,-5 0 14 0 0,-8 0-26 0 0,-6 0-16 0 0,-7 1-16 0 0,-6 0-39 0 0,-5 0-5 0 0,-5 0-30 0 0,-3 0-78 0 0,-5 0-64 0 0,-2-1-86 0 0,-1 1-129 0 0,-3 0-210 0 0,0 0-280 0 0,-1 0-542 0 0,-4 1-1308 0 0,-11-1-4605 0 0,0 0-3850 0 0</inkml:trace>
  <inkml:trace contextRef="#ctx0" brushRef="#br4" timeOffset="52732.553">2899 754 208 0 0,'0'0'0'0'0,"0"0"888"0"0,0 0 2385 0 0,0 0-1456 0 0,0 0-400 0 0,0 0-265 0 0,0 0-471 0 0,0 0 175 0 0,0 0 101 0 0,0 0-22 0 0,0 0-258 0 0,35-10-117 0 0,12-5-119 0 0,13-5 66 0 0,9-4-151 0 0,7-3 12 0 0,6-4-129 0 0,6-5-72 0 0,6-3-138 0 0,5-5-14 0 0,4-3-186 0 0,0-4-231 0 0,-2-2-586 0 0,-6 0-1028 0 0,-11 3-2581 0 0,-12 2-722 0 0,-20 10 3816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3:08.97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22621.125"/>
      <inkml:brushProperty name="anchorY" value="-749009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24577.6875"/>
      <inkml:brushProperty name="anchorY" value="-750968.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48307.75"/>
      <inkml:brushProperty name="anchorY" value="-768139.625"/>
      <inkml:brushProperty name="scaleFactor" value="0.5"/>
    </inkml:brush>
  </inkml:definitions>
  <inkml:trace contextRef="#ctx0" brushRef="#br0">452 370 2452 0 0,'0'0'0'0'0,"0"0"940"0"0,0 0-746 0 0,0 0-16 0 0,0 0 4406 0 0,0 0-4192 0 0,0 0 1200 0 0,0 0-736 0 0,0 0-77 0 0,0 0 1 0 0,0 0-161 0 0,5 0-174 0 0,0 0-150 0 0,0 0-32 0 0,-1 0 13 0 0,0 0 87 0 0,-1 0-7 0 0,-2 0 19 0 0,0 0-15 0 0,1 0 39 0 0,-1 0-63 0 0,0 1 38 0 0,-1 0-36 0 0,1 1-28 0 0,1 0-67 0 0,1 0-45 0 0,-1 0-91 0 0,1 0-9 0 0,2 1 45 0 0,0 1-56 0 0,1 0-84 0 0,1 0 66 0 0,-1 0-74 0 0,1 0 15 0 0,-1 1-10 0 0,1 0 5 0 0,0 1 3 0 0,2 1-5 0 0,0 2-3 0 0,3 3-9 0 0,0 1-49 0 0,2 2 60 0 0,1 2-16 0 0,1 2-55 0 0,1 0 78 0 0,0 1-25 0 0,1 0 12 0 0,0 0 4 0 0,1 1-5 0 0,2 2 6 0 0,1 1-1 0 0,4 3 0 0 0,1 3-14 0 0,3 4-71 0 0,3 3 38 0 0,2 3-62 0 0,2 4 44 0 0,1 0-53 0 0,-1 0 11 0 0,0-2 10 0 0,-3-5-19 0 0,-4-5 38 0 0,-4-8-71 0 0,-5-7-95 0 0,-6-6-92 0 0,-4-5-58 0 0,-5-5 107 0 0,-2-4-30 0 0,-3-3 189 0 0,-3-1-250 0 0,-4-3-25 0 0,-3 1-236 0 0,-3-1-553 0 0,-1 1-879 0 0,-1 1-2116 0 0,1 3-793 0 0,3 1 3328 0 0</inkml:trace>
  <inkml:trace contextRef="#ctx0" brushRef="#br1" timeOffset="2398.165">1295 209 2540 0 0,'0'0'0'0'0,"0"0"796"0"0,0 0-807 0 0,0 0 118 0 0,0 0 501 0 0,0 0 2565 0 0,0 0-2479 0 0,0 0 92 0 0,0 0-297 0 0,0 0 191 0 0,-1 2 138 0 0,0 0-196 0 0,0 0-218 0 0,1 0-12 0 0,-1-1 54 0 0,1 0 70 0 0,-1 0 23 0 0,-1 0-71 0 0,-1 2-156 0 0,-3 0-74 0 0,-2 3-157 0 0,-4 3 63 0 0,-5 2-23 0 0,-4 4 123 0 0,-6 3-38 0 0,-6 3 9 0 0,-5 4 58 0 0,-5 4 91 0 0,-5 4 23 0 0,-5 4-63 0 0,-4 4-68 0 0,-3 3-85 0 0,-1 2-40 0 0,-1 2-27 0 0,1 0-56 0 0,3-2-49 0 0,4-1-79 0 0,5-4-53 0 0,7-4-40 0 0,7-5-164 0 0,8-5-258 0 0,8-6-265 0 0,7-6-407 0 0,6-4-779 0 0,4-4-2157 0 0,8-3-1056 0 0,0-2 2928 0 0</inkml:trace>
  <inkml:trace contextRef="#ctx0" brushRef="#br2" timeOffset="40288.552">1 710 28 0 0,'0'0'0'0'0,"0"0"456"0"0,0 0 14 0 0,0 0 2675 0 0,0 0-2346 0 0,0 0 850 0 0,0 0-633 0 0,0 0 48 0 0,48-15-15 0 0,13-6-35 0 0,10-3-131 0 0,1-4-308 0 0,-4-2-76 0 0,-5 0-107 0 0,-4-1 95 0 0,-6 0-58 0 0,-4-1-85 0 0,-5 1-109 0 0,-2 0 38 0 0,-2 1-111 0 0,-1 0-2 0 0,-2 2-64 0 0,-1 1-34 0 0,-1 2-66 0 0,-4 3-116 0 0,-1 1 82 0 0,-4 2-62 0 0,-1 2 110 0 0,-1 0-83 0 0,-1 0 89 0 0,1 0-39 0 0,-1 0-103 0 0,0-1 12 0 0,-2 1-26 0 0,-2 1-231 0 0,-3 1-253 0 0,-2 2-508 0 0,-5 1-597 0 0,-3 3-526 0 0,-3 2-2054 0 0,-2 2 555 0 0,0 1 3964 0 0,-2 1-755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3:51.88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53242.6875"/>
      <inkml:brushProperty name="anchorY" value="-769383"/>
      <inkml:brushProperty name="scaleFactor" value="0.5"/>
    </inkml:brush>
  </inkml:definitions>
  <inkml:trace contextRef="#ctx0" brushRef="#br0">51 147 340 0 0,'0'0'0'0'0,"0"0"1892"0"0,0 0-261 0 0,0 0-248 0 0,0 0-47 0 0,0 0-447 0 0,0 0-106 0 0,0 0 229 0 0,0 0-134 0 0,0 0-181 0 0,0 0-67 0 0,0 0 4 0 0,-16 11-18 0 0,0 1 56 0 0,3-1 157 0 0,8-4 103 0 0,10-4-110 0 0,10-5-190 0 0,11-4-152 0 0,8-4-212 0 0,7-2-191 0 0,5-1 88 0 0,1 0-194 0 0,0 0-53 0 0,0 2-89 0 0,-3 0-34 0 0,-2 0-145 0 0,-2 0-526 0 0,-3 0 546 0 0,-5-1-396 0 0,-6 0-1034 0 0,-8-2-843 0 0,-6-2-3124 0 0,-6 4 1023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3:52.07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55027.9375"/>
      <inkml:brushProperty name="anchorY" value="-770506.1875"/>
      <inkml:brushProperty name="scaleFactor" value="0.5"/>
    </inkml:brush>
  </inkml:definitions>
  <inkml:trace contextRef="#ctx0" brushRef="#br0">1 140 1056 0 0,'0'0'0'0'0,"0"0"9637"0"0,0 0-9624 0 0,0 0 1775 0 0,0 0-1610 0 0,0 0 40 0 0,0 0 202 0 0,45-4-329 0 0,13-3-83 0 0,15-3-652 0 0,7-3-522 0 0,1-4-124 0 0,-4-3-1504 0 0,-7-1-3066 0 0,-9-5 5318 0 0,-16 5-368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4:00.96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84514.625"/>
      <inkml:brushProperty name="anchorY" value="-782193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81447.9375"/>
      <inkml:brushProperty name="anchorY" value="-779352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83119.25"/>
      <inkml:brushProperty name="anchorY" value="-780437.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56887.875"/>
      <inkml:brushProperty name="anchorY" value="-771636.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59990.9375"/>
      <inkml:brushProperty name="anchorY" value="-773007.8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67944.375"/>
      <inkml:brushProperty name="anchorY" value="-773350.9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72621.25"/>
      <inkml:brushProperty name="anchorY" value="-772495.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74638.125"/>
      <inkml:brushProperty name="anchorY" value="-773846.31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76294.9375"/>
      <inkml:brushProperty name="anchorY" value="-775024.5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77951.6875"/>
      <inkml:brushProperty name="anchorY" value="-776829.0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79958.1875"/>
      <inkml:brushProperty name="anchorY" value="-778415.0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78599.4375"/>
      <inkml:brushProperty name="anchorY" value="-777818.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86687.9375"/>
      <inkml:brushProperty name="anchorY" value="-783602.0625"/>
      <inkml:brushProperty name="scaleFactor" value="0.5"/>
    </inkml:brush>
  </inkml:definitions>
  <inkml:trace contextRef="#ctx0" brushRef="#br0">8729 2476 7037 0 0,'0'0'0'0'0,"0"0"2984"0"0,0 0-1722 0 0,0 0-175 0 0,0 0-387 0 0,0 0-5 0 0,0 0 177 0 0,0 0-222 0 0,0 0-232 0 0,0 0-153 0 0,13-20-187 0 0,2-8-61 0 0,0-4-19 0 0,-3-3-68 0 0,-2 1 0 0 0,-3 0-46 0 0,-3 1 10 0 0,-1 2-10 0 0,-3 2 33 0 0,0 3 23 0 0,0 5-9 0 0,-1 4-9 0 0,1 5 32 0 0,-1 4-89 0 0,1 5 162 0 0,0 4-51 0 0,0 4-36 0 0,0 5 63 0 0,0 4-50 0 0,4 6-3 0 0,2 6 5 0 0,5 4-22 0 0,3 5 80 0 0,3 4 116 0 0,4 3 83 0 0,1 2 44 0 0,2 1-60 0 0,1 1 57 0 0,0 0-4 0 0,-1-2-41 0 0,-2-1-32 0 0,-2-3-87 0 0,-3-3-82 0 0,-3-5 6 0 0,-2-3-25 0 0,-4-4-82 0 0,-1-5 45 0 0,-3-2-18 0 0,-2-5 21 0 0,-1-2-9 0 0,-1-3-20 0 0,0-2 11 0 0,-1-1-19 0 0,1-1 99 0 0,-1-1-16 0 0,-1-1 6 0 0,-2-1-7 0 0,0 0-184 0 0,0 0 47 0 0,0 0-54 0 0,1-1 50 0 0,1 0-58 0 0,1 0-42 0 0,1 0 160 0 0,3-1 79 0 0,3-1 129 0 0,2-2-18 0 0,3-2-121 0 0,4-1 415 0 0,2-2-72 0 0,6 0 99 0 0,2-1-56 0 0,6-1-156 0 0,2-2-86 0 0,4 0-2 0 0,3-2-57 0 0,3-1-4 0 0,1-2-77 0 0,1 0 20 0 0,-2 0-142 0 0,-5 1-256 0 0,-6 2-608 0 0,-7 1-427 0 0,-8 2-977 0 0,-6 2-3191 0 0,-6 3-1074 0 0</inkml:trace>
  <inkml:trace contextRef="#ctx0" brushRef="#br1" timeOffset="-880.604">7745 2774 156 0 0,'0'0'0'0'0,"0"0"0"0"0,0 0 8345 0 0,0 0-6095 0 0,0 0-936 0 0,0 0 116 0 0,0 0 84 0 0,0 0-230 0 0,0 0-386 0 0,0 0-189 0 0,0 0-165 0 0,39-11-144 0 0,7-4-113 0 0,5-1-59 0 0,-2-1-53 0 0,-6 3-56 0 0,-8 1-56 0 0,-6 3-64 0 0,-6 2-49 0 0,-5 1-3 0 0,-3 1-33 0 0,-2 1-111 0 0,-2 0-246 0 0,-1 0-194 0 0,-1 1-130 0 0,-1 0-241 0 0,-2-1-671 0 0,-2 0-783 0 0,-2-2-1828 0 0,-2-1-1147 0 0,-4-3 4507 0 0,-1 2-626 0 0</inkml:trace>
  <inkml:trace contextRef="#ctx0" brushRef="#br2" timeOffset="-673.941">7887 2430 3676 0 0,'0'0'0'0'0,"0"0"1316"0"0,0 0 4756 0 0,0 0-6446 0 0,0 17 1708 0 0,0 8-684 0 0,1 6 349 0 0,2 3 269 0 0,3 2-303 0 0,1 1-443 0 0,2-2-288 0 0,1 0-210 0 0,2-3 12 0 0,-1-1-125 0 0,2-2-72 0 0,-2-2-331 0 0,0-2-335 0 0,-2-2-484 0 0,-2-3-719 0 0,-2-2-891 0 0,-1-4-2804 0 0,-1-4 3937 0 0,0-3 703 0 0</inkml:trace>
  <inkml:trace contextRef="#ctx0" brushRef="#br3" timeOffset="-7833.814">1037 1150 348 0 0,'0'0'0'0'0,"0"0"2568"0"0,0 0-882 0 0,0 0-844 0 0,0 0-509 0 0,0 0 570 0 0,0 0-204 0 0,0 0 315 0 0,0 0-215 0 0,0 0-29 0 0,0 0-38 0 0,25-11-34 0 0,2-4-76 0 0,2-5-44 0 0,-4-3-53 0 0,-4-3-67 0 0,-6-2-67 0 0,-4-3-58 0 0,-3-3-131 0 0,-3-3-7 0 0,-2-5-117 0 0,-1-6 53 0 0,-2-6-4 0 0,0-5 96 0 0,0-5-34 0 0,-3-4 26 0 0,-3-1-33 0 0,-3-1 43 0 0,-4 0-42 0 0,-4 4 9 0 0,-3 3-64 0 0,-2 5 17 0 0,-1 6-107 0 0,-1 8 98 0 0,1 8-67 0 0,2 9 38 0 0,2 9 51 0 0,4 6-33 0 0,3 7-131 0 0,3 6 25 0 0,1 5-83 0 0,3 7-62 0 0,1 6 46 0 0,2 7 73 0 0,8 7-4 0 0,9 9 111 0 0,11 9-40 0 0,11 8-15 0 0,9 7-48 0 0,8 6 11 0 0,5 6 52 0 0,4 3 7 0 0,2 5 6 0 0,1 2 17 0 0,-1 1-23 0 0,1 0-2 0 0,-3-1-60 0 0,-1-2 104 0 0,-3-5-80 0 0,-1-4-30 0 0,-3-5-47 0 0,-3-6-53 0 0,-2-5-4 0 0,-5-6 23 0 0,-3-5 22 0 0,-7-7 56 0 0,-4-7-17 0 0,-6-6-46 0 0,-6-8 75 0 0,-6-6-15 0 0,-6-5 6 0 0,-3-6-135 0 0,-2-2-86 0 0,-3-3 58 0 0,-4-2 44 0 0,-9-2-14 0 0,-10-2-331 0 0,-11-1 569 0 0,-10-1-179 0 0,-7-1 6 0 0,-6-1 83 0 0,0 0-172 0 0,-1 0 69 0 0,3 1-12 0 0,6 1-1 0 0,6 1 114 0 0,7 2-32 0 0,8 2 16 0 0,9 1-70 0 0,5 1 20 0 0,5 0 9 0 0,5 1 50 0 0,3 0-8 0 0,2 1 2 0 0,1-1-13 0 0,0 0-98 0 0,0 0-67 0 0,2 1-39 0 0,5-1 263 0 0,8-1 300 0 0,10 0-44 0 0,11-3 29 0 0,13-3-24 0 0,13-3 11 0 0,11-5-122 0 0,10-4 20 0 0,6-4-18 0 0,6-4-66 0 0,1-3-75 0 0,1-1-52 0 0,-3 0-130 0 0,-5 1-124 0 0,-5 2-354 0 0,-8 4 263 0 0,-8 4-949 0 0,-7 3-1652 0 0,-11 3-2288 0 0,-9 3-1673 0 0,-12 4 8376 0 0</inkml:trace>
  <inkml:trace contextRef="#ctx0" brushRef="#br4" timeOffset="-6595.54">5 2146 156 0 0,'0'0'0'0'0,"0"0"300"0"0,0 0 303 0 0,0 0 3097 0 0,0 0-2453 0 0,0 0 418 0 0,0 0-787 0 0,0 0-38 0 0,0 0-85 0 0,0 0 0 0 0,0 0-116 0 0,0 0-57 0 0,-1 2-101 0 0,0 0-97 0 0,0 0-133 0 0,1 0-48 0 0,-1-1-61 0 0,1 0-26 0 0,0 0-9 0 0,0-1 26 0 0,0 0 5 0 0,0 0-32 0 0,0 0 29 0 0,0 0-28 0 0,0-1 54 0 0,0 1 73 0 0,1 0 23 0 0,-1-1-83 0 0,2 0-138 0 0,0 0 83 0 0,4-1-66 0 0,3-1 85 0 0,9-1 256 0 0,10-3 416 0 0,14-3-6 0 0,15-4-485 0 0,15-2 34 0 0,12-4-108 0 0,11-2 10 0 0,10-1 34 0 0,9-1-25 0 0,7-1-9 0 0,7 0-52 0 0,8 0-29 0 0,5 1-71 0 0,5-1 7 0 0,7 1-70 0 0,4 0 31 0 0,4 0 6 0 0,5 1-23 0 0,3-1-52 0 0,4 1 15 0 0,3-1-4 0 0,2 1 171 0 0,3-1 119 0 0,3 0-280 0 0,1 1 257 0 0,1-1-125 0 0,1 0-82 0 0,0 1 56 0 0,0 0-25 0 0,-2 0-33 0 0,-1 1 19 0 0,-2 1-49 0 0,-5 1 55 0 0,-6 2-55 0 0,-8 1-35 0 0,-10 2 0 0 0,-10 2 9 0 0,-10 1 65 0 0,-12 0-102 0 0,-8 0 43 0 0,-9 0 47 0 0,-7-1-3 0 0,-7-1 117 0 0,-5-2-86 0 0,-5 0-103 0 0,-7-1 30 0 0,-5 1 32 0 0,-7 1-61 0 0,-5 1 12 0 0,-9 2-5 0 0,-7 3-10 0 0,-8 2-59 0 0,-8 1 3 0 0,-7 3-108 0 0,-3 1-93 0 0,-2 1 14 0 0,-1 1 27 0 0,3 0 15 0 0,3 1 31 0 0,2 0-67 0 0,2 1-5 0 0,2 0-43 0 0,-4 0-165 0 0,-1 1-302 0 0,-6 1-705 0 0,-4 2-1241 0 0,-8 0-2236 0 0,-17 5-5537 0 0,-3-2 12498 0 0</inkml:trace>
  <inkml:trace contextRef="#ctx0" brushRef="#br5" timeOffset="-4765.786">1900 4115 156 0 0,'0'0'0'0'0,"0"0"4"0"0,0 0 359 0 0,0 0-177 0 0,0 0-109 0 0,0 0 3023 0 0,0 0-2432 0 0,0 0 460 0 0,0 0-227 0 0,0 0 65 0 0,0 0-75 0 0,0 0-356 0 0,0 0-532 0 0,1 1 81 0 0,1-1-157 0 0,0-1 96 0 0,0-1 120 0 0,0-1 37 0 0,1-1 81 0 0,0-1 91 0 0,0 0 74 0 0,0-1 78 0 0,0 0-18 0 0,-1 0-60 0 0,2-1-21 0 0,-1-1-92 0 0,1-2-87 0 0,0-1-67 0 0,0-3-23 0 0,0-3-4 0 0,-1-5-22 0 0,-1-4 51 0 0,0-4-11 0 0,-2-5 1 0 0,-1-5 15 0 0,-3-4 57 0 0,-3-5-2 0 0,-4-2 5 0 0,-3-2 16 0 0,-1-1-46 0 0,-2 0-51 0 0,1 1 17 0 0,2 1-11 0 0,4 4-13 0 0,3 3-56 0 0,2 4-18 0 0,3 4-70 0 0,2 6 16 0 0,2 3-19 0 0,2 6-44 0 0,-1 4-35 0 0,2 4-8 0 0,-1 5-6 0 0,-1 3 64 0 0,0 3-24 0 0,-1 2-4 0 0,1 1-168 0 0,1 2-47 0 0,2 3 77 0 0,5 3 231 0 0,6 3 71 0 0,6 5-137 0 0,6 5 63 0 0,5 4-25 0 0,6 5-3 0 0,3 4 0 0 0,3 4-9 0 0,1 4-105 0 0,2 3 146 0 0,-1 3-100 0 0,2 2 87 0 0,0 2-32 0 0,-1-1 15 0 0,2 0-68 0 0,-2-2 71 0 0,-1-3-20 0 0,-1-4-36 0 0,-2-6 55 0 0,-2-4-18 0 0,-4-7 6 0 0,-3-5-88 0 0,-3-6 38 0 0,-5-5 73 0 0,-3-4 191 0 0,-3-3-114 0 0,-3-3-25 0 0,-2-1-54 0 0,-2-3 74 0 0,-2-2-1 0 0,-1-3 35 0 0,-2-4-10 0 0,-1-3-23 0 0,-3-5-90 0 0,-2-4 20 0 0,-2-5-28 0 0,-1-4-56 0 0,-1-4 89 0 0,0-4-30 0 0,-1-4 7 0 0,-2-3 5 0 0,-1-3 3 0 0,-1-2 9 0 0,0-3 44 0 0,-1-1-58 0 0,0-1 80 0 0,0-2-42 0 0,-1 1 18 0 0,-1 1 10 0 0,1 1-63 0 0,1 2 56 0 0,0 2-71 0 0,2 3 20 0 0,1 4-2 0 0,1 2-6 0 0,0 3 1 0 0,1 4 0 0 0,0 4 0 0 0,1 4 178 0 0,0 4-24 0 0,1 4-84 0 0,0 3-56 0 0,1 3 15 0 0,0 4 52 0 0,1 3-42 0 0,0 2 12 0 0,1 3-40 0 0,0 1 6 0 0,1 2-9 0 0,1 1 66 0 0,1 0 167 0 0,2 1-156 0 0,2-1-15 0 0,4 0 5 0 0,1-1-30 0 0,3 1 24 0 0,1-2-12 0 0,2 1-52 0 0,0 0 61 0 0,2-1-72 0 0,-2 1 101 0 0,2 0-110 0 0,0 0 35 0 0,2 0-17 0 0,2 1-3 0 0,2-1-4 0 0,4 0-4 0 0,3-1 10 0 0,3-1 1 0 0,4-2-4 0 0,4-2 6 0 0,5-3-1 0 0,5-3-5 0 0,4-1-3 0 0,4-3-60 0 0,3 0 82 0 0,3-1 150 0 0,6 0-4 0 0,4 0-69 0 0,5-1 29 0 0,6 0 2 0 0,4 0-4 0 0,2-2 146 0 0,2-2-250 0 0,0 0 10 0 0,-3-2 144 0 0,-4-1-204 0 0,-7 1 52 0 0,-8 1-32 0 0,-8 1 16 0 0,-8 3 82 0 0,-7 1 15 0 0,-8 2-124 0 0,-5 2-15 0 0,-6 2-16 0 0,-6 3 52 0 0,-6 2-60 0 0,-6 3-153 0 0,-5 1-236 0 0,-5 3-249 0 0,-4 0-550 0 0,-6 3-1109 0 0,-5 1-2823 0 0,-11 3-3021 0 0,-1 0 9877 0 0</inkml:trace>
  <inkml:trace contextRef="#ctx0" brushRef="#br6" timeOffset="-3899.618">4194 3480 2964 0 0,'0'0'0'0'0,"0"0"5469"0"0,0 0-4584 0 0,0 0 792 0 0,0 0-722 0 0,0 0-311 0 0,0 0 209 0 0,12-22-203 0 0,5-6-258 0 0,4-5-170 0 0,1-4-102 0 0,1 0-49 0 0,0 0 1 0 0,-1 0-69 0 0,-1 1 3 0 0,-2 1-55 0 0,-3 3-53 0 0,-2 2-21 0 0,-3 3 13 0 0,-2 5 25 0 0,-3 5 6 0 0,-1 4 85 0 0,-2 5-17 0 0,-1 3 24 0 0,-1 3-17 0 0,-1 2-152 0 0,0 2 38 0 0,0 3 39 0 0,-1 2 85 0 0,1 4-39 0 0,1 4-79 0 0,3 5 8 0 0,0 5 112 0 0,3 6-24 0 0,0 4 19 0 0,1 5-4 0 0,1 3-13 0 0,0 3 4 0 0,2 2-62 0 0,0 0 91 0 0,0 0-30 0 0,-1-1 25 0 0,1-3 132 0 0,-3-4-24 0 0,-1-3 77 0 0,-3-4-20 0 0,-1-5-93 0 0,-4-2-79 0 0,-5-5 12 0 0,-4-2-10 0 0,-4-3 45 0 0,-6-3 20 0 0,-4-4-12 0 0,-2-2-72 0 0,-3-3 21 0 0,0-3 3 0 0,1 0 132 0 0,4-2-84 0 0,4 0-70 0 0,4-1 36 0 0,5 0 99 0 0,4 0-27 0 0,3 0 11 0 0,3 1 267 0 0,2-1 8 0 0,5 0 113 0 0,8-1-237 0 0,9-3 157 0 0,10-1-292 0 0,9-3-61 0 0,10-3-55 0 0,6-2-147 0 0,4-1-56 0 0,0-2-518 0 0,-1 0-312 0 0,-4-1-571 0 0,-6 0-815 0 0,-6 0-2087 0 0,-10 1-1735 0 0,-9-2 6442 0 0,-9 4-923 0 0</inkml:trace>
  <inkml:trace contextRef="#ctx0" brushRef="#br7" timeOffset="-3657.982">4875 3179 2736 0 0,'0'0'0'0'0,"0"0"4937"0"0,0 0-463 0 0,0 0-4152 0 0,0 0 594 0 0,0 0-321 0 0,0 0 251 0 0,0 0-110 0 0,0 0-277 0 0,0 0-303 0 0,46-2-351 0 0,9 0 11 0 0,5-1-35 0 0,-2-2-6 0 0,-8 0-182 0 0,-8 0-124 0 0,-9-1-64 0 0,-9-1-197 0 0,-6 0-591 0 0,-8-1-1087 0 0,-4-1-2230 0 0,-6-1 173 0 0,-7-3 5383 0 0,-1 3-1661 0 0</inkml:trace>
  <inkml:trace contextRef="#ctx0" brushRef="#br8" timeOffset="-3445.556">5141 2929 1656 0 0,'0'0'0'0'0,"0"0"6957"0"0,0 0-5204 0 0,0 0 189 0 0,0 18-751 0 0,0 9-347 0 0,0 6 307 0 0,1 5-255 0 0,3 2-396 0 0,3 1-262 0 0,6 1-161 0 0,4 0-57 0 0,6-2-86 0 0,3-1-57 0 0,3-3-94 0 0,3-3-64 0 0,0-3-164 0 0,1-5-56 0 0,-1-3-296 0 0,-3-4-307 0 0,-2-5-419 0 0,-3-3-691 0 0,-3-5-1065 0 0,-7-4-1495 0 0,-3-4 4572 0 0,-4-4-1340 0 0,-2-1 1520 0 0</inkml:trace>
  <inkml:trace contextRef="#ctx0" brushRef="#br9" timeOffset="-3116.875">5746 2822 3512 0 0,'0'0'0'0'0,"0"0"456"0"0,0 0 6366 0 0,0 0-7330 0 0,0 0 1937 0 0,0 0-575 0 0,0 0 247 0 0,0 0 139 0 0,0 0-367 0 0,0 0-305 0 0,0 0-135 0 0,10-1-106 0 0,3 1-19 0 0,1 2 65 0 0,2 1 135 0 0,2 4-296 0 0,5 3-33 0 0,5 4 0 0 0,5 2 23 0 0,7 1 44 0 0,4 2-62 0 0,4 1-28 0 0,1-1-30 0 0,1 0 18 0 0,-2 0-71 0 0,-3-2-64 0 0,-3 0 1 0 0,-6-1-78 0 0,-3-1-15 0 0,-5-1-52 0 0,-3-1-92 0 0,-3-1-137 0 0,-3-2-231 0 0,-1-1-339 0 0,-4-1-426 0 0,-2-1-832 0 0,-4-1-644 0 0,-3-2-2231 0 0,-3-2-199 0 0,-5 0 6060 0 0,-1-2-2577 0 0</inkml:trace>
  <inkml:trace contextRef="#ctx0" brushRef="#br10" timeOffset="-2799.774">6197 2786 340 0 0,'0'0'0'0'0,"0"0"6253"0"0,0 0-4705 0 0,0 0 233 0 0,0 0-872 0 0,0 0-132 0 0,0 0 67 0 0,0 0 121 0 0,0 0-271 0 0,0 18-94 0 0,0 6-112 0 0,1 4-22 0 0,1 3-10 0 0,-1 1-27 0 0,1 2-49 0 0,-1 0 16 0 0,0 2-27 0 0,-1 0-111 0 0,1 2-184 0 0,-1 1-58 0 0,-1 0-113 0 0,-2 0-77 0 0,-2 1-100 0 0,-1-2-402 0 0,-2 0-200 0 0,-2-3-299 0 0,0-5-655 0 0,-1-4-980 0 0,0-7-2437 0 0,-1-7 678 0 0,1-6 5030 0 0,2-4-1186 0 0</inkml:trace>
  <inkml:trace contextRef="#ctx0" brushRef="#br11" timeOffset="-1672.645">5036 2075 28 0 0,'0'0'0'0'0,"0"0"260"0"0,0 0-229 0 0,0 0 85 0 0,0 0-11 0 0,0 0 9 0 0,0 0 47 0 0,0 0 2499 0 0,0 0-1471 0 0,0 0-36 0 0,0 0-325 0 0,7 6-224 0 0,3 0 137 0 0,3 0 98 0 0,1 0-22 0 0,-1-2-127 0 0,0-1-144 0 0,-2-1-84 0 0,0-1-72 0 0,-2-1-23 0 0,0 0-64 0 0,0 0-61 0 0,-1-1-47 0 0,0 0-41 0 0,2-1-84 0 0,0-1 51 0 0,3 0 123 0 0,2-2 57 0 0,6 0-11 0 0,2-1-46 0 0,4 1-12 0 0,1-1 0 0 0,1 0-78 0 0,0 1-68 0 0,-1 1-79 0 0,0 0 10 0 0,-2 1-8 0 0,1 0-11 0 0,-1-1 13 0 0,0 0 0 0 0,-1 0 0 0 0,-1-2 43 0 0,1 0 40 0 0,-2 0 14 0 0,-1-1 33 0 0,0 0-24 0 0,-2 0-5 0 0,-1 0-40 0 0,-2 0-4 0 0,-1 1 12 0 0,-1 0-10 0 0,-2 1-7 0 0,-1 0-72 0 0,-1 0 15 0 0,0 0-19 0 0,-1 0 2 0 0,0 1-1 0 0,-2 0-60 0 0,-1 1 82 0 0,-2 1-28 0 0,-1 0 15 0 0,-1 1 3 0 0,-2 1 13 0 0,-1 0-3 0 0,0 0-7 0 0,0 0 7 0 0,0 0-7 0 0,-1 0-3 0 0,1 0-14 0 0,0 0-70 0 0,0 0 4 0 0,2-2 97 0 0,1 0 29 0 0,3-1 39 0 0,1-1-3 0 0,2-2-82 0 0,0 0 20 0 0,0 0 35 0 0,0 0 19 0 0,-1 1-87 0 0,-1 0 25 0 0,-1 0-12 0 0,1 1 5 0 0,-1 0 3 0 0,2 0-10 0 0,0-1 3 0 0,0 0-1 0 0,0-1 0 0 0,1 0 0 0 0,0 0 14 0 0,-1 1-4 0 0,-1-1 49 0 0,-1 2 0 0 0,0 0-15 0 0,-1 1 39 0 0,1 1 17 0 0,-2-1 10 0 0,1 1-14 0 0,-1 1 6 0 0,1-1 54 0 0,-1 1 147 0 0,0 1 88 0 0,1 0-125 0 0,2 1-86 0 0,3 3 84 0 0,5 1-139 0 0,3 4-9 0 0,3 1-113 0 0,5 3 29 0 0,1 0 21 0 0,2 1-62 0 0,-1 1 21 0 0,0-1-13 0 0,0-1 2 0 0,-1 1-1 0 0,-1 0 4 0 0,-1-1-5 0 0,0 2 11 0 0,-2 0 57 0 0,0 0-71 0 0,-2 3 14 0 0,-1 0-9 0 0,-2 2 0 0 0,-1 0-1 0 0,-1 1-56 0 0,-2 0-12 0 0,-2-2-61 0 0,-1-1-14 0 0,-1-3-15 0 0,-1-1-14 0 0,0-2-3 0 0,-1-1 4 0 0,-1 1-34 0 0,-1-1 0 0 0,0 1-109 0 0,-2 1-176 0 0,-1 0-311 0 0,-1 1-563 0 0,-1 0-939 0 0,-3-1-2398 0 0,-4-2-1893 0 0,-6-1 7673 0 0,1-3-2982 0 0</inkml:trace>
  <inkml:trace contextRef="#ctx0" brushRef="#br12" timeOffset="1328.396">6665 1151 64 0 0,'0'0'0'0'0,"0"0"4"0"0,0 0 593 0 0,0 0-543 0 0,0 0 1386 0 0,0 0 1500 0 0,0 0-1812 0 0,0 0 173 0 0,0 0-770 0 0,0 0 140 0 0,0 0-39 0 0,0 0-157 0 0,-1 4 35 0 0,0 1-81 0 0,-1 0 49 0 0,0 0-108 0 0,1-2-137 0 0,0 0-72 0 0,1-1-36 0 0,0-1 72 0 0,0 0 14 0 0,0-1-57 0 0,0 0-57 0 0,0 0 5 0 0,0-1-13 0 0,0 1 32 0 0,0 0-28 0 0,0 1-19 0 0,0-1-64 0 0,0 0-2 0 0,0 0-6 0 0,0 1-11 0 0,0-1-7 0 0,0 0-55 0 0,0 0 15 0 0,0 0-138 0 0,0 0-29 0 0,0 0 79 0 0,0 0 39 0 0,0 0 108 0 0,0 0-19 0 0,0 0 29 0 0,0 0 104 0 0,0 0-75 0 0,0 0 57 0 0,1 0 18 0 0,1 0 36 0 0,4 0 115 0 0,4-1 325 0 0,3 0-14 0 0,4-2-305 0 0,3-1 27 0 0,4-1 124 0 0,4-3-3 0 0,4-2-12 0 0,4-3-113 0 0,6-2 19 0 0,5-3-61 0 0,5 0-16 0 0,8-2-13 0 0,5 0 70 0 0,6 0-50 0 0,5 0 18 0 0,6 0-32 0 0,2 0 17 0 0,4 1-34 0 0,1 0-47 0 0,3 0-44 0 0,0 0-67 0 0,-1 1 4 0 0,-3-1-12 0 0,-4 0 0 0 0,-6 1 17 0 0,-6 0-9 0 0,-6 1-10 0 0,-7 2 63 0 0,-4 0-37 0 0,-3 2 28 0 0,-3-1-16 0 0,0 1 13 0 0,-2 0-101 0 0,-1 0 90 0 0,-1 1-51 0 0,-3 0-32 0 0,-1 1 6 0 0,-4 0-10 0 0,-2 1 1 0 0,-3 1-6 0 0,-4 0-7 0 0,-3 1 10 0 0,-4 1-12 0 0,-2 1-39 0 0,-2 0 48 0 0,-1 0-7 0 0,1 1 3 0 0,3 0 10 0 0,2-1-7 0 0,3-1 8 0 0,4 0 2 0 0,3-1 55 0 0,2 0-76 0 0,1 0 40 0 0,0 0 29 0 0,-1 0-52 0 0,-2 1 60 0 0,-1 1-60 0 0,-4 0 74 0 0,-1 2-87 0 0,-3 0 26 0 0,0-1-9 0 0,0 1 0 0 0,0-1-5 0 0,1 0 2 0 0,0-1-1 0 0,1 0 5 0 0,-1 0-7 0 0,-2 0 3 0 0,-2 0-1 0 0,-3 1-9 0 0,-4 1-45 0 0,-4 1 64 0 0,-3 0-72 0 0,-3 2 68 0 0,-1 0-240 0 0,-2 1-216 0 0,-1 1-309 0 0,-1 1-418 0 0,-5 2-951 0 0,-2 0-2717 0 0,-9-1-4384 0 0,1 0 8707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4:09.40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90898.625"/>
      <inkml:brushProperty name="anchorY" value="-784151.4375"/>
      <inkml:brushProperty name="scaleFactor" value="0.5"/>
    </inkml:brush>
  </inkml:definitions>
  <inkml:trace contextRef="#ctx0" brushRef="#br0">1 18 168 0 0,'0'0'0'0'0,"0"0"0"0"0,0 0 230 0 0,0 0-172 0 0,0 0 2968 0 0,0 0-2248 0 0,0 0 268 0 0,0 0 185 0 0,0 0-41 0 0,24 0-71 0 0,3-1-305 0 0,0 0-258 0 0,-4 1-147 0 0,-6-1-100 0 0,-6 1-45 0 0,-3 0-10 0 0,-3 0-56 0 0,0-1-1 0 0,-2 0-3 0 0,0 0-30 0 0,0-1-11 0 0,0 0 81 0 0,0-1 59 0 0,0 2 81 0 0,-1-1 26 0 0,-1 2 16 0 0,0-1 26 0 0,-1 1 74 0 0,1 0-38 0 0,-1 0-30 0 0,2 0-46 0 0,-1 0-55 0 0,2 0-17 0 0,1 0-16 0 0,2 0 56 0 0,4 0-4 0 0,4 1-99 0 0,6 0-71 0 0,5 0-69 0 0,4 2-66 0 0,4 1-56 0 0,1 0 97 0 0,2 1-128 0 0,-1 0-21 0 0,0 1-34 0 0,-4 1-100 0 0,-1-1-51 0 0,-3 0-21 0 0,-2-1-134 0 0,-2 0-125 0 0,-2-2-76 0 0,-3 0-255 0 0,-2-1-747 0 0,-4-1-1282 0 0,-4-2-2181 0 0,-3-1 15 0 0,-8-4 4776 0 0,-2 1-473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4:09.66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92833.8125"/>
      <inkml:brushProperty name="anchorY" value="-785458.125"/>
      <inkml:brushProperty name="scaleFactor" value="0.5"/>
    </inkml:brush>
  </inkml:definitions>
  <inkml:trace contextRef="#ctx0" brushRef="#br0">1 1 588 0 0,'0'0'0'0'0,"0"0"1240"0"0,0 0 528 0 0,0 0 82 0 0,0 0-817 0 0,0 0 768 0 0,0 0-297 0 0,0 0 342 0 0,0 0-377 0 0,0 0-317 0 0,0 0-226 0 0,0 0-123 0 0,41 6-76 0 0,9 2-108 0 0,8 0-301 0 0,0 0-223 0 0,-4-1-68 0 0,-6-1-212 0 0,-7-2-206 0 0,-4-2-177 0 0,-4 0-117 0 0,0-2-336 0 0,0-1-318 0 0,3-2-814 0 0,1 0-506 0 0,0-3-2376 0 0,-3 0 1422 0 0,-7 1 4176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4:10.57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94760.5"/>
      <inkml:brushProperty name="anchorY" value="-786754.9375"/>
      <inkml:brushProperty name="scaleFactor" value="0.5"/>
    </inkml:brush>
  </inkml:definitions>
  <inkml:trace contextRef="#ctx0" brushRef="#br0">201 491 2736 0 0,'0'0'0'0'0,"0"0"3969"0"0,0 0-1873 0 0,0 0-822 0 0,0 0-617 0 0,0 0-255 0 0,0 0 612 0 0,0 0-263 0 0,0 0-307 0 0,35-21-440 0 0,10-6 80 0 0,9-7-83 0 0,1-3 10 0 0,-1-2 89 0 0,-4 2 49 0 0,-3 0-64 0 0,-5 2-5 0 0,-5 1 56 0 0,-3 3-29 0 0,-3 1-8 0 0,-5 2-113 0 0,-5 3-77 0 0,-4 3 19 0 0,-5 3 11 0 0,-5 5 54 0 0,-3 4-9 0 0,-2 3-133 0 0,-4 4-61 0 0,-2 2 200 0 0,-5 5-84 0 0,-2 5 107 0 0,-3 4 79 0 0,-2 6 75 0 0,-5 6-45 0 0,-1 7 97 0 0,-3 4-58 0 0,0 6-9 0 0,0 4 18 0 0,0 4-8 0 0,1 2 49 0 0,2 3-121 0 0,2 2 98 0 0,1 0-47 0 0,0 0-19 0 0,0-2-36 0 0,0-2-20 0 0,0-4 2 0 0,-1-4-69 0 0,0-5 18 0 0,-2-4-4 0 0,-1-5-11 0 0,1-6-1 0 0,1-5-5 0 0,0-6-84 0 0,2-5-60 0 0,2-3-128 0 0,-1-4-56 0 0,-1-2 182 0 0,-1-3 6 0 0,-3-3 114 0 0,-1-2 20 0 0,-1-3 107 0 0,0-2 4 0 0,3 0 54 0 0,3 1-24 0 0,4 0 184 0 0,5 2-159 0 0,4 2-164 0 0,4 2 145 0 0,3 1 67 0 0,7 1 184 0 0,6 2 33 0 0,9-1-94 0 0,8 2-82 0 0,7-1-54 0 0,7 2-66 0 0,3-1 186 0 0,2 1-378 0 0,-1 0 112 0 0,0 1-119 0 0,-1 0 39 0 0,-2 2-118 0 0,-2 1-132 0 0,-4 1-485 0 0,-5 1 184 0 0,-6 1-324 0 0,-6 0-569 0 0,-5-1-638 0 0,-7-1-1084 0 0,-4-1-2799 0 0,-4-2 4296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4:10.95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96490.125"/>
      <inkml:brushProperty name="anchorY" value="-788404.625"/>
      <inkml:brushProperty name="scaleFactor" value="0.5"/>
    </inkml:brush>
  </inkml:definitions>
  <inkml:trace contextRef="#ctx0" brushRef="#br0">1 1 716 0 0,'0'0'0'0'0,"0"0"5673"0"0,0 0-4150 0 0,0 0-13 0 0,0 0-13 0 0,0 0 218 0 0,0 0 16 0 0,0 0-466 0 0,0 0-261 0 0,49 0-125 0 0,18 1-127 0 0,18 0 4 0 0,11-1-123 0 0,8 1-207 0 0,1 0-139 0 0,0 1-167 0 0,-3 1 4 0 0,-5 2-138 0 0,-5 0 31 0 0,-7 2-106 0 0,-7 1 3 0 0,-6 0-96 0 0,-6 2-75 0 0,-3-1-172 0 0,-3 0 12 0 0,-5-1-169 0 0,-3 0-161 0 0,-4-1-174 0 0,-4-2-315 0 0,-7 0-295 0 0,-7-2-468 0 0,-7 0-1055 0 0,-9-1-2504 0 0,-5-1 2271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4:11.66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999398.375"/>
      <inkml:brushProperty name="anchorY" value="-789786.8125"/>
      <inkml:brushProperty name="scaleFactor" value="0.5"/>
    </inkml:brush>
  </inkml:definitions>
  <inkml:trace contextRef="#ctx0" brushRef="#br0">396 25 820 0 0,'0'0'0'0'0,"0"0"588"0"0,0 0 854 0 0,0 0 3481 0 0,0 0-4616 0 0,0 0 1577 0 0,0 0-397 0 0,0 0 15 0 0,0 0-189 0 0,0 0-302 0 0,46-6-249 0 0,8 1-295 0 0,5-1-105 0 0,-1 1-4 0 0,-6 3-69 0 0,-7 3 46 0 0,-5 4 8 0 0,-5 5 44 0 0,-5 6-168 0 0,-5 6-126 0 0,-5 6-69 0 0,-6 6 62 0 0,-6 5-105 0 0,-5 3 30 0 0,-7 2-72 0 0,-6 2 22 0 0,-7-1 33 0 0,-5 0-54 0 0,-4-1 64 0 0,-6-2-14 0 0,-4-3 10 0 0,-6-1 9 0 0,-5-2-2 0 0,-7-1 75 0 0,-7-3-104 0 0,-5-2 20 0 0,-5-2 6 0 0,0-4-2 0 0,1-4 6 0 0,6-5-10 0 0,7-3-10 0 0,11-5-171 0 0,10-2-8 0 0,11-3-14 0 0,9-3 50 0 0,8-3 174 0 0,4-2-46 0 0,6-2-76 0 0,3-3 132 0 0,6 0 111 0 0,5-1 49 0 0,6 1 210 0 0,5-1-133 0 0,7 0 110 0 0,5 0-98 0 0,4 1-117 0 0,4 1-43 0 0,4 2 6 0 0,1 0-32 0 0,2 3-7 0 0,1 1 6 0 0,-1 2 61 0 0,-1 2 44 0 0,-1 3 33 0 0,-2 2 25 0 0,-1 4 96 0 0,1 2-122 0 0,3 3-47 0 0,3 1-53 0 0,5 1-56 0 0,5 1-66 0 0,6-1 74 0 0,4 1-43 0 0,4-2-43 0 0,0 0 5 0 0,-5-1-137 0 0,-7-1-24 0 0,-10-1-24 0 0,-12-1-78 0 0,-12 0-121 0 0,-12 0-186 0 0,-10-1-420 0 0,-8 0-1430 0 0,-9-3-4422 0 0,-3-1-4275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5:30.35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1885E6"/>
      <inkml:brushProperty name="anchorY" value="-802371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126E6"/>
      <inkml:brushProperty name="anchorY" value="-804344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1893E6"/>
      <inkml:brushProperty name="anchorY" value="-804029.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122E6"/>
      <inkml:brushProperty name="anchorY" value="-805273.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301E6"/>
      <inkml:brushProperty name="anchorY" value="-806999.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456E6"/>
      <inkml:brushProperty name="anchorY" value="-808948.8125"/>
      <inkml:brushProperty name="scaleFactor" value="0.5"/>
    </inkml:brush>
  </inkml:definitions>
  <inkml:trace contextRef="#ctx0" brushRef="#br0">13 294 52 0 0,'0'0'0'0'0,"0"0"220"0"0,0 0-42 0 0,0 0 73 0 0,0 0-24 0 0,0 0-42 0 0,0 0-23 0 0,0 0 12 0 0,0 0 133 0 0,0 0 111 0 0,0 0-5 0 0,0 0-16 0 0,5-10-129 0 0,1 0-66 0 0,1 0 102 0 0,0 2 243 0 0,-1 1 147 0 0,-2 3-263 0 0,0 1-222 0 0,-1 0-116 0 0,1 1-80 0 0,-1-1-1 0 0,2 1 2 0 0,-1-1 206 0 0,1-1 128 0 0,-1 1 160 0 0,0-1 2 0 0,0-1 64 0 0,-1 1 38 0 0,1 0 50 0 0,-2 0 4 0 0,1 0-71 0 0,-1 0-55 0 0,0 1-31 0 0,-1 0 24 0 0,0 0 21 0 0,0 1 49 0 0,0 0 3 0 0,-1 1 0 0 0,1 1 30 0 0,-1-1-68 0 0,1 2-26 0 0,1 3 93 0 0,2 1-55 0 0,5 5 6 0 0,7 5 79 0 0,9 6-295 0 0,11 8-131 0 0,9 8-129 0 0,10 10-49 0 0,5 6 28 0 0,4 7-55 0 0,3 2-36 0 0,0 1-65 0 0,-2-2-38 0 0,-2-4-98 0 0,-4-5-25 0 0,-4-7 17 0 0,-3-4-100 0 0,-5-6 28 0 0,-4-6-116 0 0,-4-5-12 0 0,-5-5-185 0 0,-4-3-277 0 0,-4-5-334 0 0,-5-2-240 0 0,-3-3-464 0 0,-2-3-962 0 0,-2-1-2269 0 0,-3-1 2098 0 0</inkml:trace>
  <inkml:trace contextRef="#ctx0" brushRef="#br1" timeOffset="301.89">1061 124 7353 0 0,'0'0'0'0'0,"0"0"2012"0"0,0 0-313 0 0,0 0-283 0 0,-42 22-321 0 0,-15 12 461 0 0,-14 10-608 0 0,-7 9 80 0 0,-3 6-337 0 0,2 4-263 0 0,1 2-37 0 0,5 2-162 0 0,2-1-137 0 0,4-2-84 0 0,3-1-142 0 0,5-3-229 0 0,4-3-275 0 0,5-3-443 0 0,7-4-473 0 0,7-6-1085 0 0,9-6-1789 0 0,8-7-1848 0 0,8-10 5124 0 0</inkml:trace>
  <inkml:trace contextRef="#ctx0" brushRef="#br2" timeOffset="700.065">1625 659 9625 0 0,'0'0'0'0'0,"0"0"1856"0"0,0 0-387 0 0,0 0-450 0 0,0 0-63 0 0,0 0-27 0 0,0 0-446 0 0,0 0 159 0 0,52 0-137 0 0,23-1-204 0 0,23-1-280 0 0,12-1 21 0 0,3-1-340 0 0,-3 1-110 0 0,-7-1-44 0 0,-13 1-269 0 0,-12 0-271 0 0,-12 1-542 0 0,-13 1-1299 0 0,-10 1-3031 0 0,-13-1 1179 0 0</inkml:trace>
  <inkml:trace contextRef="#ctx0" brushRef="#br3" timeOffset="1285.139">3532 598 8869 0 0,'0'0'0'0'0,"0"0"1988"0"0,0 0-579 0 0,0 0-468 0 0,21-17-136 0 0,8-9-201 0 0,7-7-309 0 0,3-4-301 0 0,0-4 30 0 0,-2-1-20 0 0,-2-1-82 0 0,-2 1-4 0 0,-5 0 26 0 0,-3 1-26 0 0,-4 1 97 0 0,-3 2-102 0 0,-5 2-9 0 0,-2 4-44 0 0,-4 4 39 0 0,-3 5 54 0 0,-2 6 46 0 0,-2 5-3 0 0,-2 6 17 0 0,-2 5 147 0 0,-3 6-102 0 0,-4 7 202 0 0,-2 6-186 0 0,-3 6 28 0 0,-2 8-98 0 0,-3 7 95 0 0,0 7 158 0 0,-2 6 11 0 0,1 7 26 0 0,-3 6 23 0 0,-1 6-3 0 0,-2 4 11 0 0,-1 5 72 0 0,-2 1 4 0 0,-1 0-38 0 0,-2 0 131 0 0,1-4-76 0 0,0-3-140 0 0,1-5-89 0 0,4-6-56 0 0,1-7-60 0 0,5-8-58 0 0,4-8 48 0 0,4-10-72 0 0,4-9 16 0 0,2-9-263 0 0,2-7-16 0 0,0-8-53 0 0,-1-5-104 0 0,-3-5 252 0 0,-4-2-47 0 0,-3-1 164 0 0,-2-2 48 0 0,-2 1-70 0 0,1 1 27 0 0,3 1 10 0 0,3 3-24 0 0,4 2-48 0 0,5 1 31 0 0,9 1 86 0 0,11 0-17 0 0,10-1-114 0 0,14-1 79 0 0,14-1-189 0 0,13 0 24 0 0,13-1-207 0 0,11 2-159 0 0,9 0-513 0 0,8 2-845 0 0,-2 2-911 0 0,4 2-3378 0 0,-22 1 2986 0 0</inkml:trace>
  <inkml:trace contextRef="#ctx0" brushRef="#br4" timeOffset="3461.434">3532 399 2692 0 0,'0'0'0'0'0,"0"0"1812"0"0,0 0-503 0 0,0 0-161 0 0,0 0-64 0 0,0 0 69 0 0,0 0-150 0 0,0 0-300 0 0,0 0-343 0 0,0 0-165 0 0,0 0-7 0 0,12-14-63 0 0,3-2-53 0 0,3-3-62 0 0,1-1 18 0 0,0 2 43 0 0,-1 1-80 0 0,-2 2 31 0 0,-1 0-11 0 0,-1 1 62 0 0,0 1 43 0 0,0-1-9 0 0,0-1-56 0 0,2 0-52 0 0,1-1-124 0 0,-1-1 28 0 0,0 0 14 0 0,-2 1 74 0 0,-1 1-10 0 0,-3 2-69 0 0,-2 2 9 0 0,-3 2 21 0 0,-2 2 4 0 0,-1 2-61 0 0,-1 1 53 0 0,-1 2-19 0 0,-1 1-28 0 0,1 0 10 0 0,-1 2 42 0 0,0 0 61 0 0,-1 1 55 0 0,-1 1 56 0 0,-1 1 53 0 0,-1 0-116 0 0,-1 2 114 0 0,-1 0-18 0 0,-1 2 47 0 0,-2 3 5 0 0,-2 3-68 0 0,0 4-29 0 0,-2 3-99 0 0,0 3 84 0 0,-1 4-19 0 0,0 2-9 0 0,0 3-8 0 0,-1 2 30 0 0,0 2 37 0 0,1 1 126 0 0,0 0-84 0 0,0 0 86 0 0,2 0 89 0 0,1-2 23 0 0,2 0 16 0 0,1 0-132 0 0,0-2-62 0 0,2 1-107 0 0,1-2 4 0 0,1 0-77 0 0,0-3 16 0 0,2-1 43 0 0,0-2 40 0 0,1-2-110 0 0,0-2 83 0 0,1-2-84 0 0,1-1 28 0 0,0-3-5 0 0,0-1 46 0 0,0-2-17 0 0,0-2-35 0 0,1-1 73 0 0,1 0-38 0 0,0-2 9 0 0,0 1 3 0 0,0-2-6 0 0,1 0-45 0 0,-1-1 3 0 0,-1-1-13 0 0,1 0-59 0 0,-1-1 67 0 0,0-1-75 0 0,0 0 18 0 0,-1 0 12 0 0,1 1 46 0 0,1 0-8 0 0,0-1 6 0 0,-1 1 6 0 0,0-1 3 0 0,1 1-1 0 0,-1-2-3 0 0,0 0 0 0 0,1 0 5 0 0,-1 0-6 0 0,0-1 1 0 0,0 0 0 0 0,-1 0 0 0 0,1-1-4 0 0,-1 1-14 0 0,0-2-70 0 0,0 1 18 0 0,0-1 23 0 0,0 1 32 0 0,0-1-53 0 0,0-1 70 0 0,0 1-26 0 0,0 0 8 0 0,0 0 0 0 0,0 0 0 0 0,0 0-74 0 0,0 0-50 0 0,-2 0-83 0 0,-1 0-100 0 0,-4 0-83 0 0,-2-2 306 0 0,-4 1-56 0 0,-4 0-40 0 0,-3 0 40 0 0,-5 1 164 0 0,-3-1-152 0 0,0 1 162 0 0,0-1-36 0 0,1 1 12 0 0,3 0 12 0 0,3 0 136 0 0,4 0-10 0 0,2 1 59 0 0,2-1 0 0 0,3 2-34 0 0,2-1 64 0 0,3 1-30 0 0,2 1-22 0 0,1-1-21 0 0,2 0 4 0 0,0 0-22 0 0,0 0 51 0 0,1 0-30 0 0,1 0-17 0 0,1-1-26 0 0,3 0 65 0 0,2-1 39 0 0,1 0 62 0 0,2-1-31 0 0,1 1 62 0 0,4-1 83 0 0,4 0-153 0 0,3 1-51 0 0,4-1-115 0 0,6 1 77 0 0,4 0-62 0 0,5 0-101 0 0,3-1 20 0 0,3-1-13 0 0,0-1-2 0 0,-1-1-117 0 0,-1 0 85 0 0,-4-1 29 0 0,-5 0-98 0 0,-6 0 24 0 0,-5 0 42 0 0,-8 1 40 0 0,-6 1-5 0 0,-5 1 17 0 0,-4 0-12 0 0,-2 0-51 0 0,-3 1-117 0 0,-2 0-31 0 0,-4 1-85 0 0,-3-1-4 0 0,-3 1-34 0 0,-5 0 60 0 0,-5 0 65 0 0,-6 1 166 0 0,-5 0 16 0 0,-7 0 155 0 0,-8-1-43 0 0,-4 1 33 0 0,-4-1-32 0 0,-3 1 83 0 0,-1 0-85 0 0,2 2-14 0 0,3 0 12 0 0,4 0-32 0 0,6 1-10 0 0,5 1 6 0 0,8-1-55 0 0,5 0 109 0 0,8 0-67 0 0,5 0-38 0 0,5-1 3 0 0,5 0-1 0 0,4-1 2 0 0,1 0-5 0 0,1 0-3 0 0,4-1 61 0 0,5 0-8 0 0,4 0 66 0 0,5-1-71 0 0,7-1 80 0 0,7 0-24 0 0,9-1 134 0 0,10-1 66 0 0,9 0-66 0 0,6 0-26 0 0,4 0-39 0 0,1-1-41 0 0,-4 0-115 0 0,-6 0-4 0 0,-8 0-209 0 0,-10 0-78 0 0,-11 0-281 0 0,-9 1-313 0 0,-9 0-541 0 0,-7-1-1360 0 0,-4 0-3883 0 0,-3 1 104 0 0</inkml:trace>
  <inkml:trace contextRef="#ctx0" brushRef="#br5" timeOffset="3969.683">3190 495 1800 0 0,'0'0'0'0'0,"0"0"4701"0"0,0 0-3604 0 0,0 0 587 0 0,0 0-590 0 0,0 0 107 0 0,0 0-108 0 0,0 0-212 0 0,0 0-200 0 0,0 0-20 0 0,0 0-417 0 0,16-3 132 0 0,8-3 165 0 0,7-3 191 0 0,5-3-190 0 0,4-2-200 0 0,1-3-87 0 0,2-3-73 0 0,-1 0-200 0 0,-2-3 5 0 0,-2 0-293 0 0,-5-2-304 0 0,-3-1-301 0 0,-5 0-635 0 0,-3 0-1074 0 0,-3 1-3722 0 0,-6 5 542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5:42.19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632E6"/>
      <inkml:brushProperty name="anchorY" value="-809923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485E6"/>
      <inkml:brushProperty name="anchorY" value="-809607.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356E6"/>
      <inkml:brushProperty name="anchorY" value="-808655.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493E6"/>
      <inkml:brushProperty name="anchorY" value="-809605.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645E6"/>
      <inkml:brushProperty name="anchorY" value="-811112.5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3163E6"/>
      <inkml:brushProperty name="anchorY" value="-815651.75"/>
      <inkml:brushProperty name="scaleFactor" value="0.5"/>
    </inkml:brush>
  </inkml:definitions>
  <inkml:trace contextRef="#ctx0" brushRef="#br0">208 1 1460 0 0,'0'0'0'0'0,"0"0"1332"0"0,0 0-746 0 0,0 0-432 0 0,0 0 3247 0 0,0 0-2374 0 0,0 0 384 0 0,0 0-606 0 0,0 0-99 0 0,0 0 56 0 0,-1 3-26 0 0,1 3-223 0 0,-1 3-157 0 0,0 4-70 0 0,1 3-50 0 0,-1 4-44 0 0,1 3-54 0 0,0 4-50 0 0,-2 2-6 0 0,-1 3 29 0 0,-2 3 26 0 0,-3 3 73 0 0,0 2 66 0 0,-3 3-40 0 0,0 1-50 0 0,-1 1-138 0 0,-1 1-36 0 0,0 1-48 0 0,-1 0-68 0 0,1-1-46 0 0,-1-1-36 0 0,1-3-70 0 0,1-2-256 0 0,2-3-4 0 0,1-3-144 0 0,2-4-165 0 0,1-3-468 0 0,0-3-84 0 0,2-2-504 0 0,-1-4-837 0 0,2-3-23 0 0,1-4 606 0 0</inkml:trace>
  <inkml:trace contextRef="#ctx0" brushRef="#br1" timeOffset="749.459">216 732 4152 0 0,'0'0'0'0'0,"0"0"2749"0"0,0 0-1359 0 0,0 0-163 0 0,0 0-8 0 0,0 0 179 0 0,0 0-305 0 0,0 0-451 0 0,0 0-248 0 0,0 0-61 0 0,0 0-75 0 0,-5 15-46 0 0,0 5-106 0 0,-1 5-104 0 0,1 2 16 0 0,1 0-167 0 0,2 0 0 0 0,1-1-9 0 0,0-1-94 0 0,1-2-433 0 0,0-1-129 0 0,1-3-261 0 0,0-1-468 0 0,1-3-532 0 0,0-3-921 0 0,0-2-1281 0 0,0-3 3754 0 0</inkml:trace>
  <inkml:trace contextRef="#ctx0" brushRef="#br2" timeOffset="1001.675">305 1099 2520 0 0,'0'0'0'0'0,"0"0"2256"0"0,0 0-1021 0 0,0 0-330 0 0,0 0 55 0 0,0 0-501 0 0,10-19-227 0 0,4-5-220 0 0,1-6-198 0 0,1-2-175 0 0,-2 0-49 0 0,-2 0-161 0 0,-3 2-345 0 0,-2 0-55 0 0,-2 3-405 0 0,-2 3-48 0 0,-2 1-1093 0 0,0 6 3067 0 0</inkml:trace>
  <inkml:trace contextRef="#ctx0" brushRef="#br3" timeOffset="1322.432">466 871 5424 0 0,'0'0'0'0'0,"0"0"1549"0"0,0 0-655 0 0,0 0-148 0 0,0 0 515 0 0,0 0-49 0 0,0 0-557 0 0,0 0-250 0 0,0 0-61 0 0,0 0-23 0 0,0 0 28 0 0,23-9-40 0 0,3-1 15 0 0,3 0 38 0 0,-2 3-2 0 0,-2 4-96 0 0,-3 4-16 0 0,-1 5-76 0 0,-1 3-14 0 0,-1 3-48 0 0,-2 2-6 0 0,-2 3-58 0 0,-3 2-37 0 0,-2 1 58 0 0,-2 1-83 0 0,-3 0-36 0 0,-2 0-20 0 0,-1 0-74 0 0,-2-1-68 0 0,0-1-74 0 0,0-1 8 0 0,0-1 49 0 0,-2-3 24 0 0,-1-2 30 0 0,-1-3-50 0 0,1-2-132 0 0,0-2-160 0 0,0-3-217 0 0,1-1-171 0 0,-1 0-203 0 0,1-2-334 0 0,-1-1-53 0 0,0-2 53 0 0,0-2 209 0 0,1-3-3723 0 0,1 1 6101 0 0</inkml:trace>
  <inkml:trace contextRef="#ctx0" brushRef="#br4" timeOffset="1607.567">660 877 1720 0 0,'0'0'0'0'0,"0"0"2480"0"0,0 0-919 0 0,0 0-148 0 0,0 0-168 0 0,0 0 148 0 0,0 0-138 0 0,0 0-139 0 0,0 0-233 0 0,0 0-102 0 0,0 0-149 0 0,0 0-141 0 0,23-12-181 0 0,4-2-114 0 0,5-1-103 0 0,0 2-82 0 0,-3 2 57 0 0,-2 3-22 0 0,-1 2 29 0 0,0 3-72 0 0,-1 3 4 0 0,-1 3-79 0 0,0 2 84 0 0,-2 2-20 0 0,-2 2 20 0 0,-2 2 115 0 0,-4 3-74 0 0,-2 2-3 0 0,-3 3-54 0 0,-3 3-104 0 0,-3 3-60 0 0,-1 2-132 0 0,-2 0-56 0 0,-1 2-220 0 0,-3-2-190 0 0,-2-1-216 0 0,-3-2-331 0 0,0-2-280 0 0,0-5-845 0 0,1-4-1755 0 0,2-4 1138 0 0</inkml:trace>
  <inkml:trace contextRef="#ctx0" brushRef="#br5" timeOffset="5686.372">390 409 3572 0 0,'0'0'0'0'0,"0"0"5573"0"0,0 0-4168 0 0,0 0 700 0 0,0 0-959 0 0,0 0-201 0 0,0 0-484 0 0,0 0-883 0 0,0 0-518 0 0,0 0-968 0 0,-2 6-3742 0 0,0 0-905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5:45.16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807E6"/>
      <inkml:brushProperty name="anchorY" value="-812652.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2981E6"/>
      <inkml:brushProperty name="anchorY" value="-814324.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3164E6"/>
      <inkml:brushProperty name="anchorY" value="-815279.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3313E6"/>
      <inkml:brushProperty name="anchorY" value="-816549.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3178E6"/>
      <inkml:brushProperty name="anchorY" value="-815098.43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3028E6"/>
      <inkml:brushProperty name="anchorY" value="-814074.75"/>
      <inkml:brushProperty name="scaleFactor" value="0.5"/>
    </inkml:brush>
  </inkml:definitions>
  <inkml:trace contextRef="#ctx0" brushRef="#br0">20 25 4288 0 0,'0'0'0'0'0,"0"0"1965"0"0,0 0-365 0 0,0 0-325 0 0,0 0-42 0 0,0 0-150 0 0,0 0-66 0 0,0 0-263 0 0,0 0-150 0 0,0 0-225 0 0,0 0-25 0 0,0 0-73 0 0,3 0 31 0 0,-1 1-44 0 0,1-1-44 0 0,-1 1 12 0 0,0 0-26 0 0,1 1 9 0 0,3 2 53 0 0,3 2-21 0 0,6 4 56 0 0,7 4-233 0 0,8 5-47 0 0,6 4-12 0 0,5 5-116 0 0,2 2-56 0 0,-1 2-99 0 0,-1-1-46 0 0,-3 0-11 0 0,-5-2-112 0 0,-4-2 10 0 0,-7-3-43 0 0,-4-4-64 0 0,-5-2-273 0 0,-5-4-465 0 0,-4-2-848 0 0,-1-2-615 0 0,-3-1-1632 0 0,-1-3 1450 0 0</inkml:trace>
  <inkml:trace contextRef="#ctx0" brushRef="#br1" timeOffset="238.232">0 399 5348 0 0,'0'0'0'0'0,"0"0"2265"0"0,0 0-1051 0 0,0 0-372 0 0,0 0 28 0 0,0 0 113 0 0,0 0-391 0 0,0 0 226 0 0,0 0-184 0 0,31-18 8 0 0,11-6-75 0 0,9-4-153 0 0,4-2-4 0 0,1 0-105 0 0,-2 2-344 0 0,-5 2 91 0 0,-4 3-257 0 0,-6 2-189 0 0,-6 3-271 0 0,-4 1-367 0 0,-4 2-465 0 0,-5 3-811 0 0,-4 1-799 0 0,-4 2-1628 0 0,-4 3 3160 0 0</inkml:trace>
  <inkml:trace contextRef="#ctx0" brushRef="#br2" timeOffset="575.114">730 225 5408 0 0,'0'0'0'0'0,"0"0"2173"0"0,0 0-416 0 0,0 0-167 0 0,0 0-84 0 0,0 0-249 0 0,0 0-371 0 0,0 0-404 0 0,0 0-260 0 0,0 0-118 0 0,0 0-22 0 0,13-2-30 0 0,3 0-58 0 0,5 1 14 0 0,4 1-185 0 0,3 0-66 0 0,1 2-21 0 0,2 0 2 0 0,1-1-241 0 0,0 1-305 0 0,0-1-412 0 0,-1-1-914 0 0,-3 0-735 0 0,-3-1-2938 0 0,-83 0 5212 0 0,-8 0 235 0 0</inkml:trace>
  <inkml:trace contextRef="#ctx0" brushRef="#br3" timeOffset="1126.775">1012 197 1108 0 0,'0'0'0'0'0,"0"0"1604"0"0,0 0-774 0 0,0 0-298 0 0,0 0-237 0 0,0 0-131 0 0,0 0-159 0 0,0 0 21 0 0,0 0-12 0 0,0 0 304 0 0,0 0 124 0 0,0 0 134 0 0,1 1 94 0 0,0-1 112 0 0,1 0 116 0 0,0 1-35 0 0,0-1-28 0 0,0 0-81 0 0,-1 0-130 0 0,0 0-214 0 0,-1 0-114 0 0,0 0-110 0 0,0 0-8 0 0,0-1-39 0 0,0 0 5 0 0,0 0-32 0 0,0-2 55 0 0,0-1 141 0 0,-1-2 97 0 0,-1-1-3 0 0,-2-2-105 0 0,-3-3-80 0 0,-1-2-59 0 0,-3-2-173 0 0,-1-1 26 0 0,-1-2-128 0 0,1 0-84 0 0,2 1-76 0 0,2 2-181 0 0,3 2-215 0 0,2 4-226 0 0,1 3-261 0 0,1 3-532 0 0,1 3-311 0 0,2 4-482 0 0,0 3-85 0 0,1 1 413 0 0</inkml:trace>
  <inkml:trace contextRef="#ctx0" brushRef="#br4" timeOffset="1380.445">1060 232 872 0 0,'0'0'0'0'0,"0"0"2480"0"0,0 0-476 0 0,0 0-353 0 0,0 0-37 0 0,0 0-201 0 0,0 0-91 0 0,0 0-297 0 0,0 0-363 0 0,0 0-162 0 0,0 0-278 0 0,0 9 163 0 0,-5 4-382 0 0,-4 4 45 0 0,-5 3-42 0 0,-4 2-13 0 0,-3 1-4 0 0,-2 1-61 0 0,0-1 35 0 0,1-2-79 0 0,1-3-35 0 0,1-1-53 0 0,4-4-197 0 0,2-2-281 0 0,3-3-462 0 0,3-3-672 0 0,2-2-1337 0 0,3-3-2689 0 0,2-1 6042 0 0</inkml:trace>
  <inkml:trace contextRef="#ctx0" brushRef="#br5" timeOffset="2126.029">1419 168 4000 0 0,'0'0'0'0'0,"0"0"3165"0"0,0 0-1406 0 0,0 0-303 0 0,0 0-545 0 0,0 0-66 0 0,0 0-151 0 0,0 0-169 0 0,0 0-56 0 0,0 0-42 0 0,0 0-47 0 0,9-3-26 0 0,2-2-96 0 0,1-2-83 0 0,0 0-114 0 0,0-1-53 0 0,-2 0-12 0 0,-2 1-62 0 0,-1 0 10 0 0,-2 1-22 0 0,-1 1-10 0 0,-2 2 30 0 0,0 1-38 0 0,-2 1-30 0 0,0 0-10 0 0,0 1-44 0 0,0 0 20 0 0,1 1 28 0 0,0-1-14 0 0,-1 1-8 0 0,1 1-28 0 0,-1 0 39 0 0,0 2 14 0 0,0 1 119 0 0,0 2-4 0 0,0 3 24 0 0,0 4-4 0 0,0 4-7 0 0,0 5 2 0 0,0 3-1 0 0,0 2 10 0 0,-1 2 76 0 0,-1 0-3 0 0,0 0 76 0 0,-1-1 44 0 0,-1-1 2 0 0,1-3 43 0 0,1-3-28 0 0,-1-2-8 0 0,0-4-68 0 0,1-4-42 0 0,1-2-50 0 0,-1-3-48 0 0,1-3 4 0 0,-1 0-8 0 0,0-2-135 0 0,0-1 15 0 0,-1 0 71 0 0,-2-1-41 0 0,-1 0 58 0 0,-3-1 33 0 0,-3 0 81 0 0,-2-2 37 0 0,-1 0-143 0 0,-1-1 58 0 0,1 0 51 0 0,2 0 8 0 0,3 1-113 0 0,3 1 27 0 0,2 0-107 0 0,3 1 53 0 0,1 0-49 0 0,1 1 12 0 0,1-1-4 0 0,3 0 14 0 0,2 0 85 0 0,2 0 74 0 0,2 0-108 0 0,3 0 36 0 0,-1 1-97 0 0,1-1-88 0 0,1 1 11 0 0,2 0 14 0 0,2 0 5 0 0,5 0-382 0 0,4 0-805 0 0,1 0-1472 0 0,2 0-3324 0 0,-58 1 3110 0 0,-8-1 3331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7:31.29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0866E6"/>
      <inkml:brushProperty name="anchorY" value="-853521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0697E6"/>
      <inkml:brushProperty name="anchorY" value="-853127.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0857E6"/>
      <inkml:brushProperty name="anchorY" value="-855154.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1062E6"/>
      <inkml:brushProperty name="anchorY" value="-855996.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123E6"/>
      <inkml:brushProperty name="anchorY" value="-857277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1404E6"/>
      <inkml:brushProperty name="anchorY" value="-858721.6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1534E6"/>
      <inkml:brushProperty name="anchorY" value="-861085.625"/>
      <inkml:brushProperty name="scaleFactor" value="0.5"/>
    </inkml:brush>
  </inkml:definitions>
  <inkml:trace contextRef="#ctx0" brushRef="#br0">1041 37 548 0 0,'0'0'0'0'0,"0"0"484"0"0,0 0 4579 0 0,0 0-4660 0 0,0 0 1336 0 0,0 0-707 0 0,0 0 333 0 0,0 0-224 0 0,0 0-145 0 0,0 0-346 0 0,0 0-142 0 0,0 0-99 0 0,-10 3 17 0 0,-1 2 31 0 0,-2-1-115 0 0,1 1-192 0 0,0-1-136 0 0,-2 2 16 0 0,-3 1 105 0 0,-5 2-164 0 0,-4 3 51 0 0,-5 3-13 0 0,-4 4 45 0 0,-3 3 20 0 0,-2 4 100 0 0,-1 4-67 0 0,-1 4-5 0 0,1 3 3 0 0,2 4-122 0 0,1 4 43 0 0,3 2 27 0 0,3 2-67 0 0,5 1-109 0 0,5 0-73 0 0,6 1 34 0 0,6-3-17 0 0,5-3-100 0 0,5-4 207 0 0,7-4-126 0 0,4-6-280 0 0,6-5-303 0 0,4-6-225 0 0,4-3-188 0 0,2-4-511 0 0,1-3-645 0 0,-2-2-1817 0 0,-2-2 507 0 0,-6-3 4310 0 0</inkml:trace>
  <inkml:trace contextRef="#ctx0" brushRef="#br1" timeOffset="363.802">1376 214 964 0 0,'0'0'0'0'0,"0"0"888"0"0,0 0 4924 0 0,0 0-5855 0 0,0 0 1644 0 0,0 0-514 0 0,0 0-120 0 0,-9 23-57 0 0,0 8-276 0 0,1 8-213 0 0,6 4-35 0 0,8 3 55 0 0,7 1-46 0 0,8 1-50 0 0,5 1-40 0 0,5 0-114 0 0,3-1-118 0 0,0-2-65 0 0,0-2 0 0 0,-1-3-184 0 0,-2-4 6 0 0,-3-4-250 0 0,-3-5-157 0 0,-3-4-126 0 0,-7-4-155 0 0,-4-3-371 0 0,-4-2-741 0 0,-4-4-879 0 0,-5-3-1710 0 0,-3-2 3469 0 0,-1-2 539 0 0</inkml:trace>
  <inkml:trace contextRef="#ctx0" brushRef="#br2" timeOffset="570.274">1243 790 6589 0 0,'0'0'0'0'0,"0"0"2272"0"0,0 0-1232 0 0,0 0 301 0 0,0 0-316 0 0,0 0 79 0 0,0 0-458 0 0,0 0 136 0 0,36-18-152 0 0,16-8 50 0 0,12-8-61 0 0,10-3-307 0 0,2-1-325 0 0,-3 1 25 0 0,-4 2-129 0 0,-9 4-72 0 0,-8 3-187 0 0,-8 4-198 0 0,-8 3-146 0 0,-5 3-360 0 0,-5 1-655 0 0,-2 1-1137 0 0,-5 1-1929 0 0,-2 2 237 0 0,-4 1 5354 0 0,-4 4-1584 0 0</inkml:trace>
  <inkml:trace contextRef="#ctx0" brushRef="#br3" timeOffset="855.676">2085 618 380 0 0,'0'0'0'0'0,"0"0"1028"0"0,0 0 5349 0 0,0 0-5897 0 0,0 0 1508 0 0,0 0-816 0 0,0 0-135 0 0,0 0 26 0 0,0 0-339 0 0,0 0 22 0 0,0 0-430 0 0,47 3-99 0 0,10-1-42 0 0,7 1-77 0 0,-2-1-106 0 0,-6-1-41 0 0,-10 0-105 0 0,-13 0-324 0 0,-9-1-239 0 0,-10 0-405 0 0,-6 0-707 0 0,-5 0-1075 0 0,-2-1-2326 0 0,-1 0 2147 0 0</inkml:trace>
  <inkml:trace contextRef="#ctx0" brushRef="#br4" timeOffset="1434.732">2710 728 2780 0 0,'0'0'0'0'0,"0"0"704"0"0,0 0 5830 0 0,0 0-6628 0 0,0 0 1551 0 0,0 0-271 0 0,0 0-322 0 0,0 0-48 0 0,0 0-266 0 0,36-20-605 0 0,9-10 150 0 0,7-8-361 0 0,0-4-73 0 0,-1-3 79 0 0,-5 1-1 0 0,-5 1 46 0 0,-6 2 156 0 0,-5 4 48 0 0,-5 4 3 0 0,-5 5 95 0 0,-5 5-4 0 0,-4 6 30 0 0,-6 4 14 0 0,-2 6 87 0 0,-2 3-111 0 0,-4 4-103 0 0,-2 4 75 0 0,-5 2-90 0 0,-1 4 23 0 0,-4 3-64 0 0,-2 3 72 0 0,-3 5-19 0 0,-1 3 118 0 0,-1 6 16 0 0,-1 3-44 0 0,1 4-83 0 0,1 2 158 0 0,3 3 2 0 0,2 1 79 0 0,3-1 89 0 0,3 0-5 0 0,3-2-3 0 0,3-3-68 0 0,2-3-154 0 0,1-4-83 0 0,1-3 6 0 0,1-4-21 0 0,-1-3 5 0 0,1-4 45 0 0,-2-4-64 0 0,0-3 17 0 0,-2-2-20 0 0,-2-2-231 0 0,-2-1-103 0 0,-2 0-36 0 0,-4-2 46 0 0,-3 1 66 0 0,-4 0-22 0 0,-3 0 149 0 0,-3 0-86 0 0,-2-1 79 0 0,1 1 22 0 0,1-1 131 0 0,3-1-29 0 0,5 0-19 0 0,4-1 58 0 0,4 0-5 0 0,4 0 45 0 0,3 0-56 0 0,1 0 70 0 0,3 0 53 0 0,3-1 10 0 0,3 1 41 0 0,4-1 90 0 0,3 0-36 0 0,2-1 4 0 0,3-1-58 0 0,3-1 276 0 0,3-1 42 0 0,4 0-273 0 0,5-1-221 0 0,1 0-93 0 0,3 0-243 0 0,0 2-40 0 0,-1 0-327 0 0,-1 2-626 0 0,-1 1-620 0 0,-2 1-938 0 0,-2 0-1670 0 0,-2 0 656 0 0,-3-1 4262 0 0,-6 0-969 0 0</inkml:trace>
  <inkml:trace contextRef="#ctx0" brushRef="#br5" timeOffset="1759.26">3581 159 7081 0 0,'0'0'0'0'0,"0"0"3048"0"0,0 0-1559 0 0,0 0 17 0 0,0 0-395 0 0,0 0 93 0 0,0 0 60 0 0,0 0-459 0 0,19 25-331 0 0,5 12-122 0 0,3 14-190 0 0,-1 11-51 0 0,-4 8-60 0 0,-5 8-51 0 0,-6 4-53 0 0,-4 3 56 0 0,-3 1-91 0 0,-3-1-49 0 0,-5-3-49 0 0,-4-4-264 0 0,-6-6-281 0 0,-6-7-532 0 0,-4-10-1355 0 0,-6-8-3477 0 0,5-13-1248 0 0</inkml:trace>
  <inkml:trace contextRef="#ctx0" brushRef="#br6" timeOffset="4720.685">1 1174 1932 0 0,'0'0'0'0'0,"0"0"4397"0"0,0 0-3753 0 0,0 0 1058 0 0,0 0-653 0 0,0 0 41 0 0,0 0-327 0 0,0 0-149 0 0,43-10-186 0 0,13-2-53 0 0,16-3-36 0 0,9-1-63 0 0,10-2-104 0 0,10 0-22 0 0,9-1-153 0 0,9-3 200 0 0,10-2-162 0 0,8-4-34 0 0,9-3-3 0 0,8-5-68 0 0,7-3 14 0 0,5-4-36 0 0,6-4 8 0 0,4-3-50 0 0,5-2 148 0 0,4-1-167 0 0,2-1 176 0 0,2 1-188 0 0,0 1 84 0 0,0 3 39 0 0,-4 2-81 0 0,-4 3 0 0 0,-6 2-164 0 0,-5 4 56 0 0,-7 3-83 0 0,-6 2-33 0 0,-7 3-265 0 0,-8 2-32 0 0,-7 4-345 0 0,-8 3-283 0 0,-5 2 214 0 0,-6 3 165 0 0,-5 1-435 0 0,-5 3-983 0 0,-10 0-446 0 0,-11 3 3174 0 0,-21 2-842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5:22.53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0189E6"/>
      <inkml:brushProperty name="anchorY" value="-791928.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0029E6"/>
      <inkml:brushProperty name="anchorY" value="-792612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0217E6"/>
      <inkml:brushProperty name="anchorY" value="-795105.8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0491E6"/>
      <inkml:brushProperty name="anchorY" value="-795627.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0704E6"/>
      <inkml:brushProperty name="anchorY" value="-797571.3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0913E6"/>
      <inkml:brushProperty name="anchorY" value="-798867.06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1111E6"/>
      <inkml:brushProperty name="anchorY" value="-800592.1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0953E6"/>
      <inkml:brushProperty name="anchorY" value="-801164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3036E6"/>
      <inkml:brushProperty name="anchorY" value="-814394.3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429E6"/>
      <inkml:brushProperty name="anchorY" value="-822212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4486E6"/>
      <inkml:brushProperty name="anchorY" value="-823495.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4719E6"/>
      <inkml:brushProperty name="anchorY" value="-824826.1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4906E6"/>
      <inkml:brushProperty name="anchorY" value="-824417.5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5081E6"/>
      <inkml:brushProperty name="anchorY" value="-826564.062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5302E6"/>
      <inkml:brushProperty name="anchorY" value="-827176.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5491E6"/>
      <inkml:brushProperty name="anchorY" value="-828311.18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5633E6"/>
      <inkml:brushProperty name="anchorY" value="-830108.31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5771E6"/>
      <inkml:brushProperty name="anchorY" value="-831692.31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5965E6"/>
      <inkml:brushProperty name="anchorY" value="-831519.062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6148E6"/>
      <inkml:brushProperty name="anchorY" value="-831272.18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6345E6"/>
      <inkml:brushProperty name="anchorY" value="-833257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6564E6"/>
      <inkml:brushProperty name="anchorY" value="-834045.37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6751E6"/>
      <inkml:brushProperty name="anchorY" value="-835327.937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6943E6"/>
      <inkml:brushProperty name="anchorY" value="-836979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6804E6"/>
      <inkml:brushProperty name="anchorY" value="-837486.187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7241E6"/>
      <inkml:brushProperty name="anchorY" value="-838721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7378E6"/>
      <inkml:brushProperty name="anchorY" value="-839568.312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7998E6"/>
      <inkml:brushProperty name="anchorY" value="-840612.562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8154E6"/>
      <inkml:brushProperty name="anchorY" value="-841508.687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8416E6"/>
      <inkml:brushProperty name="anchorY" value="-842343.562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8569E6"/>
      <inkml:brushProperty name="anchorY" value="-843914.937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8438E6"/>
      <inkml:brushProperty name="anchorY" value="-842652.37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8569E6"/>
      <inkml:brushProperty name="anchorY" value="-843428.5625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058E6"/>
      <inkml:brushProperty name="anchorY" value="-844307.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185E6"/>
      <inkml:brushProperty name="anchorY" value="-845577.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006E6"/>
      <inkml:brushProperty name="anchorY" value="-844520.812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8852E6"/>
      <inkml:brushProperty name="anchorY" value="-842868.375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04E6"/>
      <inkml:brushProperty name="anchorY" value="-843710.25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202E6"/>
      <inkml:brushProperty name="anchorY" value="-844844.75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379E6"/>
      <inkml:brushProperty name="anchorY" value="-846475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53E6"/>
      <inkml:brushProperty name="anchorY" value="-847321.875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701E6"/>
      <inkml:brushProperty name="anchorY" value="-848857.8125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09843E6"/>
      <inkml:brushProperty name="anchorY" value="-850094.375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0016E6"/>
      <inkml:brushProperty name="anchorY" value="-851735.1875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2193E6"/>
      <inkml:brushProperty name="anchorY" value="-861182.375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2716E6"/>
      <inkml:brushProperty name="anchorY" value="-861606.3125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2916E6"/>
      <inkml:brushProperty name="anchorY" value="-862855.437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084E6"/>
      <inkml:brushProperty name="anchorY" value="-864204.625"/>
      <inkml:brushProperty name="scaleFactor" value="0.5"/>
    </inkml:brush>
  </inkml:definitions>
  <inkml:trace contextRef="#ctx0" brushRef="#br0">1677 1372 152 0 0,'0'0'0'0'0,"0"0"12"0"0,0 0 5 0 0,0 0 418 0 0,0 0-26 0 0,0 0-195 0 0,0 0-299 0 0,0 0 304 0 0,0 0-153 0 0,0-3 29 0 0,-1 0 410 0 0,0 1-227 0 0,0-1 164 0 0,1 1-51 0 0,-1 0 76 0 0,1 1 148 0 0,0 0 83 0 0,0 0 124 0 0,0 1 7 0 0,0-1-288 0 0,1 1 85 0 0,0 0-41 0 0,0 0-230 0 0,0 0-56 0 0,-1 0-100 0 0,0 0-142 0 0,0 0 1630 0 0,1 0-1105 0 0,-1 0 1 0 0,0 0-183 0 0,0 0-44 0 0,-1 0 85 0 0,1 0-36 0 0,-1 0-59 0 0,0 0-115 0 0,0 0-56 0 0,1 0-74 0 0,-1 0 43 0 0,1 0-25 0 0,-1 0-18 0 0,0 0-12 0 0,-1 0-17 0 0,-1 0-7 0 0,-1 0 28 0 0,-2 0 66 0 0,-2 0 85 0 0,-2 1-37 0 0,-2 0-51 0 0,-4 2-164 0 0,-2 0 33 0 0,-4 2-24 0 0,-4 1-15 0 0,-5 2 18 0 0,-4 2 83 0 0,-4 3 18 0 0,-4 2 20 0 0,-3 2-18 0 0,-3 4 40 0 0,-3 2-16 0 0,-2 3-8 0 0,-2 4 21 0 0,-1 4 45 0 0,-1 5-8 0 0,-1 6 77 0 0,-1 6 395 0 0,3 7-608 0 0,4 7 123 0 0,8 7-58 0 0,9 6-120 0 0,12 6 30 0 0,14 6-21 0 0,15 5-54 0 0,15 4 10 0 0,13 2-58 0 0,9 1-18 0 0,5-1 16 0 0,3-3-79 0 0,1-6 78 0 0,-1-7-129 0 0,-1-7 42 0 0,-4-10-211 0 0,-2-8-131 0 0,-2-9-227 0 0,-3-9-444 0 0,-1-8-236 0 0,-3-7-823 0 0,-2-8-2065 0 0,0-5-1151 0 0,-7-6 5182 0 0</inkml:trace>
  <inkml:trace contextRef="#ctx0" brushRef="#br1" timeOffset="603.617">2137 1797 1084 0 0,'0'0'0'0'0,"0"0"2060"0"0,0 0-429 0 0,0 0-451 0 0,0 0 158 0 0,0 0-145 0 0,0 0 78 0 0,0 0-116 0 0,0 0-139 0 0,0 0-117 0 0,0 0-163 0 0,-2-9-91 0 0,-2 1-71 0 0,1 1 5 0 0,0 4 115 0 0,1 6 189 0 0,2 7-131 0 0,6 10-266 0 0,4 8-84 0 0,5 11-152 0 0,4 8-125 0 0,3 9 57 0 0,3 7-97 0 0,1 6 1 0 0,3 5-96 0 0,3 3 19 0 0,3 1-22 0 0,1 2-170 0 0,0-2 66 0 0,0-1-109 0 0,-1-4 2 0 0,-1-5 19 0 0,-2-7-6 0 0,-2-6-2 0 0,-3-8-54 0 0,-1-7-69 0 0,-3-7-106 0 0,-4-8-93 0 0,-2-6-157 0 0,-3-5-80 0 0,-3-5-589 0 0,-2-4-803 0 0,-1-3-1132 0 0,-3-1-3064 0 0,-1-2 5325 0 0</inkml:trace>
  <inkml:trace contextRef="#ctx0" brushRef="#br2" timeOffset="841.757">1597 2747 484 0 0,'0'0'0'0'0,"0"0"10133"0"0,0 0-10272 0 0,0 0 2710 0 0,0 0-1748 0 0,0 0-452 0 0,0 0 6 0 0,0 0 512 0 0,0 0 117 0 0,45 1-409 0 0,21-3-189 0 0,25-6-150 0 0,15-8-200 0 0,14-8 88 0 0,5-9-172 0 0,4-7-204 0 0,-2-7 72 0 0,-7-5-232 0 0,-8-3-106 0 0,-11-2-163 0 0,-15 0-22 0 0,-15 0-404 0 0,-15 1-259 0 0,-14 2-657 0 0,-12 1-634 0 0,-10 3-2113 0 0,-7 0 3281 0 0,-6 11-510 0 0</inkml:trace>
  <inkml:trace contextRef="#ctx0" brushRef="#br3" timeOffset="2635.023">3423 793 3344 0 0,'0'0'0'0'0,"0"0"2633"0"0,0 0-2377 0 0,0 0 1156 0 0,0 0-271 0 0,0 0-569 0 0,0 0 410 0 0,0 0-360 0 0,0 0-150 0 0,0 0-22 0 0,0 0-110 0 0,46-16-67 0 0,9-4-54 0 0,8-2-54 0 0,-4 3-2 0 0,-8 4-99 0 0,-9 6-3 0 0,-9 7 84 0 0,-8 8-48 0 0,-4 8-113 0 0,-3 8-22 0 0,-3 8-170 0 0,-1 8-48 0 0,-4 6 0 0 0,-3 5 58 0 0,-3 3 17 0 0,-8 3-5 0 0,-7 1 68 0 0,-9 1 130 0 0,-9-1 28 0 0,-8 0 110 0 0,-8-2-26 0 0,-8 0-39 0 0,-6-2-36 0 0,-5-3 25 0 0,-4-3 183 0 0,1-5-132 0 0,3-7 158 0 0,8-6-43 0 0,7-9-16 0 0,11-8-6 0 0,10-9-252 0 0,10-9 70 0 0,7-10-213 0 0,7-9 139 0 0,8-8 29 0 0,8-4-137 0 0,9-5 95 0 0,7 1-36 0 0,5 2 101 0 0,3 5 61 0 0,2 6 198 0 0,0 9 9 0 0,-3 6-60 0 0,-3 8 14 0 0,0 7 396 0 0,0 6-272 0 0,2 7-117 0 0,5 4-244 0 0,6 3 40 0 0,7 3-187 0 0,8-1-85 0 0,7-1-255 0 0,5-3-268 0 0,4-3-333 0 0,1-4-711 0 0,-1-2-888 0 0,-7-2-1961 0 0,-4-3 2069 0 0,-16-2 1652 0 0</inkml:trace>
  <inkml:trace contextRef="#ctx0" brushRef="#br4" timeOffset="3920.783">4878 2239 7673 0 0,'0'0'0'0'0,"0"0"2772"0"0,0 0-2002 0 0,0 0-119 0 0,0 0-270 0 0,0 0 369 0 0,0 0 223 0 0,0 0-181 0 0,0 0-151 0 0,52 0-235 0 0,20 0-52 0 0,15 0-170 0 0,7 0 7 0 0,-1 0-216 0 0,-6 0 26 0 0,-11 1-180 0 0,-11 1 18 0 0,-12 0-72 0 0,-12 2-145 0 0,-10 0-435 0 0,-7 0-662 0 0,-6-1-1107 0 0,-5 0-3125 0 0,-3-1 892 0 0,-5-1 5503 0 0</inkml:trace>
  <inkml:trace contextRef="#ctx0" brushRef="#br5" timeOffset="4539.972">6076 2223 9701 0 0,'0'0'0'0'0,"0"0"2576"0"0,0 0-1101 0 0,0 0-334 0 0,0 0-435 0 0,6-19-72 0 0,3-9-281 0 0,4-8-132 0 0,2-3-230 0 0,2-4-100 0 0,2 0-22 0 0,1-1-18 0 0,1 0 2 0 0,-1 2 17 0 0,0 1-9 0 0,-1 4-1 0 0,-3 3 80 0 0,-1 4 42 0 0,-3 5 11 0 0,-2 6-10 0 0,-3 4 12 0 0,-2 6-4 0 0,-3 4 1 0 0,0 3 10 0 0,-2 5-4 0 0,-3 5 7 0 0,-1 5 50 0 0,-3 6-71 0 0,-1 8 24 0 0,-1 8 48 0 0,-1 9-58 0 0,0 9 156 0 0,-1 7-111 0 0,1 7 43 0 0,0 5 36 0 0,-2 3-45 0 0,-1 2-83 0 0,0-2 20 0 0,1-3 192 0 0,-1-3 202 0 0,3-6-134 0 0,0-4-54 0 0,3-7-96 0 0,2-4-30 0 0,2-7 1 0 0,0-6-7 0 0,0-7 14 0 0,-1-5-65 0 0,-1-6-36 0 0,-2-5 7 0 0,-3-4-139 0 0,-2-4 52 0 0,-4-4-93 0 0,-3-2-11 0 0,-6-5-140 0 0,-7-2 30 0 0,-3-3-18 0 0,-4-1 143 0 0,1-1-204 0 0,3 2 184 0 0,7 2-10 0 0,7 2 31 0 0,7 3 191 0 0,11 2-52 0 0,10 2-46 0 0,12 1 95 0 0,12 1 118 0 0,11 1-93 0 0,14-1 38 0 0,8-1-96 0 0,10 1-36 0 0,6-2-80 0 0,3-2-30 0 0,0-1-354 0 0,0-2-214 0 0,-2-1-625 0 0,-2-1-825 0 0,-6 0-2365 0 0,2-3-159 0 0,-16 1 4042 0 0</inkml:trace>
  <inkml:trace contextRef="#ctx0" brushRef="#br6" timeOffset="4858.872">7031 1363 6233 0 0,'0'0'0'0'0,"0"0"4444"0"0,0 0-3472 0 0,0 0 549 0 0,0 0-897 0 0,0 0 349 0 0,0 0 489 0 0,0 0-197 0 0,0 0-430 0 0,34 22-391 0 0,13 13-199 0 0,12 13-184 0 0,5 13 60 0 0,0 12-30 0 0,-3 10-94 0 0,-7 10 24 0 0,-9 6-12 0 0,-12 5-11 0 0,-10 3 8 0 0,-14 0-7 0 0,-15-1-185 0 0,-18-1 67 0 0,-16-3-45 0 0,-17-2-125 0 0,-16-2-282 0 0,-13-3-375 0 0,-12-3-474 0 0,-7-3-525 0 0,-1-8-510 0 0,-5-1-3844 0 0,21-18 1428 0 0</inkml:trace>
  <inkml:trace contextRef="#ctx0" brushRef="#br7" timeOffset="5797.046">0 3283 6585 0 0,'0'0'0'0'0,"0"0"2116"0"0,0 0-733 0 0,0 0-341 0 0,0 0-428 0 0,0 0 222 0 0,0 0 63 0 0,0 0-243 0 0,0 0 376 0 0,60-1-165 0 0,32-1-247 0 0,35 0-163 0 0,26 1-35 0 0,21 1-143 0 0,19 2 50 0 0,15 3 78 0 0,16 4 399 0 0,18 2-363 0 0,18 2-81 0 0,20 0-218 0 0,21 0-50 0 0,18-2 5 0 0,15-2-115 0 0,10-3-54 0 0,4-3 38 0 0,-2-1 27 0 0,-4-3-61 0 0,-9-2 68 0 0,-9-3-91 0 0,-12-2 41 0 0,-11-2-103 0 0,-13-2 88 0 0,-13-1-34 0 0,-15-1-116 0 0,-18 0-105 0 0,-17-1-58 0 0,-20 1-108 0 0,-22 2-111 0 0,-21 1-403 0 0,-21 2-201 0 0,-18 2-235 0 0,-17 3 3 0 0,-17 2-1168 0 0,-15 3-3585 0 0,-21 0 2359 0 0</inkml:trace>
  <inkml:trace contextRef="#ctx0" brushRef="#br8" timeOffset="38643.138">7890 3223 1136 0 0,'0'0'0'0'0,"0"0"1708"0"0,0 0-1157 0 0,0 0-230 0 0,0 0-112 0 0,0 0 3441 0 0,0 0-1689 0 0,0 0 85 0 0,0 0-459 0 0,0 0-350 0 0,22 4-219 0 0,4 1-190 0 0,1-1-165 0 0,-1 0-210 0 0,-3-1-48 0 0,-4 0-50 0 0,-2-1-76 0 0,-1-1 2 0 0,2 0-68 0 0,4 0-54 0 0,7-1 183 0 0,8 0-30 0 0,10-1-45 0 0,9-1-20 0 0,5-1-25 0 0,5 0-54 0 0,4-1-7 0 0,1-1 31 0 0,3-1-13 0 0,-1 1-42 0 0,0-1-37 0 0,-4 0-12 0 0,-6 1-29 0 0,-8 1-51 0 0,-10 1 68 0 0,-9 1-24 0 0,-9 1-48 0 0,-5 1 16 0 0,0 0 39 0 0,1 0 121 0 0,7 0-40 0 0,6 0-40 0 0,6 1-100 0 0,5 0 16 0 0,3 1-15 0 0,2 0-71 0 0,0 1 76 0 0,0 0-82 0 0,1 1 19 0 0,2 1-29 0 0,1 1 33 0 0,4 0 54 0 0,1 2-79 0 0,3 1 22 0 0,2 1 63 0 0,2 0-16 0 0,1 1-179 0 0,3 0 130 0 0,3-1 63 0 0,5 0-21 0 0,2-2-59 0 0,4-1 97 0 0,0-2-33 0 0,-2-1-171 0 0,-4-3 225 0 0,-4 0-67 0 0,-6-1 51 0 0,-7-2-35 0 0,-8 0-86 0 0,-10-1-23 0 0,-8 0 33 0 0,-10 0-64 0 0,-7 1 10 0 0,-8 1-52 0 0,-6 0-113 0 0,-5 1-443 0 0,-8 0-652 0 0,-9 0-843 0 0,-6 0-1967 0 0,-12 0-2769 0 0,3 0 2658 0 0</inkml:trace>
  <inkml:trace contextRef="#ctx0" brushRef="#br9" timeOffset="94149.281">9333 2294 364 0 0,'0'0'0'0'0,"0"0"208"0"0,0 0 5 0 0,0 0 3582 0 0,0 0-2726 0 0,0 0 224 0 0,0 0-363 0 0,0 0-223 0 0,0 0 370 0 0,0 0-118 0 0,-5 4 103 0 0,1 0-93 0 0,0 0-7 0 0,4 0-374 0 0,5-1 111 0 0,5 1 149 0 0,7-1-48 0 0,6 0-179 0 0,6 1-196 0 0,6 0-227 0 0,4-1 8 0 0,0 1-132 0 0,1 0-73 0 0,-1-1-6 0 0,-2 0-190 0 0,-1 0 249 0 0,-2-2-96 0 0,-1 1-202 0 0,1-2 154 0 0,-1 1-12 0 0,0-2-52 0 0,0 0-235 0 0,0-1-313 0 0,-1-1-455 0 0,-4-1-426 0 0,-3-1-482 0 0,-6-1-859 0 0,-6-2-1051 0 0,-7-1-642 0 0,-4 1 5518 0 0</inkml:trace>
  <inkml:trace contextRef="#ctx0" brushRef="#br10" timeOffset="94337.026">9487 2106 2904 0 0,'0'0'0'0'0,"0"0"3325"0"0,0 0-244 0 0,0 0-1685 0 0,0 0-634 0 0,0 0 259 0 0,0 0 805 0 0,48 2-726 0 0,21 0-506 0 0,20 1-588 0 0,13 0 100 0 0,6 2-484 0 0,2 0 1 0 0,-2 1-509 0 0,-6 1-418 0 0,-7 1-974 0 0,-8 0-2034 0 0,-11-1 359 0 0,-18-2 1587 0 0</inkml:trace>
  <inkml:trace contextRef="#ctx0" brushRef="#br11" timeOffset="95592.08">11728 2893 536 0 0,'0'0'0'0'0,"0"0"416"0"0,0 0 2208 0 0,0 0-571 0 0,0 0-709 0 0,0 0-87 0 0,0 0-291 0 0,0 0-93 0 0,0 0-173 0 0,0 0-178 0 0,0 0-85 0 0,3 2-99 0 0,1-1 22 0 0,-1 0 63 0 0,0-2 33 0 0,-1-1 94 0 0,-1-1 74 0 0,0-2 66 0 0,-1-1 93 0 0,0-1-87 0 0,-2-1-111 0 0,-3-4-85 0 0,-4-2-221 0 0,-5-3-61 0 0,-3-5-105 0 0,-5-3-5 0 0,-2-5-56 0 0,-1-4-45 0 0,0-4 4 0 0,1-5-11 0 0,1-6-55 0 0,3-5 66 0 0,3-5-111 0 0,4-5-19 0 0,4-6 143 0 0,4-4-146 0 0,8-5 66 0 0,9-4 52 0 0,10-2-4 0 0,11 0 94 0 0,9 1-102 0 0,9 4 36 0 0,8 4-22 0 0,5 6-62 0 0,2 6-220 0 0,0 6-190 0 0,-3 5-51 0 0,-3 5-53 0 0,-6 5-28 0 0,-5 5-376 0 0,-4 7-227 0 0,-5 5-245 0 0,-5 7-726 0 0,-3 6-612 0 0,-5 6-1522 0 0,-8 3 1803 0 0</inkml:trace>
  <inkml:trace contextRef="#ctx0" brushRef="#br12" timeOffset="96193.286">12397 1822 660 0 0,'0'0'0'0'0,"0"0"2076"0"0,0 0 2875 0 0,0 0-4270 0 0,0 0 1069 0 0,0 0-222 0 0,0 0-522 0 0,0 0 227 0 0,0 0-52 0 0,0 0-194 0 0,0 0-190 0 0,0 0-172 0 0,28 15-147 0 0,10 6-56 0 0,7 8-50 0 0,3 7-25 0 0,0 5-55 0 0,-3 5-105 0 0,-3 2-86 0 0,-4 3-97 0 0,-3 1 11 0 0,-4-1-117 0 0,-3-2 33 0 0,-4-1-62 0 0,-2-4-14 0 0,-3-4-41 0 0,-3-3-95 0 0,-2-3-177 0 0,-2-4-88 0 0,-3-3-94 0 0,-3-3-50 0 0,-2-2-184 0 0,-2-2-404 0 0,-1-2-589 0 0,-4 0-687 0 0,-3-1-463 0 0,-5 0-170 0 0,-5-1-557 0 0,-4-1 4437 0 0,2-4-1310 0 0</inkml:trace>
  <inkml:trace contextRef="#ctx0" brushRef="#br13" timeOffset="96468.274">12192 2571 1068 0 0,'0'0'0'0'0,"0"0"1644"0"0,0 0 4271 0 0,0 0-6019 0 0,0 0 1889 0 0,0 0-529 0 0,0 0 299 0 0,0 0-239 0 0,0 0-615 0 0,0 0 92 0 0,0 0-146 0 0,0 0 184 0 0,22-9 94 0 0,12-4-295 0 0,12-5-178 0 0,10-4-198 0 0,6-3-80 0 0,6-4-40 0 0,3-3-23 0 0,0-2-126 0 0,-1-3-9 0 0,-3-2-165 0 0,-5-1-72 0 0,-5-1-136 0 0,-6-1-91 0 0,-6 1-221 0 0,-5 0-458 0 0,-7 4-696 0 0,-6 1-505 0 0,-6 4-490 0 0,-5 3-1903 0 0,-6 5-162 0 0,-4 3 5685 0 0,-3 5-1562 0 0</inkml:trace>
  <inkml:trace contextRef="#ctx0" brushRef="#br14" timeOffset="96721.561">13208 2366 116 0 0,'0'0'0'0'0,"0"0"9749"0"0,0 0-9554 0 0,0 0 1913 0 0,0 0-1000 0 0,0 0-131 0 0,0 0-101 0 0,46-6-272 0 0,14-2-315 0 0,13-2-284 0 0,2-1-15 0 0,-1-1-164 0 0,-7 1-130 0 0,-8 0-314 0 0,-9 1-89 0 0,-9 0-319 0 0,-10 0-586 0 0,-10 1-1315 0 0,-8 0-2417 0 0,-6-1 2283 0 0,-4 2 3433 0 0</inkml:trace>
  <inkml:trace contextRef="#ctx0" brushRef="#br15" timeOffset="96927.369">13482 2007 5176 0 0,'0'0'0'0'0,"0"0"7697"0"0,0 0-7225 0 0,0 0 1649 0 0,0 0-1165 0 0,0 0 114 0 0,0 0-55 0 0,1 20-441 0 0,3 7-345 0 0,3 6-55 0 0,3 4-65 0 0,2 2-106 0 0,0 0 9 0 0,1 0-211 0 0,0 0-229 0 0,0-2-125 0 0,0-1-204 0 0,-2-1-324 0 0,0-3-553 0 0,-3-2-993 0 0,0-3-2303 0 0,-3-3-1084 0 0,-1-5 6012 0 0,0-5-1291 0 0</inkml:trace>
  <inkml:trace contextRef="#ctx0" brushRef="#br16" timeOffset="97470.226">14123 2254 3360 0 0,'0'0'0'0'0,"0"0"9969"0"0,0 0-9605 0 0,0 0 1456 0 0,0 0-1218 0 0,0 0 189 0 0,0 0-26 0 0,0 0-85 0 0,0 0-541 0 0,34-19-90 0 0,7-6-19 0 0,3-4-29 0 0,-1 0-57 0 0,-6 0 11 0 0,-5 2-44 0 0,-6 0-36 0 0,-5 2 22 0 0,-6 1 17 0 0,-3 1-30 0 0,-5 2 7 0 0,-3 2-30 0 0,-2 3-12 0 0,-2 4-8 0 0,-2 4 15 0 0,-2 3-67 0 0,-2 3 122 0 0,-1 3-79 0 0,-1 3 68 0 0,-1 4-135 0 0,-1 4 67 0 0,-2 6 0 0 0,-1 3 192 0 0,-1 6-38 0 0,-2 5 113 0 0,-1 5-19 0 0,1 5-82 0 0,0 4 60 0 0,1 4 76 0 0,2 3 78 0 0,0 1 56 0 0,2 0-16 0 0,0-1-108 0 0,1-3-50 0 0,1-2-83 0 0,1-5 70 0 0,1-5-25 0 0,1-6 22 0 0,1-6 33 0 0,0-5-4 0 0,0-6-37 0 0,1-5-7 0 0,-2-3-70 0 0,-1-4-53 0 0,-2-1-107 0 0,-5-2 103 0 0,-5-1 59 0 0,-6-2-218 0 0,-7-2 53 0 0,-5-2 47 0 0,-2-1-84 0 0,0-1 186 0 0,2 0-427 0 0,5 0 447 0 0,7 2-588 0 0,7 1 732 0 0,7 1-223 0 0,9 1 24 0 0,8 0-282 0 0,9-1-288 0 0,8-1 16 0 0,8-2 30 0 0,8 0 30 0 0,7-2-561 0 0,6 0-982 0 0,4 1-1095 0 0,-2 1-2478 0 0,0 1 6170 0 0,-11 2-2239 0 0</inkml:trace>
  <inkml:trace contextRef="#ctx0" brushRef="#br17" timeOffset="97797.908">14486 2824 3724 0 0,'0'0'0'0'0,"0"0"1188"0"0,0 0 5382 0 0,0 0-7074 0 0,0 0 2001 0 0,0 0-649 0 0,0 0 349 0 0,0 0 10 0 0,0 0-200 0 0,44 0-283 0 0,17-2-176 0 0,14-4 6 0 0,8-4-23 0 0,3-6-60 0 0,-1-6-142 0 0,-1-6-65 0 0,-5-7-152 0 0,-5-7-109 0 0,-6-7-123 0 0,-7-8 1 0 0,-10-7-112 0 0,-9-8-17 0 0,-12-7-49 0 0,-10-8 40 0 0,-15-10-179 0 0,-15-7-522 0 0,-15-8 172 0 0,-14-7-1229 0 0,-9-3-497 0 0,-4 5-1616 0 0,-5 3-1483 0 0,10 25 3521 0 0</inkml:trace>
  <inkml:trace contextRef="#ctx0" brushRef="#br18" timeOffset="98704.355">16256 2957 1344 0 0,'0'0'0'0'0,"0"0"4141"0"0,0 0-1541 0 0,0 0-1156 0 0,0 0-193 0 0,0 0-171 0 0,0 0 13 0 0,0 0-165 0 0,0 0-283 0 0,0 0-150 0 0,0 0-412 0 0,-2-12 375 0 0,-2-5 72 0 0,-3-5 82 0 0,-2-4-50 0 0,-3-4-87 0 0,-3-5 26 0 0,-2-3-125 0 0,-1-5-66 0 0,-1-4-133 0 0,0-4 0 0 0,0-4-125 0 0,1-4-33 0 0,3-2-8 0 0,3-4-10 0 0,4-1-5 0 0,9-2-4 0 0,7-2-163 0 0,11 0 61 0 0,11-1-56 0 0,10 1-18 0 0,10 2 32 0 0,7 2 2 0 0,3 3-42 0 0,3 4 9 0 0,-2 4 70 0 0,-2 5-133 0 0,-5 6-196 0 0,-5 6-354 0 0,-5 7-339 0 0,-5 6-655 0 0,-4 6-565 0 0,-3 7-876 0 0,-4 4-2155 0 0,-7 5 3220 0 0</inkml:trace>
  <inkml:trace contextRef="#ctx0" brushRef="#br19" timeOffset="99182.278">16675 2094 1228 0 0,'0'0'0'0'0,"0"0"4653"0"0,0 0-4425 0 0,0 0 1516 0 0,0 0-611 0 0,0 0 169 0 0,0 0-66 0 0,0 0-247 0 0,0 0-18 0 0,0 0-88 0 0,0 0-49 0 0,0 0 16 0 0,25 15-109 0 0,9 6-97 0 0,9 7-72 0 0,4 4-88 0 0,2 4-108 0 0,0 1-165 0 0,-1 3-104 0 0,-2 0-95 0 0,-1 1 16 0 0,-3 0-30 0 0,-2-1-10 0 0,-2-1 2 0 0,-3-2-63 0 0,-3-1 8 0 0,-3-2-5 0 0,-3-2-105 0 0,-3-3-101 0 0,-4-2-94 0 0,-2-4-83 0 0,-5-2-50 0 0,-3-3-290 0 0,-4-3-556 0 0,-2-3-1037 0 0,-6-3-888 0 0,-4-2-2691 0 0,-1-2 2826 0 0</inkml:trace>
  <inkml:trace contextRef="#ctx0" brushRef="#br20" timeOffset="99387.696">16659 2661 40 0 0,'0'0'0'0'0,"0"0"4228"0"0,0 0 3016 0 0,0 0-7504 0 0,0 0 1466 0 0,0 0-1142 0 0,0 0 1226 0 0,0 0-352 0 0,43-20-146 0 0,14-5-432 0 0,12-5-177 0 0,6-2-32 0 0,3-1-165 0 0,-1 0-111 0 0,-2 1-25 0 0,-3 1-64 0 0,-5-1-298 0 0,-5 0-428 0 0,-5 0-707 0 0,-5 0-757 0 0,-7-1-2280 0 0,-7 2-754 0 0,-7 1 6255 0 0,-9 6-1705 0 0</inkml:trace>
  <inkml:trace contextRef="#ctx0" brushRef="#br21" timeOffset="99913.59">17792 2408 80 0 0,'0'0'0'0'0,"0"0"1160"0"0,0 0 6431 0 0,0 0-7190 0 0,0 0 1659 0 0,0 0-866 0 0,0 0-70 0 0,0 0 79 0 0,0 0-109 0 0,0 0-271 0 0,0 0-255 0 0,9 0-126 0 0,7 1 4 0 0,7 0 2 0 0,7-1-78 0 0,8 1-84 0 0,7-1-132 0 0,5 0-56 0 0,2 0-101 0 0,3 0-71 0 0,-2 0-69 0 0,-3 0-283 0 0,-4 1-199 0 0,-6 0-328 0 0,-7 0-678 0 0,-8 1-1416 0 0,-7 0-2774 0 0,-6-1-925 0 0,-5 0 7784 0 0</inkml:trace>
  <inkml:trace contextRef="#ctx0" brushRef="#br22" timeOffset="100503.201">18739 2373 900 0 0,'0'0'0'0'0,"0"0"7977"0"0,0 0-6968 0 0,0 0 296 0 0,0 0-674 0 0,0 0-47 0 0,29-22 379 0 0,6-6-130 0 0,4-7-448 0 0,0-2-209 0 0,-5-1-62 0 0,-4-1 63 0 0,-4 2-24 0 0,-4 0 23 0 0,-2 1-30 0 0,-2 2-22 0 0,-2 2 37 0 0,-2 2 0 0 0,0 5-45 0 0,-2 2 5 0 0,-3 6-8 0 0,-1 4 4 0 0,-2 4 8 0 0,-3 4-63 0 0,-1 4-61 0 0,-1 3 10 0 0,-2 4-10 0 0,-3 4 73 0 0,-1 4 358 0 0,-4 7-500 0 0,-3 7 118 0 0,-2 7-42 0 0,-2 7 1 0 0,-1 7 161 0 0,0 4-87 0 0,-2 5-26 0 0,1 2-58 0 0,0 1-41 0 0,2-1 57 0 0,1-2 52 0 0,3-3-74 0 0,1-4 88 0 0,3-3-91 0 0,1-6 88 0 0,2-4-82 0 0,1-5 154 0 0,-1-4-100 0 0,0-6 62 0 0,-1-5-35 0 0,0-4-14 0 0,-2-5-70 0 0,-1-3-248 0 0,-3-2-206 0 0,-3-3 203 0 0,-3-1 8 0 0,-4-2 104 0 0,-4-3 141 0 0,-3-1-104 0 0,-1-2 58 0 0,0-2 45 0 0,2-1-98 0 0,3-1 130 0 0,3 0 39 0 0,4 1 1 0 0,3 2 23 0 0,5 2-22 0 0,4 3 73 0 0,2 1-115 0 0,6 2-19 0 0,5 1 2 0 0,5 1-97 0 0,7 1 114 0 0,9 0 247 0 0,12 0 6 0 0,14 0-36 0 0,14 1-203 0 0,11 0-17 0 0,7 0-16 0 0,0 0-19 0 0,-2 1-100 0 0,-8 0-262 0 0,-10 1-688 0 0,-12 0-711 0 0,-13-1-1499 0 0,-13 1-3983 0 0,-12-1 3802 0 0</inkml:trace>
  <inkml:trace contextRef="#ctx0" brushRef="#br23" timeOffset="101286.332">19569 1413 248 0 0,'0'0'0'0'0,"0"0"1224"0"0,0 0 5517 0 0,0 0-6659 0 0,0 0 1643 0 0,0 0-435 0 0,0 0-231 0 0,0 0 189 0 0,45 21-182 0 0,10 10-205 0 0,8 11-280 0 0,0 10-220 0 0,-3 8 12 0 0,-7 8-104 0 0,-6 8-147 0 0,-5 6 154 0 0,-6 4-145 0 0,-4 2-28 0 0,-4 1 63 0 0,-3-2-8 0 0,-4-4-132 0 0,-3-3 144 0 0,-4-4-179 0 0,-5-4 24 0 0,-6-3-81 0 0,-9-1-134 0 0,-11-3-106 0 0,-11-2-113 0 0,-12-2-118 0 0,-9-3-106 0 0,-9-4-137 0 0,-5-4-235 0 0,-3-5-8 0 0,-1-6-525 0 0,-2-5-858 0 0,0-6-1786 0 0,2-6-574 0 0,-6-5 5438 0 0,13-6-1733 0 0</inkml:trace>
  <inkml:trace contextRef="#ctx0" brushRef="#br24" timeOffset="106134.057">13107 1304 2784 0 0,'0'0'0'0'0,"0"0"88"0"0,0 0 38 0 0,0 0 2373 0 0,0 0-591 0 0,0 0-930 0 0,0 0-225 0 0,0 0-367 0 0,22-17 12 0 0,6-5-35 0 0,3-1-14 0 0,1-1-33 0 0,0 1-5 0 0,1 2-29 0 0,0 1 20 0 0,4 0 95 0 0,2 0 122 0 0,4-1 13 0 0,3 0-4 0 0,3 0-172 0 0,1-1-169 0 0,1 1-174 0 0,1 1 15 0 0,1 0-30 0 0,2 1-86 0 0,3-1 52 0 0,4 0-48 0 0,3 0 12 0 0,4 0 43 0 0,4 0 28 0 0,2 0 126 0 0,2 0-88 0 0,1 0-30 0 0,1 0 10 0 0,-1 0-4 0 0,0 2 3 0 0,0 0-19 0 0,-3 1-69 0 0,0 2-28 0 0,-2 0 54 0 0,-2 3-40 0 0,-3 2 8 0 0,-2 1-11 0 0,-2 3-12 0 0,-2 2 17 0 0,-2 2 78 0 0,-1 2-59 0 0,1 2 64 0 0,-1 3-91 0 0,1 3-48 0 0,2 3 164 0 0,-1 2-161 0 0,2 3 160 0 0,1 3-145 0 0,1 1 49 0 0,1 2 87 0 0,0 2 32 0 0,-1 2-63 0 0,-2 0-194 0 0,-3 2 138 0 0,-5 1-22 0 0,-3 1 72 0 0,-7 3 18 0 0,-3 0 19 0 0,-5 3-10 0 0,-3 0-4 0 0,-4 1-74 0 0,-3-1 82 0 0,-2-1-136 0 0,-2-1 58 0 0,-3-4-68 0 0,-2-3-30 0 0,-1-3 142 0 0,-2-4 2 0 0,-1-2-56 0 0,0-1 90 0 0,0-2-18 0 0,-2-1 58 0 0,1 0-55 0 0,-2 0 14 0 0,-2 0-9 0 0,-1 1-69 0 0,-2 0 84 0 0,-1 0-33 0 0,-1-1 20 0 0,-1-1 53 0 0,0-2-71 0 0,-1-1 19 0 0,0-1-11 0 0,-1-3-46 0 0,0-2 69 0 0,0-1 70 0 0,0-1-9 0 0,0-1 30 0 0,-1-1-10 0 0,1 0 70 0 0,0 0 37 0 0,0-1-7 0 0,-1 1-52 0 0,1 0-147 0 0,-1 0 24 0 0,0 0-135 0 0,0 0 12 0 0,0 0-26 0 0,0 0 49 0 0,0 0 73 0 0,0 0-5 0 0,0 0 65 0 0,0 0 52 0 0,0 0 105 0 0,0 0 9 0 0,0 0-175 0 0,0 0-31 0 0,-1 0-151 0 0,-3-2 180 0 0,-5-1 24 0 0,-8-3-92 0 0,-5-3-710 0 0,-8-4 818 0 0,-7-2-512 0 0,-4-4 257 0 0,-3-2-152 0 0,-2-1-528 0 0,-1-2-518 0 0,1 1 118 0 0,-1-1-466 0 0,4 2-608 0 0,1 3-921 0 0,9 4 2705 0 0</inkml:trace>
  <inkml:trace contextRef="#ctx0" brushRef="#br25" timeOffset="106484.249">16639 1570 952 0 0,'0'0'0'0'0,"0"0"536"0"0,0 0-518 0 0,0 0 601 0 0,0 0 2797 0 0,0 0-909 0 0,0 0-910 0 0,0 0-194 0 0,0 0-291 0 0,0 0-137 0 0,0 0-430 0 0,-1-1 160 0 0,0 0-319 0 0,0-1-54 0 0,0-1-30 0 0,2-2-154 0 0,2-3-38 0 0,2-3-14 0 0,3-4-6 0 0,3-3 59 0 0,0-4-50 0 0,1-4-113 0 0,0-3-56 0 0,-2-2-241 0 0,-1-4-264 0 0,-2-1-363 0 0,-3-3-257 0 0,-1-1-545 0 0,-2 3-1137 0 0,-1 1-2449 0 0,-1 8 2554 0 0</inkml:trace>
  <inkml:trace contextRef="#ctx0" brushRef="#br26" timeOffset="108808.949">13204 1144 444 0 0,'0'0'0'0'0,"0"0"1448"0"0,0 0-989 0 0,0 0-310 0 0,0 0 55 0 0,0 0-73 0 0,0 0 26 0 0,0 0 23 0 0,0 0 1322 0 0,0 0-996 0 0,0 0 166 0 0,2 0 29 0 0,1 0 43 0 0,0 0 30 0 0,1-1-108 0 0,-1 0-177 0 0,0 0-43 0 0,0 0-38 0 0,1-1 11 0 0,0-1-51 0 0,1 1-37 0 0,0-2-62 0 0,0 1-20 0 0,1-1-121 0 0,1 0-88 0 0,3-2-16 0 0,2-1-35 0 0,3-2-30 0 0,3-2-36 0 0,3 0 35 0 0,3-3 33 0 0,0 0-71 0 0,3 0 90 0 0,2-2-18 0 0,1 0 12 0 0,1-1 69 0 0,2-1 130 0 0,0 0-32 0 0,-1-1 7 0 0,2 0-57 0 0,-1 1 16 0 0,1 0-9 0 0,1-1 0 0 0,3 1-14 0 0,2 0-56 0 0,2-1-46 0 0,3 0 83 0 0,4-1-16 0 0,4 0-21 0 0,2 0 43 0 0,3-2 28 0 0,3 2-39 0 0,3-2 33 0 0,3 1 18 0 0,1 0 51 0 0,2 1-7 0 0,3 0-73 0 0,1 0-14 0 0,4 2-43 0 0,1 0-58 0 0,2 2 8 0 0,2 0-4 0 0,2 2-58 0 0,0 0-104 0 0,1 2-62 0 0,-1 1-11 0 0,0 1-17 0 0,1 1 10 0 0,1 2 56 0 0,2 0-179 0 0,4 1 443 0 0,5 1-102 0 0,5 1 42 0 0,4 0-23 0 0,3 1-66 0 0,2 1 39 0 0,0-1 26 0 0,-2 1 0 0 0,-4 0-85 0 0,-5 1 102 0 0,-7 0-217 0 0,-8 0-114 0 0,-6 1 113 0 0,-8 0-126 0 0,-8 0 21 0 0,-5 1-100 0 0,-4 0 365 0 0,-2 1 15 0 0,-2 0 27 0 0,-1 1 19 0 0,-1 1 70 0 0,-2 1 42 0 0,-1 0 53 0 0,-3 2-23 0 0,-1 0 74 0 0,-3 0 50 0 0,-2 1-156 0 0,-1 0-27 0 0,-1 0-83 0 0,-1 1 69 0 0,0-1-28 0 0,0 1-11 0 0,0 0 43 0 0,2 1 43 0 0,0 0 17 0 0,2-1-42 0 0,0 1-44 0 0,1 0 216 0 0,-2 1 12 0 0,-1 0-73 0 0,-1 1-64 0 0,-3 1-76 0 0,-2 0 101 0 0,-4 0 111 0 0,-1 1-63 0 0,-4 1-12 0 0,-1 2-52 0 0,-2 0-92 0 0,-1 2-59 0 0,-2 1 88 0 0,1 0-67 0 0,-1 1-31 0 0,0 0 6 0 0,0-1-16 0 0,-2-1-58 0 0,0 0 25 0 0,-1-1 49 0 0,-2-1 36 0 0,0 1-2 0 0,0 0-45 0 0,-1 0 11 0 0,-1-1-81 0 0,1 1 25 0 0,-1-1-16 0 0,0-1-59 0 0,0 1 152 0 0,0-2-57 0 0,-1 0 27 0 0,0-2-73 0 0,0 0 40 0 0,1-2 40 0 0,-1-1-13 0 0,-1 0 22 0 0,0-1-13 0 0,0 1 9 0 0,-1-1-12 0 0,-1 0 13 0 0,0 0-5 0 0,-1 0 2 0 0,0 0 5 0 0,1-1-16 0 0,-1 0-55 0 0,0 0 0 0 0,0-2 10 0 0,-1-2 46 0 0,0 0-4 0 0,-1-2 74 0 0,0-1 48 0 0,-1 0 32 0 0,0-1 12 0 0,0 0-30 0 0,0-1 1 0 0,0 1-62 0 0,0 0-69 0 0,-1 0 12 0 0,-1-1-156 0 0,-3 0-226 0 0,-2-3 10 0 0,-4-3 166 0 0,-5-3-62 0 0,-5-2 131 0 0,-4-5-90 0 0,-6-2 64 0 0,-3-2 169 0 0,-4-2-240 0 0,-3-1 175 0 0,0 1-251 0 0,1 0-79 0 0,3 2-271 0 0,3 2-312 0 0,5 5-560 0 0,5 3-944 0 0,4 3-1683 0 0,6 4 1431 0 0</inkml:trace>
  <inkml:trace contextRef="#ctx0" brushRef="#br27" timeOffset="109192.691">18529 1200 300 0 0,'0'0'0'0'0,"0"0"820"0"0,0 0-238 0 0,0 0-193 0 0,0 0-356 0 0,0 0 164 0 0,0 0-91 0 0,0 0 907 0 0,0 0 2100 0 0,0 0-1791 0 0,0 0 62 0 0,0 0-367 0 0,-2-11 347 0 0,-1-2-67 0 0,1-3-238 0 0,1 0-142 0 0,2-1-215 0 0,5 1-48 0 0,3 0-93 0 0,5-1-190 0 0,4 1-248 0 0,5 0 55 0 0,4-2-42 0 0,3 0-98 0 0,1-2-33 0 0,2 0-141 0 0,-2-1-56 0 0,-2 0-182 0 0,-5 1-109 0 0,-6 0-380 0 0,-5 2-814 0 0,-6 1-2449 0 0,-9 2-2830 0 0,-3 3 4661 0 0</inkml:trace>
  <inkml:trace contextRef="#ctx0" brushRef="#br28" timeOffset="110700.77">14461 1618 1540 0 0,'0'0'0'0'0,"0"0"704"0"0,0 0-625 0 0,0 0 412 0 0,0 0 1178 0 0,0 0 712 0 0,0 0-1480 0 0,0 0-232 0 0,0 0-68 0 0,0 0 174 0 0,0 0-116 0 0,0 0-291 0 0,6-3-179 0 0,0-1-73 0 0,1 0 0 0 0,-1-1 48 0 0,1 2 11 0 0,0-1-46 0 0,1-1-10 0 0,2 1 90 0 0,2-2-240 0 0,2-1 166 0 0,2-1-103 0 0,3 0-24 0 0,-1-2-2 0 0,1 1-14 0 0,1-1-139 0 0,1 0 81 0 0,0-1 1 0 0,0 0 10 0 0,1-1 1 0 0,1 0-7 0 0,0-1 67 0 0,1 0-10 0 0,0 0 12 0 0,0-1 106 0 0,-1 1 4 0 0,-1 1 24 0 0,1 0 22 0 0,-2 1 16 0 0,-1 2 39 0 0,-1 0 24 0 0,-1 1-36 0 0,0 0-57 0 0,-1 1-63 0 0,-1 1-30 0 0,0 0-45 0 0,1-1 67 0 0,1 1-42 0 0,1 0 51 0 0,1-1-51 0 0,2 0 35 0 0,0 0-71 0 0,1 1 10 0 0,1 0 4 0 0,-2 0-5 0 0,0 1-7 0 0,-2 0-2 0 0,-1 1-15 0 0,-2 1-42 0 0,-1 0 66 0 0,-1 2-31 0 0,0-1-36 0 0,-1 1 16 0 0,0 0 44 0 0,0 0-10 0 0,-2 0-8 0 0,-1 1 5 0 0,-2-1-48 0 0,0 0 59 0 0,-3 1-6 0 0,0-1 3 0 0,-1 0 77 0 0,-1 0-36 0 0,-1 0-31 0 0,1 0 52 0 0,-1 1-55 0 0,-1-1 54 0 0,0 1-12 0 0,-2 0-52 0 0,2 0 17 0 0,0 0-3 0 0,1 0 78 0 0,1-1-51 0 0,1 0-31 0 0,2-1 10 0 0,1 1-16 0 0,2-1-2 0 0,-1 0 4 0 0,0 0-11 0 0,1 0-1 0 0,0 1-47 0 0,-1-1 64 0 0,1 1-17 0 0,-1-1 11 0 0,0 1-1 0 0,0-1 6 0 0,-2 0-2 0 0,0 0 11 0 0,0 1 57 0 0,0-1-2 0 0,0 1 38 0 0,-1-1-12 0 0,1 1 5 0 0,0-1-28 0 0,0 1 8 0 0,1-1-74 0 0,-1 1 6 0 0,1 0-6 0 0,0 0-2 0 0,-2 0 5 0 0,1 0-6 0 0,-1 0 6 0 0,2 1 50 0 0,0-1-5 0 0,0 1 23 0 0,2-1-74 0 0,-1 1 75 0 0,1 0-35 0 0,0 0-36 0 0,-1 0 72 0 0,0 0-84 0 0,-1 0 72 0 0,-2-1-26 0 0,-1 1 12 0 0,-2 0-6 0 0,0 0 6 0 0,-1-1-48 0 0,0 1 74 0 0,-2 0-84 0 0,1 0 86 0 0,-1 0-26 0 0,0 0 5 0 0,0 0 5 0 0,0 0 12 0 0,-1 0 39 0 0,1 0-24 0 0,0 0 24 0 0,0 0-1 0 0,0 0-4 0 0,0 0 6 0 0,0 0-48 0 0,0 0-19 0 0,0 0-35 0 0,0 0 44 0 0,0 0-72 0 0,0 0-129 0 0,-1 0-259 0 0,-2 2-240 0 0,-3-1-362 0 0,-2 1-884 0 0,-5 0-3280 0 0,15-2-2562 0 0,2-1 9507 0 0</inkml:trace>
  <inkml:trace contextRef="#ctx0" brushRef="#br29" timeOffset="112305.091">15804 1162 1760 0 0,'0'0'0'0'0,"0"0"1124"0"0,0 0-1115 0 0,0 0 244 0 0,0 0-139 0 0,0 0 2697 0 0,0 0-1641 0 0,0 0-482 0 0,0 0-238 0 0,0 0-41 0 0,0 0 33 0 0,2-3-176 0 0,1 0-174 0 0,-1 1-76 0 0,0-1 1 0 0,0 1 160 0 0,-1 1 62 0 0,-1 1 49 0 0,1-1 19 0 0,-1 1 11 0 0,0 0 34 0 0,-1 1-56 0 0,1-1-102 0 0,-1 0-211 0 0,1 0 23 0 0,-2 0-161 0 0,0 0 29 0 0,-1 0-26 0 0,2 0 29 0 0,-1 0 66 0 0,1 0 57 0 0,1 0 36 0 0,0 0 100 0 0,0 0 42 0 0,0 0 95 0 0,0 0 102 0 0,1 0-6 0 0,3 0-19 0 0,0 0-13 0 0,3 0-110 0 0,3 0-115 0 0,3 0 108 0 0,6 0 227 0 0,3 0-350 0 0,4 0 21 0 0,3 0-49 0 0,2 0 48 0 0,1 2-25 0 0,0 0-6 0 0,0 3-33 0 0,1 0-57 0 0,-1 3-89 0 0,-2 0 47 0 0,-2 1-96 0 0,-2 2 71 0 0,-1 0-38 0 0,-3 1 7 0 0,-1 1 50 0 0,-3 0 54 0 0,-1 3-21 0 0,-3 0 22 0 0,0 2-9 0 0,-1 0-2 0 0,-2 1 5 0 0,-1 0 3 0 0,-1 0-1 0 0,0 0-55 0 0,0-1 72 0 0,0-1 37 0 0,-1 0-61 0 0,1-1 14 0 0,-1-1-5 0 0,1 0-15 0 0,-1 0-38 0 0,0 0-8 0 0,-1-2 73 0 0,0 0-28 0 0,0-1 7 0 0,1-1 5 0 0,-1-1 3 0 0,1-2 9 0 0,-1-1-3 0 0,0-1 68 0 0,-3-2-38 0 0,0-1 33 0 0,-1 0-8 0 0,-1-2 3 0 0,-1 0-70 0 0,0 0 20 0 0,-1-1-5 0 0,0 1 3 0 0,1-1 60 0 0,0 1-87 0 0,1 0 39 0 0,-1 0-14 0 0,0 0 63 0 0,-1-1-18 0 0,1 1-5 0 0,-1-1 46 0 0,0 0-14 0 0,0 0-8 0 0,0 0-70 0 0,0 0 79 0 0,0 0-28 0 0,0 0 19 0 0,0 0-69 0 0,0 0 2 0 0,0 0-9 0 0,0 0-58 0 0,0 0 16 0 0,-3 0-31 0 0,-4-1 2 0 0,-6-2-63 0 0,-8-3-203 0 0,-8-2 409 0 0,-8-4-119 0 0,-6-2 33 0 0,-3-1-54 0 0,-1-1-46 0 0,1 0-122 0 0,5 1-177 0 0,4 2 152 0 0,6 1-42 0 0,5 3-233 0 0,7 2-151 0 0,5 3-167 0 0,6 1-55 0 0,3 2-286 0 0,2 0-930 0 0,3 2-870 0 0,0-1-887 0 0</inkml:trace>
  <inkml:trace contextRef="#ctx0" brushRef="#br30" timeOffset="112758.694">16510 1556 756 0 0,'0'0'0'0'0,"0"0"772"0"0,0 0-448 0 0,0 0-142 0 0,0 0-151 0 0,0 0 4 0 0,0 0-46 0 0,0 0-124 0 0,0 0 253 0 0,0 0 96 0 0,-3 0-136 0 0,0 0 100 0 0,0 1 0 0 0,-1 0-179 0 0,0 0 22 0 0,-1 0-91 0 0,1 0-231 0 0,-2-1-486 0 0,0 1-807 0 0,0 0 1843 0 0</inkml:trace>
  <inkml:trace contextRef="#ctx0" brushRef="#br31" timeOffset="112939.715">16510 1556 808 0 0,'0'0'0'0'0,"-17"4"1408"0"0,-6 1-910 0 0,4-1-412 0 0,2 0 16 0 0,5-1 84 0 0,5-2 1589 0 0,3-1 133 0 0,2-3-803 0 0,2-1 192 0 0,0-2-150 0 0,2-2-2 0 0,1-4-798 0 0,0-2 273 0 0,0-3-215 0 0,1-3-48 0 0,-1-3-4 0 0,0-3-35 0 0,-2-2-59 0 0,1-2-56 0 0,-2-2-110 0 0,1-2 71 0 0,-1 0-180 0 0,4 0 35 0 0,0 1-250 0 0,4 2-43 0 0,3 2-199 0 0,2 4-313 0 0,4 2-469 0 0,2 4-1142 0 0,3 2-2974 0 0,-4 4 1708 0 0</inkml:trace>
  <inkml:trace contextRef="#ctx0" brushRef="#br32" timeOffset="116053.304">14498 1521 1228 0 0,'0'0'0'0'0,"0"0"1328"0"0,0 0-1381 0 0,0 0 530 0 0,0 0 1957 0 0,0 0-374 0 0,0 0-1256 0 0,0 0-177 0 0,0 0-180 0 0,0 0 57 0 0,0 0 94 0 0,0 0-144 0 0,1-3-174 0 0,3-1-72 0 0,0 0 48 0 0,1-1 11 0 0,2-1-61 0 0,1 1-43 0 0,2-2-13 0 0,3-2 34 0 0,4-2 53 0 0,4-2-183 0 0,6-2 119 0 0,1-2-56 0 0,4 0-61 0 0,2-1 65 0 0,2 0-28 0 0,1-1 12 0 0,3 1-20 0 0,3-1-23 0 0,3-1 20 0 0,5 1-22 0 0,3-2 34 0 0,2 1 4 0 0,3 0 33 0 0,1 1 6 0 0,0 0 15 0 0,0 0 73 0 0,1 2 36 0 0,-1-1-61 0 0,1 2-22 0 0,0 0-42 0 0,2 0-17 0 0,2 0 24 0 0,3 0-25 0 0,1 0 41 0 0,3 1-58 0 0,2 1-25 0 0,-1 1 11 0 0,-2 1 2 0 0,-2 2 12 0 0,-4 0-17 0 0,-2 2-13 0 0,-3 2-20 0 0,-3 0 0 0 0,-2 1 2 0 0,-2 1-6 0 0,0-1-50 0 0,-1 1 15 0 0,0 1-13 0 0,-1-1-3 0 0,-1 2-4 0 0,-1 0-4 0 0,-2 1-74 0 0,-1 0-49 0 0,-2 2 51 0 0,-2 1-79 0 0,-1 3 145 0 0,-2 1 8 0 0,1 3 2 0 0,1 0-6 0 0,1 0-56 0 0,0 0 80 0 0,1 1-112 0 0,-1-1 30 0 0,-1 0 68 0 0,-1-1-5 0 0,-1-1-3 0 0,-2 1 10 0 0,-1-1 2 0 0,0 1-10 0 0,-3-1-132 0 0,0 0 79 0 0,-1 0-91 0 0,-1 0 83 0 0,0 2 21 0 0,2-1 51 0 0,1 1-13 0 0,2 1 8 0 0,0-1-98 0 0,1 1 131 0 0,0-2-34 0 0,0 0 119 0 0,0 0-44 0 0,-1-1-68 0 0,-1-1 22 0 0,-1 1-16 0 0,-3-1 0 0 0,-1 1 126 0 0,-2-1-110 0 0,-2 1-22 0 0,-3-1-3 0 0,-3 1-52 0 0,0-1-7 0 0,-3 0 12 0 0,-1 0 41 0 0,-1 0-54 0 0,-1 0 75 0 0,-2-1-22 0 0,-1 0 8 0 0,-1 0 14 0 0,-1 0-18 0 0,-1-1 6 0 0,0 1-6 0 0,-1-2-9 0 0,0 0 2 0 0,-1 1-5 0 0,-1-2-51 0 0,-1 1 70 0 0,-1-1-27 0 0,-1 0-29 0 0,-1 1-8 0 0,0-1-15 0 0,-1 0 2 0 0,0-1 12 0 0,-1 1 15 0 0,1-1-8 0 0,0 0 8 0 0,0-1-6 0 0,0 0 53 0 0,0 1-16 0 0,0-1 18 0 0,0 0-4 0 0,0 0 12 0 0,0 1 62 0 0,1-1-36 0 0,-1 0 19 0 0,1 0-50 0 0,0 0 9 0 0,-1 1-10 0 0,1-1-4 0 0,-1 0-14 0 0,0 0-70 0 0,0 0 18 0 0,1 0 23 0 0,0 0 37 0 0,-1 0-4 0 0,1 0 10 0 0,-1 0-1 0 0,2 0 57 0 0,-1 0 3 0 0,-1 0-16 0 0,1 0 40 0 0,0 0 2 0 0,-1 0 34 0 0,0 0-12 0 0,0 0-51 0 0,0 0-58 0 0,-1 0-165 0 0,-1 0 40 0 0,-2 0 50 0 0,-2 0 72 0 0,-2-1-138 0 0,-2-1-353 0 0,0-2 452 0 0,-2-1-70 0 0,-2-1 11 0 0,0-2-43 0 0,-1 0-74 0 0,-2-1-86 0 0,-3-1-166 0 0,-2 0-261 0 0,-1-1-89 0 0,-3 0-85 0 0,-2-1 31 0 0,0 1-170 0 0,2 1 57 0 0,2 1 92 0 0,5 2-498 0 0,5 2-177 0 0,4 1-945 0 0,4 2 1319 0 0</inkml:trace>
  <inkml:trace contextRef="#ctx0" brushRef="#br33" timeOffset="116482.657">18396 1225 156 0 0,'0'0'0'0'0,"0"0"80"0"0,0 0-368 0 0</inkml:trace>
  <inkml:trace contextRef="#ctx0" brushRef="#br34" timeOffset="116736.439">18396 1225 452 0 0,'0'0'0'0'0,"-2"0"588"0"0,-1 0-215 0 0,1 0-120 0 0,0 0 7 0 0,0 0-101 0 0,1 0-54 0 0,1 0 9 0 0,-1 1-10 0 0,-1-1-14 0 0,1 1 18 0 0,-2 0-34 0 0,2 0-22 0 0,-3 0-42 0 0,2 0 55 0 0,-1 0-66 0 0,1-1 99 0 0,0 1-34 0 0,0-1 974 0 0,1 1 135 0 0,-1-1-437 0 0,1 1-58 0 0,-1-1 85 0 0,-1 1-77 0 0,-1-1-179 0 0,0 1-293 0 0,-3 1-96 0 0,-2 1-96 0 0,-2 1 78 0 0,-4 2 31 0 0,-4 0 34 0 0,-4 3 118 0 0,-3 1-47 0 0,-1 1-80 0 0,-4 1-34 0 0,-1 2-132 0 0,-1 0-27 0 0,0 1-110 0 0,0 0-85 0 0,2 0 104 0 0,3-1-102 0 0,2-1-133 0 0,5-2-55 0 0,3-1-71 0 0,5-3-100 0 0,2-2-329 0 0,4-2-542 0 0,3-1-207 0 0,1-1-786 0 0,2-1 1718 0 0</inkml:trace>
  <inkml:trace contextRef="#ctx0" brushRef="#br35" timeOffset="117069.707">18332 1337 1800 0 0,'0'0'0'0'0,"0"0"980"0"0,0 0-1022 0 0,0 0 306 0 0,0 0 3257 0 0,0 0-2101 0 0,0 0-212 0 0,0 0-281 0 0,0 0-121 0 0,0 0 42 0 0,0 0-54 0 0,-13-9-239 0 0,-2-4-80 0 0,-1-4-278 0 0,-2-3-48 0 0,0-4-52 0 0,-2-2-105 0 0,0-2-113 0 0,-1-3-181 0 0,0 0-35 0 0,0-2-41 0 0,2 1-91 0 0,2 1-188 0 0,1 3-452 0 0,4 4-985 0 0,-1 3-2334 0 0,3 7 292 0 0</inkml:trace>
  <inkml:trace contextRef="#ctx0" brushRef="#br36" timeOffset="122738.581">20065 1136 872 0 0,'0'0'0'0'0,"0"0"916"0"0,0 0-994 0 0,0 0 1764 0 0,0 0 993 0 0,0 0-1601 0 0,0 0 128 0 0,0 0-546 0 0,0 0 23 0 0,0 0 294 0 0,8 0-70 0 0,1 0-217 0 0,1 0-163 0 0,3-1-151 0 0,-1-1 112 0 0,2 0 58 0 0,-1-3-18 0 0,1 0-86 0 0,0-2-168 0 0,2-1-88 0 0,2-1-94 0 0,4-3-92 0 0,4-1 10 0 0,3-3-126 0 0,5-3 18 0 0,4-2-44 0 0,3-2-138 0 0,2-3-99 0 0,1-2-52 0 0,-1-1-199 0 0,-3-1-98 0 0,-4 0-86 0 0,-6 1-295 0 0,-8 1-278 0 0,-8 2-163 0 0,-6 4-738 0 0,-6 1-624 0 0,-4 5 17 0 0</inkml:trace>
  <inkml:trace contextRef="#ctx0" brushRef="#br37" timeOffset="122965.488">20194 769 2248 0 0,'0'0'0'0'0,"0"0"444"0"0,0 0 5190 0 0,0 0-5949 0 0,0 0 1695 0 0,0 0-663 0 0,0 0 39 0 0,0 0 272 0 0,0 0-457 0 0,0 0-63 0 0,0 0-288 0 0,0 0-114 0 0,17-3 128 0 0,10-3 24 0 0,7-3 13 0 0,7-3-320 0 0,2-3 81 0 0,-1 0-219 0 0,-2 0-26 0 0,-6 1-289 0 0,-7 2-317 0 0,-6 2-373 0 0,-7 1-638 0 0,-6 3-603 0 0,-4 1-1808 0 0,-3 1 1810 0 0</inkml:trace>
  <inkml:trace contextRef="#ctx0" brushRef="#br38" timeOffset="123343.049">20763 308 1396 0 0,'0'0'0'0'0,"0"0"992"0"0,0 0 3384 0 0,0 0-3870 0 0,0 0 613 0 0,0 0-201 0 0,0 0-76 0 0,0 0 22 0 0,0 0-65 0 0,0 0-193 0 0,0 0-143 0 0,25 21-213 0 0,11 7 96 0 0,9 7-241 0 0,6 4-92 0 0,0 0 8 0 0,0-1-85 0 0,-2-3-109 0 0,-5-3 9 0 0,-5-5 33 0 0,-5-4-193 0 0,-7-5-125 0 0,-6-5-155 0 0,-7-4-273 0 0,-5-3-397 0 0,-5-3-632 0 0,-3-2-975 0 0,-4-4-199 0 0,-1-1 1630 0 0</inkml:trace>
  <inkml:trace contextRef="#ctx0" brushRef="#br39" timeOffset="123567.905">20771 682 1564 0 0,'0'0'0'0'0,"0"0"848"0"0,0 0 262 0 0,0 0 2426 0 0,0 0-2311 0 0,0 0 251 0 0,0 0-546 0 0,0 0-147 0 0,0 0-113 0 0,0 0-92 0 0,0 0-227 0 0,5-1-229 0 0,1-1 60 0 0,3-1-30 0 0,3-2-62 0 0,2-4-89 0 0,3-4 120 0 0,2-5-150 0 0,1-4-91 0 0,1-5 23 0 0,-2-5-191 0 0,-3-2-3 0 0,0-3-323 0 0,-4-1-188 0 0,0-2-424 0 0,-1 1-441 0 0,0 1-646 0 0,-1 1-833 0 0,-2 8-28 0 0</inkml:trace>
  <inkml:trace contextRef="#ctx0" brushRef="#br40" timeOffset="124078.241">21271 10 132 0 0,'0'0'0'0'0,"0"0"1772"0"0,0 0-1064 0 0,0 0 962 0 0,0 0-73 0 0,0 0-497 0 0,0 0 74 0 0,0 0-243 0 0,0 0-75 0 0,0 0-154 0 0,0 0-167 0 0,0 0-98 0 0,30-6 271 0 0,4 3-181 0 0,2 4-163 0 0,-4 5-172 0 0,-5 6-89 0 0,-7 4-100 0 0,-8 4-63 0 0,-4 2 6 0 0,-5 1-28 0 0,-2 0 98 0 0,-2 0-30 0 0,-4-1 14 0 0,-4-2 5 0 0,-4 0-6 0 0,-5-2 118 0 0,-4 0-48 0 0,-2-2-81 0 0,-3-1 12 0 0,1-2-140 0 0,-1-2 44 0 0,2-2-64 0 0,4-2 56 0 0,2-2-4 0 0,2-2-82 0 0,3-2 129 0 0,1-2 61 0 0,1-4-10 0 0,2-3 18 0 0,1-2 78 0 0,2-4-7 0 0,2 0-95 0 0,2 0 194 0 0,1 1-1 0 0,1 2 6 0 0,1 2 23 0 0,0 2 99 0 0,1 3-14 0 0,-1 2-45 0 0,2 1-103 0 0,2 0-137 0 0,4 2 207 0 0,5 1-191 0 0,7 1-12 0 0,7 2 0 0 0,6 1-201 0 0,7 2-109 0 0,5-1-163 0 0,4 1-87 0 0,3-1-143 0 0,1-2-235 0 0,0 0-502 0 0,-1-1-421 0 0,-4-2-749 0 0,-5 0-1682 0 0,-11-2 3195 0 0</inkml:trace>
  <inkml:trace contextRef="#ctx0" brushRef="#br41" timeOffset="124365.48">21787 484 640 0 0,'0'0'0'0'0,"0"0"780"0"0,0 0 6627 0 0,0 0-6420 0 0,0 0 728 0 0,0 0-845 0 0,0 0-232 0 0,0 0-38 0 0,0 0-424 0 0,0 0-219 0 0,0 0-78 0 0,32-7-75 0 0,6 0-191 0 0,3-1-169 0 0,-3 0-292 0 0,-6 1-590 0 0,-8 0-1079 0 0,-6 1-1458 0 0,-54 13 232 0 0,-7 2 4417 0 0</inkml:trace>
  <inkml:trace contextRef="#ctx0" brushRef="#br42" timeOffset="124944.104">22388 358 8393 0 0,'0'0'0'0'0,"0"0"1888"0"0,0 0-1750 0 0,0 0 318 0 0,0 0 73 0 0,0 0 73 0 0,0 0-207 0 0,10-20-423 0 0,3-5 97 0 0,2-4-71 0 0,0 1 4 0 0,-2 2 53 0 0,-2 3-52 0 0,-2 5 116 0 0,-3 4-136 0 0,-2 4 119 0 0,-2 4-4 0 0,-2 3-120 0 0,0 2 35 0 0,0 1-222 0 0,-2 1 44 0 0,-1 1 36 0 0,-1 2 55 0 0,1 0-195 0 0,-1 2 236 0 0,0 3 22 0 0,1 3 160 0 0,1 5-195 0 0,-1 5 83 0 0,1 4 20 0 0,-2 5-73 0 0,0 3 25 0 0,-2 3 5 0 0,-1 2-4 0 0,-1 0 81 0 0,-3 1 48 0 0,1-1 24 0 0,-1-2 23 0 0,0-3-38 0 0,1-3-19 0 0,0-2-29 0 0,1-4-24 0 0,1-4 23 0 0,1-3 0 0 0,1-3-43 0 0,1-4-51 0 0,1-3 8 0 0,1-3 5 0 0,1-2 66 0 0,1-2-4 0 0,0-1 81 0 0,1-1 41 0 0,-1 1-198 0 0,-2-1 17 0 0,-1 1-89 0 0,-4-2 70 0 0,-2-1-390 0 0,-2-1 495 0 0,-2-1 30 0 0,2-1-192 0 0,3-1 78 0 0,3 1-111 0 0,5 0 104 0 0,7 0-325 0 0,9 2 393 0 0,10 0 37 0 0,14 2 159 0 0,12 1-350 0 0,11 0 116 0 0,10 2-298 0 0,4 3-77 0 0,3 1-708 0 0,-6 2-1166 0 0,-7 1-2587 0 0,-15 0-603 0 0</inkml:trace>
  <inkml:trace contextRef="#ctx0" brushRef="#br43" timeOffset="127847.186">11660 3203 3056 0 0,'0'0'0'0'0,"0"0"104"0"0,0 0-116 0 0,0 0 1946 0 0,0 0 417 0 0,0 0-1071 0 0,0 0-32 0 0,0 0-277 0 0,0 0-97 0 0,0 0-240 0 0,0 0-98 0 0,-1 0-93 0 0,0 0-44 0 0,1 0 5 0 0,0 0-46 0 0,1 0-26 0 0,0 0 85 0 0,1 0-141 0 0,0 0-77 0 0,0 0 18 0 0,-1 1-45 0 0,-1-1-15 0 0,1 0-49 0 0,-1 0-110 0 0,0 0 32 0 0,0 0 24 0 0,1 0-68 0 0,3 0 26 0 0,4 0 62 0 0,4 1-86 0 0,8 0 20 0 0,7 0 3 0 0,9 3 178 0 0,13 0-140 0 0,11 2 80 0 0,14 1-82 0 0,11 0-39 0 0,12 1 13 0 0,10 0 107 0 0,9-1-18 0 0,6 0-2 0 0,5 0 6 0 0,3 0-58 0 0,1 0 142 0 0,-2 1-236 0 0,-4 1 139 0 0,-5 2-112 0 0,-6 2 24 0 0,-5 1 57 0 0,-5 1 41 0 0,-3 1-138 0 0,-1 0-24 0 0,0 2 66 0 0,0-1-84 0 0,1 0 85 0 0,4-1 50 0 0,3-2-87 0 0,4-1 32 0 0,5-3-11 0 0,6-3 4 0 0,4-1-5 0 0,3-1 58 0 0,3-2-69 0 0,-1 0 19 0 0,-2 1-20 0 0,-7 0-67 0 0,-5 1 41 0 0,-10 1 40 0 0,-8 1-13 0 0,-9 0-58 0 0,-5 1 71 0 0,-7 0-15 0 0,-4-1 0 0 0,-4-1 12 0 0,1-1-13 0 0,-1-1-37 0 0,1 0 52 0 0,1-1-4 0 0,4-1 86 0 0,2 1-18 0 0,3 0-68 0 0,3 0 145 0 0,3 1-18 0 0,1 1-150 0 0,1 1 50 0 0,-3 1-70 0 0,-4 1-52 0 0,-6-1 111 0 0,-6 0-38 0 0,-5 1 23 0 0,-5-1-12 0 0,-3-1 0 0 0,-2 0 18 0 0,0-1-1 0 0,0-1-3 0 0,1 0-3 0 0,3-2 5 0 0,2 0 3 0 0,4 0-5 0 0,2 1-50 0 0,2-1 66 0 0,0 1 6 0 0,1 0 330 0 0,0 0-361 0 0,-4 0 41 0 0,-4 0-6 0 0,-5 0-19 0 0,-6 0 54 0 0,-6-1-62 0 0,-5-1 91 0 0,-4 0-23 0 0,-1-1 33 0 0,-2 0-2 0 0,1 0 3 0 0,-1-1-33 0 0,-1-1 28 0 0,0 0-14 0 0,-3 0 22 0 0,-4 0 4 0 0,-3 0 4 0 0,-3 1-32 0 0,-4 0-74 0 0,-4 0 93 0 0,-4 1-116 0 0,-2 0 29 0 0,-3 0-66 0 0,-2 0-233 0 0,-1 0-277 0 0,-4 0-246 0 0,-3 1-139 0 0,-6 0-226 0 0,-5 0-733 0 0,-2 1-1423 0 0,-8-1-3328 0 0,4-1 3192 0 0</inkml:trace>
  <inkml:trace contextRef="#ctx0" brushRef="#br44" timeOffset="134663.611">15873 3051 784 0 0,'0'0'0'0'0,"0"0"1160"0"0,0 0 4887 0 0,0 0-6274 0 0,0 0 1382 0 0,0 0-876 0 0,0 0 339 0 0,0 0 201 0 0,0 0-90 0 0,0 0-346 0 0,0 0-230 0 0,0 0-11 0 0,12 1 119 0 0,7-1 5 0 0,12-2 100 0 0,11 0 64 0 0,12-3 51 0 0,14-4-80 0 0,16-2-17 0 0,16-5-30 0 0,19-3-40 0 0,18-6-169 0 0,18-5-147 0 0,14-4-167 0 0,14-5-22 0 0,9-4-121 0 0,9-5-93 0 0,6-1 45 0 0,4-3-131 0 0,2 0-190 0 0,1-1-250 0 0,-2 1 166 0 0,-2 1-859 0 0,-3 2-45 0 0,-3 2-502 0 0,-4 2-340 0 0,-7 2-400 0 0,-15 3 3092 0 0,-40 9-560 0 0</inkml:trace>
  <inkml:trace contextRef="#ctx0" brushRef="#br45" timeOffset="160222.443">22001 2994 1500 0 0,'0'0'0'0'0,"0"0"52"0"0,0 0 3575 0 0,0 0-1740 0 0,0 0-717 0 0,0 0 46 0 0,0 0-374 0 0,0 0 33 0 0,0 0 49 0 0,0 0-192 0 0,0 0-462 0 0,30-2 3 0 0,2-1 2 0 0,1 1-24 0 0,-5 0 32 0 0,-5 1 35 0 0,-4 0-50 0 0,-2 0-103 0 0,-1 1-18 0 0,1 0 28 0 0,3 0-86 0 0,5 0 21 0 0,2 1-84 0 0,4 0-22 0 0,3 0-54 0 0,2 1 57 0 0,1 1-73 0 0,0-1 21 0 0,-2 0-77 0 0,-4 0-26 0 0,-2-1-100 0 0,-3 1-230 0 0,-4-2-58 0 0,-2 1-186 0 0,-1-1-403 0 0,0-1 63 0 0,-2-1-646 0 0,0-2-587 0 0,-1-2-481 0 0,-2-1-1561 0 0,-3 1 5268 0 0</inkml:trace>
  <inkml:trace contextRef="#ctx0" brushRef="#br46" timeOffset="160593.693">22432 2636 456 0 0,'0'0'0'0'0,"0"0"1448"0"0,0 0 4126 0 0,0 0-5613 0 0,0 0 1563 0 0,0 0-774 0 0,0 0-57 0 0,0 0-131 0 0,0 0-178 0 0,0 0-239 0 0,0 0 4 0 0,0 0 2 0 0,16 4-43 0 0,7 0-25 0 0,6 2-92 0 0,2 1-108 0 0,3 0 141 0 0,-2 0-156 0 0,-1 0-18 0 0,-1 0-11 0 0,-2-1-182 0 0,-1 1-167 0 0,0-2-490 0 0,0 0-549 0 0,-1-1-1134 0 0,0-2-1447 0 0,-6 0 3334 0 0</inkml:trace>
  <inkml:trace contextRef="#ctx0" brushRef="#br47" timeOffset="161046.116">22843 2587 548 0 0,'0'0'0'0'0,"0"0"352"0"0,0 0-196 0 0,0 0 3141 0 0,0 0-2856 0 0,0 0 662 0 0,0 0-1 0 0,0 0-404 0 0,0 0 2 0 0,0 0 21 0 0,0 0-208 0 0,43 7-228 0 0,6 3-117 0 0,8 0-108 0 0,-1 1 42 0 0,-4-1-4 0 0,-6-2-108 0 0,-5 0 33 0 0,-4-1-24 0 0,-3 0 2 0 0,-2-1-1 0 0,0 1 5 0 0,-2 0-7 0 0,0 0-2 0 0,-1 1-55 0 0,1 0-46 0 0,-2 0 131 0 0,-2 1-52 0 0,-2-1 24 0 0,-2 0-8 0 0,-3 0-48 0 0,-3-2 74 0 0,-2 0-20 0 0,-2 0 12 0 0,-4-2 139 0 0,-1 0 40 0 0,-2-2 40 0 0,-2 0-48 0 0,-1-1 39 0 0,-2-1 10 0 0,0 0 20 0 0,0 0-8 0 0,-1 1-14 0 0,1 0-37 0 0,0 0-19 0 0,-5 1 166 0 0,-7 1-145 0 0,-9 2-94 0 0,-14 3 23 0 0,-13 3-127 0 0,-15 3 231 0 0,-14 4 16 0 0,-10 3 45 0 0,-6 4 43 0 0,-2 1-62 0 0,5 1-304 0 0,7 0 70 0 0,10-1-308 0 0,12-1 0 0 0,12-1-111 0 0,13-3-203 0 0,11-3-525 0 0,10-3-1015 0 0,8-5-2064 0 0,4-2-1613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28:04.70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2938E6"/>
      <inkml:brushProperty name="anchorY" value="-863464.625"/>
      <inkml:brushProperty name="scaleFactor" value="0.5"/>
    </inkml:brush>
  </inkml:definitions>
  <inkml:trace contextRef="#ctx0" brushRef="#br0">987 69 328 0 0,'0'0'0'0'0,"0"0"428"0"0,0 0-257 0 0,0 0 671 0 0,0 0 3658 0 0,0 0-4301 0 0,0 0 1280 0 0,0 0-531 0 0,0 0 90 0 0,0 0-61 0 0,0 0-103 0 0,0 0-212 0 0,0-9-143 0 0,2-3-100 0 0,3 0-54 0 0,3 1-89 0 0,4 2-72 0 0,4 2-62 0 0,3 3 64 0 0,3 1-7 0 0,5 2 44 0 0,3 3-55 0 0,4 2 4 0 0,3 4-16 0 0,2 4-40 0 0,2 4-139 0 0,-1 4 22 0 0,-4 3-115 0 0,-4 2 120 0 0,-7 3-121 0 0,-8 2 106 0 0,-6 1-26 0 0,-8 3 22 0 0,-10 1-7 0 0,-9 2 7 0 0,-9 2-2 0 0,-8 0 48 0 0,-10 2-65 0 0,-6 0-100 0 0,-8-1 149 0 0,-6 0 13 0 0,-4-1-67 0 0,-4-2 14 0 0,-3-2 9 0 0,-3-2 69 0 0,-2-3 195 0 0,-1-2-205 0 0,0-4 80 0 0,-2-3-159 0 0,1-3 119 0 0,1-3 23 0 0,6-4-143 0 0,6-2 34 0 0,10-4-15 0 0,10-2-165 0 0,10-2 32 0 0,10-2-135 0 0,7-3 77 0 0,5-3-30 0 0,4-2 63 0 0,4-4-48 0 0,3-2 49 0 0,3-2 75 0 0,6-3 7 0 0,8-1 80 0 0,9 0-74 0 0,8-1 69 0 0,7 2-113 0 0,5 1 126 0 0,1 3-27 0 0,2 4 141 0 0,0 4 53 0 0,2 3 40 0 0,2 4-19 0 0,5 6 44 0 0,7 5 49 0 0,7 6-92 0 0,9 3-71 0 0,8 4 55 0 0,8 1-119 0 0,8 1 9 0 0,6-3-86 0 0,5-2-111 0 0,4-5 7 0 0,3-4-294 0 0,0-5-990 0 0,-6-5-1108 0 0,-4-9-4241 0 0,-23-1 1659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30:11.64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799E6"/>
      <inkml:brushProperty name="anchorY" value="-870841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65E6"/>
      <inkml:brushProperty name="anchorY" value="-870618.3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83E6"/>
      <inkml:brushProperty name="anchorY" value="-872814.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4063E6"/>
      <inkml:brushProperty name="anchorY" value="-873301.93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143E6"/>
      <inkml:brushProperty name="anchorY" value="-865469.3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339E6"/>
      <inkml:brushProperty name="anchorY" value="-866217.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476E6"/>
      <inkml:brushProperty name="anchorY" value="-868515.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3616E6"/>
      <inkml:brushProperty name="anchorY" value="-869018.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4212E6"/>
      <inkml:brushProperty name="anchorY" value="-875981.5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4348E6"/>
      <inkml:brushProperty name="anchorY" value="-877142.43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4679E6"/>
      <inkml:brushProperty name="anchorY" value="-875910.0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4813E6"/>
      <inkml:brushProperty name="anchorY" value="-877172.81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6891E6"/>
      <inkml:brushProperty name="anchorY" value="-881420.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5992E6"/>
      <inkml:brushProperty name="anchorY" value="-879952.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6201E6"/>
      <inkml:brushProperty name="anchorY" value="-881217.562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19763E6"/>
      <inkml:brushProperty name="anchorY" value="-887341.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0059E6"/>
      <inkml:brushProperty name="anchorY" value="-896430.81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0204E6"/>
      <inkml:brushProperty name="anchorY" value="-898017.37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0387E6"/>
      <inkml:brushProperty name="anchorY" value="-898922.937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0542E6"/>
      <inkml:brushProperty name="anchorY" value="-900170.062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0702E6"/>
      <inkml:brushProperty name="anchorY" value="-901446.6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0551E6"/>
      <inkml:brushProperty name="anchorY" value="-900200.37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199E6"/>
      <inkml:brushProperty name="anchorY" value="-901742.937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364E6"/>
      <inkml:brushProperty name="anchorY" value="-903569.062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135E6"/>
      <inkml:brushProperty name="anchorY" value="-902861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265E6"/>
      <inkml:brushProperty name="anchorY" value="-904117.437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13E6"/>
      <inkml:brushProperty name="anchorY" value="-902933.937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259E6"/>
      <inkml:brushProperty name="anchorY" value="-904212.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494E6"/>
      <inkml:brushProperty name="anchorY" value="-904709.562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.21758E6"/>
      <inkml:brushProperty name="anchorY" value="-904896.3125"/>
      <inkml:brushProperty name="scaleFactor" value="0.5"/>
    </inkml:brush>
  </inkml:definitions>
  <inkml:trace contextRef="#ctx0" brushRef="#br0">4689 140 928 0 0,'0'0'0'0'0,"0"0"2280"0"0,0 0 2199 0 0,0 0-3369 0 0,0 0 561 0 0,0 0-635 0 0,0 0 65 0 0,0 0 108 0 0,0 0-46 0 0,0 0-362 0 0,0 0-95 0 0,-44 22-220 0 0,-12 9 99 0 0,-8 9 38 0 0,-2 6-118 0 0,3 5-108 0 0,5 3-139 0 0,6 2-49 0 0,6 4-119 0 0,7 1-75 0 0,7 1-3 0 0,6 0-71 0 0,9-1-110 0 0,5-3-85 0 0,8-2 84 0 0,8-5-139 0 0,8-3 68 0 0,9-5-107 0 0,6-4-164 0 0,8-5-143 0 0,4-3-236 0 0,3-6-554 0 0,3-4-761 0 0,0-5-927 0 0,1-4-2671 0 0,-9-5 2615 0 0</inkml:trace>
  <inkml:trace contextRef="#ctx0" brushRef="#br1" timeOffset="380.37">5342 95 508 0 0,'0'0'0'0'0,"0"0"6629"0"0,0 0-5359 0 0,0 0 1135 0 0,0 0-1389 0 0,0 0-146 0 0,10 19 23 0 0,6 8-167 0 0,5 12-153 0 0,3 8-41 0 0,3 7-51 0 0,2 4-125 0 0,2 5-109 0 0,3 0-63 0 0,1 1-57 0 0,4-2-139 0 0,-1-2-23 0 0,0-5-183 0 0,0-3-87 0 0,-3-6-129 0 0,-3-4 13 0 0,-5-4-78 0 0,-4-6-162 0 0,-6-4-424 0 0,-5-5-780 0 0,-4-4-979 0 0,-4-3-2225 0 0,-4-5 2656 0 0,-1-3 1859 0 0</inkml:trace>
  <inkml:trace contextRef="#ctx0" brushRef="#br2" timeOffset="619.063">4931 954 1368 0 0,'0'0'0'0'0,"0"0"2728"0"0,0 0 4332 0 0,0 0-6890 0 0,0 0 1473 0 0,0 0-1333 0 0,0 0 664 0 0,0 0-37 0 0,0 0-191 0 0,0 0-179 0 0,0 0-144 0 0,41-23-25 0 0,20-8-82 0 0,20-9-126 0 0,12-7-17 0 0,9-5-34 0 0,4-5-144 0 0,-1-2 24 0 0,-3-3-246 0 0,-10-1-403 0 0,-11 1-165 0 0,-15 1-262 0 0,-15 4-852 0 0,-15 4-1039 0 0,-12 7-3139 0 0,-12 6 2007 0 0,-6 10 4405 0 0</inkml:trace>
  <inkml:trace contextRef="#ctx0" brushRef="#br3" timeOffset="1016.035">6253 1 3180 0 0,'0'0'0'0'0,"0"0"820"0"0,0 0 6012 0 0,0 0-6460 0 0,0 0 1789 0 0,0 0-1051 0 0,0 0 197 0 0,0 0-192 0 0,0 0-248 0 0,0 0-345 0 0,0 0-291 0 0,31 21-127 0 0,9 13 76 0 0,7 14-57 0 0,1 14 43 0 0,-2 12 46 0 0,-3 11 90 0 0,-4 9-53 0 0,-5 7 85 0 0,-7 4-112 0 0,-6 1-166 0 0,-7 0-39 0 0,-5-4-262 0 0,-8-5-195 0 0,-9-8-309 0 0,-10-10-82 0 0,-10-10-526 0 0,-8-11-1880 0 0,-13-12-4075 0 0,4-13 999 0 0</inkml:trace>
  <inkml:trace contextRef="#ctx0" brushRef="#br4" timeOffset="-1506.013">1685 623 416 0 0,'0'0'0'0'0,"0"0"0"0"0,0 0 4842 0 0,0 0-4114 0 0,0 0 1558 0 0,0 0-911 0 0,0 0-326 0 0,0 0-151 0 0,0 0-156 0 0,0 0 7 0 0,-8 10-198 0 0,0 4-267 0 0,0 3 23 0 0,1 3-65 0 0,3 1 16 0 0,4 1-124 0 0,6-1-26 0 0,3 0 89 0 0,6-2-76 0 0,4 0-35 0 0,2-2 71 0 0,4 0 44 0 0,2 0-25 0 0,0 1-14 0 0,2-1-54 0 0,1 1-39 0 0,1 0-17 0 0,1 1-57 0 0,2-1 13 0 0,0-1-64 0 0,0-2-21 0 0,-1-1 26 0 0,-1-2 53 0 0,-2-3-11 0 0,-4-2-48 0 0,-2-2 59 0 0,-3-3-150 0 0,-4-1 70 0 0,-1-4-26 0 0,-3-3 112 0 0,1-4-22 0 0,-2-3-118 0 0,-1-5 66 0 0,-3-3-44 0 0,-2-5-76 0 0,-5-5 172 0 0,-9-4-4 0 0,-6-4-50 0 0,-9-5 71 0 0,-7-3-124 0 0,-8-3 91 0 0,-5-3 17 0 0,-6-3-52 0 0,-4-1 10 0 0,-2-1 62 0 0,1 0-21 0 0,1 2 6 0 0,6 3 10 0 0,5 3 6 0 0,9 6-11 0 0,8 4-10 0 0,9 6-71 0 0,7 6-52 0 0,10 4 20 0 0,11 5 136 0 0,10 4 19 0 0,9 4 74 0 0,10 3-141 0 0,8 2 42 0 0,4 3-340 0 0,6 2-351 0 0,2 3-55 0 0,2 3-436 0 0,1 4-1292 0 0,-1 4-1640 0 0,-4 0-754 0 0,-1 2 5293 0 0,-12-2-1130 0 0</inkml:trace>
  <inkml:trace contextRef="#ctx0" brushRef="#br5" timeOffset="-1094.283">2665 76 1240 0 0,'0'0'0'0'0,"0"0"180"0"0,0 0 2866 0 0,0 0-479 0 0,0 0-938 0 0,0 0 187 0 0,0 0-798 0 0,0 25-84 0 0,0 12-195 0 0,2 14-33 0 0,-1 10-147 0 0,2 8-33 0 0,0 7-117 0 0,0 4 23 0 0,1 1-48 0 0,1-1-61 0 0,1-3-163 0 0,1-5-159 0 0,0-6 27 0 0,0-6-303 0 0,0-8-90 0 0,-1-8-327 0 0,1-8-427 0 0,-1-9-573 0 0,-1-8-950 0 0,0-7-2025 0 0,0-6-97 0 0,-1-6 5102 0 0,0-3-1086 0 0</inkml:trace>
  <inkml:trace contextRef="#ctx0" brushRef="#br6" timeOffset="-809.272">2923 1081 392 0 0,'0'0'0'0'0,"0"0"3940"0"0,0 0-1175 0 0,0 0-832 0 0,0 0-371 0 0,0 0-438 0 0,0 0 125 0 0,0 0-355 0 0,0 0-168 0 0,10-18-339 0 0,3-6-65 0 0,3-8-131 0 0,1-4-15 0 0,1-4-194 0 0,0-3 44 0 0,-3-1-40 0 0,-1-3 9 0 0,-4-2-172 0 0,-2-3 7 0 0,-3-2-306 0 0,-2-1-309 0 0,-4 1-263 0 0,-2 2-446 0 0,-2 4-497 0 0,1 7-1077 0 0,0 6-1658 0 0,1 10 3450 0 0,2 7 1168 0 0</inkml:trace>
  <inkml:trace contextRef="#ctx0" brushRef="#br7" timeOffset="-508.656">3145 537 732 0 0,'0'0'0'0'0,"0"0"5257"0"0,0 0-3525 0 0,0 0 303 0 0,0 0-759 0 0,0 0 6 0 0,0 0 301 0 0,0 0-559 0 0,0 0-268 0 0,0 0-351 0 0,28-18-244 0 0,7-6-143 0 0,4-5 6 0 0,0-2-14 0 0,-3 1 48 0 0,-6 3-60 0 0,-5 5 20 0 0,-3 6 97 0 0,-3 6 27 0 0,0 7 86 0 0,1 6-114 0 0,2 6-58 0 0,4 7-47 0 0,2 6 55 0 0,2 6 65 0 0,-1 3-162 0 0,-1 4 170 0 0,-3 3-44 0 0,-2 2 18 0 0,-3 1-13 0 0,-3 2-10 0 0,-3 2 160 0 0,-5 3-107 0 0,-2 1 54 0 0,-3 1 33 0 0,-3 0-174 0 0,-2-1-44 0 0,-4-5-276 0 0,1-4-102 0 0,-2-7-356 0 0,2-9-229 0 0,1-7-840 0 0,0-6-1399 0 0,2-7-2981 0 0,0-6 1847 0 0,1-3 4245 0 0</inkml:trace>
  <inkml:trace contextRef="#ctx0" brushRef="#br8" timeOffset="7267.925">7850 5155 560 0 0,'0'0'0'0'0,"0"0"120"0"0,0 0-159 0 0,0 0 4 0 0,0 0 36 0 0,0 0 64 0 0,0 0-78 0 0,0 0 25 0 0,0-1-2 0 0,0 0-3 0 0,0 1 6 0 0,0 1 59 0 0,-2 0-82 0 0,0 1 83 0 0,0 0-16 0 0,-1-1-8 0 0,-1 1-46 0 0,1 0 960 0 0,1-1-624 0 0,0 0 127 0 0,1-1-177 0 0,1 1-55 0 0,0-1-30 0 0,0 0-22 0 0,0 0 66 0 0,0-1 25 0 0,0 0-22 0 0,0 0 11 0 0,0-1 12 0 0,0 0 29 0 0,0 0 53 0 0,0 0-45 0 0,1 0 4 0 0,1 1 3 0 0,0 0-208 0 0,1 0-104 0 0,0 1-57 0 0,0-1-16 0 0,2 1-12 0 0,-1-2 32 0 0,1 1-42 0 0,0-1 4 0 0,0 0-39 0 0,0-1 136 0 0,1 0-28 0 0,0 0 0 0 0,0-1 20 0 0,1 0-11 0 0,0 0-164 0 0,0 0 219 0 0,0 0-72 0 0,-1-1 24 0 0,-1 1 0 0 0,0 1 4 0 0,0-1 130 0 0,-1 1-4 0 0,-1 0-158 0 0,0 1 42 0 0,0-1-86 0 0,-2 1 13 0 0,0 1 57 0 0,0-1-5 0 0,-1 1 5 0 0,0 0 76 0 0,0 0 26 0 0,0 1 30 0 0,0-1-2 0 0,0 1-15 0 0,-1 1-8 0 0,1-1 75 0 0,0 0 160 0 0,-2 1 140 0 0,-1-1 6 0 0,0 1-104 0 0,1 0-86 0 0,-2-1-160 0 0,2 0-125 0 0,0 0 15 0 0,1 0-21 0 0,0 0 3 0 0,1 0 51 0 0,0 0-61 0 0,0 0 128 0 0,0 0-4 0 0,0 0 75 0 0,0 0 78 0 0,0 0-91 0 0,0-1 2 0 0,0 1 13 0 0,0-1-18 0 0,0 1-61 0 0,0-1 3 0 0,0 1-38 0 0,0 0 13 0 0,0-1-26 0 0,0 1-72 0 0,0-1 10 0 0,0-1-98 0 0,0 1-22 0 0,0 0-46 0 0,0 0 26 0 0,0 1 29 0 0,0 0 52 0 0,0 0-40 0 0,0 0-151 0 0,0 0-77 0 0,0 0-93 0 0,0 0 22 0 0,0 0 15 0 0,-1 0 25 0 0,1 0 10 0 0,-2 0 42 0 0,0 0 4 0 0,0 0 81 0 0,0 0 236 0 0,-1 0 46 0 0,0 0 230 0 0,0 0-17 0 0,-1 0-4 0 0,0 0-68 0 0,0 1-116 0 0,-1-1-33 0 0,1 1-63 0 0,0 0-220 0 0,1 0-32 0 0,0 0-21 0 0,0 0 0 0 0,1 1 61 0 0,0-1 118 0 0,0 1 92 0 0,-1 0-11 0 0,1-1 152 0 0,0 1 4 0 0,-1-1 49 0 0,1 0 12 0 0,0 0 16 0 0,0-1 30 0 0,1 1 22 0 0,0-1-4 0 0,1 1 37 0 0,-1-1 18 0 0,1 0-22 0 0,0 0 43 0 0,0-1-88 0 0,0 1-80 0 0,1-1 168 0 0,0 0-10 0 0,0 0 40 0 0,0-1 20 0 0,-1 0-43 0 0,1 0-18 0 0,-1 0 65 0 0,0 1-23 0 0,0 0-42 0 0,0 0-37 0 0,0 0-119 0 0,0 1-55 0 0,0 0-120 0 0,0 0 15 0 0,0 0-104 0 0,0 0-23 0 0,0 0-9 0 0,1 0 6 0 0,0 0-5 0 0,0 0 35 0 0,-1 0 18 0 0,1 0 58 0 0,0 0-60 0 0,0 0 82 0 0,0 0-24 0 0,-1 0 23 0 0,1-1 57 0 0,-1 0-76 0 0,0 0 30 0 0,1-1 46 0 0,0 0-89 0 0,-1 0 10 0 0,1-1-62 0 0,0 0 33 0 0,1 1-46 0 0,1-1-21 0 0,0 0 9 0 0,1 0-10 0 0,0 0 48 0 0,1-1 47 0 0,0 1-57 0 0,-1 0 68 0 0,0 0-66 0 0,0 1 80 0 0,-2 0-10 0 0,0 1 108 0 0,0 0-9 0 0,-2 1 23 0 0,1-1 102 0 0,-1 1 28 0 0,0 0-38 0 0,0 1 56 0 0,-1-1-45 0 0,1 0-56 0 0,0 1-77 0 0,0-1-26 0 0,0 0-19 0 0,0 1 31 0 0,0-1 77 0 0,0 0 63 0 0,0 0 83 0 0,0 1 129 0 0,0 0 57 0 0,0 0-107 0 0,1 1-47 0 0,0-1-36 0 0,0 0-69 0 0,1 0-48 0 0,-1-1-62 0 0,0 1-31 0 0,1-1-17 0 0,-1 1-10 0 0,0 0-4 0 0,0 0 4 0 0,1 0-20 0 0,-1 0-36 0 0,0-1 51 0 0,-1 1-60 0 0,1-1 22 0 0,0 1-25 0 0,0-1 6 0 0,0 0-78 0 0,-1 1-34 0 0,0-1-79 0 0,0 0-199 0 0,0 0-114 0 0,0 0-105 0 0,0 0-269 0 0,0 0-422 0 0,0 0-975 0 0,0 0-981 0 0,1-2-4165 0 0,-1 2 6346 0 0,0-1 727 0 0</inkml:trace>
  <inkml:trace contextRef="#ctx0" brushRef="#br9" timeOffset="9791.674">7934 4974 300 0 0,'0'0'0'0'0,"0"0"232"0"0,0 0-261 0 0,0 0 172 0 0,0 0-37 0 0,0 0-55 0 0,0 0 8 0 0,0 0 574 0 0,0 0 1036 0 0,0 0-844 0 0,-2 2 68 0 0,-1-1-100 0 0,0 1 49 0 0,0 0-16 0 0,1-1-239 0 0,0 0-185 0 0,1 1-148 0 0,1-1-39 0 0,0 0-44 0 0,0-1-31 0 0,0 1-37 0 0,0-1 7 0 0,0 0 55 0 0,0 0 29 0 0,0 0 37 0 0,0 1 102 0 0,0-1 32 0 0,0 1 60 0 0,0-1-5 0 0,0 1 2 0 0,0-1-76 0 0,0 0-77 0 0,0 0-137 0 0,0 0-45 0 0,0 0-74 0 0,0 0 0 0 0,0 0 1 0 0,0 0-17 0 0,0 0 5 0 0,1 0-77 0 0,1 0 8 0 0,-1 0 30 0 0,2 0 39 0 0,-1 0 66 0 0,0 0 27 0 0,1 0 4 0 0,0 0-47 0 0,1-1-50 0 0,2-1 165 0 0,2-2-155 0 0,1 0 8 0 0,1-2 87 0 0,2-1-120 0 0,1-1 33 0 0,0-1-21 0 0,1 0-7 0 0,0-1 1 0 0,1 0-52 0 0,-1 0 66 0 0,1-1-23 0 0,-1 1-43 0 0,0 0 66 0 0,-1-1-18 0 0,0 2 6 0 0,0-1 6 0 0,-2 1 3 0 0,1 1 9 0 0,-2 0 58 0 0,0 1-2 0 0,-1-1-65 0 0,-1 1 60 0 0,1 0-68 0 0,-1 0 28 0 0,0 1-24 0 0,-1-1 2 0 0,1 1-2 0 0,-1-1-18 0 0,0 0-66 0 0,0-1 51 0 0,1 1 22 0 0,0-1 7 0 0,0 0 2 0 0,1 1 2 0 0,1-2 5 0 0,0 1 8 0 0,1-2 39 0 0,1 1-52 0 0,0-2 9 0 0,0 0-4 0 0,0 0-1 0 0,0 1 0 0 0,0 0 0 0 0,-2 0 10 0 0,0 1 71 0 0,-1 1-94 0 0,-1 1 92 0 0,1 0-93 0 0,-1 1 93 0 0,-1-1-29 0 0,0 1-4 0 0,0 0-47 0 0,1 0 17 0 0,1-1-9 0 0,0 0-8 0 0,1-1 2 0 0,0-1 9 0 0,-1 0-18 0 0,2 0 6 0 0,-1 0 3 0 0,0 0-2 0 0,-1 0 1 0 0,-1 0 0 0 0,1 0-4 0 0,-1 0-4 0 0,0 1-4 0 0,-1 1-9 0 0,1 0 12 0 0,1 0 5 0 0,0-1-2 0 0,1-1 12 0 0,1 0 48 0 0,1-1-60 0 0,0-1 67 0 0,1 0-71 0 0,0-1 87 0 0,-1 1-41 0 0,1-1 14 0 0,0 0 8 0 0,-1 1 1 0 0,-1-1 14 0 0,1 1-3 0 0,1 0 2 0 0,-1 0 47 0 0,0 0-32 0 0,0 1-45 0 0,-1 0-37 0 0,0-1 6 0 0,-1 2-7 0 0,1-1 52 0 0,-1 0-62 0 0,-1-1 20 0 0,1 1 83 0 0,0-1-40 0 0,0-1-57 0 0,0 0 112 0 0,0-1-61 0 0,1-1 25 0 0,0-1-33 0 0,-1 0 5 0 0,1 0-46 0 0,0-2 12 0 0,0 0-6 0 0,1 0 61 0 0,-1 0-78 0 0,1 0 21 0 0,-1 0-17 0 0,-1 1 7 0 0,1 0 2 0 0,0 0 65 0 0,-1 1-79 0 0,1 0 73 0 0,-1 0-73 0 0,0 1 68 0 0,-1 0-63 0 0,-1 1 66 0 0,1 0-71 0 0,-1 0 73 0 0,0 1-74 0 0,1 0 27 0 0,-1-1-13 0 0,3 1 6 0 0,-1 0-2 0 0,1-1-3 0 0,1 0-9 0 0,2 0-2 0 0,-2 0-5 0 0,1-1 0 0 0,-1 1 10 0 0,1 0-8 0 0,-2 0 2 0 0,0 1 5 0 0,-3-1-2 0 0,0 0 11 0 0,-2 1-4 0 0,1 0 7 0 0,0-1 45 0 0,0 0-59 0 0,-1-1 80 0 0,1-1-94 0 0,0-1 81 0 0,1 0-68 0 0,-1-2 67 0 0,-1 0-24 0 0,2-2 12 0 0,-1 0-53 0 0,0-1 67 0 0,-1 0-27 0 0,0 1-48 0 0,1-1 21 0 0,-1 1-14 0 0,0 1 1 0 0,0 1 0 0 0,-3 1-9 0 0,0 1-2 0 0,-1 2-1 0 0,1 0 5 0 0,-1 0-53 0 0,-1 2 62 0 0,1 0-11 0 0,1 1 8 0 0,0-1 0 0 0,0 1 1 0 0,1-1 10 0 0,1-1 1 0 0,0-1 0 0 0,1-1 48 0 0,1 0-60 0 0,0 0 19 0 0,-1 0-10 0 0,0 0 5 0 0,0 1-2 0 0,0 1-13 0 0,-1 1-5 0 0,-1 0-46 0 0,0 1 58 0 0,-1 1-71 0 0,0 0 26 0 0,0 1-13 0 0,2-1 6 0 0,-1 1 45 0 0,2-1-13 0 0,1 0 7 0 0,2-2 10 0 0,2 0 113 0 0,1-2-78 0 0,0 0 48 0 0,1 0 2 0 0,1 1-43 0 0,-2 0 14 0 0,0 1-66 0 0,0 1 16 0 0,-1 1-68 0 0,-2 0 63 0 0,0 0-22 0 0,-1 2 3 0 0,-1-1 10 0 0,-1 1-8 0 0,0 1 7 0 0,-1-1 3 0 0,0 1 4 0 0,-1 0-1 0 0,0 0 1 0 0,0 0-9 0 0,1-1-63 0 0,2 0 31 0 0,2-1 34 0 0,4-2 2 0 0,2-1 64 0 0,3-2-76 0 0,2-1-45 0 0,0 1 82 0 0,-1-1 31 0 0,-3 2-54 0 0,-2 0 17 0 0,-2 2-15 0 0,-2 2 2 0 0,-2 1-1 0 0,-2 1 56 0 0,-1 1-53 0 0,-1 1 60 0 0,0 0-73 0 0,0 1 18 0 0,0-1-26 0 0,1 0 9 0 0,0-1-4 0 0,1-1 6 0 0,1-1-2 0 0,1-1-50 0 0,2-1-28 0 0,0-1-37 0 0,1 1 48 0 0,-1 0 71 0 0,-1 2-10 0 0,-2 3-47 0 0,-3 1-257 0 0,-1 2-182 0 0,-2 3-130 0 0,-5 3 6 0 0,-5 4-308 0 0,-7 4-268 0 0,-5 2-1430 0 0,-9 6-2868 0 0,2-3 2338 0 0</inkml:trace>
  <inkml:trace contextRef="#ctx0" brushRef="#br10" timeOffset="11265.064">9958 2386 1240 0 0,'0'0'0'0'0,"0"0"4064"0"0,0 0-2832 0 0,0 0 39 0 0,0 0-703 0 0,0 0-172 0 0,0 0-154 0 0,0 0-396 0 0,0 0-180 0 0,0 0-95 0 0,2 1 185 0 0,1 0 22 0 0,7-1-3294 0 0,3-1 2196 0 0,0-1-1041 0 0,-2 0 2326 0 0,0-1-319 0 0,-4 1 327 0 0</inkml:trace>
  <inkml:trace contextRef="#ctx0" brushRef="#br11" timeOffset="18252.235">9958 2386 156 0 0,'0'0'0'0'0,"23"-3"456"0"0,10 0-289 0 0,-5 1 754 0 0,-5 1 2381 0 0,-7 0-1958 0 0,-6 1-205 0 0,-5 1-471 0 0,-4 0-56 0 0,-1 1 5 0 0,-1-1-105 0 0,0-1-95 0 0,-1 1-138 0 0,2-1-210 0 0,0 0 129 0 0,1 0 143 0 0,2 0-37 0 0,-1 0-104 0 0,2 0-40 0 0,-1-2-39 0 0,0 0 34 0 0,0-1 7 0 0,1-2-10 0 0,1-1-14 0 0,-1-2-23 0 0,2-1 1 0 0,0-2-60 0 0,2-1-58 0 0,2-2 3 0 0,2-1-59 0 0,1-2-29 0 0,4-1 99 0 0,0-1-127 0 0,3 0 21 0 0,0-2 40 0 0,2 1-3 0 0,0-1 54 0 0,0 1-3 0 0,0 1 0 0 0,-1 1 3 0 0,-2 1 4 0 0,1 1-2 0 0,-2 1 15 0 0,1 0 43 0 0,-1 1-73 0 0,0 1 16 0 0,0-1-12 0 0,-1 1-74 0 0,0 1 49 0 0,0-1-19 0 0,1 1-24 0 0,-1-1 22 0 0,-1 1 53 0 0,2-1-105 0 0,-1 2 77 0 0,1 0-25 0 0,0 0 53 0 0,-1 2-61 0 0,0-1 77 0 0,-2 1-18 0 0,-1 1 6 0 0,-2 0 6 0 0,-1 1 7 0 0,-1 1 64 0 0,-3 0-96 0 0,0 1 31 0 0,-1 0-25 0 0,0 0-57 0 0,1 1 35 0 0,0 0-20 0 0,1 0-9 0 0,1-1 73 0 0,-1 1-31 0 0,2 0 17 0 0,0 1-8 0 0,1-2 12 0 0,1 1 2 0 0,-1-1 4 0 0,1-1-1 0 0,1 1 1 0 0,-1 0 0 0 0,-1 0 0 0 0,2 0 0 0 0,-2 0-5 0 0,0-1 2 0 0,1 0-10 0 0,-1 1 2 0 0,2-1-52 0 0,1 0 61 0 0,2 0-68 0 0,0-1 21 0 0,1-1-2 0 0,0 1-25 0 0,0 0 77 0 0,-1 0-14 0 0,0 0 78 0 0,-2 0 121 0 0,-1 1-105 0 0,-2 1 14 0 0,-1 0-101 0 0,-1 0 24 0 0,0 1-19 0 0,-2 0-3 0 0,0 1-4 0 0,0 0 6 0 0,0 0-3 0 0,-1 1 10 0 0,1 0 3 0 0,1 0-6 0 0,1 0 68 0 0,0 1-75 0 0,0 0 95 0 0,0 0 19 0 0,3-1-37 0 0,-1 1 64 0 0,1 0-47 0 0,0 0-32 0 0,2 1-51 0 0,0-1 72 0 0,1-1-97 0 0,1 1 34 0 0,0-1-21 0 0,1 0-58 0 0,1 0 68 0 0,0 0-28 0 0,0 0 23 0 0,1 1 42 0 0,-2 0 166 0 0,0 0-77 0 0,-3 1 39 0 0,-2 1 22 0 0,-2-1-11 0 0,-2 1-94 0 0,-1 1-37 0 0,-1-1 23 0 0,-1 1-15 0 0,1-1-11 0 0,2 0-56 0 0,0 0 10 0 0,2 0-3 0 0,1 0 12 0 0,2-1 44 0 0,-1 2-58 0 0,0-2 66 0 0,-1 1-66 0 0,1 0 80 0 0,-3-1-84 0 0,0 1 86 0 0,-1 0 2 0 0,-1 0 29 0 0,0 1-60 0 0,0-1 67 0 0,0 1-129 0 0,1-1 140 0 0,0 2-101 0 0,0-1-15 0 0,2 1 79 0 0,1 0-107 0 0,1 0 85 0 0,-1 0-78 0 0,1 1 18 0 0,1 0 3 0 0,-1-1-8 0 0,1 1 68 0 0,-1 0-34 0 0,0 0 10 0 0,0 0 17 0 0,0 0 8 0 0,0 1 13 0 0,-1 0-30 0 0,1-1-50 0 0,0 2 54 0 0,0-1-71 0 0,1 1 20 0 0,-1 0-7 0 0,2 0 5 0 0,0 1-2 0 0,0 1 62 0 0,2-1-69 0 0,0 1 19 0 0,2 0 96 0 0,1 0-132 0 0,-1-1 39 0 0,0 0 38 0 0,-2-1-6 0 0,1 0-56 0 0,-3 0 23 0 0,-1 1-19 0 0,-1-1 3 0 0,0 1 9 0 0,0 0-8 0 0,0 0 49 0 0,-1 1-51 0 0,2 0 55 0 0,1 1 44 0 0,0 1 49 0 0,1-1-181 0 0,0 1 53 0 0,0 0-19 0 0,-1 0-2 0 0,-1-1-3 0 0,-1 0-4 0 0,-1 0 0 0 0,0-1 0 0 0,-1 0-4 0 0,0-1 0 0 0,-1 1 5 0 0,0-1-6 0 0,1 2 11 0 0,0-1 10 0 0,1 1 87 0 0,0 1-126 0 0,0 0 41 0 0,1 0-23 0 0,-1 0 7 0 0,0 0 2 0 0,0 0 13 0 0,-2 0 39 0 0,1 2-47 0 0,0-1 12 0 0,-2 1-9 0 0,0 2 5 0 0,0-1-6 0 0,-1 2 1 0 0,2-1 5 0 0,-1 0 82 0 0,1 0-121 0 0,0 0 27 0 0,1-2-16 0 0,-1 0 18 0 0,0 0 8 0 0,0 0-15 0 0,-1 0 21 0 0,0 0 63 0 0,1 0-84 0 0,0 0 25 0 0,1-1 34 0 0,1 1 19 0 0,0-2-91 0 0,-1 0-31 0 0,1-1 51 0 0,0 0-21 0 0,0-1 6 0 0,-1 1 14 0 0,1 0-4 0 0,1-1 6 0 0,-1 0 9 0 0,0 0-16 0 0,0 0 0 0 0,0-1 0 0 0,1 1 3 0 0,0-1 4 0 0,0 2-5 0 0,0 0 11 0 0,2 2-13 0 0,1 0 5 0 0,1 1 7 0 0,1 1 49 0 0,-1 0-74 0 0,1 1 25 0 0,-2-1-5 0 0,0 2-5 0 0,-3 0 11 0 0,0 0 43 0 0,-1 1 49 0 0,0-1-122 0 0,0 0 35 0 0,-1-1-14 0 0,-1 0-15 0 0,0-1 8 0 0,-2-1 7 0 0,0 1 7 0 0,1-1 50 0 0,-1 0-65 0 0,0 1 83 0 0,1 0-85 0 0,0 0 180 0 0,-1 2-203 0 0,0-1 52 0 0,0 1-23 0 0,1 1-56 0 0,-1-1 75 0 0,0-1 32 0 0,0-1 38 0 0,1 0-37 0 0,-1-1-40 0 0,1 0 141 0 0,-1-1-128 0 0,1 0-19 0 0,-1 0-55 0 0,1-1-1 0 0,-2 0 4 0 0,1 0 0 0 0,0-1 57 0 0,0 0 40 0 0,0 0-4 0 0,1 0-39 0 0,0 0 56 0 0,0 1-61 0 0,0 0 18 0 0,1 2-11 0 0,0 0-8 0 0,1 1-7 0 0,1 1 6 0 0,-1 1 2 0 0,0-1 18 0 0,1 1 47 0 0,0-2-73 0 0,-1 0 76 0 0,-1-1-14 0 0,1-1-56 0 0,0-1 23 0 0,0-1-9 0 0,1 0 0 0 0,-1 0-10 0 0,0-1 18 0 0,1 1 87 0 0,2-1-85 0 0,0 1-21 0 0,0 1-54 0 0,0-1 14 0 0,1 2 37 0 0,0 0-64 0 0,1 0 73 0 0,0 0-22 0 0,0 1-40 0 0,-1-1 70 0 0,-1-1-28 0 0,0-1 14 0 0,-1-1 3 0 0,-1-1 9 0 0,-1 0-2 0 0,-1 1 43 0 0,-2-1-54 0 0,1 1 13 0 0,-1 0-4 0 0,0 1-11 0 0,1 0-1 0 0,0 1-10 0 0,2 0-58 0 0,0 1 81 0 0,2 0-18 0 0,2 0 2 0 0,-1 0 7 0 0,2 1-15 0 0,-2-1 8 0 0,0-1 2 0 0,-1 0 4 0 0,-1-1 0 0 0,-1 0 4 0 0,0 1 4 0 0,0-1 0 0 0,-1 1-10 0 0,1 0-10 0 0,-1 0-73 0 0,2 0 38 0 0,1 0 41 0 0,0-1-61 0 0,0 1 78 0 0,1-1-19 0 0,1 1 12 0 0,-1 1 4 0 0,1-1-10 0 0,1 1 8 0 0,0 1-2 0 0,1 0 84 0 0,0 0-108 0 0,2 0 31 0 0,-1 0-85 0 0,1 0 11 0 0,0 0 2 0 0,1 0 61 0 0,1 0-8 0 0,0-1 165 0 0,-1 0-141 0 0,1 0-2 0 0,-1 0 2 0 0,-1 0-4 0 0,0 0 74 0 0,-1 0-58 0 0,-2 1-30 0 0,-2-1 0 0 0,0 2 0 0 0,-1 0 2 0 0,-1 0 0 0 0,-1 2 4 0 0,-2 0 0 0 0,0 0-5 0 0,-1 0-8 0 0,2 0 3 0 0,0 1-7 0 0,1-1 16 0 0,1 2 125 0 0,1-1-20 0 0,0 2-117 0 0,0 0 30 0 0,0 1-20 0 0,1 1 98 0 0,1 0-76 0 0,0 2-24 0 0,-1-1-1 0 0,0 1-9 0 0,-1 1 4 0 0,-1-1-1 0 0,-1 1-10 0 0,0-1 8 0 0,-1 0 2 0 0,0-1 9 0 0,0 0-2 0 0,1 0 10 0 0,1 0 49 0 0,1 0-4 0 0,2 0-65 0 0,-1 2 95 0 0,1-1 68 0 0,0 2-121 0 0,0 1-17 0 0,1 2-7 0 0,-1 1-10 0 0,0 1-5 0 0,1 0 1 0 0,0 0 8 0 0,1 0-2 0 0,2 1 1 0 0,1-1 4 0 0,2 0 4 0 0,0 1 0 0 0,2 1 4 0 0,0-1-5 0 0,1 0 2 0 0,1 0-1 0 0,1 0 9 0 0,0 0-16 0 0,-1-1 5 0 0,-2-1-7 0 0,0 0 2 0 0,-2-2-6 0 0,-1 0-8 0 0,-3-1-2 0 0,0 0-75 0 0,0-1 109 0 0,-2-1-31 0 0,2 0 2 0 0,0 0-90 0 0,1 0 63 0 0,1 2 41 0 0,1 0-13 0 0,-1 1 9 0 0,0 1-14 0 0,-1 0 8 0 0,-1 1 7 0 0,-2 1-7 0 0,-2-1 7 0 0,-1-1-1 0 0,-1 0 14 0 0,0-2-18 0 0,1 0-4 0 0,0-2-3 0 0,0 0 0 0 0,0-1 8 0 0,2 0-7 0 0,-1 1-2 0 0,1-1 5 0 0,1 0-1 0 0,0 1 9 0 0,1 0-7 0 0,1 0 3 0 0,-1 0 3 0 0,1 0 4 0 0,1 1-5 0 0,-1-1 11 0 0,2 0 1 0 0,-1 0-13 0 0,0 0-1 0 0,2 2-10 0 0,0-1-67 0 0,1 1-76 0 0,2 1-34 0 0,0 0-92 0 0,2 0 197 0 0,1 1-78 0 0,0-2 187 0 0,1 1-46 0 0,-1-1 96 0 0,0-1-11 0 0,0-1 40 0 0,-1 0-21 0 0,0-1 8 0 0,-2 0-49 0 0,2-1-33 0 0,0 1 7 0 0,-1-1-17 0 0,0 0-6 0 0,-1 0-73 0 0,0 0 90 0 0,-2-1-101 0 0,0 0 39 0 0,-1 0 53 0 0,0-1-64 0 0,-1 1 79 0 0,1-1-19 0 0,-1 1 17 0 0,0-1 58 0 0,1 1-76 0 0,-2-1 110 0 0,-1 1-122 0 0,-1-1 28 0 0,0 0-9 0 0,-2 0-58 0 0,-1 0-17 0 0,1 1 76 0 0,0-1-21 0 0,0-1 10 0 0,1 1-5 0 0,1-1 2 0 0,0 0 13 0 0,1 0 0 0 0,1 0 2 0 0,-1 1-5 0 0,2 0 2 0 0,0 1-11 0 0,0 0-48 0 0,-1 0 18 0 0,-1 0-242 0 0,1 0 226 0 0,0 1-8 0 0,-1-1-110 0 0,0 1 200 0 0,-2-1-46 0 0,1 1 32 0 0,-2 0-2 0 0,0 0 58 0 0,-1 0 2 0 0,-1-1-71 0 0,-1 0 19 0 0,-2 0-14 0 0,0 0 71 0 0,-1-1-82 0 0,-1 0 18 0 0,-1-1 51 0 0,-1 0-9 0 0,1-1-64 0 0,-1 0 21 0 0,1 0-15 0 0,0 0 6 0 0,1-1 3 0 0,0 1 126 0 0,2 0-8 0 0,0 1 70 0 0,1 0 86 0 0,1 1-62 0 0,0 2-16 0 0,0 0-41 0 0,-1 1 50 0 0,-1 0-75 0 0,0 1-6 0 0,-1-2-70 0 0,0 0-50 0 0,-1-1 112 0 0,1-3-90 0 0,0-1-26 0 0,1-1 3 0 0,0-2-62 0 0,1-1 15 0 0,0-2 34 0 0,1 1-12 0 0,0-1-36 0 0,0 0 7 0 0,0-1-14 0 0,0 1-16 0 0,1 0 78 0 0,1-1-93 0 0,0 0 100 0 0,2 0-105 0 0,0 0 18 0 0,1 0 86 0 0,2 0-19 0 0,1 1 20 0 0,-1 0-1 0 0,1 1-9 0 0,0 1-6 0 0,0 1 2 0 0,1 0 7 0 0,-1 1 2 0 0,0 1-4 0 0,1-1-68 0 0,-1 0 84 0 0,-1 0-28 0 0,0 0-1 0 0,-1-1 8 0 0,-2-1-2 0 0,-1 0-5 0 0,-2-1 2 0 0,-1-2-48 0 0,-1-1 4 0 0,0 0-64 0 0,-1-1 90 0 0,1-1 13 0 0,1 0-58 0 0,2 1 17 0 0,1-1-76 0 0,2 1 65 0 0,1 0-41 0 0,1 0 72 0 0,-1-1-24 0 0,1-1 56 0 0,-2 1-13 0 0,-1-2-36 0 0,-1 0 68 0 0,-2 0-36 0 0,0 0 12 0 0,-1 0-86 0 0,1-1-9 0 0,-1 1 128 0 0,1-1-41 0 0,-1 2 18 0 0,1-1-10 0 0,0 2-1 0 0,1 0 4 0 0,0 1-6 0 0,0-1 11 0 0,0 0-55 0 0,0 0 73 0 0,1 0-85 0 0,0-2 72 0 0,1 0-63 0 0,-1-1-1 0 0,0-1 0 0 0,1 0-13 0 0,0-1-76 0 0,2 0 87 0 0,0 0 49 0 0,0 2-112 0 0,2 0-95 0 0,0 1 57 0 0,0 1 135 0 0,-1 2-5 0 0,0 0 31 0 0,-2 1 103 0 0,-2 0-41 0 0,-1 0-9 0 0,-1-1 16 0 0,-2-1 11 0 0,0-2-18 0 0,0 0-2 0 0,2-1-56 0 0,2-1 71 0 0,3 0-47 0 0,1-1-28 0 0,2-1-182 0 0,0 0-40 0 0,3 0 119 0 0,-2 0-24 0 0,0-1 29 0 0,0 0 59 0 0,1-1 37 0 0,0-1-179 0 0,1-1 70 0 0,-1 0 33 0 0,1-1 78 0 0,1-1-9 0 0,1 0 10 0 0,1-1-72 0 0,1 0-124 0 0,1 0-105 0 0,-1 0-304 0 0,0 0-202 0 0,0 0 251 0 0,0 1 48 0 0,0-1 36 0 0,-2 0-72 0 0,-1 0 164 0 0,-1 0 147 0 0,-1-1 248 0 0,0 0-40 0 0,0-1 98 0 0,1-1 59 0 0,0-2 94 0 0,3-1 144 0 0,2-2 104 0 0,4-1 46 0 0,3-1-242 0 0,2-2-117 0 0,3 0-156 0 0,3-1-118 0 0,2 0 99 0 0,0 0-259 0 0,0 0-75 0 0,-1 1-106 0 0,-2 0 36 0 0,-2 0-18 0 0,-2 0 71 0 0,-3 0-122 0 0,-1 0 171 0 0,-3 0 227 0 0,-2 0 70 0 0,-1-1 77 0 0,-1 1 123 0 0,-1-1 194 0 0,0 1 152 0 0,-1 0-291 0 0,0 0-111 0 0,-2 0-111 0 0,1 1-217 0 0,-2 0-104 0 0,1 0-55 0 0,-1 1 118 0 0,0 1 274 0 0,0 0-26 0 0,0 0 45 0 0,2-1 3 0 0,0-1 179 0 0,3 0 29 0 0,3-1 152 0 0,2-2 76 0 0,4 0-135 0 0,2 0-38 0 0,3-1 22 0 0,1 0-390 0 0,2 0 94 0 0,-2 1-380 0 0,-1 0-57 0 0,-4 0-168 0 0,-4 1-162 0 0,-4 0-11 0 0,-5 1-85 0 0,-3 0-42 0 0,-4 0 216 0 0,-2 0 67 0 0,0-1 468 0 0,-2-1 74 0 0,1 0 224 0 0,0-1 214 0 0,1 1 48 0 0,2 0 71 0 0,1 0 52 0 0,0 1-111 0 0,0 1-51 0 0,0 1-325 0 0,-1 0-43 0 0,-1 1-21 0 0,-2 0-100 0 0,-1 0-197 0 0,-2-1-70 0 0,-1 0 64 0 0,-1-1 194 0 0,1 0-10 0 0,-1-2 48 0 0,2-1 26 0 0,1 0 28 0 0,3-2 0 0 0,3-1 228 0 0,4 1-22 0 0,4-1 234 0 0,3 0 156 0 0,4 1 105 0 0,2 1 95 0 0,0 1-198 0 0,-1 1-150 0 0,-1 1-301 0 0,-4 1-5 0 0,-3 0-14 0 0,-4 1-33 0 0,-2-2-104 0 0,-4 0 24 0 0,-1 0-28 0 0,0 0-30 0 0,0-2 55 0 0,1 0 74 0 0,0-1-23 0 0,3 1-71 0 0,0-1 169 0 0,2 0 7 0 0,1-1 87 0 0,-1 1 153 0 0,1-1-129 0 0,-2 1-141 0 0,-3 0-61 0 0,-1 0-73 0 0,-3 0 2 0 0,-2 0-14 0 0,-1 1 10 0 0,-3 0 48 0 0,-1 0-65 0 0,-2 1 22 0 0,-1 0-142 0 0,0 0 71 0 0,-1-1-1 0 0,-1-1 11 0 0,0 1-14 0 0,2-2-8 0 0,1 0 86 0 0,2 1-21 0 0,2 0 76 0 0,0 2 5 0 0,1 2 49 0 0,0 2-28 0 0,1 1 44 0 0,-1 2-44 0 0,-2 0-89 0 0,1 1 85 0 0,-3-1-92 0 0,-2 1 133 0 0,0-2-72 0 0,0-1 6 0 0,0 0 52 0 0,1-1-8 0 0,2 0-24 0 0,1 0 85 0 0,3-1 30 0 0,1 1 28 0 0,1 0-34 0 0,1 1-159 0 0,1-1-12 0 0,-1 0-12 0 0,1 0-22 0 0,-1 1 18 0 0,1 0-1 0 0,1 0-4 0 0,0 0 104 0 0,2 0-2 0 0,0 1 7 0 0,1-2 9 0 0,2 1-20 0 0,1 0 20 0 0,1-1-49 0 0,1-1-66 0 0,1 0 125 0 0,1-2-145 0 0,-1 1 40 0 0,0 0-18 0 0,-2 0 5 0 0,-2 0-11 0 0,-2 1-80 0 0,-2-1 87 0 0,-3 1-63 0 0,0-2 70 0 0,-3 0-19 0 0,2 0 2 0 0,-1-1-68 0 0,2 1 93 0 0,0-2-26 0 0,2 2 10 0 0,1-1 70 0 0,2 0-20 0 0,1 1-51 0 0,1 0 106 0 0,-1 0-52 0 0,-2 2-52 0 0,0-1 133 0 0,-3 2-24 0 0,-1-1-40 0 0,-3 2-62 0 0,-2-1 6 0 0,-1 1-4 0 0,-1 0-7 0 0,-2 0-8 0 0,2-1-53 0 0,3-2 60 0 0,1-1-16 0 0,3-3 10 0 0,2-2-5 0 0,4-2 6 0 0,4-2 3 0 0,2 0 98 0 0,1 0-14 0 0,1 0-93 0 0,-2 3 27 0 0,-1 2 33 0 0,-4 4-9 0 0,-4 1-50 0 0,-4 4 11 0 0,-2 1-16 0 0,-4 1-2 0 0,-1 1 0 0 0,0-1-90 0 0,0 1-2 0 0,0-3 23 0 0,2 0 34 0 0,1-2-41 0 0,3-2 90 0 0,3-2-25 0 0,3-2 24 0 0,2-2-4 0 0,3 0 11 0 0,2-1 58 0 0,0 0-85 0 0,0 2 23 0 0,-1 3-18 0 0,-2 1-53 0 0,-2 2 84 0 0,-3 3 28 0 0,-1 0-62 0 0,-3 2 24 0 0,0-1-13 0 0,-2-1-82 0 0,-1 0 102 0 0,1-2-81 0 0,0-1 71 0 0,-1-1-24 0 0,1-2 17 0 0,2-1 1 0 0,-1-1 57 0 0,1 1-58 0 0,1 0 66 0 0,0 2-65 0 0,-1 2 164 0 0,0 1-61 0 0,-1 1 24 0 0,0 0-16 0 0,0 1-122 0 0,0-1 34 0 0,-1-1-23 0 0,1 0-54 0 0,0-2 57 0 0,1 0-67 0 0,1-2 66 0 0,2 0-61 0 0,-1 0-15 0 0,3 1-10 0 0,0 0 92 0 0,0 0-33 0 0,2 2 29 0 0,-1 0 4 0 0,1 0 4 0 0,0 1-4 0 0,-2 1 6 0 0,-1-1-15 0 0,0 1-10 0 0,-1-1 11 0 0,0-1-4 0 0,-2-1-51 0 0,0-1-31 0 0,1 0-8 0 0,0-1 29 0 0,0 0 64 0 0,0 1-12 0 0,0 0 0 0 0,0 0-66 0 0,0 0 27 0 0,2 1-12 0 0,0 0 75 0 0,1 0-20 0 0,2 0 10 0 0,1 1-10 0 0,0 0 4 0 0,-1 0 2 0 0,-1 2 4 0 0,-2 0 98 0 0,-1 0-52 0 0,-2 2-44 0 0,-1-1 6 0 0,-2 0-81 0 0,-1 0 90 0 0,-1 0-27 0 0,-2-1 10 0 0,0-1-56 0 0,1-1-45 0 0,-1-1-51 0 0,1-1 55 0 0,2-1 53 0 0,1-1 23 0 0,3-1-71 0 0,4 1 54 0 0,1 0 43 0 0,1 0-9 0 0,2 2 17 0 0,-2 1-7 0 0,1 1 2 0 0,-3 1 66 0 0,0 0-76 0 0,-3 1 54 0 0,-1 0-62 0 0,-1 0-152 0 0,-1 0 94 0 0,-1 0-54 0 0,-1-1-2 0 0,1 1 72 0 0,-1-1-36 0 0,1 1 47 0 0,1-1 30 0 0,0 1-49 0 0,2 0 0 0 0,2 0 12 0 0,1-1-1 0 0,1 1 56 0 0,3-1 60 0 0,0-1 42 0 0,2 1 303 0 0,-1-1-374 0 0,2 0 54 0 0,-1 2-87 0 0,-1 0 4 0 0,-2 2 159 0 0,0 1-132 0 0,-3 1-17 0 0,0 1-3 0 0,-1 0-16 0 0,-1 1 11 0 0,-1-1 0 0 0,0 1 1 0 0,-1-1-10 0 0,1-1-1 0 0,-1-1 0 0 0,2-1-11 0 0,1-1-62 0 0,1-1 83 0 0,2 1-19 0 0,-1 0 6 0 0,0 1 63 0 0,0 1-8 0 0,-1 1-50 0 0,-1 2 63 0 0,0 0-25 0 0,-2 1-39 0 0,0 0 22 0 0,-2 1-14 0 0,-1-1-2 0 0,0 0-9 0 0,-1 0-7 0 0,2-2-78 0 0,-1 1 36 0 0,0-1-26 0 0,2-1 15 0 0,1 1 56 0 0,0-1-62 0 0,2-1 77 0 0,0 0-17 0 0,1 0 207 0 0,2 0-252 0 0,-1 0 93 0 0,-1 1-35 0 0,-2 1-2 0 0,-2 2 5 0 0,0 0 8 0 0,-1 2-21 0 0,-1 0 7 0 0,-2 0-17 0 0,-1 1 8 0 0,0 1 7 0 0,-1 0-7 0 0,0 0 12 0 0,-1 0-8 0 0,1 0 7 0 0,-1 1-6 0 0,0 0 2 0 0,0 0-11 0 0,0 1-1 0 0,1 0-89 0 0,0 0 127 0 0,0 0-32 0 0,1 1 7 0 0,1-1 7 0 0,0 1 59 0 0,0-1-26 0 0,1 0-35 0 0,1-1 7 0 0,0 1-5 0 0,1-1-11 0 0,-1 0 8 0 0,0 0-2 0 0,2 0 0 0 0,-1 0-5 0 0,1 0 16 0 0,0 0 55 0 0,-1 0-75 0 0,1 0 82 0 0,0-1-35 0 0,0 1-35 0 0,0 0 114 0 0,0 0-35 0 0,-1 0-47 0 0,0 0-38 0 0,-2 1 7 0 0,0 0-8 0 0,0 1 0 0 0,-1-1 0 0 0,0 1-5 0 0,1-1-3 0 0,-1 1-4 0 0,1-1 5 0 0,0 0 3 0 0,0 1-10 0 0,-1 0 8 0 0,1 0 2 0 0,-2 0 4 0 0,-1 0 0 0 0,-1 1 0 0 0,-1 0 4 0 0,0 0 4 0 0,-1 0 46 0 0,-1 0-54 0 0,0 1 78 0 0,-1 0-36 0 0,1 0 7 0 0,0-1 0 0 0,2 0 45 0 0,0 0-26 0 0,2 0-70 0 0,1-1 22 0 0,0 0-8 0 0,0 1 56 0 0,1-1-12 0 0,-2 1-58 0 0,-1 0 24 0 0,-2 0-15 0 0,0 1 2 0 0,-1 0 3 0 0,0 0-5 0 0,-1 0-8 0 0,2 0 7 0 0,1 0-12 0 0,1-1 13 0 0,1 0-14 0 0,2 0 9 0 0,1-1-7 0 0,1 0-3 0 0,-1 0-46 0 0,0 0 59 0 0,0 0-15 0 0,-2 1 6 0 0,0 0 4 0 0,-2 0 4 0 0,-1 1 4 0 0,0-1 4 0 0,0 0 0 0 0,0 1 88 0 0,0 0-43 0 0,2-1-6 0 0,0 0-56 0 0,1 1 14 0 0,0-1-5 0 0,1 0 9 0 0,0 0 54 0 0,0 1-11 0 0,-1-1 3 0 0,-1 1 6 0 0,-1 0 41 0 0,0 0-31 0 0,-2 0 16 0 0,1 0-8 0 0,0 0 6 0 0,0 0-15 0 0,2 0 13 0 0,1 0-28 0 0,1 0-57 0 0,2 0 62 0 0,2 0-69 0 0,-1 0 15 0 0,2 0-10 0 0,-2 0 71 0 0,0 0-17 0 0,0 1 5 0 0,-1-1 2 0 0,0 1-11 0 0,0 0-1 0 0,1 1-47 0 0,0 0 59 0 0,1 0-66 0 0,1 1 10 0 0,3 1-8 0 0,0-1-10 0 0,2 1-53 0 0,0 1 28 0 0,0-1 30 0 0,0 0-57 0 0,0-1 80 0 0,-1 1-19 0 0,0 0 17 0 0,1 0 2 0 0,-2 1 38 0 0,1 0-62 0 0,-1 0 21 0 0,0 0 1 0 0,-1-1-2 0 0,0 1 57 0 0,-2 0-26 0 0,1 0-40 0 0,0 0 14 0 0,0 1-4 0 0,1 1 0 0 0,1 0 0 0 0,-1 0-5 0 0,1 0 2 0 0,1 0-6 0 0,-1 0 11 0 0,-1-1-3 0 0,1 0-4 0 0,-3 0-8 0 0,0-1 7 0 0,0-1 2 0 0,-1 1 4 0 0,0 0 88 0 0,-1 1-113 0 0,1 0 80 0 0,1 1-67 0 0,1 0 13 0 0,1 1-9 0 0,1 0 5 0 0,0 1-11 0 0,1 1 13 0 0,1 1-14 0 0,-1-1 5 0 0,1 2-7 0 0,0-1-3 0 0,0 2 1 0 0,0-1 8 0 0,0 1-2 0 0,1-1 1 0 0,0 1-10 0 0,0-1 13 0 0,0 1 0 0 0,-2 0 1 0 0,1-1-5 0 0,-2 1 11 0 0,1-1-13 0 0,-1 0 0 0 0,0-1 0 0 0,-1 0 3 0 0,0-1 0 0 0,0 0 0 0 0,1 0 4 0 0,-2 0 0 0 0,1 1-5 0 0,0 0 6 0 0,-2 0-6 0 0,1 0 2 0 0,-1 1-1 0 0,0 1 0 0 0,0 0 4 0 0,1 1-5 0 0,0 0 2 0 0,1 1-1 0 0,-1 0-14 0 0,2 0 8 0 0,0 0-2 0 0,0 1 0 0 0,0 0-75 0 0,0 1 106 0 0,0 0-35 0 0,-1 1 7 0 0,0 0-3 0 0,-2 1 10 0 0,-1 1-13 0 0,-2 0-61 0 0,0 0 36 0 0,-1 1 37 0 0,1 0-64 0 0,0 0 74 0 0,0-1-27 0 0,1 1-71 0 0,0-1 27 0 0,1-1-17 0 0,-1 1 20 0 0,1-1-19 0 0,-1 1 15 0 0,0 0 0 0 0,1 1-74 0 0,2 1 166 0 0,3 1 98 0 0,2 1-172 0 0,2 0 37 0 0,2 1-61 0 0,0 1 70 0 0,2 0-23 0 0,-1 1-34 0 0,1 0 54 0 0,-1-1-163 0 0,-2 0 146 0 0,-1-1-259 0 0,-1-1 330 0 0,-4-1-219 0 0,-1-1 102 0 0,-1-1 73 0 0,-3 0-24 0 0,-1-1-28 0 0,-2-1-49 0 0,-2 0 100 0 0,0 1-19 0 0,-1 1 82 0 0,0 0 108 0 0,0 2-227 0 0,1 1-55 0 0,3 0 139 0 0,2 2-83 0 0,3 0 63 0 0,4 0-33 0 0,3-1-27 0 0,1 0-33 0 0,2-2-153 0 0,0-1 273 0 0,0-2-276 0 0,-1 0 278 0 0,0-2-175 0 0,-3 0 148 0 0,-1-2-134 0 0,-2 1 97 0 0,-1-1 16 0 0,0 0 234 0 0,-1 0-300 0 0,-1 1 41 0 0,-2-2 30 0 0,-1 1-124 0 0,0-1 68 0 0,0 1 61 0 0,2 0 148 0 0,2 0-204 0 0,0 0-115 0 0,2 0 118 0 0,1 0 47 0 0,1-1 40 0 0,1 1-58 0 0,1 0-14 0 0,-1 1-34 0 0,0-1 66 0 0,-2 1-139 0 0,-2-1 172 0 0,1 0-156 0 0,0 1 150 0 0,-1-1 101 0 0,0 2-82 0 0,1-1-48 0 0,0 0 11 0 0,0 1-29 0 0,0-1 23 0 0,0 0 81 0 0,0 0 90 0 0,-2 0-221 0 0,-3-2 64 0 0,-4-1-133 0 0,-1-1 146 0 0,-3-1-44 0 0,-1-1 128 0 0,0 0-32 0 0,-1 0-26 0 0,3 0-63 0 0,0 1 20 0 0,3 0 31 0 0,3 2-59 0 0,3 0-200 0 0,2 1 155 0 0,3 0 52 0 0,2 2-550 0 0,1 0 490 0 0,2 1 46 0 0,0 0-183 0 0,0 1-89 0 0,1 0 71 0 0,-1 0 79 0 0,1 0 151 0 0,-1 0 26 0 0,1 0 106 0 0,-1-1 42 0 0,-1-1-134 0 0,-1 0 59 0 0,-2-1 128 0 0,-2-1-60 0 0,-2-1-146 0 0,-4-1 56 0 0,-3 0-93 0 0,-3-1 25 0 0,-3 1-1 0 0,-2 1 35 0 0,-3 1 23 0 0,-2 1-8 0 0,-3 2-78 0 0,2 2 27 0 0,0 2 156 0 0,1 1-151 0 0,3 3-16 0 0,4 0 168 0 0,3 1-220 0 0,6 1 71 0 0,4-2-24 0 0,3 1 28 0 0,2-2-36 0 0,1 0-161 0 0,0-2-1 0 0,-1 1-53 0 0,1-1-187 0 0,-1 2 59 0 0,0 0 105 0 0,-2 0 23 0 0,-1 2-310 0 0,-2 0 51 0 0,-2 2 132 0 0,-1 0-82 0 0,0 1-94 0 0,-3 2-383 0 0,0 1-567 0 0,-4 3-649 0 0,-1-2-6237 0 0,-2 1 9188 0 0,-2-8-1703 0 0</inkml:trace>
  <inkml:trace contextRef="#ctx0" brushRef="#br12" timeOffset="22498.658">7842 4979 416 0 0,'0'0'0'0'0,"0"0"68"0"0,0 0-75 0 0,0 0 31 0 0,0 0 80 0 0,0 0-11 0 0,0 0-98 0 0,0 0 32 0 0,0 0 50 0 0,0 0 24 0 0,0 0 1673 0 0,-3 1-399 0 0,0 0-29 0 0,-1 0 114 0 0,2 2-250 0 0,-1-1-249 0 0,2 1-145 0 0,0 0-183 0 0,1 0-197 0 0,0-1-146 0 0,0 0-87 0 0,0 0-38 0 0,0-1-54 0 0,0 0-15 0 0,0 0 13 0 0,0 0 138 0 0,0 0 128 0 0,0 0 15 0 0,0 1-16 0 0,0-1-93 0 0,0 1-16 0 0,0-1-21 0 0,0 1 45 0 0,0 0-48 0 0,0 1-55 0 0,0 1-63 0 0,0-1-11 0 0,0 1-56 0 0,0-1-40 0 0,0 1 3 0 0,0-1-16 0 0,-1 0-2 0 0,-1 1-1 0 0,0-1-60 0 0,0 1-26 0 0,0 0-24 0 0,0 1-30 0 0,-1-1-56 0 0,1 2-58 0 0,0-2-2 0 0,-1 2-10 0 0,0-2 73 0 0,1 1 81 0 0,0-1 117 0 0,0-1-25 0 0,0 0 156 0 0,0 0 2 0 0,1-2 22 0 0,0 0 7 0 0,1 0 10 0 0,0-1-17 0 0,0 0-36 0 0,0 0-22 0 0,0 0-54 0 0,0 0-48 0 0,-1 0 8 0 0,0 0-22 0 0,1 0-56 0 0,-2 0 14 0 0,0 1 62 0 0,-1 1-24 0 0,0 0 20 0 0,-2 1 6 0 0,-1 1 3 0 0,-2 1 75 0 0,-1 0-95 0 0,-1 1 78 0 0,0 1-70 0 0,-2 1 127 0 0,0 0-14 0 0,-1 1 13 0 0,-1 0-44 0 0,0 0-80 0 0,-1 1 86 0 0,1-1-51 0 0,0 0-28 0 0,2 0 10 0 0,0-1-1 0 0,2 0-11 0 0,-1 0-1 0 0,1-1 51 0 0,-1 1-67 0 0,1-1 78 0 0,0 2 5 0 0,0-1-14 0 0,-1 2 4 0 0,-2 0-62 0 0,1 0 26 0 0,-2 1-16 0 0,1-1-7 0 0,0 1 7 0 0,0-1-3 0 0,0-1 1 0 0,0 0 0 0 0,1-1 0 0 0,0 1-4 0 0,0 0 0 0 0,0 0 5 0 0,-1 2 50 0 0,0 0-71 0 0,1 1 34 0 0,-1 1 63 0 0,0 0-52 0 0,0 0 24 0 0,-2 0-52 0 0,1 0 74 0 0,1-1-42 0 0,-1 1-43 0 0,0-1 14 0 0,0 0-78 0 0,0 0 2 0 0,0 0-20 0 0,0 1 44 0 0,-1 1-23 0 0,1-1-10 0 0,0 1 78 0 0,-1 0-70 0 0,1 1 84 0 0,0 0-14 0 0,0 1 5 0 0,-1-1 54 0 0,1 0-67 0 0,0-1 27 0 0,-2 1-13 0 0,0-1 48 0 0,-2 0-70 0 0,0 1 9 0 0,-1 1-50 0 0,-2 1-4 0 0,-2 1-11 0 0,-3 3-4 0 0,-4 3-1 0 0,-3 3-163 0 0,-4 1 210 0 0,-1 2 18 0 0,-1 0 73 0 0,1 0 33 0 0,-1-1-29 0 0,1-1-60 0 0,-1 1 268 0 0,1-1-68 0 0,-1-1-47 0 0,1-1-88 0 0,1-1-7 0 0,1 0 20 0 0,1-2 35 0 0,2 1-42 0 0,2-1-31 0 0,1 1-47 0 0,4-1 4 0 0,1 1-11 0 0,1-1 10 0 0,3 0-3 0 0,2-2 10 0 0,0 0-12 0 0,2-2-5 0 0,2-1 6 0 0,0-1-7 0 0,0-1 2 0 0,1 0-67 0 0,0-1 38 0 0,-2 1 27 0 0,0 1-60 0 0,-2 1 30 0 0,0 2-15 0 0,-3 1 49 0 0,-1 2-74 0 0,-1 1 89 0 0,-1 0-32 0 0,-2 1-50 0 0,0-1 86 0 0,-1 1-23 0 0,0-1 22 0 0,0-1 2 0 0,1-1-9 0 0,1 0-6 0 0,0 0-115 0 0,2-2 27 0 0,2 0 22 0 0,2-1 63 0 0,0 0-81 0 0,1 0 90 0 0,0 0-73 0 0,2-1 77 0 0,1-1-17 0 0,0 0 11 0 0,0-1 144 0 0,0 0-87 0 0,1-1-13 0 0,1 1-40 0 0,-1-1-3 0 0,1 0-18 0 0,0 2-99 0 0,0-1 54 0 0,1 1-22 0 0,0 1-24 0 0,0 0 50 0 0,-1 1 50 0 0,0 1-18 0 0,-1 0-106 0 0,-1 1 46 0 0,-2 0 97 0 0,0-1-18 0 0,-1-1 102 0 0,1-1-70 0 0,1-1-17 0 0,1-2 53 0 0,0 0-71 0 0,2 0 26 0 0,0-1-18 0 0,1 0-1 0 0,0 1-15 0 0,1 0-38 0 0,-1 2 57 0 0,0-1-10 0 0,0 0 8 0 0,-1 1 52 0 0,0 0-57 0 0,0-1 81 0 0,-2 0-38 0 0,1-1-38 0 0,-1-2 12 0 0,2 0-11 0 0,0-2 0 0 0,1-2 10 0 0,1-1 57 0 0,2 0-86 0 0,0-2 29 0 0,1 0-10 0 0,1 0 0 0 0,-1 0-4 0 0,-1 1 0 0 0,0 0-4 0 0,-2 2-4 0 0,-2 0-4 0 0,-1 1 5 0 0,-1 1 3 0 0,-2 0 4 0 0,2 0-5 0 0,-1 0-69 0 0,0 0 34 0 0,1 0 38 0 0,0-1-18 0 0,0 1 8 0 0,-1 0-74 0 0,0 0 109 0 0,-1 0-36 0 0,0 0 27 0 0,2-1-8 0 0,-1 0 7 0 0,1 0-2 0 0,-1-1 1 0 0,1 1-9 0 0,1-1-2 0 0,0 0-10 0 0,1-1-49 0 0,-1 0 13 0 0,2-1-2 0 0,0 0 40 0 0,1 1-71 0 0,-1-1-20 0 0,0 0-131 0 0,0 1 186 0 0,-1 0 35 0 0,0 0 4 0 0,-2 2 6 0 0,-1 0-2 0 0,-2 0-9 0 0,-1 2-2 0 0,0-1 13 0 0,-1 0-4 0 0,1 0 7 0 0,1-2 3 0 0,2 0-1 0 0,0-2 6 0 0,3-1 45 0 0,1-1-64 0 0,2-1 21 0 0,1-1-2 0 0,1 0-6 0 0,0-1 6 0 0,1 0-16 0 0,1 0 5 0 0,0-1-2 0 0,-1 0 0 0 0,1 1 0 0 0,1-1-4 0 0,-1 1-9 0 0,0-1-54 0 0,-1 1 85 0 0,0-1 24 0 0,1 1 32 0 0,-2-1-92 0 0,0 1-26 0 0,-3-2-14 0 0,-3 1 71 0 0,-3-1 51 0 0,-1 0 134 0 0,-4-2-91 0 0,-3-1 28 0 0,-3-2-38 0 0,-2 0-21 0 0,-4-1 32 0 0,-2-1-119 0 0,-2 0 25 0 0,-2 0-17 0 0,-1 0-1 0 0,-1 0 0 0 0,1 0 5 0 0,0 1 12 0 0,2-1 58 0 0,0 0-16 0 0,3-1-9 0 0,1-1-38 0 0,0-2 10 0 0,0-1 55 0 0,-1-1-78 0 0,0-2 21 0 0,-2 1-3 0 0,0-2-6 0 0,0 1 1 0 0,1-1 61 0 0,0 1 15 0 0,0 0-1 0 0,0 0 24 0 0,0 1 37 0 0,1-1-15 0 0,-1-2 50 0 0,1-1-111 0 0,-1-1-8 0 0,1-3-54 0 0,0-2 103 0 0,-1-1-81 0 0,1-2 45 0 0,0-2-30 0 0,0 0 54 0 0,-1 0-62 0 0,1-1 24 0 0,0 0 49 0 0,0 2 40 0 0,3 0 48 0 0,0 1-92 0 0,3 1-52 0 0,0 1 7 0 0,1 0-52 0 0,1 2 71 0 0,1-1-83 0 0,1 0 16 0 0,0 1-1 0 0,1-1-12 0 0,1-1 74 0 0,0 0-32 0 0,-2-1-47 0 0,0-2 25 0 0,-2 1 49 0 0,-1-2-76 0 0,0 0 30 0 0,-1 1 28 0 0,0-1-52 0 0,1 1 59 0 0,-1 1 0 0 0,-1 0-68 0 0,1 1 22 0 0,-2 0-1 0 0,0 1 49 0 0,-1 0-65 0 0,-1 0 23 0 0,0 0-4 0 0,-1-1-5 0 0,0 0 76 0 0,0 0-105 0 0,1-2 52 0 0,-1 0-21 0 0,1-1-1 0 0,1 0 1 0 0,0 0 45 0 0,1 0-64 0 0,2 1 26 0 0,1 2-4 0 0,4 1 0 0 0,1 2-5 0 0,2 1-8 0 0,1 2 3 0 0,0 0-58 0 0,2-1 58 0 0,1 0-11 0 0,2-1-48 0 0,0-1 68 0 0,1 0-22 0 0,2-2 2 0 0,-1 1-45 0 0,0-2 64 0 0,1 0-17 0 0,-1 0-7 0 0,1-1-38 0 0,0 0 56 0 0,1 1-14 0 0,2 0-41 0 0,0 2 65 0 0,1 1-12 0 0,2 1-5 0 0,1 1 14 0 0,2 1 61 0 0,0 0-83 0 0,1 1 103 0 0,0 0-96 0 0,0 0 25 0 0,0 1 62 0 0,0 0-101 0 0,-2-1 43 0 0,0 1-19 0 0,0-1 3 0 0,0 1-6 0 0,-1-1-3 0 0,1 1 1 0 0,-2-1 8 0 0,0 1 2 0 0,0 0-9 0 0,0 0 4 0 0,0 2 7 0 0,1 0 54 0 0,-1 1-76 0 0,1 2 26 0 0,0 0-14 0 0,-1 1 6 0 0,0 0-1 0 0,-1 0 60 0 0,0-1-86 0 0,0 0 116 0 0,-1-1-53 0 0,-2-1 8 0 0,-1 0-46 0 0,-2-1 68 0 0,-1-1-89 0 0,-2 0 79 0 0,1-1-20 0 0,-1 0-40 0 0,1 0 14 0 0,0 0 151 0 0,1 1-91 0 0,1 0 68 0 0,0 1 125 0 0,3-1-92 0 0,-1 1-34 0 0,0-1-63 0 0,0 0 26 0 0,0 0-10 0 0,-1-2-61 0 0,-2 0 19 0 0,0 0-60 0 0,1-1 9 0 0,-2 1 4 0 0,1-1 72 0 0,-1 0-105 0 0,1 0 35 0 0,-1 0-26 0 0,0-1 4 0 0,0 0 7 0 0,-2 0 3 0 0,1 0 74 0 0,0 0-12 0 0,1-1-19 0 0,0-1 23 0 0,2 0 165 0 0,2 1-104 0 0,2 1-34 0 0,1 3-47 0 0,1 1-44 0 0,2 3-79 0 0,0 3-30 0 0,3 1 35 0 0,-1 2-3 0 0,2 2 15 0 0,1 0 54 0 0,-1 2-103 0 0,1 0 53 0 0,0 2-61 0 0,-1 0-60 0 0,0 2-152 0 0,-3-1-183 0 0,-3 1-474 0 0,-7-2-962 0 0,-5-2-2838 0 0,-14-5-4129 0 0,3 1 6511 0 0</inkml:trace>
  <inkml:trace contextRef="#ctx0" brushRef="#br13" timeOffset="25223.713">0 4981 744 0 0,'0'0'0'0'0,"0"0"340"0"0,0 0-229 0 0,0 0 3244 0 0,0 0-3115 0 0,0 0 1103 0 0,0 0-366 0 0,0 0 32 0 0,0 0 31 0 0,0 0-71 0 0,10-1-41 0 0,0 0-98 0 0,0 1-147 0 0,-1 0-60 0 0,-1 0-86 0 0,1 1-157 0 0,3 0-155 0 0,3 0-203 0 0,4 0 7 0 0,4 1-202 0 0,4 0 74 0 0,4-1-33 0 0,4 0-201 0 0,4 0-124 0 0,4 0 42 0 0,6-1-443 0 0,4-1 121 0 0,5 0-246 0 0,2-2-250 0 0,3 0-350 0 0,0 0-463 0 0,-1 1-279 0 0,-1 1-287 0 0,-13 0 2576 0 0</inkml:trace>
  <inkml:trace contextRef="#ctx0" brushRef="#br14" timeOffset="27460.221">1411 5036 536 0 0,'0'0'0'0'0,"0"0"428"0"0,0 0-177 0 0,0 0 4965 0 0,0 0-5542 0 0,0 0 1887 0 0,40 9-847 0 0,7 1 33 0 0,4 2 12 0 0,-3-1-165 0 0,-4-3-252 0 0,-7-2 0 0 0,-4-2-11 0 0,-2-2 34 0 0,-2-1-73 0 0,0 0-152 0 0,-2-2-52 0 0,2 1-88 0 0,-1 0 8 0 0,0-1-6 0 0,1 1-3 0 0,-2-1 15 0 0,0 1-18 0 0,-2-1 6 0 0,-1 1-63 0 0,-1 0 79 0 0,0 0-22 0 0,-2 0 7 0 0,0 0 15 0 0,0 0 52 0 0,0 0 14 0 0,0-1-14 0 0,0 1 97 0 0,1-1-70 0 0,0 0 11 0 0,0 0-34 0 0,0 1 20 0 0,0-1-36 0 0,1 1 10 0 0,0 0 24 0 0,0 0 39 0 0,0 0-56 0 0,0 0-9 0 0,2 0-58 0 0,0 0 59 0 0,1 0-82 0 0,1 0 19 0 0,1 0-3 0 0,1 0-11 0 0,0 0 13 0 0,0 1 0 0 0,1-1 56 0 0,-1 1-71 0 0,0 0 29 0 0,-1 0-14 0 0,2-1 85 0 0,0 1-108 0 0,2-1 36 0 0,0 0 58 0 0,0 0-80 0 0,2-1 73 0 0,-1-1-73 0 0,1-1 133 0 0,-1-2-57 0 0,0 0 20 0 0,0 0-2 0 0,1-1-28 0 0,0 1 8 0 0,-2 0-4 0 0,2 1-65 0 0,-1 1 65 0 0,1 0-65 0 0,0 1 10 0 0,0 0 1 0 0,0 1-7 0 0,0-1-3 0 0,1 1 0 0 0,0-1 10 0 0,0 0 1 0 0,2 0 75 0 0,1 0-105 0 0,1 0 91 0 0,2-1-74 0 0,4 1 95 0 0,2 1 0 0 0,3 0-25 0 0,5 1-67 0 0,5-1 9 0 0,3 1-4 0 0,2 1-17 0 0,1 0-23 0 0,0 2 44 0 0,-1-1-11 0 0,-1 2 0 0 0,-1-1 57 0 0,-2 1 45 0 0,-1 1-52 0 0,-3-1 35 0 0,-1 1 4 0 0,-2 0 12 0 0,-1 1-16 0 0,0-1-22 0 0,-1 0-68 0 0,1 0 16 0 0,0-1-10 0 0,3 0 14 0 0,1-2 57 0 0,3-1-86 0 0,4 0 34 0 0,2-1 40 0 0,0 0-75 0 0,2-1 24 0 0,-1-1-22 0 0,0 0 14 0 0,-4 1-1 0 0,0-1 0 0 0,-4 1-3 0 0,-2 1 5 0 0,-2 1-2 0 0,-3 1 1 0 0,-1 1 0 0 0,-2 0 10 0 0,-1 1-4 0 0,0 0 7 0 0,0 0-2 0 0,0-1 43 0 0,1-1-54 0 0,0 0 126 0 0,1-1-75 0 0,-1 0 3 0 0,1-1-55 0 0,-1 0 107 0 0,0 0-134 0 0,-1 1-60 0 0,-1 1 112 0 0,-2 0-37 0 0,-2 1 12 0 0,0-1 1 0 0,-2 1-60 0 0,-1 0 77 0 0,-2 0 44 0 0,0-1-76 0 0,-1 1 38 0 0,-1-1-17 0 0,0 0 82 0 0,0 0-103 0 0,-2-1 114 0 0,0 1-123 0 0,-1-1 36 0 0,-1 0-12 0 0,0 0 0 0 0,1 0 5 0 0,-1 0 8 0 0,0 0-3 0 0,0 0-2 0 0,0 0-9 0 0,1 0 2 0 0,1 0 4 0 0,0-1 55 0 0,0 1-73 0 0,1-1 25 0 0,-2 0-7 0 0,2 0 50 0 0,-1 1-52 0 0,1-1 9 0 0,2 0 68 0 0,0 1-102 0 0,1-1 20 0 0,1 0 6 0 0,0 0 54 0 0,0 0-61 0 0,2 0 124 0 0,2 0-96 0 0,1 0-24 0 0,2 1 2 0 0,2 0-2 0 0,2 0-15 0 0,1 0-57 0 0,0 0 86 0 0,0 0-39 0 0,0 0 18 0 0,0 0 7 0 0,0-1 2 0 0,-1 2-4 0 0,0-1 2 0 0,0 1-1 0 0,1 1 0 0 0,0-1 0 0 0,0 1-66 0 0,1-1 76 0 0,0 0-26 0 0,1 0 3 0 0,1-1 11 0 0,2 0 6 0 0,1-1 59 0 0,2 0-81 0 0,2 0 28 0 0,1 0-10 0 0,0 0 9 0 0,0 0-12 0 0,-1 0 5 0 0,1 1-2 0 0,0 0 0 0 0,0 1 4 0 0,0 1 9 0 0,2 1 44 0 0,1 0-72 0 0,2 1 19 0 0,1 0-7 0 0,1-1 3 0 0,2 1 4 0 0,0-1 4 0 0,0 0 0 0 0,1-1 0 0 0,-1-1 107 0 0,1 0-133 0 0,-1 0 77 0 0,1-2-65 0 0,1 1 11 0 0,0-1 66 0 0,-1 0-91 0 0,0 0 20 0 0,0 1-6 0 0,-2 1-2 0 0,2-1 4 0 0,0 1-5 0 0,1 0-3 0 0,0-1 5 0 0,0 0 8 0 0,1-1 7 0 0,-1 0 3 0 0,1 0 1 0 0,0 0-10 0 0,2-1 69 0 0,0 0-90 0 0,0-1 24 0 0,2 0-4 0 0,0 0-1 0 0,1 0 60 0 0,1 1-7 0 0,0-1-4 0 0,2 1-47 0 0,-1 0 60 0 0,1 1-67 0 0,1-1 85 0 0,2 1-30 0 0,-1 0-45 0 0,1 0 15 0 0,0 0 34 0 0,0 0-54 0 0,0 0 60 0 0,0 0-18 0 0,0 1-50 0 0,1 0 16 0 0,0 0-18 0 0,0 2-1 0 0,1-1 14 0 0,-2 2-1 0 0,-1 0 2 0 0,0 1 51 0 0,0 0-70 0 0,-1 1 9 0 0,-1-1 10 0 0,-1 1 3 0 0,-2-1 46 0 0,-1 1 49 0 0,-1-1-52 0 0,-3 0-41 0 0,0 0-2 0 0,0 0-1 0 0,0 0 49 0 0,1-1-70 0 0,1 0 32 0 0,0-1-1 0 0,2 0-15 0 0,0 0 9 0 0,1-1-2 0 0,1 0 37 0 0,0 0-48 0 0,2 0 7 0 0,0-1 2 0 0,2 1 7 0 0,-1-1-2 0 0,1-1-13 0 0,1 1 13 0 0,0-1-4 0 0,1 0 10 0 0,1 0 49 0 0,2 0-79 0 0,1-1 36 0 0,1-1 62 0 0,1 0-24 0 0,0-1-58 0 0,0 1 9 0 0,1-1 50 0 0,0 1-79 0 0,0 0 26 0 0,-1 0-19 0 0,0 1-43 0 0,-1-1 68 0 0,0 1-23 0 0,1-1 8 0 0,-1 0-10 0 0,2 0 4 0 0,0-1 7 0 0,1-1-7 0 0,1 0 7 0 0,1-1-11 0 0,0-1 4 0 0,2 1 7 0 0,-1-1-7 0 0,3 0 3 0 0,-1 1-53 0 0,2 0 58 0 0,0 2-62 0 0,-1 0 60 0 0,1 1-18 0 0,-1 1-36 0 0,0 1-49 0 0,-2 1 124 0 0,-2 0-111 0 0,-1 1 106 0 0,0 1-26 0 0,-2 0 10 0 0,0 1 88 0 0,-1 1-108 0 0,0-1 40 0 0,-1 1 30 0 0,1-1-59 0 0,0 1 20 0 0,0-1-3 0 0,0 1 65 0 0,1 1-93 0 0,-1 0 35 0 0,0 1-7 0 0,0 0 42 0 0,-1 1-64 0 0,0 0 12 0 0,0 1-4 0 0,1-1 7 0 0,0 1-2 0 0,1-1 15 0 0,2 0 42 0 0,1-1-71 0 0,1 0 24 0 0,2-1-9 0 0,1 0 4 0 0,2-1-5 0 0,2 0 2 0 0,1 0 13 0 0,2 0-4 0 0,2 0-8 0 0,1 1-1 0 0,1 1-52 0 0,2 0 66 0 0,2 1-18 0 0,2 0 7 0 0,2 1-5 0 0,2 0 2 0 0,2 0-1 0 0,2-1 0 0 0,1-1 56 0 0,1-1-58 0 0,0-2 62 0 0,0 0-14 0 0,0-2-50 0 0,-1 0 81 0 0,-1-1-96 0 0,1-1 24 0 0,-1 1-4 0 0,0-1-1 0 0,0 0-56 0 0,1 1 72 0 0,0 1-24 0 0,-1 0 8 0 0,1 0-10 0 0,1 0 13 0 0,2-1-4 0 0,1 1 5 0 0,3-2 4 0 0,1 1 42 0 0,2-1-64 0 0,0-1 22 0 0,3-1 6 0 0,-1 0-4 0 0,0-2 2 0 0,1 0 60 0 0,-2 0-77 0 0,-1-1 68 0 0,-2 1-17 0 0,-2 0 1 0 0,-1 1-45 0 0,-2 0 13 0 0,-2 1-17 0 0,0 1 60 0 0,-1 0-70 0 0,-1 0 38 0 0,0 1 25 0 0,0-1-8 0 0,-1 1-42 0 0,-1-1 18 0 0,-2 1-7 0 0,-1-1 60 0 0,-3 1-35 0 0,-3-1 14 0 0,-3 1 15 0 0,-2 0 5 0 0,-1 0-14 0 0,-3 0-5 0 0,1 0-45 0 0,-2 0 82 0 0,1 0-97 0 0,-2 0 25 0 0,1 0 43 0 0,0 0-71 0 0,0 0 27 0 0,-1-1-13 0 0,1 0-3 0 0,-2 0 5 0 0,-1 0-6 0 0,-3-1 72 0 0,-2 0-35 0 0,-3-1 60 0 0,-2 0-103 0 0,-4 0 130 0 0,-4-1-79 0 0,-3 1 49 0 0,-5 0-45 0 0,-5 0-53 0 0,-5 0 10 0 0,-6 1-13 0 0,-5 0-60 0 0,-8 0-11 0 0,-6 1 83 0 0,-8 0-103 0 0,-7 0-18 0 0,-8 1-229 0 0,-7-1 102 0 0,-4 0 14 0 0,-5 1-318 0 0,-6-1-394 0 0,-5 1-913 0 0,-13 0-3290 0 0,0 0-6025 0 0</inkml:trace>
  <inkml:trace contextRef="#ctx0" brushRef="#br15" timeOffset="30149.426">8422 3360 756 0 0,'0'0'0'0'0,"0"0"4200"0"0,0 0-3976 0 0,0 0 1109 0 0,0 0-589 0 0,0 0-1 0 0,0 0-124 0 0,0 0-227 0 0,0 0-526 0 0,0 0-10 0 0,2 17-16 0 0,1 2 51 0 0,1 1-51 0 0,1-2 25 0 0,2-3-178 0 0,-1-4-310 0 0,-2-3-715 0 0,-1-2-931 0 0,-1-2-1616 0 0</inkml:trace>
  <inkml:trace contextRef="#ctx0" brushRef="#br16" timeOffset="40766.037">7229 3996 132 0 0,'0'0'0'0'0,"0"0"312"0"0,0 0-121 0 0,0 0 2074 0 0,0 0-876 0 0,0 0-283 0 0,0 0-142 0 0,0 0-421 0 0,0 0 57 0 0,0 0 115 0 0,0 0 9 0 0,-3 0-25 0 0,-1 0 60 0 0,1-1 44 0 0,0 1 58 0 0,1 0 50 0 0,1 1-3 0 0,0 1-72 0 0,3 3-70 0 0,5 1-101 0 0,4 3-260 0 0,5 3-73 0 0,3 4-103 0 0,3 1-93 0 0,1 3-74 0 0,0 0-59 0 0,-2 1 2 0 0,-2-2-8 0 0,-1 0-57 0 0,-3-2-54 0 0,-3-2 40 0 0,-2-1-46 0 0,-4-2-72 0 0,0-1-205 0 0,-3-1-129 0 0,-1-1-45 0 0,-1 0-120 0 0,-1-1-257 0 0,0 0-183 0 0,-1-1-157 0 0,-2 1-774 0 0,-2-2-814 0 0,-4 1-1504 0 0,-3-1 3141 0 0,1-2 862 0 0</inkml:trace>
  <inkml:trace contextRef="#ctx0" brushRef="#br17" timeOffset="41018.473">7132 4354 156 0 0,'0'0'0'0'0,"0"0"4016"0"0,0 0-1068 0 0,0 0-1497 0 0,0 0-94 0 0,0 0-851 0 0,0 0 94 0 0,0 0 130 0 0,0 0 487 0 0,0 0-199 0 0,0 0-236 0 0,30-18 86 0 0,11-6-136 0 0,11-6-307 0 0,3-1-207 0 0,1 1-137 0 0,-4 1-58 0 0,-5 3-15 0 0,-6 2-20 0 0,-5 4-143 0 0,-7 1-110 0 0,-4 2-300 0 0,-3 0-223 0 0,-5 2-452 0 0,-2 1-840 0 0,-1 1-679 0 0,-4 0-1737 0 0,-1 3 110 0 0,-4 2 4767 0 0,-1 2-1101 0 0</inkml:trace>
  <inkml:trace contextRef="#ctx0" brushRef="#br18" timeOffset="41334.989">7491 4308 1148 0 0,'0'0'0'0'0,"0"0"1212"0"0,0 0 3715 0 0,0 0-4449 0 0,0 0 1241 0 0,0 0-1082 0 0,0 0 248 0 0,0 0 247 0 0,0 0-247 0 0,0 0-131 0 0,0 0-228 0 0,0 0-44 0 0,35-2-46 0 0,6 1-162 0 0,4-2-272 0 0,-4 1 38 0 0,-6-1-96 0 0,-8 1-30 0 0,-7 1-52 0 0,-6-1-55 0 0,-5 1-265 0 0,-3 1-183 0 0,-2 0-18 0 0,-2-1-232 0 0,-2 1-297 0 0,1 0-691 0 0,-2 0-1316 0 0,1-1-1184 0 0,0-1 3269 0 0,-1 0 701 0 0</inkml:trace>
  <inkml:trace contextRef="#ctx0" brushRef="#br19" timeOffset="41575.156">7543 4177 8841 0 0,'0'0'0'0'0,"0"0"1968"0"0,0 0-695 0 0,0 0-875 0 0,0 0-101 0 0,0 0 164 0 0,0 0-82 0 0,0 0-138 0 0,0 0-468 0 0,0 0 139 0 0,38-4-36 0 0,4-1-38 0 0,3 0-18 0 0,-4 1-154 0 0,-7 1-86 0 0,-7 1 47 0 0,-6 3-107 0 0,-3 1-197 0 0,-4 2-372 0 0,-1 1-900 0 0,-2 1-1117 0 0,-1-1-1500 0 0,0-1 5086 0 0,-3-1-1134 0 0</inkml:trace>
  <inkml:trace contextRef="#ctx0" brushRef="#br20" timeOffset="41905.52">8104 4050 1736 0 0,'0'0'0'0'0,"0"0"936"0"0,0 0 4481 0 0,0 0-4688 0 0,0 0 956 0 0,0 0-621 0 0,0 0-259 0 0,0 0-51 0 0,0 0-89 0 0,0 0-261 0 0,0 0-69 0 0,0 0-102 0 0,-28 8-9 0 0,-6 3-122 0 0,-3 5-16 0 0,0 2 113 0 0,4 3-40 0 0,5 1 87 0 0,5 1-132 0 0,5 0-112 0 0,4-2 19 0 0,5-1-24 0 0,3-3-99 0 0,4-3 14 0 0,2-3-56 0 0,4-3 57 0 0,4-2 83 0 0,4-3-23 0 0,4-1 25 0 0,5-1-13 0 0,3-2-56 0 0,4-2 20 0 0,3-3 60 0 0,2-4-9 0 0,-1-5 2 0 0,0-6-2 0 0,-3-5-79 0 0,-3-4-34 0 0,-5-3-195 0 0,-6 0 90 0 0,-5-1-119 0 0,-6 3 182 0 0,-8 3-27 0 0,-6 5 84 0 0,-7 7-146 0 0,-6 6-280 0 0,-8 8-318 0 0,-7 8-671 0 0,-8 10-1307 0 0,-4 5-3664 0 0,-4 9 5758 0 0,8-2 367 0 0</inkml:trace>
  <inkml:trace contextRef="#ctx0" brushRef="#br21" timeOffset="51510.758">1230 1647 3756 0 0,'0'0'0'0'0,"0"0"1733"0"0,0 0-1079 0 0,0 0 18 0 0,0 0-252 0 0,0 0-70 0 0,0 0-30 0 0,0 0-172 0 0,0 0 1948 0 0,0 0-1851 0 0,17-3 92 0 0,6-1-148 0 0,5 0-30 0 0,6 1 161 0 0,4-1 25 0 0,3 1 65 0 0,1 0-203 0 0,2 1-103 0 0,1-1 99 0 0,2 1-64 0 0,-1 0 1 0 0,0 1 7 0 0,1 0-69 0 0,0 0 19 0 0,2 0 52 0 0,2 1-120 0 0,0 0 37 0 0,1-1-65 0 0,0 1 19 0 0,1 0-13 0 0,-1 1 53 0 0,1 0-76 0 0,1 1 141 0 0,3 1-51 0 0,5 0 71 0 0,6 1-12 0 0,6-1-22 0 0,7 0 51 0 0,5 0-16 0 0,3 0 34 0 0,1-1-64 0 0,-2 0 48 0 0,-4 0-90 0 0,-4 0 24 0 0,-5-1-52 0 0,-4 1-48 0 0,-4 1-4 0 0,-2 0 10 0 0,1 0 4 0 0,1 2-11 0 0,3 0 4 0 0,1 1-1 0 0,3 0 75 0 0,2 1-92 0 0,1-1 36 0 0,0 1-12 0 0,0-1 53 0 0,1-1-16 0 0,-1-1 18 0 0,0 0 29 0 0,-1-2-96 0 0,-2 0 29 0 0,-1-1 44 0 0,-4 1-86 0 0,-2-1 47 0 0,-4 1 22 0 0,-3 0 229 0 0,-2 1-356 0 0,-3 0 39 0 0,-4 1-29 0 0,-1 2 80 0 0,-3-1 39 0 0,0 1 59 0 0,0 0-140 0 0,-1 1 46 0 0,1-2-32 0 0,1 1 18 0 0,1 0 125 0 0,2 0-166 0 0,2-1 41 0 0,1 0 0 0 0,1 0 69 0 0,0 0-90 0 0,-1-1 27 0 0,-3-1-14 0 0,-3 0 5 0 0,-4 0 8 0 0,-3 0 44 0 0,-1 0-58 0 0,-1 1 10 0 0,2 1 57 0 0,1 1 14 0 0,3 1-5 0 0,2 1-83 0 0,3 0 155 0 0,1 1-166 0 0,0 0 108 0 0,0 0-94 0 0,-2-1 16 0 0,-3-1-5 0 0,-3-1 100 0 0,-2-1-56 0 0,-2-1 78 0 0,-3-2-48 0 0,-4-1-31 0 0,-2 0 28 0 0,-6-1-16 0 0,-3 0 8 0 0,-6 0-6 0 0,-3-1 20 0 0,-3 1-80 0 0,-3 0 98 0 0,-1 0-36 0 0,-2-1 16 0 0,2 0-15 0 0,-1-1-1 0 0,0 1-14 0 0,0-1 7 0 0,0 1-54 0 0,-2 0 6 0 0,0 0-14 0 0,-2 1-208 0 0,-4-1-82 0 0,-8 1-56 0 0,-9 0-509 0 0,-14 1-933 0 0,-10-1-2843 0 0,-22 1-3741 0 0,6 0 8267 0 0</inkml:trace>
  <inkml:trace contextRef="#ctx0" brushRef="#br22" timeOffset="52366.438">2705 2098 5244 0 0,'0'0'0'0'0,"0"0"2489"0"0,0 0-1467 0 0,0 0-733 0 0,0 0 17 0 0,0 0 257 0 0,0 0 652 0 0,0 0-287 0 0,0 0-191 0 0,0 0-163 0 0,0 0-157 0 0,30 20-119 0 0,8 6 41 0 0,6 3-157 0 0,-1 1 54 0 0,-2-1-143 0 0,-5-1-90 0 0,-5-1 117 0 0,-5-2-148 0 0,-4-1-18 0 0,-3 0 49 0 0,-2 0-199 0 0,-2-1 104 0 0,-2 1-118 0 0,-2 0 62 0 0,-1-1-156 0 0,-3 1 151 0 0,-2-1-191 0 0,-2 0-252 0 0,-1-1-310 0 0,-3-1-482 0 0,-4-2-659 0 0,-4-2-831 0 0,-4-1-1106 0 0,1-5 2583 0 0</inkml:trace>
  <inkml:trace contextRef="#ctx0" brushRef="#br23" timeOffset="52635.212">3435 2174 8353 0 0,'0'0'0'0'0,"0"0"1492"0"0,0 0-523 0 0,0 0-167 0 0,0 0 43 0 0,0 0 358 0 0,0 0-300 0 0,0 0-276 0 0,0 0-312 0 0,0 0 11 0 0,0 0-216 0 0,-40 12 94 0 0,-18 8 31 0 0,-17 9-139 0 0,-12 8-99 0 0,-6 6 10 0 0,-2 6-181 0 0,0 3-132 0 0,1 4-99 0 0,5 1-717 0 0,3 1-332 0 0,7-3-1449 0 0,6-2-2570 0 0,17-12 860 0 0</inkml:trace>
  <inkml:trace contextRef="#ctx0" brushRef="#br24" timeOffset="195169.714">7575 5247 40 0 0,'0'0'0'0'0,"0"0"76"0"0,0 0 233 0 0,0 0-253 0 0,0 0 180 0 0,0 0-249 0 0,0 0 158 0 0,0 0-101 0 0,0 0 60 0 0,0 0-110 0 0,0 0 110 0 0,16-12 1347 0 0,1-1-1024 0 0,0 0 217 0 0,-4 2-231 0 0,-3 4-456 0 0,-5 4-130 0 0,-5 4-1 0 0,-4 4-66 0 0,-4 3-416 0 0,-2 2-509 0 0,-1 2-502 0 0,1-2 2033 0 0</inkml:trace>
  <inkml:trace contextRef="#ctx0" brushRef="#br25" timeOffset="195233.414">7575 5247 132 0 0,'0'0'0'0'0,"-11"14"404"0"0,-7 7-420 0 0,-1-1 69 0 0,1-2-247 0 0,3-4-223 0 0</inkml:trace>
  <inkml:trace contextRef="#ctx0" brushRef="#br26" timeOffset="195615.549">7362 5437 80 0 0,'0'0'0'0'0,"0"0"208"0"0,0 0-233 0 0,0 0 117 0 0,0 0-98 0 0,0 0 21 0 0,0 0-7 0 0,0 0 56 0 0,0 0 21 0 0,0 0 17 0 0,0 0 4 0 0,8-1-4 0 0,0 0 45 0 0,0 1 113 0 0,-1-1 1128 0 0,-2 1-953 0 0,-2 1-459 0 0,-2 0 79 0 0,-2 2-570 0 0,-2 1-285 0 0,-2 0-425 0 0,-3-4 772 0 0,0-2 457 0 0</inkml:trace>
  <inkml:trace contextRef="#ctx0" brushRef="#br27" timeOffset="196425.659">7233 5576 104 0 0,'0'0'0'0'0,"0"0"416"0"0,0 0-299 0 0,0 0 21 0 0,0 0-58 0 0,0 0 52 0 0,0 0-38 0 0,0 0 27 0 0,0 0 511 0 0,0 0-477 0 0,0 0-93 0 0,0 0-19 0 0,3-1 129 0 0,2-2 25 0 0,1 0 0 0 0,0 0-3 0 0,1-1 98 0 0,0-1 180 0 0,0 0 76 0 0,0-1 8 0 0,0 1 94 0 0,0-1-329 0 0,0 0-209 0 0,1 0-87 0 0,0 0-6 0 0,-1 0-10 0 0,0-1 189 0 0,0 0-91 0 0,0 0 15 0 0,1 0 118 0 0,0 0 118 0 0,0 0 60 0 0,-1-1-138 0 0,0-1 140 0 0,2 1-72 0 0,-1-2-55 0 0,1 1-15 0 0,1 1-137 0 0,-1-1-86 0 0,1 1-47 0 0,0 0-4 0 0,1 1-96 0 0,-1 0 29 0 0,1 0 1 0 0,0 1 70 0 0,0 0-14 0 0,0-1 80 0 0,-1 1-6 0 0,1 0 25 0 0,-1-1 24 0 0,0-1 28 0 0,1 0-25 0 0,-1 0-78 0 0,2-1-33 0 0,0-1-2 0 0,2 0-6 0 0,1-1-10 0 0,1-1 11 0 0,1 0 6 0 0,2-1 50 0 0,1 1 34 0 0,0-1 49 0 0,0 0 131 0 0,1 0-18 0 0,0 0 72 0 0,1 0-131 0 0,-1 1-126 0 0,-2 0-58 0 0,-1 2-12 0 0,-1 0-84 0 0,-1 0 48 0 0,-1 2-19 0 0,1 0 51 0 0,-1-1 0 0 0,2-1 78 0 0,1 0-6 0 0,1-1 40 0 0,0-2 109 0 0,0 1-38 0 0,0-1-60 0 0,-1 0-7 0 0,-1 0 6 0 0,0 1 31 0 0,-1 1-14 0 0,-2 0-86 0 0,1 1-45 0 0,0 0-68 0 0,-1-1 26 0 0,2 1 32 0 0,-2-1-3 0 0,0 0 10 0 0,0 0 4 0 0,-1 0 50 0 0,0 0-69 0 0,-2 0 9 0 0,-1 2-46 0 0,0 0 5 0 0,-2 2-32 0 0,0 0-26 0 0,-1 2-22 0 0,0 1-72 0 0,-1 0-29 0 0,-1 1 3 0 0,0 2-82 0 0,-2 0-160 0 0,-1 0-323 0 0,-1 1-510 0 0,-1 0-650 0 0,-3 2-205 0 0,-3 1-578 0 0,-4 2 1663 0 0,-1-1 1078 0 0</inkml:trace>
  <inkml:trace contextRef="#ctx0" brushRef="#br28" timeOffset="197736.119">6918 5829 404 0 0,'0'0'0'0'0,"0"0"80"0"0,0 0 103 0 0,0 0-133 0 0,0 0 115 0 0,0 0 441 0 0,0 0 668 0 0,0 0-967 0 0,31-19 232 0 0,4-4 29 0 0,6-4 195 0 0,-2 0-11 0 0,-3 2-53 0 0,-5 1-94 0 0,-4 3-22 0 0,-4 1-65 0 0,-4 2-69 0 0,-1 2-27 0 0,-1-1-19 0 0,-1 1-163 0 0,1 0-50 0 0,1-1-72 0 0,1-1-33 0 0,2 0-36 0 0,0 0 116 0 0,0-1 52 0 0,0-1-10 0 0,1 0-20 0 0,1 1 71 0 0,-1-1-37 0 0,1-1-122 0 0,1 1-25 0 0,-1-1-1 0 0,2 0 0 0 0,0 0-86 0 0,1 0-138 0 0,1 0 1 0 0,2 0 66 0 0,0 0 29 0 0,1 1 46 0 0,0 1 3 0 0,-2 1 10 0 0,1 0 69 0 0,-2 1 23 0 0,-2 1 96 0 0,-2 0 1 0 0,-2 1-6 0 0,-2 1-40 0 0,-2 1 45 0 0,-3 0 30 0 0,-2 1 33 0 0,-2 1-98 0 0,-2 0-98 0 0,0 0-51 0 0,-1 1-100 0 0,2 0-14 0 0,0 0 13 0 0,2 0-1 0 0,0 0 52 0 0,2 1 43 0 0,-1 0 5 0 0,-1 1 79 0 0,0 0-95 0 0,-1 0 108 0 0,0 1-28 0 0,-1 0 5 0 0,1 0 15 0 0,-1 0-32 0 0,0 0 24 0 0,-1 0-22 0 0,0 1 53 0 0,-2 1-48 0 0,0 0-64 0 0,-1 0 9 0 0,1 1-111 0 0,0-1-19 0 0,0 0-2 0 0,2-1 8 0 0,1 0-4 0 0,1-1-26 0 0,1 1 97 0 0,0-1-16 0 0,0 0 56 0 0,-1 1-115 0 0,-1 1 18 0 0,-1 0 19 0 0,-1 1-95 0 0,-2 2-215 0 0,-2 0-199 0 0,-1 1-372 0 0,-2 1-811 0 0,0 0-1344 0 0,-1 0-2407 0 0</inkml:trace>
  <inkml:trace contextRef="#ctx0" brushRef="#br29" timeOffset="-191903.069">11474 8689 208 0 0,'0'0'0'0'0,"0"0"0"0"0,0 0 4616 0 0,0 0-3241 0 0,0 0-403 0 0,0 0-217 0 0,0 0 353 0 0,0 0 16 0 0,-3 0-329 0 0,-1-1-79 0 0,1 1-85 0 0,0 0-170 0 0,1 0 152 0 0,2-1-128 0 0,1 0-28 0 0,2 1-38 0 0,0-1-25 0 0,2-1-72 0 0,-1 1 2 0 0,0-1-71 0 0,0 0-63 0 0,0 0-75 0 0,-1-1-66 0 0,0 0-41 0 0,1-1-1 0 0,0 0-16 0 0,1-2-44 0 0,0-1-35 0 0,1 0 2 0 0,-1-1 13 0 0,0 0-6 0 0,-1 1-25 0 0,0 0 36 0 0,-2 1 68 0 0,-1 2-85 0 0,0 1 2 0 0,-1 2-57 0 0,0 0-20 0 0,-1 1 89 0 0,-3 1-44 0 0,-2 1-1 0 0,-1 1 72 0 0,0 1 44 0 0,-1 2 224 0 0,1 2-291 0 0,3 1 100 0 0,1 3-33 0 0,1 1 131 0 0,2 2-94 0 0,3 0-25 0 0,4-1 4 0 0,2-1 44 0 0,2-2 12 0 0,-1-3-32 0 0,1-2-44 0 0,-3-2 31 0 0,0-1 70 0 0,-2-2 35 0 0,0 0 15 0 0,0 0-58 0 0,0-1 19 0 0,2-1-31 0 0,0-1-17 0 0,0-2 64 0 0,0-3-90 0 0,-1-2-33 0 0,-1-2-151 0 0,-2-3 27 0 0,-1-2 32 0 0,-1 0 25 0 0,-2-1 71 0 0,-3 2 73 0 0,-2 1 23 0 0,-3 3-115 0 0,0 3 136 0 0,-1 3-62 0 0,0 2-56 0 0,0 1 5 0 0,0 3-12 0 0,0 1-52 0 0,1 1-112 0 0,1 3 20 0 0,0 0 17 0 0,2 1 148 0 0,2 1 62 0 0,1 0 21 0 0,1 0-49 0 0,1-1 34 0 0,2-1-12 0 0,2-1 31 0 0,2-1 5 0 0,2 0-28 0 0,0-1-84 0 0,0-1 19 0 0,1 0-17 0 0,-1-1 1 0 0,0 0-6 0 0,-1-1-8 0 0,-2 0-39 0 0,-1 0 66 0 0,-1 0-13 0 0,-1-1 169 0 0,0-2-204 0 0,-1-1 55 0 0,0-2-75 0 0,0-3 60 0 0,-3 0-100 0 0,-3-2 30 0 0,-4 0 76 0 0,-3 1 64 0 0,-3 2 2 0 0,0 2-6 0 0,0 2 15 0 0,2 1-88 0 0,1 2 11 0 0,2 2-13 0 0,3 2-126 0 0,2 2 49 0 0,3 3 94 0 0,0 1 72 0 0,3 2-101 0 0,1 1 86 0 0,4 0-72 0 0,2 0 80 0 0,4-1 33 0 0,1-1-69 0 0,2-1 30 0 0,0-1 19 0 0,0 0-27 0 0,-1-2-60 0 0,1-1 7 0 0,-2-1 3 0 0,-2-1 0 0 0,1-2-9 0 0,-1 0 8 0 0,0-1 68 0 0,1-3-16 0 0,1-4-79 0 0,1-3-147 0 0,-2-5-271 0 0,-2-4 179 0 0,-3-2 54 0 0,-5-4 87 0 0,-9-1 113 0 0,-8 0 200 0 0,-8 2-31 0 0,-7 3 55 0 0,-5 3-20 0 0,-1 4-39 0 0,1 5 58 0 0,0 5-267 0 0,2 5 50 0 0,3 5-117 0 0,2 6 138 0 0,4 4-31 0 0,5 5 114 0 0,4 2-129 0 0,6 2 39 0 0,5 1 38 0 0,6-2-20 0 0,6-3 27 0 0,6-1-66 0 0,5-4 90 0 0,2-1-11 0 0,4-2-41 0 0,1-3 20 0 0,0-2-54 0 0,0-1 14 0 0,0-2-12 0 0,-2-2-8 0 0,-1-2-11 0 0,-1-1-45 0 0,-2-2 63 0 0,-3-4-21 0 0,-2-4-185 0 0,-4-3-33 0 0,-3-5 26 0 0,-3-4 67 0 0,-5-3 22 0 0,-7-2 70 0 0,-6 0 46 0 0,-7 1 92 0 0,-4 4 157 0 0,-4 4 52 0 0,-1 6-46 0 0,0 4-292 0 0,-1 7 43 0 0,0 5-198 0 0,1 6 163 0 0,2 6 26 0 0,2 4-7 0 0,4 3-7 0 0,6 2-162 0 0,4 1-30 0 0,5-1-133 0 0,7-2-417 0 0,6-2-848 0 0,5-3-701 0 0,5-4-2625 0 0,2-4-2569 0 0,-2-4 9021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2:02.62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2269E6"/>
      <inkml:brushProperty name="anchorY" value="-914872.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2402E6"/>
      <inkml:brushProperty name="anchorY" value="-915280.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2576E6"/>
      <inkml:brushProperty name="anchorY" value="-916406.8125"/>
      <inkml:brushProperty name="scaleFactor" value="0.5"/>
    </inkml:brush>
  </inkml:definitions>
  <inkml:trace contextRef="#ctx0" brushRef="#br0">61 863 3160 0 0,'0'0'0'0'0,"0"0"2256"0"0,0 0-461 0 0,0 0-191 0 0,0 0-240 0 0,0 0-152 0 0,0 0-294 0 0,0 0 30 0 0,0 0-162 0 0,0 0-84 0 0,9-18-70 0 0,3-9 97 0 0,4-7-429 0 0,1-6-58 0 0,1-5-168 0 0,0-2-53 0 0,-2-2 77 0 0,-2-2-122 0 0,-2-2-61 0 0,-3-2-116 0 0,-3-2-149 0 0,-5-2-198 0 0,-6 0-193 0 0,-6 1-526 0 0,-2 2-251 0 0,-3 5-635 0 0,-1 7-910 0 0,2 9-1270 0 0,3 11 2026 0 0</inkml:trace>
  <inkml:trace contextRef="#ctx0" brushRef="#br1" timeOffset="305.933">1 546 1396 0 0,'0'0'0'0'0,"0"0"5565"0"0,0 0-4131 0 0,0 0 690 0 0,0 0-987 0 0,0 0-23 0 0,0 0-117 0 0,0 0-9 0 0,0 0-314 0 0,45-14-324 0 0,13-3-133 0 0,9-3-219 0 0,0 0 33 0 0,-8 2-147 0 0,-8 2-84 0 0,-10 3-147 0 0,-9 3-175 0 0,-10 3-263 0 0,-7 2-173 0 0,-7 2-356 0 0,-4 2-731 0 0,-3 0-870 0 0,-2 2-1225 0 0,0 0 1658 0 0</inkml:trace>
  <inkml:trace contextRef="#ctx0" brushRef="#br2" timeOffset="524.731">158 543 3372 0 0,'0'0'0'0'0,"0"0"4725"0"0,0 0-3604 0 0,0 0 834 0 0,0 0-851 0 0,0 0 192 0 0,0 0-270 0 0,0 0-30 0 0,0 0-651 0 0,44 21-192 0 0,10 6-101 0 0,8 7-24 0 0,1 4-30 0 0,-4 1-122 0 0,-7 0-339 0 0,-6 0-206 0 0,-6-4 27 0 0,-5-2-294 0 0,-6-4-357 0 0,-4-3-880 0 0,-5-6-910 0 0,-3-3-2066 0 0,-5-6 4015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2:00.30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43E6"/>
      <inkml:brushProperty name="anchorY" value="-909303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566E6"/>
      <inkml:brushProperty name="anchorY" value="-909857.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754E6"/>
      <inkml:brushProperty name="anchorY" value="-911135.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946E6"/>
      <inkml:brushProperty name="anchorY" value="-912321.8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2121E6"/>
      <inkml:brushProperty name="anchorY" value="-913614.9375"/>
      <inkml:brushProperty name="scaleFactor" value="0.5"/>
    </inkml:brush>
  </inkml:definitions>
  <inkml:trace contextRef="#ctx0" brushRef="#br0">97 763 1120 0 0,'0'0'0'0'0,"0"0"2168"0"0,0 0-1787 0 0,0 0 16 0 0,0 0-287 0 0,0 0-8 0 0,0 0 2558 0 0,0 0-2151 0 0,0 0 376 0 0,0 0-574 0 0,6-21 50 0 0,3-7 52 0 0,2-6-28 0 0,2-2 42 0 0,0-2-226 0 0,2 0 211 0 0,-2 0-45 0 0,0 0 4 0 0,-2 0-223 0 0,-1-1-140 0 0,-3 1 20 0 0,-2-1-270 0 0,-2 0 27 0 0,-1 1-112 0 0,-2 2-73 0 0,0 2-136 0 0,-2 3-83 0 0,-1 3-335 0 0,0 4-416 0 0,-3 3-504 0 0,0 5-167 0 0,-3 2-1087 0 0,0 5 3537 0 0</inkml:trace>
  <inkml:trace contextRef="#ctx0" brushRef="#br1" timeOffset="276.264">13 405 416 0 0,'0'0'0'0'0,"0"0"2884"0"0,0 0-583 0 0,0 0-370 0 0,0 0-616 0 0,0 0-156 0 0,0 0-113 0 0,0 0-288 0 0,0 0-206 0 0,0 0-143 0 0,40-5 279 0 0,15 0-279 0 0,10-1-308 0 0,2 2-67 0 0,-2 3-189 0 0,-5 1 70 0 0,-8 2-359 0 0,-6 1-191 0 0,-7 1-85 0 0,-5 1-502 0 0,-6-1-370 0 0,-6 0-919 0 0,-5 0-450 0 0,-6-2-843 0 0</inkml:trace>
  <inkml:trace contextRef="#ctx0" brushRef="#br2" timeOffset="800.685">1 83 2660 0 0,'0'0'0'0'0,"0"0"1720"0"0,0 0 318 0 0,0 0-563 0 0,0 0-220 0 0,0 0-80 0 0,0 0-49 0 0,0 0-201 0 0,0 0-178 0 0,0 0-201 0 0,0 0-52 0 0,0 0-42 0 0,49-7 346 0 0,16-2-636 0 0,14-1-45 0 0,4-1-94 0 0,-4 0-141 0 0,-7 2-83 0 0,-10 1-394 0 0,-10 1-216 0 0,-10 2-374 0 0,-11 2-778 0 0,-9 1-2308 0 0,-8 1-1333 0 0,-7 1 5380 0 0</inkml:trace>
  <inkml:trace contextRef="#ctx0" brushRef="#br3" timeOffset="1542.057">791 584 3420 0 0,'0'0'0'0'0,"0"0"2893"0"0,0 0-781 0 0,0 0-289 0 0,0 0-213 0 0,0 0-241 0 0,0 0-275 0 0,0 0-389 0 0,45 0-174 0 0,11-1-23 0 0,10 1-303 0 0,2 0-42 0 0,-5 1-160 0 0,-9 0 17 0 0,-9 1-135 0 0,-12 0-253 0 0,-9 1-220 0 0,-10-1-174 0 0,-6 1-470 0 0,-5 1-1113 0 0,-4-1-3552 0 0,-2 0 720 0 0</inkml:trace>
  <inkml:trace contextRef="#ctx0" brushRef="#br4" timeOffset="1731.316">956 410 8081 0 0,'0'0'0'0'0,"0"0"2912"0"0,0 0-1913 0 0,0 0 285 0 0,0 0-147 0 0,0 0-48 0 0,0 0-493 0 0,0 0-379 0 0,0 0-431 0 0,0 0-219 0 0,0 0-228 0 0,35-1 23 0 0,8-1-1061 0 0,5-1-952 0 0,-2 0-2550 0 0,-9 0 346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2:44.23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4253E6"/>
      <inkml:brushProperty name="anchorY" value="-929997.75"/>
      <inkml:brushProperty name="scaleFactor" value="0.5"/>
    </inkml:brush>
  </inkml:definitions>
  <inkml:trace contextRef="#ctx0" brushRef="#br0">1 0 12165 0 0,'0'0'0'0'0,"0"0"3216"0"0,0 0-1339 0 0,0 0-789 0 0,0 0-309 0 0,0 0-300 0 0,0 0-773 0 0,0 0-444 0 0,0 0-315 0 0,0 0-1796 0 0,13 10-6364 0 0,0 1 4100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2:43.52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3891E6"/>
      <inkml:brushProperty name="anchorY" value="-927138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4029E6"/>
      <inkml:brushProperty name="anchorY" value="-928687.3125"/>
      <inkml:brushProperty name="scaleFactor" value="0.5"/>
    </inkml:brush>
  </inkml:definitions>
  <inkml:trace contextRef="#ctx0" brushRef="#br0">201 198 3100 0 0,'0'0'0'0'0,"0"0"3953"0"0,0 0-3478 0 0,0 0 872 0 0,20-23-657 0 0,6-6 5 0 0,3-4-167 0 0,1 2-117 0 0,-4 3-52 0 0,-5 7-5 0 0,-6 5-51 0 0,-5 7 235 0 0,-3 3 150 0 0,-3 4 10 0 0,-2 2-26 0 0,-1 4-103 0 0,0 2 56 0 0,-3 4-127 0 0,-3 3-364 0 0,-6 6 197 0 0,-7 5 3 0 0,-5 7-24 0 0,-7 6 16 0 0,-5 7-35 0 0,-4 6-65 0 0,-1 4-21 0 0,-1 5-93 0 0,1 3-104 0 0,5 2 22 0 0,6 1-23 0 0,6-3 48 0 0,9-2-13 0 0,6-4-50 0 0,11-6-54 0 0,8-4-63 0 0,8-7 58 0 0,7-5 56 0 0,6-4 2 0 0,4-5 11 0 0,4-5 58 0 0,3-3 35 0 0,2-2 12 0 0,4-4-72 0 0,2-3 42 0 0,4-2 111 0 0,3-4 138 0 0,5-5-231 0 0,3-6-91 0 0,5-7-49 0 0,2-8-47 0 0,2-9-17 0 0,-4-8-56 0 0,-4-6-1 0 0,-8-5-4 0 0,-8-6-44 0 0,-11-3 82 0 0,-9-2 16 0 0,-11-2-119 0 0,-9-1-58 0 0,-8 0-78 0 0,-13 1 40 0 0,-12 2 184 0 0,-12 3 95 0 0,-10 7 38 0 0,-9 8 25 0 0,-7 11 199 0 0,-5 10-50 0 0,-2 15-192 0 0,-1 14-76 0 0,-1 16-333 0 0,1 14-175 0 0,4 13-517 0 0,2 9-339 0 0,7 6-376 0 0,5 3-596 0 0,9-2-2176 0 0,10-13-112 0 0</inkml:trace>
  <inkml:trace contextRef="#ctx0" brushRef="#br1" timeOffset="290.974">76 442 888 0 0,'0'0'0'0'0,"0"0"5229"0"0,0 0-3338 0 0,0 0 501 0 0,0 0-706 0 0,40 4-84 0 0,19 0-203 0 0,17 0-254 0 0,13 1-177 0 0,6-2-502 0 0,1 1-316 0 0,-2-1-111 0 0,-6-1-16 0 0,-7 0-168 0 0,-9 0-117 0 0,-11 0-414 0 0,-11-1-588 0 0,-13 1-1462 0 0,-12-1-3394 0 0,-9 0-799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2:42.24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3246E6"/>
      <inkml:brushProperty name="anchorY" value="-922022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3442E6"/>
      <inkml:brushProperty name="anchorY" value="-922997.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3585E6"/>
      <inkml:brushProperty name="anchorY" value="-924668.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3719E6"/>
      <inkml:brushProperty name="anchorY" value="-925471.875"/>
      <inkml:brushProperty name="scaleFactor" value="0.5"/>
    </inkml:brush>
  </inkml:definitions>
  <inkml:trace contextRef="#ctx0" brushRef="#br0">5 339 1044 0 0,'0'0'0'0'0,"0"0"912"0"0,0 0-74 0 0,0 0-148 0 0,0 0-22 0 0,0 0-176 0 0,0 0-128 0 0,0 0-139 0 0,0 0 186 0 0,0 0-509 0 0,-1 6 55 0 0,1 1-8 0 0,-1-1 59 0 0,0-1-6 0 0,1-1-1 0 0,-1-1 957 0 0,1-2 132 0 0,0 0-83 0 0,0-2-85 0 0,0 0-86 0 0,0-1-238 0 0,0-1-50 0 0,0 1-140 0 0,0 0-52 0 0,0 0-62 0 0,0 1-63 0 0,0 0-49 0 0,0 1-12 0 0,0-1 164 0 0,1 2 286 0 0,0 0-86 0 0,1 1-83 0 0,1 2-146 0 0,3 1-139 0 0,2 2-169 0 0,4 2-16 0 0,4 2-29 0 0,3 2 54 0 0,4 0-22 0 0,3 1 8 0 0,1 0-51 0 0,1-1 75 0 0,2 0 59 0 0,-1-2-38 0 0,1-1 46 0 0,0-1 45 0 0,-1-2-54 0 0,-1-2-8 0 0,-3-1-16 0 0,-3-2 47 0 0,-1 0-30 0 0,-5-2-63 0 0,-2-1 261 0 0,-4-1-103 0 0,-1-3-94 0 0,-2-3 12 0 0,-2-4-82 0 0,-1-3 20 0 0,-2-5-15 0 0,-2-4-3 0 0,-3-3-4 0 0,-4-5 5 0 0,-3-1 3 0 0,-3-3 84 0 0,-2 0-99 0 0,-1 0 122 0 0,1 1-138 0 0,0 2 37 0 0,4 3-23 0 0,3 3-86 0 0,2 3 38 0 0,3 5 15 0 0,2 4 50 0 0,4 3 39 0 0,2 3 45 0 0,3 2-35 0 0,2 2-60 0 0,2 1 4 0 0,3 0-105 0 0,1 0 21 0 0,3 1-12 0 0,1 0-104 0 0,3 1-386 0 0,2 0-185 0 0,1 1-205 0 0,0 2-313 0 0,0 1-81 0 0,-1 3 64 0 0,-3 2-611 0 0,-4 1-1241 0 0,-2 3-1278 0 0,-4 0 4652 0 0</inkml:trace>
  <inkml:trace contextRef="#ctx0" brushRef="#br1" timeOffset="254.896">840 219 3292 0 0,'0'0'0'0'0,"0"0"1524"0"0,0 0-471 0 0,0 0 452 0 0,0 0-191 0 0,0 0-15 0 0,0 0-223 0 0,0 0-297 0 0,0 0-100 0 0,0 0-3 0 0,0 0 242 0 0,0 0 60 0 0,5 4-179 0 0,4 4-499 0 0,4 6-105 0 0,1 6-171 0 0,1 4 71 0 0,1 5 31 0 0,-2 4-110 0 0,-1 2-9 0 0,-1 1-117 0 0,-3-1-20 0 0,-1 0-60 0 0,0-4-256 0 0,-1-2-398 0 0,-2-5-372 0 0,0-4-797 0 0,-2-5-3124 0 0,0-6-1806 0 0</inkml:trace>
  <inkml:trace contextRef="#ctx0" brushRef="#br2" timeOffset="558.208">1207 704 7369 0 0,'0'0'0'0'0,"0"0"2528"0"0,0 0-1148 0 0,0 0-559 0 0,0 0-181 0 0,0 0 138 0 0,0 0-107 0 0,0 0-239 0 0,0 0-234 0 0,4-21-113 0 0,1-7-72 0 0,3-5-63 0 0,-2-2-36 0 0,2-1-10 0 0,-1 1-123 0 0,-1 1-10 0 0,0 0-23 0 0,0 2-58 0 0,-2 1-256 0 0,1 1-198 0 0,-2 2-256 0 0,-1 3-229 0 0,0 4-268 0 0,-1 4-675 0 0,-1 4-65 0 0,0 4-291 0 0,0 4 1146 0 0</inkml:trace>
  <inkml:trace contextRef="#ctx0" brushRef="#br3" timeOffset="797.072">1287 312 1004 0 0,'0'0'0'0'0,"0"0"3000"0"0,0 0-569 0 0,0 0-509 0 0,0 0-245 0 0,0 0-50 0 0,0 0-343 0 0,0 0-302 0 0,0 0-351 0 0,0 0-48 0 0,0 0 20 0 0,45-10-30 0 0,7-1-72 0 0,5 0 23 0 0,-2 4 53 0 0,-8 5-177 0 0,-5 5-57 0 0,-7 7-169 0 0,-6 5 22 0 0,-4 5-64 0 0,-5 5-65 0 0,-4 3 34 0 0,-3 3-62 0 0,-2 1-40 0 0,-4 0-1 0 0,-2 0-112 0 0,-1-1-12 0 0,-2-2-88 0 0,-2-2-155 0 0,1-1-182 0 0,-3-2-195 0 0,1-3-231 0 0,-1-3-456 0 0,-1-4-437 0 0,0-4-650 0 0,2-4-1757 0 0,-1-3-112 0 0,2-2 3060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2:54.04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4383E6"/>
      <inkml:brushProperty name="anchorY" value="-9312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4613E6"/>
      <inkml:brushProperty name="anchorY" value="-932316.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4884E6"/>
      <inkml:brushProperty name="anchorY" value="-933452.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044E6"/>
      <inkml:brushProperty name="anchorY" value="-933621.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267E6"/>
      <inkml:brushProperty name="anchorY" value="-934893.43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464E6"/>
      <inkml:brushProperty name="anchorY" value="-936643.1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604E6"/>
      <inkml:brushProperty name="anchorY" value="-937976.0625"/>
      <inkml:brushProperty name="scaleFactor" value="0.5"/>
    </inkml:brush>
  </inkml:definitions>
  <inkml:trace contextRef="#ctx0" brushRef="#br0">0 1031 40 0 0,'0'0'0'0'0,"0"0"208"0"0,0 0-89 0 0,0 0-7 0 0,0 0 5943 0 0,0 0-6236 0 0,0 0 2019 0 0,0 0-691 0 0,0 0-150 0 0,0 0-60 0 0,0 0-183 0 0,0 3-15 0 0,0-1-76 0 0,0 2-55 0 0,2-1-47 0 0,0 1-16 0 0,2 0-44 0 0,1-1-51 0 0,1 1-31 0 0,0-2-58 0 0,0 0-35 0 0,0 0-98 0 0,-2-2-66 0 0,0 0-45 0 0,-1 1-44 0 0,-1-2-74 0 0,0 1 12 0 0,-1 0-15 0 0,-1-1-4 0 0,1 0-88 0 0,1-2-8 0 0,0-1 81 0 0,2-2 17 0 0,1-3 177 0 0,2-2-124 0 0,2-3-49 0 0,0-3-96 0 0,2-3 69 0 0,-1-1-100 0 0,0-3-29 0 0,0-2 6 0 0,1 0-41 0 0,0 0 52 0 0,1 0-27 0 0,2 1 108 0 0,2 1 58 0 0,3 3-10 0 0,3 2 16 0 0,6 2 186 0 0,2 2-24 0 0,6 1-15 0 0,0 2-80 0 0,1 1-71 0 0,-1 2-61 0 0,-1 3 82 0 0,-2 1 25 0 0,-1 3-62 0 0,-2 2 24 0 0,0 3 6 0 0,1 5 38 0 0,1 3 106 0 0,1 5-199 0 0,2 2-4 0 0,-1 3 60 0 0,-1 2-112 0 0,0-1 121 0 0,-3-1-270 0 0,-2-2 10 0 0,-3-2-14 0 0,-3-3-90 0 0,-2-3 51 0 0,-3-4-177 0 0,-2-2-498 0 0,-2-3-482 0 0,-3-1-317 0 0,-2-3-456 0 0,-3-3 188 0 0,-2-3 119 0 0,-1-2 256 0 0,-2-2-695 0 0,0-2 1673 0 0,-2-1 526 0 0,0 3-137 0 0</inkml:trace>
  <inkml:trace contextRef="#ctx0" brushRef="#br1" timeOffset="611.993">166 377 572 0 0,'0'0'0'0'0,"0"0"408"0"0,0 0 1242 0 0,0 0-1494 0 0,0 0 78 0 0,0 0-107 0 0,0 0 220 0 0,0 0 522 0 0,0 0-56 0 0,0 0 106 0 0,6-6 167 0 0,1-1 317 0 0,3-1 113 0 0,1 0-148 0 0,1 0-57 0 0,0 2-69 0 0,0 0-358 0 0,0 2-309 0 0,-1 1-134 0 0,-1 1-94 0 0,0 0-99 0 0,0 1-14 0 0,1-1-34 0 0,-1 1-38 0 0,0-1-67 0 0,1 1-45 0 0,-1-1-49 0 0,1-1 21 0 0,-1 1-12 0 0,1-1 2 0 0,0 0 60 0 0,-1 1-77 0 0,-1 1 12 0 0,-1 0-5 0 0,-1 1-72 0 0,-2-1 15 0 0,-2 1-22 0 0,-1 0-21 0 0,-1 1 15 0 0,-1-1-95 0 0,0 0 31 0 0,0 1 57 0 0,-1 0 22 0 0,1 0 63 0 0,0 0-12 0 0,0-1 18 0 0,0 1 2 0 0,0-1 5 0 0,0 0-10 0 0,0 1 4 0 0,0 0-2 0 0,2 0 65 0 0,1 1-74 0 0,2 0 71 0 0,0 1-76 0 0,2 0 22 0 0,-2-1-8 0 0,1-1 9 0 0,-1 0 49 0 0,0-1-18 0 0,1 0 27 0 0,0-2-10 0 0,0-1 64 0 0,2-2 71 0 0,2-1-91 0 0,0-2-50 0 0,1-1-48 0 0,2 0-69 0 0,-1 0 31 0 0,0-1 27 0 0,1 2-1 0 0,-2 0-1 0 0,0 2 21 0 0,0 1-10 0 0,2 3 186 0 0,0 0-95 0 0,3 3-51 0 0,2 2-36 0 0,4 3-7 0 0,4 2 5 0 0,4 3 0 0 0,3 2 52 0 0,4 2-70 0 0,2 1 23 0 0,2 0-8 0 0,2 0 14 0 0,4-2 126 0 0,4-2-109 0 0,5-2 114 0 0,6-3-59 0 0,5-2 18 0 0,3-3-121 0 0,-1-3 29 0 0,-2-3-155 0 0,-9-2-22 0 0,-7-2-86 0 0,-12-2-116 0 0,-11-1-292 0 0,-11-2-413 0 0,-7-1-896 0 0,-8-3-2176 0 0,-6 0-2558 0 0,-8-2 4674 0 0,-1 4 1948 0 0</inkml:trace>
  <inkml:trace contextRef="#ctx0" brushRef="#br2" timeOffset="1216.396">1960 1102 8873 0 0,'0'0'0'0'0,"0"0"2132"0"0,0 0-989 0 0,0 0 128 0 0,0 0-344 0 0,0-21 11 0 0,1-10-440 0 0,5-10-223 0 0,5-10-266 0 0,5-8 136 0 0,5-6-173 0 0,5-7 38 0 0,4-5-79 0 0,1-3 88 0 0,1 0-29 0 0,-1 0 10 0 0,-2 3-205 0 0,-3 4-292 0 0,-4 6-372 0 0,-4 7-334 0 0,-5 7-610 0 0,-3 6-839 0 0,-4 8-1978 0 0,-3 10 348 0 0</inkml:trace>
  <inkml:trace contextRef="#ctx0" brushRef="#br3" timeOffset="1493.212">1855 675 520 0 0,'0'0'0'0'0,"0"0"980"0"0,0 0 3417 0 0,0 0-2914 0 0,0 0 431 0 0,0 0-453 0 0,0 0-76 0 0,0 0 443 0 0,0 0-254 0 0,0 0-472 0 0,44-2-114 0 0,15-1-198 0 0,14-2-104 0 0,7-1-221 0 0,3-2-200 0 0,-4 1-274 0 0,-2-1-2 0 0,-5 1-99 0 0,-6 2-7 0 0,-3 1 56 0 0,-5 2-150 0 0,-3 2-71 0 0,-6 3-228 0 0,-6 1-92 0 0,-8 3-115 0 0,-8 0-163 0 0,-8 1-200 0 0,-7-1-612 0 0,-6 0-1051 0 0,-7-2-1882 0 0,-7 0-1262 0 0,-9-2 6617 0 0,-1 0-1708 0 0</inkml:trace>
  <inkml:trace contextRef="#ctx0" brushRef="#br4" timeOffset="1716.856">2286 680 3604 0 0,'0'0'0'0'0,"0"0"5433"0"0,0 0-2726 0 0,0 0-468 0 0,0 0-663 0 0,3 19-329 0 0,5 6-65 0 0,7 6-257 0 0,9 5-360 0 0,10 1-305 0 0,8 1-247 0 0,7 1-54 0 0,5-2-206 0 0,2-1-136 0 0,2-2-101 0 0,0-2-308 0 0,-2-3-225 0 0,0-4-763 0 0,-3-3-906 0 0,-4-4-1776 0 0,-1-5-2626 0 0,-11-4 7272 0 0</inkml:trace>
  <inkml:trace contextRef="#ctx0" brushRef="#br5" timeOffset="2254.637">3613 129 1020 0 0,'0'0'0'0'0,"0"0"2140"0"0,0 0 3837 0 0,0 0-5274 0 0,0 0 837 0 0,0 0-409 0 0,0 0 92 0 0,0 0-455 0 0,0 0 60 0 0,0 0-215 0 0,-36 22 14 0 0,-8 9-145 0 0,-7 10-38 0 0,0 7-87 0 0,3 5 2 0 0,7 6-70 0 0,6 5-3 0 0,7 4-213 0 0,8 2 71 0 0,5 3-67 0 0,6 0 72 0 0,6-2 7 0 0,6-2-117 0 0,6-2 98 0 0,7-6-113 0 0,6-4-20 0 0,6-5 4 0 0,7-8-92 0 0,5-6 103 0 0,6-7-188 0 0,7-8-15 0 0,8-7 26 0 0,6-7 66 0 0,6-6-132 0 0,3-9 72 0 0,3-8-38 0 0,0-10-53 0 0,0-9 16 0 0,-3-10-154 0 0,-1-9-89 0 0,-4-9-44 0 0,-4-7-109 0 0,-5-7-20 0 0,-6-4 240 0 0,-9-4-90 0 0,-10-1 291 0 0,-11 0 206 0 0,-12 1 78 0 0,-14 4 102 0 0,-14 6 84 0 0,-14 7-107 0 0,-15 9-62 0 0,-12 10-101 0 0,-11 12-378 0 0,-9 11 390 0 0,-8 13-2907 0 0,-4 12 1705 0 0,-4 12-1518 0 0,1 12-503 0 0,6 8-1045 0 0,17-4 4558 0 0</inkml:trace>
  <inkml:trace contextRef="#ctx0" brushRef="#br6" timeOffset="2653.918">3201 678 940 0 0,'0'0'0'0'0,"0"0"1840"0"0,0 0 4075 0 0,0 0-5015 0 0,0 0 1397 0 0,0 0-701 0 0,0 0-40 0 0,0 0-271 0 0,0 0-291 0 0,41-2-43 0 0,16-1-99 0 0,17 0-34 0 0,12 1-238 0 0,8 2-134 0 0,6 0-165 0 0,3 1-72 0 0,2 1-130 0 0,-1-1-74 0 0,-6 1-458 0 0,-8 1-594 0 0,-10 0-619 0 0,-14 0-2771 0 0,-11 1-5014 0 0,-16-1 5584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2:59.06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85E6"/>
      <inkml:brushProperty name="anchorY" value="-939258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704E6"/>
      <inkml:brushProperty name="anchorY" value="-938279.1875"/>
      <inkml:brushProperty name="scaleFactor" value="0.5"/>
    </inkml:brush>
  </inkml:definitions>
  <inkml:trace contextRef="#ctx0" brushRef="#br0">268 331 1044 0 0,'0'0'0'0'0,"0"0"4945"0"0,0 0-3296 0 0,0 0-66 0 0,0 0-486 0 0,0 0-2 0 0,0 0 39 0 0,0 0-132 0 0,0 0-238 0 0,0 0-15 0 0,6-9-106 0 0,0-2-61 0 0,2 0-71 0 0,-1 2-76 0 0,-1 1-75 0 0,-2 4-48 0 0,-1 2-23 0 0,-4 3-71 0 0,-4 4-176 0 0,-6 5-20 0 0,-5 5-8 0 0,-7 7 4 0 0,-6 5 131 0 0,-5 8-32 0 0,-3 6-23 0 0,1 7-35 0 0,1 5-62 0 0,5 5 8 0 0,7 3-88 0 0,7 1-66 0 0,7 1-14 0 0,7-2-66 0 0,9-3 32 0 0,9-4 10 0 0,7-6 14 0 0,7-7 83 0 0,5-5 38 0 0,6-7 38 0 0,3-7-65 0 0,4-5 84 0 0,3-6-142 0 0,1-4 168 0 0,2-6-58 0 0,0-6-218 0 0,4-7 314 0 0,1-8-16 0 0,4-8 11 0 0,2-8-63 0 0,3-10 22 0 0,3-8-21 0 0,1-8 13 0 0,1-5 38 0 0,-4-6-63 0 0,-6-2 17 0 0,-10-2-109 0 0,-11-1-88 0 0,-14 0 5 0 0,-13 0 47 0 0,-18 3 52 0 0,-19 4 86 0 0,-18 5-102 0 0,-15 9-46 0 0,-15 11 184 0 0,-8 13 47 0 0,-9 12 59 0 0,-4 16 1 0 0,-2 15-169 0 0,-1 14-18 0 0,1 13-11 0 0,5 11-106 0 0,6 8-179 0 0,9 5-239 0 0,11 5-1083 0 0,10 2-962 0 0,11 2-1785 0 0,12-4-1363 0 0,9-1 6000 0 0,9-14-1613 0 0</inkml:trace>
  <inkml:trace contextRef="#ctx0" brushRef="#br1" timeOffset="252.736">107 608 92 0 0,'0'0'0'0'0,"0"0"5653"0"0,0 0-3212 0 0,0 0-188 0 0,0 0-754 0 0,46 10-413 0 0,20 1 105 0 0,20-1-351 0 0,11-1-572 0 0,6-5-228 0 0,1-4-298 0 0,-4-5-582 0 0,-9-3-572 0 0,-13-2-1237 0 0,-15-2-3373 0 0,-19 2 2005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00.21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918E6"/>
      <inkml:brushProperty name="anchorY" value="-939547.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133E6"/>
      <inkml:brushProperty name="anchorY" value="-940369.8125"/>
      <inkml:brushProperty name="scaleFactor" value="0.5"/>
    </inkml:brush>
  </inkml:definitions>
  <inkml:trace contextRef="#ctx0" brushRef="#br0">1 450 2616 0 0,'0'0'0'0'0,"0"0"392"0"0,0 0 7617 0 0,0 0-7964 0 0,0 0 1902 0 0,0 0-993 0 0,0 0 62 0 0,0 0-241 0 0,0 0 5 0 0,0 0-288 0 0,50-18-148 0 0,16-7-32 0 0,15-7-63 0 0,7-4-41 0 0,2-3-7 0 0,-1-2-115 0 0,-3 0-87 0 0,-6 1-90 0 0,-7 1-93 0 0,-11 3-143 0 0,-11 5-512 0 0,-14 4-311 0 0,-12 7-548 0 0,-10 6-887 0 0,-11 6-1677 0 0,-15 6-437 0 0,-2 3 2466 0 0</inkml:trace>
  <inkml:trace contextRef="#ctx0" brushRef="#br1" timeOffset="278.679">61 329 28 0 0,'0'0'0'0'0,"0"0"10517"0"0,0 0-9768 0 0,0 0 1498 0 0,0 0-1363 0 0,0 0 202 0 0,0 0 219 0 0,0 0-339 0 0,0 0-197 0 0,0 0-175 0 0,53 13-173 0 0,17 3-33 0 0,16 4-26 0 0,6 0-139 0 0,1-1-244 0 0,-2-1 61 0 0,-5-1-194 0 0,-7-2-157 0 0,-7-1-11 0 0,-7-1-188 0 0,-10 0-359 0 0,-9 0-539 0 0,-11 0-952 0 0,-10 0-1892 0 0,-9 1-1689 0 0,-7-2 1710 0 0,-6-3 4820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01.71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357E6"/>
      <inkml:brushProperty name="anchorY" value="-941891.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538E6"/>
      <inkml:brushProperty name="anchorY" value="-943538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394E6"/>
      <inkml:brushProperty name="anchorY" value="-942345.375"/>
      <inkml:brushProperty name="scaleFactor" value="0.5"/>
    </inkml:brush>
  </inkml:definitions>
  <inkml:trace contextRef="#ctx0" brushRef="#br0">0 495 716 0 0,'0'0'0'0'0,"0"0"2140"0"0,0 0 4150 0 0,0 0-5914 0 0,0 0 1332 0 0,0 0-786 0 0,0 0 89 0 0,0 0 123 0 0,0 0-182 0 0,0 0-632 0 0,0 0 82 0 0,0 0-72 0 0,31-14-4 0 0,11-6-31 0 0,9-7-94 0 0,3-4-16 0 0,1-2-111 0 0,-4-3-63 0 0,-5 0 89 0 0,-5 0-124 0 0,-6 0 32 0 0,-7 2-11 0 0,-7 2-6 0 0,-5 1 6 0 0,-6 4 3 0 0,-3 3 0 0 0,-4 3-10 0 0,-2 5 8 0 0,-1 4-7 0 0,-1 4-78 0 0,0 3-5 0 0,0 4-46 0 0,1 3-95 0 0,-4 5 154 0 0,-2 5 19 0 0,-3 6-58 0 0,-3 6 58 0 0,-2 7-35 0 0,0 6 98 0 0,-1 6-88 0 0,-1 5 95 0 0,1 3-27 0 0,0 2 18 0 0,1 2-12 0 0,0 1 14 0 0,0 0 42 0 0,0-1 73 0 0,1-1-18 0 0,2-3-2 0 0,1-3-24 0 0,0-3-69 0 0,3-4 64 0 0,0-3-75 0 0,1-6 26 0 0,0-3 48 0 0,0-6-86 0 0,0-4 23 0 0,-1-5-13 0 0,2-3-74 0 0,0-5-143 0 0,1-2-230 0 0,-1-4 95 0 0,-2-4-3 0 0,-2-4-68 0 0,-4-2 331 0 0,-4-2 72 0 0,-3-2 6 0 0,0 0 90 0 0,2 0-88 0 0,1 3 30 0 0,6 3-5 0 0,3 2 171 0 0,3 2-137 0 0,3 2 45 0 0,3 2-86 0 0,4 0 67 0 0,6 1 84 0 0,8 1-123 0 0,6 0-21 0 0,8 0-66 0 0,5 1-213 0 0,5-1-375 0 0,3-1-414 0 0,1 0-827 0 0,0-1-699 0 0,1 0-1580 0 0,-3-3-93 0 0,-4-2 4535 0 0,-9 0-1029 0 0</inkml:trace>
  <inkml:trace contextRef="#ctx0" brushRef="#br1" timeOffset="348.644">1161 465 1264 0 0,'0'0'0'0'0,"0"0"7793"0"0,0 0-6320 0 0,0 0 308 0 0,0 0-661 0 0,0 0-166 0 0,0 0 287 0 0,0 0-323 0 0,0 0-500 0 0,0 0-162 0 0,-44 17 0 0 0,-10 6-91 0 0,-5 8-28 0 0,2 5-93 0 0,7 3-30 0 0,9 3 2 0 0,9-1 85 0 0,10 0-115 0 0,9-2 81 0 0,6-2-67 0 0,9-5 78 0 0,8-3-27 0 0,9-3-51 0 0,6-5 63 0 0,5-3-63 0 0,4-4 4 0 0,3-3-12 0 0,2-5-73 0 0,3-2 1 0 0,3-5 27 0 0,1-5-16 0 0,1-4-18 0 0,1-6-26 0 0,0-6-97 0 0,-2-7-162 0 0,-4-5-139 0 0,-4-5-270 0 0,-7-5-95 0 0,-7-3 105 0 0,-8-1 238 0 0,-8-1 244 0 0,-8 2 293 0 0,-10 4-11 0 0,-10 8 485 0 0,-9 7-313 0 0,-11 10-180 0 0,-10 10-297 0 0,-9 12-572 0 0,-7 10-1881 0 0,-6 9-3059 0 0,2 5 1767 0 0,13-3 4693 0 0</inkml:trace>
  <inkml:trace contextRef="#ctx0" brushRef="#br2" timeOffset="809.287">1802 1 220 0 0,'0'0'0'0'0,"0"0"2364"0"0,0 0 3916 0 0,0 0-4908 0 0,0 0 465 0 0,-10 17-480 0 0,-2 5-384 0 0,1 4-207 0 0,1 1-315 0 0,5-2-185 0 0,8-3-142 0 0,9-2-119 0 0,9-3-85 0 0,6-2 108 0 0,7-3-42 0 0,2-3 89 0 0,0-2 20 0 0,-2-2 32 0 0,-4-1-32 0 0,-6-3 23 0 0,-5-1 77 0 0,-3-2-5 0 0,-4-4-109 0 0,-1-3-81 0 0,0-5-100 0 0,-3-4-273 0 0,-2-4-176 0 0,-1-3 121 0 0,-6-1 405 0 0,-6 3-31 0 0,-7 4 499 0 0,-5 4-375 0 0,-6 7 559 0 0,-5 8-50 0 0,-3 6-423 0 0,0 7 159 0 0,0 5-359 0 0,3 5-106 0 0,4 4-229 0 0,6 2-351 0 0,4 0-934 0 0,5-1-1308 0 0,3-1-5216 0 0,3-6 5284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1:32.56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252E6"/>
      <inkml:brushProperty name="anchorY" value="-908670.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627E6"/>
      <inkml:brushProperty name="anchorY" value="-903701.4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496E6"/>
      <inkml:brushProperty name="anchorY" value="-902611.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367E6"/>
      <inkml:brushProperty name="anchorY" value="-901305.8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062E6"/>
      <inkml:brushProperty name="anchorY" value="-905689.3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262E6"/>
      <inkml:brushProperty name="anchorY" value="-907052.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134E6"/>
      <inkml:brushProperty name="anchorY" value="-905796.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261E6"/>
      <inkml:brushProperty name="anchorY" value="-907066.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126E6"/>
      <inkml:brushProperty name="anchorY" value="-905976.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0998E6"/>
      <inkml:brushProperty name="anchorY" value="-904768.5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125E6"/>
      <inkml:brushProperty name="anchorY" value="-906038.5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252E6"/>
      <inkml:brushProperty name="anchorY" value="-907321.81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124E6"/>
      <inkml:brushProperty name="anchorY" value="-906142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254E6"/>
      <inkml:brushProperty name="anchorY" value="-907563.93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381E6"/>
      <inkml:brushProperty name="anchorY" value="-908833.93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51E6"/>
      <inkml:brushProperty name="anchorY" value="-910214.312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377E6"/>
      <inkml:brushProperty name="anchorY" value="-909245.937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25E6"/>
      <inkml:brushProperty name="anchorY" value="-908257.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12E6"/>
      <inkml:brushProperty name="anchorY" value="-907156.562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1122E6"/>
      <inkml:brushProperty name="anchorY" value="-907645.62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265E6"/>
      <inkml:brushProperty name="anchorY" value="-941338.5625"/>
      <inkml:brushProperty name="scaleFactor" value="0.5"/>
    </inkml:brush>
  </inkml:definitions>
  <inkml:trace contextRef="#ctx0" brushRef="#br0">5816 5962 888 0 0,'0'0'0'0'0,"0"0"796"0"0,0 0 3631 0 0,0 0-3805 0 0,0 0 502 0 0,0 0-664 0 0,-5 21-5 0 0,0 5-165 0 0,0 3-236 0 0,1 1-30 0 0,1-3-268 0 0,1-2-378 0 0,1-3-686 0 0,1-3-742 0 0,0-1-507 0 0,-1-2 389 0 0,0-3 2338 0 0</inkml:trace>
  <inkml:trace contextRef="#ctx0" brushRef="#br1" timeOffset="-11111.997">5852 137 340 0 0,'0'0'0'0'0,"0"0"104"0"0,0 0-47 0 0,0 0 289 0 0,0 0 1740 0 0,0 0-25 0 0,0 0-482 0 0,0 0-277 0 0,0 0-220 0 0,0 0-8 0 0,0 0-27 0 0,0 0-158 0 0,-5 3-151 0 0,-1 0-134 0 0,0 0-26 0 0,1 0-58 0 0,2-1-8 0 0,1 0-39 0 0,0 0 13 0 0,2-1-6 0 0,0 0 51 0 0,0 2-103 0 0,1 0-215 0 0,2 4-217 0 0,1 2 25 0 0,2 4-128 0 0,1 2-55 0 0,4 2 28 0 0,1-1-119 0 0,2 0-57 0 0,0-2 66 0 0,1-3 75 0 0,-1-3 81 0 0,-1-3 74 0 0,-3-2 3 0 0,-1-3 173 0 0,-2-3 57 0 0,-1-4-24 0 0,-1-3-50 0 0,-1-5-44 0 0,-2-3-6 0 0,-3-4-43 0 0,-3-3-56 0 0,-3-2-75 0 0,-3-1 48 0 0,0 1-40 0 0,-1 0 75 0 0,1 3-26 0 0,1 3 11 0 0,1 3 13 0 0,2 6 10 0 0,0 4 58 0 0,0 3-164 0 0,-2 6 126 0 0,-2 4-42 0 0,-3 5-93 0 0,-2 5-12 0 0,-1 5 25 0 0,1 5 102 0 0,0 1 126 0 0,2 2-19 0 0,4-1-13 0 0,2-2-17 0 0,3-3-86 0 0,6-2 78 0 0,2-3 31 0 0,4-4-50 0 0,1-2-69 0 0,3-3 20 0 0,1-3-23 0 0,1-2 8 0 0,2-2 2 0 0,2-2 70 0 0,3-4-16 0 0,2-4-65 0 0,1-3-72 0 0,0-5-7 0 0,-3-4-20 0 0,-5-3 42 0 0,-5-2 74 0 0,-5-2 52 0 0,-6 0-18 0 0,-5 2 9 0 0,-6 1 4 0 0,-3 5-48 0 0,-2 5 112 0 0,-2 4 72 0 0,0 7-119 0 0,-2 5-72 0 0,-2 6-154 0 0,-2 7 42 0 0,-1 5 136 0 0,3 5 1 0 0,3 3 95 0 0,5-1-37 0 0,5 0-94 0 0,4-3 19 0 0,4-3-73 0 0,6-2 81 0 0,3-5-23 0 0,5-2 9 0 0,4-2 14 0 0,2-3-4 0 0,2-1 44 0 0,0-2-68 0 0,1-1 22 0 0,-2-2 1 0 0,-2-1-7 0 0,-3-4 12 0 0,-2-3-13 0 0,-2-4 9 0 0,-2-4-7 0 0,-4-5 2 0 0,-3-4-6 0 0,-5-2 6 0 0,-5-2 8 0 0,-5 1 72 0 0,-3 3 18 0 0,-2 5 121 0 0,-1 5 13 0 0,0 6-28 0 0,0 7-241 0 0,-1 7-71 0 0,-2 6-91 0 0,1 6 157 0 0,0 5 28 0 0,3 3 76 0 0,4 1-90 0 0,5-1-166 0 0,3 0-29 0 0,5-3-63 0 0,5-3-117 0 0,4-1-477 0 0,3-1-405 0 0,2-2-55 0 0,0 0-640 0 0,-2-2-1205 0 0,-2-1-2513 0 0,-4-3 3369 0 0</inkml:trace>
  <inkml:trace contextRef="#ctx0" brushRef="#br2" timeOffset="-10733.391">5663 67 168 0 0,'0'0'0'0'0,"0"0"120"0"0,0 0 191 0 0,0 0 2065 0 0,0 0-2329 0 0,0 0-256 0 0,0 0 519 0 0,0 0 5 0 0,0 0-96 0 0,-5-7-24 0 0,1 0 121 0 0,0 0-212 0 0,0 1-104 0 0,2 2-265 0 0,1 1-581 0 0,0 2-391 0 0,1 0-228 0 0,0 1 1224 0 0,0 0 92 0 0</inkml:trace>
  <inkml:trace contextRef="#ctx0" brushRef="#br3" timeOffset="-5602.609">5663 67 104 0 0,'0'0'0'0'0,"33"5"80"0"0,14 2 196 0 0,-6-1-75 0 0,-7-1 1910 0 0,-9-3-1481 0 0,-9-1-61 0 0,-7-1-52 0 0,-5-2 163 0 0,-4 0 415 0 0,-1 0-21 0 0,0 0-202 0 0,-1 0-66 0 0,0 0-160 0 0,1 0-156 0 0,1 0-5 0 0,-1 0-16 0 0,1 0-66 0 0,0 1-89 0 0,0 0-54 0 0,0 0-54 0 0,0 1-49 0 0,0 0-40 0 0,0 0-55 0 0,0 0 39 0 0,0 0 30 0 0,0 0 32 0 0,0 0 28 0 0,0 0-32 0 0,0 1-19 0 0,0 0-14 0 0,0 0 5 0 0,0-1-46 0 0,0 1 51 0 0,0 0-13 0 0,0-1-42 0 0,0 1-15 0 0,0-1 2 0 0,0 0-4 0 0,0 1 14 0 0,0-1-18 0 0,0 0-54 0 0,0 0 5 0 0,0 0-10 0 0,0 0-75 0 0,0 0 34 0 0,0 0 33 0 0,0 0-72 0 0,0 0 84 0 0,0 0-72 0 0,0 1 82 0 0,0-1-19 0 0,0 0 17 0 0,0 1 53 0 0,0-1-9 0 0,0 0 6 0 0,0 0 15 0 0,0 0 10 0 0,0 0-16 0 0,0 0-8 0 0,0 0 16 0 0,0 0 55 0 0,0 0-48 0 0,0 0-11 0 0,0 1-28 0 0,0 0-42 0 0,0 2 102 0 0,-2 1-76 0 0,-1 0 26 0 0,0 1 50 0 0,0 0 40 0 0,-1 1-31 0 0,2-1 38 0 0,-1-1 8 0 0,2 1 3 0 0,-2-2 11 0 0,2 1-7 0 0,-1-1-95 0 0,1 0-62 0 0,-1-1 2 0 0,1 0-9 0 0,-1 0-7 0 0,1-1-8 0 0,0 0-2 0 0,0 0 4 0 0,1-1 8 0 0,0 0 2 0 0,0 0 57 0 0,0 0 21 0 0,0 0 77 0 0,0 0-8 0 0,0 0-75 0 0,0 0-73 0 0,1 0 67 0 0,0 0-80 0 0,-1 0 32 0 0,1 0 32 0 0,0 0-58 0 0,-1 0 20 0 0,0 0 39 0 0,0 0-50 0 0,0 0 13 0 0,0 0-9 0 0,0 0 5 0 0,0 0-1 0 0,0 0-5 0 0,0 0 6 0 0,0 0-1 0 0,0 0-5 0 0,0 0-8 0 0,0 0-2 0 0,0 0-52 0 0,0 0 57 0 0,1 0-20 0 0,0 0-41 0 0,0 0 65 0 0,-1 0-26 0 0,1 0 9 0 0,-1 0-1 0 0,0 0-61 0 0,0 0 78 0 0,0 0-95 0 0,0 0 9 0 0,0 0-32 0 0,2 0-56 0 0,1 0 107 0 0,1 1-12 0 0,2 0 81 0 0,2 1-265 0 0,1 1 35 0 0,0 0 5 0 0,-2-1 122 0 0,0 0 81 0 0,-2 0 0 0 0,0-1 23 0 0,-3 0 78 0 0,0-1 20 0 0,-1 1 0 0 0,-1-1 25 0 0,0 0 23 0 0,-1 0-11 0 0,1 0 10 0 0,0 0 8 0 0,1 0 2 0 0,-1 0-18 0 0,1 0-36 0 0,0 0-19 0 0,-1 0-31 0 0,1 0 24 0 0,-1 0-14 0 0,0 0 8 0 0,0 0-6 0 0,0 0 34 0 0,0 0 5 0 0,0 0 14 0 0,0 0-2 0 0,0 0 2 0 0,0 0 28 0 0,0 0 20 0 0,0 0-32 0 0,0 0-49 0 0,0 0-38 0 0,0 1-49 0 0,0-1 3 0 0,0 0-20 0 0,0 1-58 0 0,0-1 20 0 0,0 0 47 0 0,0 0-58 0 0,0 0 62 0 0,0 1-18 0 0,0-1 20 0 0,0 0-4 0 0,0 0 76 0 0,0 0-11 0 0,0 1 26 0 0,0-1-22 0 0,0 0 40 0 0,0 0-44 0 0,0 0 0 0 0,0 0 17 0 0,0 0-81 0 0,0 0 24 0 0,0-1 31 0 0,0 1-64 0 0,0 0 22 0 0,0 0-8 0 0,0 0 4 0 0,0 0 9 0 0,0 0 63 0 0,0 0-31 0 0,0 0 17 0 0,0 0 7 0 0,0 0-30 0 0,0 0-33 0 0,0 0 3 0 0,0 0-9 0 0,0 0-13 0 0,0 0-58 0 0,0 0 30 0 0,0 0 29 0 0,0 0-57 0 0,0 0 66 0 0,0 0-75 0 0,0 0 82 0 0,0 0-20 0 0,0 0 22 0 0,0 0 0 0 0,0 0 44 0 0,0 0-73 0 0,0 0 19 0 0,0 0-12 0 0,0 0 5 0 0,0 0 3 0 0,0 1-5 0 0,0-1-3 0 0,0 1 5 0 0,0-1-1 0 0,0 0 0 0 0,0 0 4 0 0,0 0-5 0 0,0 0 2 0 0,0 0 8 0 0,0 0-2 0 0,1 0 1 0 0,0 0 0 0 0,0 0 0 0 0,-1 0 0 0 0,1 0 0 0 0,-1 0 4 0 0,0 0 0 0 0,0 0 0 0 0,0 0 4 0 0,0 0 46 0 0,0 0-64 0 0,0 0 17 0 0,0 0-2 0 0,0 0-1 0 0,0 0 0 0 0,0 0-5 0 0,0 0-8 0 0,0 1-58 0 0,0 1 86 0 0,0 1 50 0 0,0 1-78 0 0,0 2 21 0 0,0 0-6 0 0,0-1-2 0 0,0 1 0 0 0,-1-2-5 0 0,0 0 6 0 0,-1-1 3 0 0,1 0 0 0 0,0 0 0 0 0,0-1-10 0 0,0 0-6 0 0,1-1-3 0 0,-1 0-42 0 0,1 0 62 0 0,0 1-16 0 0,0-1 2 0 0,0 1-3 0 0,1-1 10 0 0,-1 0-3 0 0,0 0 5 0 0,0 0 4 0 0,0 1 46 0 0,0-1-54 0 0,0 0 18 0 0,0-1-2 0 0,0 1-10 0 0,-1 0-1 0 0,0-1-5 0 0,-1 2-4 0 0,1 0-4 0 0,-1 0-51 0 0,-1 2 66 0 0,0 0-22 0 0,-1 1 11 0 0,1 1 4 0 0,-1 0 4 0 0,0 0 4 0 0,-1 1 4 0 0,0 0 46 0 0,0 0-64 0 0,-1 0 68 0 0,0 1-72 0 0,-1-1 17 0 0,-1 1-20 0 0,-1 0-39 0 0,-1 0 5 0 0,0 1-14 0 0,1 1 3 0 0,1 0-7 0 0,0 0-8 0 0,0 0 17 0 0,2 1 54 0 0,0-1-19 0 0,0 1 14 0 0,2 0-1 0 0,0 0 4 0 0,-1 0 0 0 0,2-1 4 0 0,-1 1 4 0 0,1-1 4 0 0,-1 1-5 0 0,1 0 2 0 0,0 0-6 0 0,0 1-8 0 0,1 1-2 0 0,1 1-56 0 0,0 1 75 0 0,1 1-24 0 0,0 2 8 0 0,0-1 0 0 0,-1 2 4 0 0,-1-1 0 0 0,1 1 4 0 0,-1 0 0 0 0,-1-1 4 0 0,0-1 4 0 0,-1-1-5 0 0,0-2 6 0 0,1 0-1 0 0,0-2-10 0 0,-1 0 4 0 0,2 0-2 0 0,-2 0 0 0 0,0-1 0 0 0,0 1-10 0 0,1 0 8 0 0,-1 0-12 0 0,0 1-57 0 0,1 1 34 0 0,0 1-13 0 0,0 0-22 0 0,1 0 87 0 0,0-1-26 0 0,-1 0-45 0 0,0 0 2 0 0,1 0 66 0 0,-2-1-18 0 0,0 0 14 0 0,-1 1 4 0 0,0-1-14 0 0,-1 1-38 0 0,0 0 52 0 0,-1 0 52 0 0,0 0-84 0 0,0 1-54 0 0,0-1 88 0 0,2 0-32 0 0,-1 0 19 0 0,2-1 54 0 0,-1 0-71 0 0,1-1 19 0 0,1-1-76 0 0,0-1 93 0 0,0-1-21 0 0,0-1 3 0 0,-1 0 12 0 0,1-2-8 0 0,0 1-7 0 0,1 0-7 0 0,0 0-50 0 0,0 0 60 0 0,0 2-20 0 0,0 0 6 0 0,0 1 9 0 0,-1 2-2 0 0,0 1 5 0 0,-1 1 84 0 0,0-1-99 0 0,-2 1 24 0 0,0-2-17 0 0,1 0 6 0 0,0 0-2 0 0,0-2 0 0 0,0 1-5 0 0,1-1-3 0 0,0 1-55 0 0,0-1 29 0 0,2 1 44 0 0,0 0-14 0 0,-1 0 194 0 0,1 0-239 0 0,1 0 75 0 0,0 0-95 0 0,-1-1 84 0 0,0 0-28 0 0,1 0 13 0 0,-1 1 0 0 0,-1 1-5 0 0,1 1-3 0 0,-1 1-55 0 0,0 3 85 0 0,0 1-38 0 0,0 0-28 0 0,0 2 5 0 0,1-1 38 0 0,0-1-13 0 0,1 0 10 0 0,-1-2 9 0 0,1 1-2 0 0,-2-1 57 0 0,-1 0-2 0 0,1 1 8 0 0,-2-1-73 0 0,1 0 22 0 0,-1 0-21 0 0,0 1 8 0 0,0 0 2 0 0,-2 1 0 0 0,-2 1 14 0 0,0 2-18 0 0,0-1 1 0 0,-1 0-10 0 0,1-1 12 0 0,0-1-9 0 0,1-1 12 0 0,-1 0-3 0 0,0 1 141 0 0,0-1-171 0 0,-1 0 198 0 0,1 0-209 0 0,-2 2-123 0 0,0 1 60 0 0,-1 1 119 0 0,-2 3-36 0 0,-1 0 31 0 0,1 0 2 0 0,-1 0-13 0 0,2-1 4 0 0,0 0-2 0 0,0-1 102 0 0,0 1-122 0 0,2-2 46 0 0,1 0-24 0 0,-1-1 4 0 0,1 0-7 0 0,-3 2 58 0 0,0 0-59 0 0,-2 1 6 0 0,-2 2-7 0 0,0 1 4 0 0,-1 1-1 0 0,0 1 0 0 0,0 0 70 0 0,1 0-86 0 0,0 0 25 0 0,1 0-18 0 0,1-2 7 0 0,1 0 2 0 0,0-1 14 0 0,1-1-4 0 0,2 0-12 0 0,-2-1 4 0 0,1-1-2 0 0,0 1 56 0 0,-1 0-72 0 0,2 0 14 0 0,-1 1-51 0 0,0 1 68 0 0,-1 0-19 0 0,1 1 12 0 0,-1 0-10 0 0,0-1-6 0 0,0 0-59 0 0,0 0 72 0 0,1-2-25 0 0,2 0 12 0 0,0-1-5 0 0,1 0-82 0 0,0-1-1 0 0,0 0 117 0 0,1 0 148 0 0,0-1-147 0 0,1 1-12 0 0,0-1 4 0 0,0 2-10 0 0,0 0 65 0 0,-1 2-32 0 0,-1 0 31 0 0,-1 0-72 0 0,-1 0 12 0 0,-1 0-2 0 0,0 0-7 0 0,-1 1 2 0 0,-1-1-1 0 0,-1 1-10 0 0,0 0-48 0 0,-2 1 18 0 0,0 1 48 0 0,-1 2-12 0 0,0 2 12 0 0,0 0-10 0 0,0 0 8 0 0,-1 1 7 0 0,1-2 72 0 0,-1 1-94 0 0,0-1 74 0 0,0 1-65 0 0,0-1 13 0 0,-1 0-4 0 0,1 0-1 0 0,1-1 0 0 0,0 0 4 0 0,1 0 46 0 0,0 0-73 0 0,1 0 24 0 0,0 1-19 0 0,0 0 4 0 0,1 0-54 0 0,0 1 62 0 0,0 0-62 0 0,2 0 64 0 0,0-1-9 0 0,1-1 4 0 0,2-1 1 0 0,1 0-5 0 0,2-1 2 0 0,1 0-1 0 0,0 0-10 0 0,0-1 4 0 0,0 1 2 0 0,0 0 0 0 0,1 0-80 0 0,-2 0 42 0 0,2 1-35 0 0,-2 0-132 0 0,-1 0 135 0 0,0 0-2 0 0,-2 0-17 0 0,-1 0 105 0 0,1-2-34 0 0,-2-2 19 0 0,1-1 8 0 0,1-2 2 0 0,0-2 66 0 0,0-1-14 0 0,1-1-66 0 0,0-1 17 0 0,0 0-14 0 0,2-1-65 0 0,0 0 37 0 0,1 0-75 0 0,0 1 38 0 0,1 0 75 0 0,1-1-74 0 0,2 0 18 0 0,0-1 52 0 0,1-1-14 0 0,1-2 8 0 0,0 0 9 0 0,1-1 2 0 0,1-1 10 0 0,-1-1 68 0 0,3 0-43 0 0,-1-1-43 0 0,-1 2-61 0 0,1 2 31 0 0,-1 0-34 0 0,0 2-76 0 0,0 3 63 0 0,0 0-6 0 0,-2 3 86 0 0,1-1-83 0 0,-1 1 76 0 0,0-1-49 0 0,-1-2 70 0 0,0-2-25 0 0,-1-3 14 0 0,0-3-1 0 0,0-1-10 0 0,-1-1-1 0 0,0-2-98 0 0,1 0 50 0 0,-1-1 54 0 0,1 1-78 0 0,0-1 93 0 0,0 0-32 0 0,1 0 15 0 0,-1 0-6 0 0,0 0 6 0 0,1-1-1 0 0,0 0 9 0 0,1 0-2 0 0,-1-1 85 0 0,1-1-20 0 0,-1 1 26 0 0,0-1 10 0 0,0 0-49 0 0,1-1-45 0 0,0 1 15 0 0,0-1-14 0 0,-1-1-3 0 0,1 2 10 0 0,1-1 1 0 0,-1 0-18 0 0,0 1 6 0 0,0 0-106 0 0,0 0 16 0 0,0 0-11 0 0,3 0 16 0 0,1 0 94 0 0,2-1 53 0 0,1 0-88 0 0,2-1 25 0 0,-1-1-8 0 0,1 1 7 0 0,-2-1-2 0 0,-1 1-13 0 0,-1 0-57 0 0,1 1 20 0 0,-2-1 47 0 0,0 2-63 0 0,0-1 68 0 0,-1 0-19 0 0,0-1 10 0 0,1 0 9 0 0,1-1-2 0 0,1-1 57 0 0,0-1-54 0 0,2-1 85 0 0,-1-2-34 0 0,0 0-20 0 0,-1-2-34 0 0,-1-1-147 0 0,-1-1 192 0 0,-2-1-62 0 0,-1-1 106 0 0,-2-1-29 0 0,-3 0 60 0 0,-3-2 61 0 0,-5 1-5 0 0,-3 0 124 0 0,-3-1-101 0 0,-3 2 3 0 0,-2 0 4 0 0,0 2-38 0 0,-2 2-135 0 0,0 2 51 0 0,-1 2-86 0 0,1 2 10 0 0,0 2-117 0 0,1 2-87 0 0,1 4 144 0 0,1 3-49 0 0,4 4 111 0 0,2 2-26 0 0,3 3-39 0 0,2 2 2 0 0,4 4-37 0 0,2 2-48 0 0,2 2 81 0 0,2 1 46 0 0,4 1-80 0 0,3 0-31 0 0,5 0-123 0 0,5-2 173 0 0,2-1 1 0 0,3-2 60 0 0,2-4-64 0 0,0-2 80 0 0,0-2-10 0 0,2-4 78 0 0,0-2-18 0 0,1-3 24 0 0,1-2-23 0 0,1-1-6 0 0,1-4-37 0 0,0-2 75 0 0,0-3-108 0 0,-1-3-79 0 0,-2-4 62 0 0,-2-3 42 0 0,-2-3 56 0 0,-3-2-76 0 0,-3-4 44 0 0,-5-2 51 0 0,-3-1 44 0 0,-5-1 7 0 0,-8-1 204 0 0,-8 0-124 0 0,-9 0 76 0 0,-10 2-93 0 0,-6 3 54 0 0,-4 4-75 0 0,-2 5 20 0 0,0 5 6 0 0,-2 4-135 0 0,1 6-58 0 0,2 4-136 0 0,1 4 60 0 0,5 4-104 0 0,3 3-2 0 0,4 3 67 0 0,5 2-66 0 0,3 4 50 0 0,6 1 60 0 0,5 4-21 0 0,4 2 44 0 0,4 3-84 0 0,7 0 30 0 0,6 1 26 0 0,9-1-6 0 0,7-2 0 0 0,6-2 34 0 0,6-4-42 0 0,4-3 98 0 0,2-5-25 0 0,3-3 68 0 0,1-5 68 0 0,-1-3 16 0 0,1-4-10 0 0,-3-3-151 0 0,-2-4-73 0 0,-4-4-3 0 0,-4-4 117 0 0,-4-4-38 0 0,-4-5 18 0 0,-5-3 0 0 0,-5-4-131 0 0,-5-3 168 0 0,-6-3-55 0 0,-11-2 92 0 0,-12 0 134 0 0,-11-2-34 0 0,-12 0 54 0 0,-9 2-13 0 0,-6 3 20 0 0,-3 5 9 0 0,0 6-72 0 0,4 7 50 0 0,3 8-130 0 0,5 9 17 0 0,4 8-122 0 0,2 9-55 0 0,4 6 36 0 0,1 5-53 0 0,5 5 47 0 0,3 3-113 0 0,5 2 187 0 0,5 0-63 0 0,6-1 28 0 0,4-1-15 0 0,4-2-52 0 0,6-2 28 0 0,6-3 34 0 0,5-4-57 0 0,7-4-27 0 0,4-3 53 0 0,4-3-47 0 0,4-4-5 0 0,4-3-8 0 0,3-3 38 0 0,3-4 53 0 0,0-2-9 0 0,1-5-85 0 0,-1-4-75 0 0,-2-4 44 0 0,-3-5 140 0 0,-3-5-33 0 0,-4-3 16 0 0,-5-4 7 0 0,-7-2-62 0 0,-7-2 78 0 0,-7 0-7 0 0,-11 0 139 0 0,-12 0 10 0 0,-12 0 35 0 0,-12 1 44 0 0,-8 2-27 0 0,-6 4-30 0 0,-2 7 135 0 0,2 6-14 0 0,2 9-144 0 0,5 10 62 0 0,2 10-115 0 0,4 9-107 0 0,2 8 20 0 0,5 5-87 0 0,5 5-23 0 0,6 2 58 0 0,7 1-27 0 0,6-1 15 0 0,6-2-31 0 0,8-3-94 0 0,8-3 17 0 0,9-5-60 0 0,7-5-62 0 0,6-4-37 0 0,5-4 42 0 0,4-5 14 0 0,4-5 109 0 0,3-3 158 0 0,1-5-36 0 0,2-4 124 0 0,-1-6-117 0 0,-2-4 91 0 0,-1-5-74 0 0,-5-4 133 0 0,-6-4-21 0 0,-8-3-44 0 0,-8-3-66 0 0,-7-1 67 0 0,-8-1 62 0 0,-11 0 48 0 0,-10 0 45 0 0,-10 1-10 0 0,-9 1-19 0 0,-8 4-110 0 0,-2 5 44 0 0,1 7 54 0 0,3 7-151 0 0,4 8 68 0 0,4 10-16 0 0,4 8-97 0 0,4 7-27 0 0,4 7-3 0 0,6 3-43 0 0,4 3 93 0 0,5 0-71 0 0,5-2 80 0 0,6-3-78 0 0,7-4-65 0 0,6-5-19 0 0,6-5-22 0 0,5-5 15 0 0,3-3 53 0 0,4-4 93 0 0,2-3-13 0 0,1-2 17 0 0,-1-3 5 0 0,0-4-10 0 0,-3-2-127 0 0,-2-3 73 0 0,-4-3-53 0 0,-2-4-62 0 0,-4-2 162 0 0,-6-4-140 0 0,-5-2 190 0 0,-5-1-49 0 0,-6-3 99 0 0,-7-1 38 0 0,-8 0 23 0 0,-8 1-33 0 0,-6 2 116 0 0,-3 4-75 0 0,-2 7 26 0 0,0 5 50 0 0,2 10-161 0 0,0 9 125 0 0,1 11-150 0 0,1 9-38 0 0,1 8-63 0 0,3 7 9 0 0,4 4 51 0 0,5 1-18 0 0,5 0 9 0 0,4-3-47 0 0,7-3-61 0 0,4-6 132 0 0,6-6-143 0 0,5-5-2 0 0,4-7-28 0 0,5-4 19 0 0,3-6 29 0 0,3-4 10 0 0,3-6-18 0 0,0-5-118 0 0,0-5 159 0 0,-2-6-50 0 0,-4-4 130 0 0,-5-4-107 0 0,-6-4 126 0 0,-8-2-26 0 0,-11-1 145 0 0,-8 0 5 0 0,-10 2 77 0 0,-6 3 14 0 0,-5 4-12 0 0,1 6-20 0 0,-1 7 90 0 0,4 8-140 0 0,0 8 100 0 0,0 8-88 0 0,1 8-191 0 0,0 6 59 0 0,0 5-38 0 0,3 2-2 0 0,3 2-111 0 0,3 0 8 0 0,6-2 74 0 0,4-4-88 0 0,3-2 63 0 0,6-4-108 0 0,7-4 50 0 0,7-3 9 0 0,5-4 18 0 0,4-3 3 0 0,6-4 90 0 0,2-2-30 0 0,2-4 20 0 0,0-4-125 0 0,-2-4-5 0 0,-1-3 54 0 0,-3-5 76 0 0,-4-3-62 0 0,-4-6 77 0 0,-6-3-25 0 0,-4-3 18 0 0,-6-2 25 0 0,-5 1 77 0 0,-7 3 68 0 0,-4 4 58 0 0,-4 8-8 0 0,-2 6 150 0 0,-3 10-180 0 0,-3 11 74 0 0,-4 9-253 0 0,-4 10 17 0 0,-1 7-10 0 0,1 6-14 0 0,2 2-6 0 0,5 1-13 0 0,7-1-67 0 0,6-3-38 0 0,5-4 90 0 0,4-3-79 0 0,6-6-81 0 0,3-4-126 0 0,6-4 46 0 0,4-5-13 0 0,5-4-6 0 0,4-4-20 0 0,6-3-101 0 0,4-7-10 0 0,4-6-37 0 0,5-7-43 0 0,1-8-953 0 0,1-7-786 0 0,-1-6-61 0 0,-5-4 175 0 0,-7-2 393 0 0,-10 1 1953 0 0,-7 3-153 0 0,-10 5 1431 0 0,-9 7 202 0 0,-9 9 15 0 0,-7 9 431 0 0,-8 10-481 0 0,-6 10-822 0 0,-4 7-82 0 0,-5 8-328 0 0,0 3-198 0 0,3 2-126 0 0,4-1-51 0 0,5-2 10 0 0,8-4 33 0 0,6-4-62 0 0,7-5-44 0 0,4-4-72 0 0,4-4-75 0 0,4-2 144 0 0,7-3-7 0 0,4-1 62 0 0,4-2-57 0 0,3-2 82 0 0,2-2 9 0 0,-1-1-52 0 0,-3 0-27 0 0,-4-2 10 0 0,-5 0-3 0 0,-5-3 74 0 0,-8 0-25 0 0,-7-2-7 0 0,-5 0-56 0 0,-4 1 15 0 0,-2 1 75 0 0,-1 2 74 0 0,1 4-21 0 0,3 3 7 0 0,5 4 1 0 0,4 5-104 0 0,4 6-40 0 0,2 8-219 0 0,2 9-21 0 0,6 8-127 0 0,8 8-290 0 0,8 7-165 0 0,8 5-225 0 0,7 1-826 0 0,3-4-1390 0 0,3-4-4454 0 0,-7-12 3842 0 0</inkml:trace>
  <inkml:trace contextRef="#ctx0" brushRef="#br4" timeOffset="-3600.155">5131 2397 508 0 0,'0'0'0'0'0,"0"0"576"0"0,0 0-523 0 0,0 0 155 0 0,0 0-156 0 0,0 0 2613 0 0,0 0-1367 0 0,0 0-13 0 0,0 0-293 0 0,0 0-163 0 0,0 0-73 0 0,0 0-178 0 0,7-2-92 0 0,2 0-80 0 0,2 0-54 0 0,0 1 33 0 0,-1 1 16 0 0,0 0 3 0 0,-2 1-25 0 0,-1 1-5 0 0,0 0-46 0 0,-1 1-22 0 0,1-1-54 0 0,-2 0-20 0 0,0 0-74 0 0,0-1-72 0 0,2 2-70 0 0,-1-1 3 0 0,3 0-10 0 0,-1 1-10 0 0,2-1 2 0 0,0 1-1 0 0,1 0 0 0 0,2 0-9 0 0,0 1 7 0 0,1-1 2 0 0,1 1 144 0 0,0 0-50 0 0,0-1-56 0 0,1 1 40 0 0,-1 0-3 0 0,-1-1-1 0 0,-2 0-26 0 0,-1-1-48 0 0,-1 0 12 0 0,0 0-12 0 0,1 0 0 0 0,1 0 0 0 0,1 0-9 0 0,1 0-49 0 0,0 0 60 0 0,1 0-16 0 0,-1-1 5 0 0,-1 1 6 0 0,-2-1-2 0 0,-2 0 6 0 0,-1-1 3 0 0,-3 0 9 0 0,0 0 44 0 0,-1 0-63 0 0,0 0 82 0 0,-1 0-34 0 0,1 0 25 0 0,0 0-23 0 0,1 0-45 0 0,3 0 8 0 0,0 0 3 0 0,3 0-8 0 0,3 1-2 0 0,1 0 0 0 0,0-1 0 0 0,0 1 14 0 0,0 0 66 0 0,-1 0 6 0 0,0-1 40 0 0,0 1 25 0 0,1 0-78 0 0,-1-1-7 0 0,0 0-58 0 0,-2 0 3 0 0,-1 0-10 0 0,-1 1-5 0 0,-3-1-9 0 0,-1 0 7 0 0,-2 1-49 0 0,-1-1 60 0 0,-2 0-20 0 0,0 0 7 0 0,-1 0 10 0 0,0 0-4 0 0,-1 0 2 0 0,1 0 5 0 0,0 0-6 0 0,0 0 1 0 0,1 0-4 0 0,0 0 5 0 0,0 0-2 0 0,-1 0-8 0 0,0 0-44 0 0,1 0-96 0 0,-1 0-134 0 0,0 0-59 0 0,0 0-133 0 0,0 0-212 0 0,-1 0-254 0 0,-3 0-671 0 0,-3 0-1298 0 0,-6 0-3998 0 0,14 0 6353 0 0,1 0 116 0 0</inkml:trace>
  <inkml:trace contextRef="#ctx0" brushRef="#br5" timeOffset="-2629.258">5768 296 16 0 0,'0'0'0'0'0,"0"0"404"0"0,0 0-303 0 0,0 0 39 0 0,0 0-34 0 0,0 0-117 0 0,0 0 115 0 0,0 0 53 0 0,0 0-28 0 0,0 0-16 0 0,0 0 727 0 0,0 0 517 0 0,-2-1-744 0 0,0 1 104 0 0,1 0-281 0 0,-1-1 24 0 0,0 1-104 0 0,1 0-177 0 0,0 0-137 0 0,0 0-23 0 0,1 0-152 0 0,-1 0 23 0 0,1 0-2 0 0,0 0-11 0 0,0 0 130 0 0,0 1-23 0 0,0 0 28 0 0,0 1 110 0 0,0 1-156 0 0,0-1-172 0 0,0 1-235 0 0,0-1-511 0 0,0 1 120 0 0,0 0-126 0 0,0-1-506 0 0,0 1 473 0 0,0-7 1129 0 0,0-1-323 0 0</inkml:trace>
  <inkml:trace contextRef="#ctx0" brushRef="#br6" timeOffset="-2412.856">5768 296 64 0 0,'0'0'0'0'0,"0"0"0"0"0</inkml:trace>
  <inkml:trace contextRef="#ctx0" brushRef="#br7" timeOffset="-2345.44">5768 296 64 0 0,'0'0'0'0'0,"-8"19"940"0"0,-2 9-1003 0 0,0-3 197 0 0,1-3 182 0 0,2-4 345 0 0,0-5-831 0 0,1-2 230 0 0,2-3-383 0 0,-1-1 244 0 0,1 1-500 0 0,1-1-68 0 0,1 0 388 0 0,0-1 261 0 0</inkml:trace>
  <inkml:trace contextRef="#ctx0" brushRef="#br8" timeOffset="-2125.295">5643 807 312 0 0,'0'0'0'0'0,"0"0"432"0"0,0 0-275 0 0,0 0 31 0 0,0 0 3065 0 0,0 0-2398 0 0,0 0-103 0 0,0 0-837 0 0,0 0 295 0 0,0 0-170 0 0,-4 9-52 0 0,1 2-159 0 0,0 0-291 0 0,0-1-481 0 0,1-2-227 0 0,1-2-729 0 0,0-1 488 0 0,1-3 1626 0 0</inkml:trace>
  <inkml:trace contextRef="#ctx0" brushRef="#br9" timeOffset="-1984.896">5679 1187 220 0 0,'0'0'0'0'0,"0"0"296"0"0,0 0-495 0 0,0 0-45 0 0,0 0 202 0 0</inkml:trace>
  <inkml:trace contextRef="#ctx0" brushRef="#br10" timeOffset="-1762.129">5780 1519 888 0 0,'0'0'0'0'0,"0"0"52"0"0,0 0 107 0 0,0 0 2663 0 0,0 0-1198 0 0,0 0-800 0 0,0 0-1252 0 0,0 0-389 0 0,0 0 50 0 0,0 0-272 0 0,0 0-825 0 0,0 7 533 0 0,0-1 1445 0 0</inkml:trace>
  <inkml:trace contextRef="#ctx0" brushRef="#br11" timeOffset="-1509.257">5776 1782 4696 0 0,'0'0'0'0'0,"0"0"2537"0"0,0 0-1807 0 0,0 0 147 0 0,0 0-525 0 0,0 0 48 0 0,0 0-168 0 0,0 0-452 0 0,0 0-47 0 0,0 0-292 0 0,0 0-142 0 0,-2 15-217 0 0,0 0-292 0 0,1 2-489 0 0,-1-1-329 0 0,1-4 55 0 0,1-3 2022 0 0,-1-2-306 0 0</inkml:trace>
  <inkml:trace contextRef="#ctx0" brushRef="#br12" timeOffset="-1344.663">5715 2059 520 0 0,'0'0'0'0'0,"0"0"52"0"0,0 0 397 0 0,0 0-403 0 0,0 0 2314 0 0,0 0-2063 0 0,-1 20-320 0 0,2 3 174 0 0,2 1-572 0 0,1 0-149 0 0,2-4-389 0 0,0-2-516 0 0,0-4 1363 0 0,-1-5-163 0 0</inkml:trace>
  <inkml:trace contextRef="#ctx0" brushRef="#br13" timeOffset="-1158.949">5812 2602 640 0 0,'0'0'0'0'0,"0"0"156"0"0,0 0 1582 0 0,0 0-1194 0 0,0 0-1055 0 0,0 0-1038 0 0,0 0 1323 0 0,0 0-572 0 0</inkml:trace>
  <inkml:trace contextRef="#ctx0" brushRef="#br14" timeOffset="-951.035">5836 2984 1044 0 0,'0'0'0'0'0,"0"0"12"0"0,0 0 47 0 0,0 0 2194 0 0,0 0-1875 0 0,0 0-205 0 0,0 0-236 0 0,0 0-83 0 0,2 18-302 0 0,1 2-326 0 0,1 0-369 0 0,1-1 238 0 0,0-4 636 0 0,-2-4 146 0 0,0-4 86 0 0</inkml:trace>
  <inkml:trace contextRef="#ctx0" brushRef="#br15" timeOffset="-733.615">5808 3397 768 0 0,'0'0'0'0'0,"0"0"104"0"0,0 0 4695 0 0,0 0-4748 0 0,0 0 813 0 0,0 0-585 0 0,-3 18-70 0 0,-1 3 45 0 0,1 2-20 0 0,0 0-122 0 0,1-2-106 0 0,1-3 74 0 0,0-3-21 0 0,1-1 185 0 0,0-1-78 0 0,-1-1-148 0 0,0 0 1 0 0,-1 1-362 0 0,1-1-771 0 0,-2 1-470 0 0,0 1-273 0 0,-2 1-895 0 0,-3 0 2714 0 0,-1 1-489 0 0,1-3 513 0 0</inkml:trace>
  <inkml:trace contextRef="#ctx0" brushRef="#br16" timeOffset="-551.668">5667 4063 1068 0 0,'0'0'0'0'0,"0"0"524"0"0,0 0-140 0 0,0 0 2976 0 0,0 0-2413 0 0,0 0 27 0 0,-3 18-575 0 0,1 4-11 0 0,-1 4-72 0 0,1-2-31 0 0,1-1-166 0 0,0-2-118 0 0,1-3 18 0 0,2-2-139 0 0,0-1-163 0 0,1-2 71 0 0,0-1-466 0 0,0 0-325 0 0,-2 0-423 0 0,0 0-180 0 0,-2 1-945 0 0,-2 0 2152 0 0,0-2-11 0 0</inkml:trace>
  <inkml:trace contextRef="#ctx0" brushRef="#br17" timeOffset="-379.675">5618 4963 300 0 0,'0'0'0'0'0,"0"0"1044"0"0,0 0-140 0 0,0 0 1608 0 0,0 0-1882 0 0,0 0 185 0 0,-5 19-528 0 0,-2 5-270 0 0,1 1-226 0 0,0 0-539 0 0,2-3-678 0 0,1-2-757 0 0,2-1 667 0 0,0-4 1317 0 0</inkml:trace>
  <inkml:trace contextRef="#ctx0" brushRef="#br18" timeOffset="-189.99">5610 5553 536 0 0,'0'0'0'0'0,"0"0"480"0"0,0 0-467 0 0,0 0 101 0 0,2 18 825 0 0,1 6 611 0 0,1 3-518 0 0,1 2 8 0 0,-1-3-66 0 0,0-2-273 0 0,0-3-682 0 0,-1-3 73 0 0,1-3-1851 0 0,0-2-226 0 0,0-2-950 0 0,0-1 2802 0 0,-1-2-488 0 0</inkml:trace>
  <inkml:trace contextRef="#ctx0" brushRef="#br19" timeOffset="20514.43">4054 5651 312 0 0,'0'0'0'0'0,"0"0"1160"0"0,0 0-1227 0 0,0 0 145 0 0,0 0 42 0 0,0 0 271 0 0,0 0-352 0 0,0 0 1533 0 0,0 0-595 0 0,0 0-305 0 0,3 0-122 0 0,0-1-38 0 0,0 1 206 0 0,1 0-20 0 0,0 0 56 0 0,-1 0-54 0 0,0 1-149 0 0,0 0-34 0 0,0 1 26 0 0,-1-1-19 0 0,-1 1-43 0 0,0-1-224 0 0,-1 1-14 0 0,1-2-119 0 0,0 1-42 0 0,1-1 31 0 0,-1 0 30 0 0,1 1 23 0 0,0-2 128 0 0,1 2 42 0 0,-1-1-119 0 0,1 0-3 0 0,-1 1-97 0 0,0-1-64 0 0,0 0-45 0 0,-1 0 0 0 0,-1 0-22 0 0,0 1-84 0 0,0-1-10 0 0,1 1-18 0 0,0 0-28 0 0,1 0-40 0 0,-1 0 27 0 0,1-1 30 0 0,1 1 80 0 0,0 0 50 0 0,0 0-2 0 0,1-1 13 0 0,0 1 69 0 0,0 0 9 0 0,-1-1 2 0 0,1 1-10 0 0,-1-1-24 0 0,2 1 67 0 0,0 0-54 0 0,0 1-15 0 0,1 0-47 0 0,0 0 24 0 0,2 0-25 0 0,-1 1 6 0 0,2 1-2 0 0,0 0 10 0 0,0 0-13 0 0,0 0 9 0 0,-1 1-7 0 0,1-1 1 0 0,-1 1 0 0 0,0-1 0 0 0,0 0 10 0 0,0 0-8 0 0,-1 0 68 0 0,1-1-85 0 0,0 0 28 0 0,1 1 57 0 0,1-1-80 0 0,1 1 17 0 0,1 0-10 0 0,-1-1-5 0 0,-1 1 0 0 0,1 0 0 0 0,-1-1 5 0 0,-1 0-2 0 0,0 0 6 0 0,0-1 8 0 0,1 1 58 0 0,0-1-76 0 0,0 1 25 0 0,2 0-8 0 0,0 0-14 0 0,0 1 4 0 0,2 0-16 0 0,0 0 9 0 0,0 0 6 0 0,1 1-3 0 0,-1-1 16 0 0,1 1-13 0 0,-2-1 4 0 0,0 1 4 0 0,-1-1-2 0 0,0 1-3 0 0,0-1 0 0 0,0 0 5 0 0,-1 0-6 0 0,-1 0 1 0 0,1-1-4 0 0,-2 0 0 0 0,1 1-9 0 0,0-1-63 0 0,0 0 78 0 0,1 0-73 0 0,-1 1 68 0 0,1-1-80 0 0,0 0 93 0 0,1-1-23 0 0,0 1 18 0 0,0-1 49 0 0,0 0-70 0 0,0 1 20 0 0,0-1-8 0 0,1 0 5 0 0,-2 1 8 0 0,1 0-3 0 0,0-1-2 0 0,0 1-9 0 0,-1 0-2 0 0,1 0 4 0 0,-1 1-2 0 0,0-1 11 0 0,1 1-13 0 0,-1-1 4 0 0,1 1-57 0 0,0-1 63 0 0,1-1-26 0 0,0 1 7 0 0,0-1 0 0 0,1-1-60 0 0,0 1 77 0 0,-1-1-21 0 0,0 0 7 0 0,-1 1 1 0 0,-2-1-4 0 0,0 1 0 0 0,-1 0 14 0 0,-1 0-4 0 0,0 0 7 0 0,1 0-6 0 0,-1 0 1 0 0,3 0 10 0 0,-1 0-13 0 0,1-1 9 0 0,0 1 2 0 0,1 0-10 0 0,0 0-1 0 0,0-1-1 0 0,-1 1 5 0 0,0 0-6 0 0,1-1-8 0 0,0 1-58 0 0,0 0 76 0 0,0-1-114 0 0,0 0 127 0 0,0 1-44 0 0,-1-1 24 0 0,0 0-4 0 0,0 0-7 0 0,-1 1-40 0 0,0-1 53 0 0,0 0-64 0 0,0 0 74 0 0,0 0-26 0 0,0 0 8 0 0,0-1-9 0 0,0 1-35 0 0,-1 0 61 0 0,1 0-35 0 0,-1 1 26 0 0,1-1-15 0 0,1 0 18 0 0,-1 1-5 0 0,1-1 16 0 0,0 1-18 0 0,0-1-3 0 0,-1 1-46 0 0,0 0 49 0 0,0-1-8 0 0,0 0-49 0 0,-1 0 63 0 0,0-1-67 0 0,0 1 66 0 0,0-1-20 0 0,-1 1-39 0 0,0-1 64 0 0,-1 1-17 0 0,1 0 11 0 0,-1 1 9 0 0,0-1-7 0 0,2 0 7 0 0,1 0-2 0 0,0 0-3 0 0,2 0 0 0 0,0 0 0 0 0,1 0 0 0 0,-1 1 0 0 0,0-1 0 0 0,1 0 0 0 0,-2 0-4 0 0,0 0 0 0 0,-1 0 0 0 0,-1 0 0 0 0,-2-1 0 0 0,-1 1-14 0 0,-1-1 4 0 0,-1 1-62 0 0,0-1 77 0 0,-1 0-26 0 0,0 0 9 0 0,1 0 14 0 0,-1 0-4 0 0,1 0 12 0 0,1 0-4 0 0,0 0 12 0 0,0 0-13 0 0,1 0-5 0 0,-1 0-8 0 0,0 0-111 0 0,-1 0-43 0 0,0-1 9 0 0,-1 0 30 0 0,0 0-11 0 0,0 0-27 0 0,-1 0-60 0 0,0 0-78 0 0,-1 0-208 0 0,0 1-252 0 0,-1 0-338 0 0,-1-1-650 0 0,-1 1-919 0 0,-4 1-2103 0 0,2 1 5350 0 0,2-1-1200 0 0</inkml:trace>
  <inkml:trace contextRef="#ctx0" brushRef="#br20" timeOffset="102596.067">5792 108 2060 0 0,'0'0'0'0'0,"0"0"1396"0"0,0 0 14 0 0,0 0-554 0 0,0 0 434 0 0,0 0-251 0 0,0 0-419 0 0,0 0 0 0 0,0 0-174 0 0,0 0-496 0 0,0 0 557 0 0,-3 3-345 0 0,-2 1-60 0 0,0-1-92 0 0,1 0 790 0 0,1 0-155 0 0,0-2-62 0 0,1 1-114 0 0,-1-1-94 0 0,2-1 43 0 0,-1 1-13 0 0,0 0-64 0 0,1 0-92 0 0,-1 0-131 0 0,-1-1-56 0 0,1 1-58 0 0,-1 0 4 0 0,0 0-12 0 0,1-1-4 0 0,0 1 10 0 0,0-1-4 0 0,0 0 58 0 0,1 0 3 0 0,0 0 30 0 0,0 0 70 0 0,0 0 52 0 0,0 0-18 0 0,0 0-39 0 0,0 0 4 0 0,-2 0-19 0 0,-2 0-104 0 0,-2 1-28 0 0,-3 0 1 0 0,-2 1-8 0 0,-3 0 80 0 0,-5 1-94 0 0,-2 0 23 0 0,-4 0-8 0 0,-4 1 4 0 0,-3 1 50 0 0,-3-1-10 0 0,-2 1-45 0 0,-2 1 20 0 0,-2-1 80 0 0,-2 0 18 0 0,-1 1-56 0 0,0-1 22 0 0,-1 0-83 0 0,1 0 22 0 0,0 1 45 0 0,1-1 2 0 0,1 0-10 0 0,1 0-55 0 0,-1 1 11 0 0,1 0 39 0 0,-1 1 5 0 0,-1-1 58 0 0,0 0 0 0 0,-1 0 4 0 0,0-1 30 0 0,0-1 52 0 0,-1 0-101 0 0,1 0 76 0 0,0-1-25 0 0,-1 1-125 0 0,-1-1-18 0 0,-1 1-59 0 0,-3 0 8 0 0,-2 1 43 0 0,-2 0-14 0 0,-3 1 11 0 0,-1 1 98 0 0,-1 1-38 0 0,1-1 27 0 0,3 0-88 0 0,2-1 127 0 0,4-1-54 0 0,5 0-29 0 0,5-2-35 0 0,3 0 7 0 0,4-1-7 0 0,3 0 4 0 0,2 0-5 0 0,2 0-8 0 0,1-1 3 0 0,0 0-7 0 0,1 1-3 0 0,-1-1-4 0 0,-1 0 15 0 0,-2 1-5 0 0,-2-1 72 0 0,-3 0-16 0 0,-3 1 19 0 0,-3-1-72 0 0,-1 1 81 0 0,-2-1-31 0 0,-1 0-51 0 0,1 0 21 0 0,1-1 33 0 0,2 1-64 0 0,2-1 17 0 0,3 1-2 0 0,2-1 55 0 0,0 0-63 0 0,3 0 92 0 0,1 0-23 0 0,1 0-9 0 0,0 0-8 0 0,-1 2-55 0 0,-1 0 14 0 0,-3 1-18 0 0,1 0 13 0 0,-1 0 0 0 0,0 0-4 0 0,2 1-3 0 0,2 0-9 0 0,2 1 7 0 0,2-2 7 0 0,3 1 7 0 0,1-1 3 0 0,1 0 61 0 0,-1-1-82 0 0,-2 0 102 0 0,-2 1-44 0 0,-3-1 18 0 0,-2 1-21 0 0,-3 0-50 0 0,-2 0 17 0 0,-1 0-4 0 0,-2 0 0 0 0,0 1 46 0 0,2-1-12 0 0,2 1-41 0 0,3-1 4 0 0,2 1-8 0 0,3-1 4 0 0,2 0 13 0 0,3-1-4 0 0,1 0 44 0 0,3-1-54 0 0,0 0 60 0 0,0 0-60 0 0,0 0 60 0 0,0 0-74 0 0,-2 0 22 0 0,0 0-8 0 0,-3 0-5 0 0,1 0 2 0 0,-3 1-10 0 0,-1-1-40 0 0,-1 1 57 0 0,-2 1-18 0 0,-1 0 10 0 0,0 0 4 0 0,0 0 0 0 0,1 0 4 0 0,0 0 5 0 0,0 0-7 0 0,-1 0 12 0 0,-1 0 39 0 0,0 0-62 0 0,0-1 15 0 0,-1 0-5 0 0,1 0-6 0 0,0-1-7 0 0,1 0 1 0 0,0 0-43 0 0,2 0 58 0 0,2 0-9 0 0,3 0 4 0 0,1 0 5 0 0,5-1 0 0 0,1 1 0 0 0,1-1 0 0 0,2 1-5 0 0,2-1 2 0 0,1 0 3 0 0,1 0 0 0 0,0 0-5 0 0,1 1 2 0 0,0 0-6 0 0,-1 0-8 0 0,-1 0-39 0 0,0 0 61 0 0,-3 0-25 0 0,-1 0 13 0 0,-2 1-1 0 0,-1-1 4 0 0,0 1 9 0 0,-2 0 2 0 0,0 0-4 0 0,-1 1-3 0 0,0-1 5 0 0,-1 1-1 0 0,-1 0-5 0 0,1-1 7 0 0,-2 0-8 0 0,1 0 3 0 0,0 0-6 0 0,-1 0-3 0 0,0 0-9 0 0,1 1-39 0 0,1-1 61 0 0,0 0-20 0 0,3 0-3 0 0,1 0 8 0 0,1-1-7 0 0,3 1 2 0 0,1-1 3 0 0,1-1 4 0 0,3 1 4 0 0,2-1 0 0 0,2 0 0 0 0,1 0 0 0 0,0 0 4 0 0,1 0 0 0 0,1 0 4 0 0,-1 0 9 0 0,0 0-7 0 0,1 0-2 0 0,-1 0 1 0 0,0 0-11 0 0,0 0-1 0 0,0 0 0 0 0,0 0-1 0 0,0 0 0 0 0,0 0 0 0 0,0 0 4 0 0,0 0 0 0 0,0 0 0 0 0,0 0 0 0 0,0 0 4 0 0,0 0-14 0 0,0 0-6 0 0,0 0-64 0 0,0 0 88 0 0,0 0-72 0 0,0 0 64 0 0,0 0-79 0 0,0 0 42 0 0,0 0 29 0 0,0 0-66 0 0,0 0 106 0 0,0 0-32 0 0,0 0 54 0 0,0 0-64 0 0,0 0 31 0 0,0 0-15 0 0,0 0-11 0 0,0 0-63 0 0,0 0 74 0 0,0 0-96 0 0,0 0 23 0 0,0 0-4 0 0,0 0 8 0 0,0 0 63 0 0,0 0 53 0 0,0 0-16 0 0,0-1-40 0 0,0-1 19 0 0,1 0-18 0 0,0-2-62 0 0,4-1-6 0 0,1-2 2 0 0,2-3 5 0 0,3-1-40 0 0,0-1 22 0 0,0-2-60 0 0,-3 1 12 0 0,-2 0 8 0 0,-3 1 23 0 0,-5 1 26 0 0,-6 1-9 0 0,-8 0 10 0 0,-7 2 83 0 0,-6 2 83 0 0,-5 1 47 0 0,-4 3-167 0 0,-3 3 57 0 0,-1 4 78 0 0,-1 4-140 0 0,0 6-20 0 0,2 3 69 0 0,4 5 42 0 0,4 3 7 0 0,6 2-78 0 0,8 0 26 0 0,6 1-8 0 0,7-1 46 0 0,7-3 2 0 0,8-1-50 0 0,7-2 125 0 0,7-2-62 0 0,4-3 32 0 0,5-2-58 0 0,4-2-35 0 0,2-2 3 0 0,1-2 3 0 0,2-1 48 0 0,0-3-79 0 0,-1-2 22 0 0,-1-1-8 0 0,-2-2 3 0 0,-1-4 84 0 0,0-4-48 0 0,-2-4-41 0 0,-3-5 4 0 0,-4-3-99 0 0,-5-4 44 0 0,-6-2-18 0 0,-8-1 86 0 0,-9-1 50 0 0,-10 1 15 0 0,-8 1-6 0 0,-9 2 2 0 0,-4 3-14 0 0,-3 3 21 0 0,1 4 3 0 0,0 4-89 0 0,4 4 17 0 0,3 3-89 0 0,2 1-44 0 0,4 2-20 0 0,2 2-58 0 0,2 1-16 0 0,3 3 14 0 0,3 2 62 0 0,2 4 145 0 0,4 3-27 0 0,3 3 35 0 0,4 3-3 0 0,6 2 44 0 0,5 2-68 0 0,6-1 12 0 0,3 0 5 0 0,2-3-4 0 0,2-1 1 0 0,2-3-5 0 0,-1-3 6 0 0,3-3 3 0 0,-1-3 84 0 0,1-3-99 0 0,1-3 192 0 0,2-2-144 0 0,1-5 80 0 0,0-4-40 0 0,-2-4-4 0 0,-3-4-83 0 0,-4-4-44 0 0,-7-3 17 0 0,-6-3-26 0 0,-6-1 14 0 0,-11-2-130 0 0,-7-1 97 0 0,-9 1 3 0 0,-9 1 86 0 0,-6 2-15 0 0,-5 3 7 0 0,-3 4 2 0 0,-1 5 8 0 0,0 5-12 0 0,3 5-9 0 0,1 6-143 0 0,3 6 82 0 0,1 7 27 0 0,5 6 46 0 0,3 8 206 0 0,5 5-34 0 0,8 5-35 0 0,5 4 34 0 0,5 2-60 0 0,7 1-115 0 0,8-3 110 0 0,6-2-116 0 0,8-4 89 0 0,6-5-88 0 0,6-5 63 0 0,4-5-66 0 0,4-6-33 0 0,3-5 60 0 0,2-6-8 0 0,3-5 77 0 0,0-7-93 0 0,-3-5 78 0 0,-4-6-84 0 0,-8-6-88 0 0,-9-5 60 0 0,-9-3 44 0 0,-13-4-81 0 0,-11-2 90 0 0,-12-1-17 0 0,-11-1 15 0 0,-9 0-6 0 0,-7 0-2 0 0,-4 3-13 0 0,-2 4-11 0 0,1 5 30 0 0,4 7 46 0 0,4 8-68 0 0,4 8-382 0 0,2 11 238 0 0,3 10 8 0 0,0 11 162 0 0,3 9 124 0 0,3 9 96 0 0,5 4-85 0 0,7 4-37 0 0,4-1-55 0 0,7-3-52 0 0,8-3-2 0 0,9-6-85 0 0,8-4 106 0 0,7-7-102 0 0,8-5-43 0 0,3-6-58 0 0,4-6 135 0 0,2-4 42 0 0,-1-3 3 0 0,-1-6 98 0 0,-4-5 23 0 0,-3-5 0 0 0,-3-6-139 0 0,-5-7-112 0 0,-5-6-127 0 0,-7-7 96 0 0,-5-4 28 0 0,-8-4 46 0 0,-8-2 82 0 0,-11-2-58 0 0,-9 1 80 0 0,-11 3-8 0 0,-8 4 60 0 0,-8 6 46 0 0,-5 9-22 0 0,-4 7-105 0 0,-4 11-29 0 0,-1 10 61 0 0,1 11 35 0 0,2 10-64 0 0,3 10 19 0 0,6 8-34 0 0,8 5 35 0 0,9 5 216 0 0,10 0-172 0 0,10-1-53 0 0,10-4-71 0 0,11-4-15 0 0,11-4-66 0 0,10-6 28 0 0,8-5 1 0 0,6-4 40 0 0,5-5 78 0 0,2-4-14 0 0,3-5-35 0 0,1-3 70 0 0,2-6-23 0 0,0-6 64 0 0,1-5-63 0 0,-1-7 12 0 0,-3-6-50 0 0,-3-6-72 0 0,-5-4-142 0 0,-7-6 160 0 0,-10-3 104 0 0,-8-2 28 0 0,-13-2-40 0 0,-12-1 26 0 0,-12 2 170 0 0,-11 2-41 0 0,-11 6 37 0 0,-5 8-87 0 0,-6 8 128 0 0,-4 10-190 0 0,-3 10-12 0 0,-2 13-2 0 0,1 12-20 0 0,3 10-1 0 0,4 10 0 0 0,8 8 27 0 0,9 4 183 0 0,11 2-144 0 0,9-1-11 0 0,8-2-46 0 0,9-5-4 0 0,9-6-14 0 0,9-5-50 0 0,9-7 4 0 0,7-6 52 0 0,6-5-93 0 0,4-6 6 0 0,4-5-8 0 0,2-3 30 0 0,2-5 56 0 0,0-5-5 0 0,0-5 11 0 0,-3-5 1 0 0,-2-5-80 0 0,-6-3 47 0 0,-7-4 42 0 0,-8-3-97 0 0,-8-4-15 0 0,-7-2 118 0 0,-11-3-25 0 0,-10-2 12 0 0,-12 0 6 0 0,-11 1 51 0 0,-8 2 18 0 0,-8 4 41 0 0,-5 8-55 0 0,-2 8-18 0 0,-2 10-42 0 0,1 13-6 0 0,2 13-92 0 0,2 12 126 0 0,6 11-41 0 0,6 8 200 0 0,9 5-108 0 0,10 1-75 0 0,9-2 12 0 0,9-3-158 0 0,12-6 82 0 0,9-7-15 0 0,9-7-3 0 0,9-7-192 0 0,7-7 237 0 0,6-5-34 0 0,4-6 51 0 0,4-4 5 0 0,3-7 12 0 0,0-5 3 0 0,-1-6-4 0 0,-2-7-8 0 0,-5-5-100 0 0,-6-6 37 0 0,-7-4-45 0 0,-11-4 69 0 0,-8-3 45 0 0,-9-2-10 0 0,-11 0 4 0 0,-9 0 11 0 0,-11 4 62 0 0,-8 4 76 0 0,-8 7 25 0 0,-7 10-27 0 0,-6 9-112 0 0,-5 12 55 0 0,-4 13-94 0 0,-4 12 153 0 0,1 12-32 0 0,3 7-61 0 0,6 5 42 0 0,9 1 69 0 0,12-2-83 0 0,10-3-82 0 0,11-6-127 0 0,11-7-28 0 0,13-6 40 0 0,12-6 134 0 0,12-6-48 0 0,10-6 26 0 0,7-4 12 0 0,6-6 42 0 0,2-6 4 0 0,-1-4-59 0 0,-6-5 6 0 0,-8-4-108 0 0,-10-4 28 0 0,-12-4-43 0 0,-12-4 59 0 0,-14-2 75 0 0,-14-2 83 0 0,-12 1 8 0 0,-12 4 40 0 0,-7 6-47 0 0,-6 8-101 0 0,-4 13-75 0 0,-2 15-141 0 0,2 16 211 0 0,2 16-289 0 0,6 14 46 0 0,11 12-547 0 0,10 7-1493 0 0,11 0-1866 0 0,9 1-2706 0 0,6-14 4161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01.8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229 390 3344 0 0,'0'0'2192'0'0,"0"0"-736"0"0,0 0-449 0 0,0 0 46 0 0,0 0 136 0 0,0 0-146 0 0,0 0-349 0 0,0 0-260 0 0,0 0-98 0 0,0 0 10 0 0,6-13-57 0 0,113-254 1086 0 0,-19 157-1508 0 0,-87 252-921 0 0,-13-123 1048 0 0,-1 1 0 0 0,-1-1 0 0 0,-1 0 1 0 0,-1-1-1 0 0,-1 1 0 0 0,0-1 1 0 0,-1 1-1 0 0,-1-1 0 0 0,-7 13 6 0 0,-79 215-268 0 0,75-156 69 0 0,17-79 177 0 0,0 0 0 0 0,0 0-1 0 0,-1-1 1 0 0,-1 1-1 0 0,0-1 1 0 0,0 1-1 0 0,-1-1 1 0 0,0 0-1 0 0,-1 0 1 0 0,0-1 0 0 0,0 1-1 0 0,-4 3 23 0 0,-17-3 473 0 0,5-24-484 0 0,0 1 0 0 0,-1 1-1 0 0,-1 1 1 0 0,0 1 0 0 0,-1 1 0 0 0,0 1 0 0 0,0 1-1 0 0,-1 1 1 0 0,-5 0 11 0 0,344 11 1061 0 0,100-4-3275 0 0,-378-9-1989 0 0,-34 1-616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40.9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81 131 5613 0 0,'0'0'1939'0'0,"0"0"-676"0"0,0 0-240 0 0,17-17-36 0 0,78-84 814 0 0,-76 89-629 0 0,-25 47-404 0 0,1-13-591 0 0,-66 423 1108 0 0,57-368-1145 0 0,-37 98-73 0 0,50-174-29 0 0,-1 0 0 0 0,0 0 0 0 0,1 0 0 0 0,-1 0 0 0 0,0-1 0 0 0,1 1 0 0 0,-1-1 0 0 0,0 1 0 0 0,0-1 0 0 0,1 0 0 0 0,-1 0-1 0 0,0 1 1 0 0,0-1 0 0 0,0 0 0 0 0,1-1 0 0 0,-1 1 0 0 0,0 0 0 0 0,0 0 0 0 0,1-1 0 0 0,-1 1 0 0 0,0-1 0 0 0,0 0 0 0 0,1 1-1 0 0,-1-1 1 0 0,1 0 0 0 0,-1 0 0 0 0,1 0 0 0 0,-1 0 0 0 0,1 0 0 0 0,-1-1 0 0 0,1 1 0 0 0,0 0 0 0 0,0 0 0 0 0,0-1 0 0 0,0 1-1 0 0,0-1 1 0 0,0 1 0 0 0,0-1 0 0 0,0 0 0 0 0,0 1 0 0 0,1-1 0 0 0,-1 0 0 0 0,1 1 0 0 0,-1-1 0 0 0,1 0 0 0 0,0-1-38 0 0,0 3 277 0 0,25 0 99 0 0,237-8 1920 0 0,-96 1-3025 0 0,-1 7-3403 0 0,-141 3-534 0 0,-13 6-3596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38.6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337 628 5196 0 0,'0'0'2844'0'0,"0"0"-1619"0"0,0 0-718 0 0,0 0-31 0 0,0 0 413 0 0,0 0 87 0 0,-35 2-304 0 0,-108 13-330 0 0,138-15-317 0 0,0 0 1 0 0,1 1-1 0 0,-1-1 1 0 0,0 1 0 0 0,1 0-1 0 0,-1 0 1 0 0,0 1 0 0 0,1 0-1 0 0,0-1 1 0 0,-1 1-1 0 0,1 1 1 0 0,0-1 0 0 0,0 1-1 0 0,0-1 1 0 0,1 1 0 0 0,-1 0-1 0 0,1 1 1 0 0,-1-1-1 0 0,1 1 1 0 0,0-1 0 0 0,0 1-1 0 0,0 1-25 0 0,-7 9 173 0 0,3-6-161 0 0,1 1 1 0 0,0 0-1 0 0,1 0 1 0 0,0 0-1 0 0,0 0 1 0 0,1 1-1 0 0,1 0 1 0 0,-1 0-1 0 0,1 0 1 0 0,1 1-1 0 0,0-1 1 0 0,1 1-1 0 0,0-1 1 0 0,0 1-1 0 0,1-1 1 0 0,0 1-1 0 0,1-1 1 0 0,1 6-13 0 0,2-8-91 0 0,1 0-1 0 0,0-1 1 0 0,0 1 0 0 0,1-1 0 0 0,0 0-1 0 0,0-1 1 0 0,0 1 0 0 0,1-1-1 0 0,0 0 1 0 0,0-1 0 0 0,1 0 0 0 0,0 0-1 0 0,-1-1 1 0 0,1 1 0 0 0,1-2 0 0 0,-1 1-1 0 0,1-1 1 0 0,-1-1 0 0 0,1 1-1 0 0,0-1 1 0 0,1-1 91 0 0,89 11-1108 0 0,-75-13-15 0 0,0-1 0 0 0,-1-1-1 0 0,1-1 1 0 0,-1-1 0 0 0,0-1 0 0 0,0-1-1 0 0,-1-2 1 0 0,21-9 1123 0 0,79-57 1081 0 0,-122 75-832 0 0,-1 0 0 0 0,1 0 0 0 0,0 0 0 0 0,0 0 0 0 0,-1-1 0 0 0,1 1 0 0 0,0 0 0 0 0,0 0 0 0 0,-1 0 0 0 0,1-1 0 0 0,0 1 0 0 0,0 0 0 0 0,0 0 1 0 0,0-1-1 0 0,-1 1 0 0 0,1 0 0 0 0,0 0 0 0 0,0-1 0 0 0,0 1 0 0 0,0 0 0 0 0,0-1 0 0 0,0 1 0 0 0,0 0 0 0 0,0 0 0 0 0,0-1 0 0 0,0 1 0 0 0,0 0 0 0 0,0-1 1 0 0,0 1-1 0 0,0 0 0 0 0,0-1 0 0 0,0 1 0 0 0,0 0 0 0 0,0 0 0 0 0,0-1 0 0 0,0 1-249 0 0,-32 11 1836 0 0,26-8-1728 0 0,0 0 0 0 0,0 1 1 0 0,0-1-1 0 0,1 1 0 0 0,-1 0 0 0 0,1 0 1 0 0,0 1-1 0 0,1 0 0 0 0,-1-1 1 0 0,1 2-1 0 0,0-1 0 0 0,0 0 0 0 0,0 1 1 0 0,1 0-1 0 0,0 0 0 0 0,0 0 0 0 0,1 0 1 0 0,-1 0-1 0 0,1 1 0 0 0,1-1 0 0 0,-1 1 1 0 0,1-1-1 0 0,0 1 0 0 0,1-1 0 0 0,-1 1 1 0 0,1 0-1 0 0,1 3-108 0 0,3-3 30 0 0,1-1 0 0 0,0 1 0 0 0,1-1 1 0 0,-1 0-1 0 0,1-1 0 0 0,0 1 0 0 0,0-1 0 0 0,1 0 0 0 0,0-1 0 0 0,0 0 1 0 0,0 0-1 0 0,0 0 0 0 0,0-1 0 0 0,1 0 0 0 0,-1 0 0 0 0,1-1 1 0 0,0 0-1 0 0,6 1-30 0 0,-4 0 50 0 0,16 7 17 0 0,1-2 0 0 0,0-1 0 0 0,0 0 0 0 0,0-3 0 0 0,1 0 0 0 0,0-1 0 0 0,-1-2 0 0 0,1-1 0 0 0,0-1 0 0 0,0-1 1 0 0,-1-2-1 0 0,1-1 0 0 0,-1 0 0 0 0,0-3 0 0 0,-1 0 0 0 0,5-3-67 0 0,-27 9-31 0 0,1 0 0 0 0,-1 0 0 0 0,1-1 0 0 0,-1 1 0 0 0,0-1 0 0 0,0 0 0 0 0,0 0 0 0 0,0-1 1 0 0,0 1-1 0 0,-1-1 0 0 0,0 0 0 0 0,1 0 0 0 0,-1 0 0 0 0,-1 0 0 0 0,1 0 0 0 0,-1-1 0 0 0,0 1 0 0 0,0-1 0 0 0,0 0 0 0 0,0 1 0 0 0,-1-1 0 0 0,0 0 0 0 0,0 0 0 0 0,0 0 0 0 0,0 0 0 0 0,-1 0 1 0 0,0 0-1 0 0,0 0 0 0 0,-1 0 0 0 0,1 0 0 0 0,-1 0 0 0 0,0 0 0 0 0,0 0 0 0 0,-1 0 0 0 0,1 0 0 0 0,-1 1 0 0 0,0-1 0 0 0,-1 0 0 0 0,1 1 0 0 0,-1 0 0 0 0,0 0 0 0 0,0-1 0 0 0,0 2 0 0 0,0-1 1 0 0,-1 0-1 0 0,-1-1 31 0 0,-7-5-51 0 0,-1-1 1 0 0,-1 2-1 0 0,1-1 1 0 0,-2 2-1 0 0,1 0 1 0 0,-1 1-1 0 0,0 0 1 0 0,-1 1-1 0 0,1 1 1 0 0,-1 0-1 0 0,0 1 1 0 0,-1 1 0 0 0,1 1-1 0 0,0 0 1 0 0,-1 1-1 0 0,0 1 1 0 0,1 0-1 0 0,-1 1 1 0 0,-4 2 50 0 0,13-2-140 0 0,0 1-1 0 0,1-1 1 0 0,0 2 0 0 0,-1-1 0 0 0,1 1-1 0 0,0 0 1 0 0,0 1 0 0 0,1-1 0 0 0,-1 1 0 0 0,1 1-1 0 0,0-1 1 0 0,0 1 0 0 0,0 0 0 0 0,0 0 0 0 0,1 1-1 0 0,0 0 1 0 0,-4 5 140 0 0,-7 81-6929 0 0,26-66 2963 0 0</inkml:trace>
  <inkml:trace contextRef="#ctx0" brushRef="#br0" timeOffset="365.174">1132 1218 7053 0 0,'0'0'2366'0'0,"0"0"-744"0"0,0 0-380 0 0,0 0-140 0 0,0 0-174 0 0,0 0-80 0 0,0 0-54 0 0,0 0-257 0 0,28 14-167 0 0,186 89 499 0 0,-49-69-700 0 0,-163-35-181 0 0,1 0 1 0 0,-1 1-1 0 0,0-1 0 0 0,1 0 1 0 0,-1 0-1 0 0,0-1 1 0 0,0 1-1 0 0,0 0 1 0 0,0-1-1 0 0,0 1 1 0 0,0-1-1 0 0,0 1 1 0 0,0-1-1 0 0,-1 0 1 0 0,1 0-1 0 0,-1 0 1 0 0,1 0-1 0 0,-1 0 0 0 0,0 0 1 0 0,0-1-1 0 0,0 1 1 0 0,0 0-1 0 0,0-1 1 0 0,0 1-1 0 0,0 0 1 0 0,-1-1-1 0 0,0 1 1 0 0,1-1-1 0 0,-1 1 1 0 0,0-1-1 0 0,0 1 0 0 0,0-1 1 0 0,0 1-1 0 0,-1-1 1 0 0,1 1-1 0 0,-1 0 1 0 0,1-1-1 0 0,-1 1 12 0 0,-30-95-177 0 0,15 71 150 0 0,6 13 29 0 0,1 1-1 0 0,0-1 1 0 0,1-1 0 0 0,0 0-1 0 0,1 0 1 0 0,1 0-1 0 0,0-1 1 0 0,1 0-1 0 0,1 0 1 0 0,0-1-1 0 0,1 1 1 0 0,1-1 0 0 0,0 1-1 0 0,1-1 1 0 0,1 0-1 0 0,1-8-1 0 0,83-1 1537 0 0,11 19-1547 0 0,39-4-1440 0 0,-48-9-6325 0 0,-67 11 2459 0 0</inkml:trace>
  <inkml:trace contextRef="#ctx0" brushRef="#br0" timeOffset="890.064">1720 44 4864 0 0,'0'0'1644'0'0,"0"0"-225"0"0,0 0-14 0 0,35-6-127 0 0,110-18-168 0 0,-126 20-966 0 0,0 0 0 0 0,1 2 0 0 0,0 0 0 0 0,-1 1 0 0 0,1 1 0 0 0,0 1 0 0 0,-1 1 0 0 0,1 0 0 0 0,-1 2 0 0 0,0 0 0 0 0,0 1 0 0 0,0 1 0 0 0,0 1 1 0 0,-1 0-1 0 0,1 2-144 0 0,-13-5 17 0 0,0 0 0 0 0,-1 1 0 0 0,1-1 1 0 0,-1 1-1 0 0,0 0 0 0 0,-1 0 0 0 0,1 1 1 0 0,-1-1-1 0 0,0 1 0 0 0,0 0 0 0 0,-1 0 1 0 0,0 1-1 0 0,0-1 0 0 0,0 1 0 0 0,-1-1 1 0 0,0 1-1 0 0,0 0 0 0 0,-1 0 0 0 0,0 0 1 0 0,0 0-1 0 0,0 0 0 0 0,-1 0 0 0 0,0 0 1 0 0,-1 0-1 0 0,1 0 0 0 0,-2 0 0 0 0,1 0 1 0 0,0 0-1 0 0,-1 0 0 0 0,-1-1 0 0 0,1 1 1 0 0,-1-1-1 0 0,0 1 0 0 0,0-1 0 0 0,-1 0 1 0 0,0 0-1 0 0,0-1 0 0 0,0 1 0 0 0,-1-1 1 0 0,0 0-1 0 0,-4 4-17 0 0,-8 12 86 0 0,-1 0-1 0 0,0-2 1 0 0,-1 0-1 0 0,-1-1 1 0 0,-1-1-1 0 0,0-1 1 0 0,-1-1-1 0 0,-1-1 1 0 0,-1-1-1 0 0,1-1 1 0 0,-2-1 0 0 0,0-1-1 0 0,-11 2-85 0 0,33-10-16 0 0,1-1 0 0 0,0-1 1 0 0,-1 1-1 0 0,1 0 0 0 0,-1 0 0 0 0,1-1 0 0 0,-1 0 1 0 0,0 1-1 0 0,1-1 0 0 0,-1 0 0 0 0,1 0 0 0 0,-1 0 0 0 0,1-1 1 0 0,-1 1-1 0 0,0-1 0 0 0,1 1 0 0 0,-1-1 0 0 0,1 0 1 0 0,0 0-1 0 0,-1 0 0 0 0,1 0 0 0 0,0 0 0 0 0,-1-1 0 0 0,1 1 1 0 0,0-1-1 0 0,0 1 0 0 0,0-1 0 0 0,0 0 0 0 0,1 0 1 0 0,-1 0-1 0 0,0 0 0 0 0,1 0 0 0 0,-1 0 0 0 0,1 0 0 0 0,0-1 1 0 0,0 1-1 0 0,0 0 0 0 0,0-1 0 0 0,0 1 0 0 0,0-1 0 0 0,1 1 1 0 0,-1-1-1 0 0,1 1 0 0 0,0-1 0 0 0,0 1 0 0 0,-1-1 1 0 0,2 0-1 0 0,-1 1 0 0 0,0-1 0 0 0,0 1 0 0 0,1-1 0 0 0,0 1 1 0 0,-1-1-1 0 0,1 1 0 0 0,1-3 16 0 0,2-3 69 0 0,1 1-1 0 0,0-1 1 0 0,0 1-1 0 0,1 0 1 0 0,0 1-1 0 0,0-1 1 0 0,0 1-1 0 0,1 0 1 0 0,0 1-1 0 0,0-1 1 0 0,1 1-1 0 0,-1 1 1 0 0,1 0-1 0 0,0 0 1 0 0,0 0 0 0 0,0 1-1 0 0,1 0 1 0 0,-1 1-1 0 0,8-2-68 0 0,-5 5 130 0 0,-1 0 1 0 0,0 0-1 0 0,1 1 0 0 0,-1 1 0 0 0,0-1 0 0 0,0 2 0 0 0,0-1 1 0 0,0 2-1 0 0,0-1 0 0 0,-1 1 0 0 0,0 1 0 0 0,0-1 1 0 0,-1 1-1 0 0,6 6-130 0 0,35 18-85 0 0,134 28-2306 0 0,-52-55-4753 0 0,-81-9 2045 0 0</inkml:trace>
  <inkml:trace contextRef="#ctx0" brushRef="#br0" timeOffset="1431.79">2531 958 6293 0 0,'0'0'4271'0'0,"0"0"-2650"0"0,0 0-690 0 0,0 0 267 0 0,0 0 199 0 0,39 0-145 0 0,128 1-395 0 0,452-18-1173 0 0,-604 17-205 0 0,20-2-761 0 0,-11-3-2747 0 0,-8-1-1206 0 0</inkml:trace>
  <inkml:trace contextRef="#ctx0" brushRef="#br0" timeOffset="1669.465">2946 736 11865 0 0,'0'0'2804'0'0,"0"0"-1568"0"0,0 0-507 0 0,0 0-105 0 0,0 0 688 0 0,0 0-180 0 0,0 0-484 0 0,0 0-648 0 0,230 33 0 0 0,-182-33-308 0 0,4 0-156 0 0,-3 0-284 0 0,3 0-512 0 0,1-6-1209 0 0,-13 1-2831 0 0,4-10-3141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37.6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1 195 5064 0 0,'0'0'4452'0'0,"0"0"-2604"0"0,0 0-877 0 0,0 0-139 0 0,0 0 99 0 0,0 0-14 0 0,0 0-179 0 0,0 0-194 0 0,0 0-85 0 0,40-2-198 0 0,129-9-169 0 0,11-10-1096 0 0,-167 14-965 0 0,-12-4-2755 0 0,-1 1 40 0 0</inkml:trace>
  <inkml:trace contextRef="#ctx0" brushRef="#br0" timeOffset="237.434">198 1 2632 0 0,'0'0'6758'0'0,"0"0"-4162"0"0,0 0-1357 0 0,0 0-227 0 0,0 0 104 0 0,10 18 16 0 0,56 159 194 0 0,-60-91-1416 0 0,5 27-827 0 0,16-42-4031 0 0,-21-63 751 0 0,5-3-2062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35.5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1056 1720 0 0,'0'0'4050'0'0,"0"0"-1878"0"0,0 0-1148 0 0,0 0-97 0 0,0 0 43 0 0,0 0 2 0 0,0 0-129 0 0,0 0-176 0 0,6 6-164 0 0,0-1-430 0 0,0 0 0 0 0,0-1 0 0 0,0 0 0 0 0,1-1 0 0 0,-1 0 0 0 0,1 0 0 0 0,0 0 0 0 0,0 0 0 0 0,0-1 0 0 0,0 0 0 0 0,0-1 0 0 0,0 0 0 0 0,1 0 0 0 0,-1 0 0 0 0,0-1 0 0 0,1 0 0 0 0,-1-1-73 0 0,351 8 277 0 0,-356-7-265 0 0,0 0 0 0 0,0 0 0 0 0,-1 0 0 0 0,1 0 0 0 0,0 0 0 0 0,-1-1 0 0 0,1 1 0 0 0,0-1 0 0 0,-1 1 1 0 0,1-1-1 0 0,-1 0 0 0 0,1 1 0 0 0,-1-1 0 0 0,1 0 0 0 0,-1 0 0 0 0,1 0 0 0 0,-1 0 0 0 0,0 0 0 0 0,1 0 0 0 0,-1-1 0 0 0,0 1 0 0 0,0 0 0 0 0,0-1 0 0 0,0 1 0 0 0,0-1 0 0 0,-1 1 0 0 0,1-1 0 0 0,0 1 0 0 0,0-1 0 0 0,-1 1 0 0 0,1-1 0 0 0,-1 0 1 0 0,0 1-1 0 0,0-1 0 0 0,1 0 0 0 0,-1 0 0 0 0,0 1 0 0 0,0-1 0 0 0,0 0 0 0 0,-1 1 0 0 0,1-1 0 0 0,0 0 0 0 0,-1 1 0 0 0,1-1 0 0 0,-1 0 0 0 0,1 1 0 0 0,-1-1 0 0 0,0 1 0 0 0,0-1 0 0 0,0 1 0 0 0,0-1 0 0 0,0 1 0 0 0,0 0 0 0 0,0-1 1 0 0,0 1-1 0 0,0 0 0 0 0,-1 0 0 0 0,1 0 0 0 0,0 0 0 0 0,-1 0 0 0 0,1 0-12 0 0,-343-234-29 0 0,307 209 23 0 0,22 17 13 0 0,1 0 1 0 0,0-1 0 0 0,0 0-1 0 0,1-2 1 0 0,0 1 0 0 0,1-1-1 0 0,1-1 1 0 0,0 0 0 0 0,0-1-1 0 0,1 0 1 0 0,1 0 0 0 0,1-1-1 0 0,0 0 1 0 0,-1-4-8 0 0,12 14-2 0 0,0-1 1 0 0,1 1-1 0 0,-1 0 1 0 0,1 0-1 0 0,0 0 1 0 0,1 1 0 0 0,-1 0-1 0 0,1-1 1 0 0,0 1-1 0 0,0 1 1 0 0,0-1-1 0 0,0 1 1 0 0,0 0-1 0 0,1 0 1 0 0,0 0-1 0 0,-1 1 1 0 0,1 0-1 0 0,0 0 1 0 0,0 1-1 0 0,0-1 1 0 0,1 1-1 0 0,-1 1 1 0 0,0-1 0 0 0,3 1 1 0 0,3-3-1 0 0,44-11-714 0 0,0 3 1 0 0,0 2-1 0 0,1 2 1 0 0,0 3-1 0 0,21 2 715 0 0,-28 12-5271 0 0,-30 4 730 0 0</inkml:trace>
  <inkml:trace contextRef="#ctx0" brushRef="#br0" timeOffset="348.101">906 612 3024 0 0,'0'0'2901'0'0,"0"0"-1239"0"0,0 0-677 0 0,-6 19-399 0 0,-24 158 1118 0 0,29-124-1684 0 0,-1-27-34 0 0,1 1 0 0 0,1-1-1 0 0,2 1 1 0 0,0-1 0 0 0,2 1-1 0 0,1-1 1 0 0,1 0 0 0 0,1 0-1 0 0,1-1 1 0 0,2 1 14 0 0,12 1-3805 0 0,-8-25 883 0 0</inkml:trace>
  <inkml:trace contextRef="#ctx0" brushRef="#br0" timeOffset="649.656">1168 1163 1772 0 0,'0'0'5737'0'0,"0"0"-3562"0"0,0 0-1124 0 0,0 0-57 0 0,0 0 79 0 0,0 0 90 0 0,0 0-228 0 0,0 0-358 0 0,4-18-431 0 0,16-133-147 0 0,-36-3-364 0 0,15 149-1 0 0,-14-54 220 0 0,12 40-2478 0 0,2 0-3643 0 0,14 38 1872 0 0,-2-11 3396 0 0</inkml:trace>
  <inkml:trace contextRef="#ctx0" brushRef="#br0" timeOffset="892.077">1245 794 1152 0 0,'0'0'1286'0'0,"0"0"24"0"0,0 0 243 0 0,0 0 205 0 0,0 0-34 0 0,0 0-168 0 0,0 0-91 0 0,40-1-94 0 0,127-7-180 0 0,45-5 1685 0 0,-206 15-2848 0 0,0 0 1 0 0,0 0 0 0 0,0 0-1 0 0,0 1 1 0 0,-1 0-1 0 0,1 0 1 0 0,-1 1 0 0 0,0-1-1 0 0,0 1 1 0 0,0 0 0 0 0,0 1-1 0 0,-1-1 1 0 0,1 1 0 0 0,-1 0-1 0 0,-1 0 1 0 0,1 0 0 0 0,-1 1-1 0 0,1-1 1 0 0,-1 1-1 0 0,-1-1 1 0 0,1 1 0 0 0,-1 0-1 0 0,0 0 1 0 0,-1 1 0 0 0,1-1-1 0 0,-1 1-28 0 0,11 178-126 0 0,-12-149-3 0 0,-11 41-1808 0 0,-23-35-5530 0 0,22-35 2324 0 0</inkml:trace>
  <inkml:trace contextRef="#ctx0" brushRef="#br0" timeOffset="1511.386">1825 1 5793 0 0,'0'0'1828'0'0,"0"0"-440"0"0,0 0-326 0 0,0 0-69 0 0,0 0-145 0 0,0 0-176 0 0,0 0-341 0 0,0 0-139 0 0,0 0-25 0 0,0 0 12 0 0,23 3 52 0 0,73 13 0 0 0,-91-14-214 0 0,1 0 0 0 0,0 1-1 0 0,0-1 1 0 0,-1 1 0 0 0,1 0-1 0 0,-1 1 1 0 0,0-1 0 0 0,0 1-1 0 0,0 0 1 0 0,0 0 0 0 0,-1 1-1 0 0,0 0 1 0 0,0-1 0 0 0,0 1-1 0 0,0 0 1 0 0,-1 1 0 0 0,0-1-1 0 0,0 1 1 0 0,0-1 0 0 0,-1 1-1 0 0,0 0 1 0 0,0 0 0 0 0,0 3-17 0 0,1-1 18 0 0,1 4-14 0 0,0-1-1 0 0,-1 1 0 0 0,0-1 0 0 0,-1 1 1 0 0,-1 0-1 0 0,1 0 0 0 0,-2 0 0 0 0,0 0 1 0 0,0 0-1 0 0,-1-1 0 0 0,-1 1 0 0 0,0 0 1 0 0,-1 0-1 0 0,0-1 0 0 0,0 1 0 0 0,-1-1 1 0 0,-1 0-1 0 0,0 0 0 0 0,0-1 0 0 0,-1 1 1 0 0,-1-1-1 0 0,1 0 0 0 0,-2-1 0 0 0,1 0 1 0 0,-1 0-1 0 0,-8 6-3 0 0,5-3 21 0 0,-2-1-1 0 0,1 0 1 0 0,-1-1 0 0 0,-1 0-1 0 0,0-1 1 0 0,0 0 0 0 0,-1-1-1 0 0,0-1 1 0 0,-1-1 0 0 0,1 0-1 0 0,-1-1 1 0 0,0 0 0 0 0,-1-1-1 0 0,1-1 1 0 0,-1-1 0 0 0,1 0-1 0 0,-1-1 1 0 0,-1-1-21 0 0,16 0-33 0 0,0 0 1 0 0,0-1-1 0 0,0 1 1 0 0,-1 0-1 0 0,1-1 0 0 0,0 1 1 0 0,0-1-1 0 0,1 0 1 0 0,-1 0-1 0 0,0 0 0 0 0,0 0 1 0 0,0 0-1 0 0,0 0 1 0 0,1 0-1 0 0,-1 0 0 0 0,0-1 1 0 0,1 1-1 0 0,-1-1 1 0 0,1 1-1 0 0,0-1 0 0 0,0 0 1 0 0,-1 1-1 0 0,1-1 1 0 0,0 0-1 0 0,0 0 0 0 0,0 0 1 0 0,1 0-1 0 0,-1 0 1 0 0,0 0-1 0 0,1 0 0 0 0,0 0 1 0 0,-1 0-1 0 0,1 0 1 0 0,0 0-1 0 0,0 0 0 0 0,0 0 1 0 0,0 0-1 0 0,0 0 1 0 0,0 0-1 0 0,1 0 0 0 0,-1 0 1 0 0,1 0-1 0 0,0-1 33 0 0,44-79-265 0 0,-33 77 354 0 0,0 1 1 0 0,0 0-1 0 0,1 1 0 0 0,-1 0 0 0 0,1 1 0 0 0,0 0 0 0 0,0 1 1 0 0,-1 1-1 0 0,1 0 0 0 0,0 0 0 0 0,0 1 0 0 0,0 1 1 0 0,-1 1-1 0 0,1-1 0 0 0,-1 2 0 0 0,1 0 0 0 0,-1 0 1 0 0,-1 1-1 0 0,1 1 0 0 0,2 1-89 0 0,-1-2-20 0 0,64 25-82 0 0,36 11-721 0 0,-37-23-3561 0 0,-54-15-2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07.8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0 5184 0 0,'0'0'88'0'0,"0"0"349"0"0,0 0 1187 0 0,0 0-840 0 0,0 0-592 0 0,0 0-148 0 0,0 0 61 0 0,0 0 83 0 0,0 0-10 0 0,-8 3-72 0 0,-29 8 447 0 0,45-1-5413 0 0,29-34 237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08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1 484 0 0,'0'0'1476'0'0,"0"0"-319"0"0,0 0-151 0 0,0 0-73 0 0,0 0-34 0 0,0 0-25 0 0,0 0-101 0 0,0 0-202 0 0,0 0-268 0 0,6 3-219 0 0,5 3-106 0 0,37 42-763 0 0,-48-46 383 0 0,0-2 303 0 0,0 0-1 0 0,-1-1 1 0 0,1 1-1 0 0,0 0 0 0 0,-1 0 1 0 0,1 0-1 0 0,0 0 1 0 0,-1 0-1 0 0,1 0 1 0 0,0 0-1 0 0,-1 0 1 0 0,1 0-1 0 0,0 0 1 0 0,0 0-1 0 0,-1 0 0 0 0,1 0 1 0 0,0 0-1 0 0,-1 0 1 0 0,1 0-1 0 0,0 0 1 0 0,-1 0-1 0 0,1 1 1 0 0,0-1-1 0 0,0 0 1 0 0,-1 0-1 0 0,1 0 1 0 0,0 0-1 0 0,0 1 0 0 0,-1-1 1 0 0,1 0-1 0 0,0 0 1 0 0,0 0-1 0 0,-1 1 1 0 0,1-1-1 0 0,0 0 1 0 0,0 1-1 0 0,0-1 1 0 0,0 0-1 0 0,0 0 1 0 0,-1 1-1 0 0,1-1 0 0 0,0 0 1 0 0,0 1-1 0 0,0-1 1 0 0,0 0-1 0 0,0 1 100 0 0,-54-66-2772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08.2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1996 0 0,'0'0'768'0'0,"0"0"-88"0"0,0 0 100 0 0,0 0-296 0 0,0 0-200 0 0,0 0-48 0 0,0 0-132 0 0,0 0-104 0 0,0 0-4 0 0,0 0-112 0 0,0 0 36 0 0,40 64-152 0 0,-36-56-224 0 0,4-4-224 0 0,-8 1-440 0 0,8 0-720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1:09.8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4899 1122 1684 0 0,'0'0'5169'0'0,"0"0"-4637"0"0,0 0-520 0 0,0 0-12 0 0,0 0 0 0 0,0 0-8 0 0,0 0-192 0 0,0 0-1360 0 0,0 0-2669 0 0</inkml:trace>
  <inkml:trace contextRef="#ctx0" brushRef="#br0" timeOffset="6486.409">4891 893 156 0 0,'0'0'465'0'0,"0"0"-143"0"0,0 0 96 0 0,0 0 109 0 0,0 0 52 0 0,0 0-14 0 0,0 0-159 0 0,0 0-163 0 0,0 0-76 0 0,0 0 3 0 0,-8-1 76 0 0,-21-4 109 0 0,21 4 30 0 0,-38-8 2421 0 0,19 7-3233 0 0,1 0 2400 0 0,37 3 759 0 0,207 13-418 0 0,-62-1-1507 0 0,-122-6-737 0 0,0 1-1 0 0,0 1 0 0 0,-1 2 0 0 0,0 1 1 0 0,-1 2-1 0 0,23 14-69 0 0,74 54 46 0 0,-25 34 129 0 0,17 7-56 0 0,-104-99-124 0 0,1-1 0 0 0,1-1 0 0 0,1 0 0 0 0,1-2 0 0 0,1 0 0 0 0,1-1-1 0 0,1-2 1 0 0,0 0 0 0 0,1-1 0 0 0,11 3 5 0 0,39 29 62 0 0,177 116 85 0 0,55 26-103 0 0,-281-172-39 0 0,-1 1-1 0 0,-1 1 0 0 0,-1 2 1 0 0,0 0-1 0 0,-2 1 0 0 0,-1 1 1 0 0,-1 1-1 0 0,-1 1 0 0 0,-1 0 1 0 0,10 23-5 0 0,-8-14 41 0 0,1-2 1 0 0,2 0 0 0 0,2-1-1 0 0,1-1 1 0 0,1-1 0 0 0,1-1-1 0 0,11 6-41 0 0,-19-16-27 0 0,-11-14 31 0 0,-1 2-1 0 0,0-1 1 0 0,0 1 0 0 0,-1 0-1 0 0,0 0 1 0 0,0 1-1 0 0,-1-1 1 0 0,0 1-1 0 0,0 1 1 0 0,-1-1-1 0 0,0 1 1 0 0,-1-1 0 0 0,2 4-4 0 0,27 154 171 0 0,40-16-238 0 0,-47-111 51 0 0,132 173 78 0 0,-151-193-62 0 0,2-1 0 0 0,0-1 1 0 0,1 1-1 0 0,0-2 0 0 0,2 1 1 0 0,0-1-1 0 0,0-1 0 0 0,2 0 1 0 0,0 0-1 0 0,9 6 0 0 0,202 193 46 0 0,-127-93 33 0 0,17 30-86 0 0,-100-69 186 0 0,8 10-182 0 0,55 114 100 0 0,-67-193-92 0 0,-1 0 0 0 0,-1 1 1 0 0,0 0-1 0 0,-1 1 0 0 0,0-1 0 0 0,-1 2 0 0 0,-1-1 0 0 0,-1 0 0 0 0,0 1 0 0 0,-1 0 0 0 0,0 0 1 0 0,0 14-6 0 0,26 48 70 0 0,-28-73-70 0 0,1 3 8 0 0,0-1 0 0 0,0 1 0 0 0,1-1 0 0 0,0 1 0 0 0,0-1 1 0 0,1 0-1 0 0,0-1 0 0 0,0 1 0 0 0,1 0 0 0 0,0-1 0 0 0,0 0 0 0 0,0 0 0 0 0,1-1 0 0 0,0 0 0 0 0,0 0 1 0 0,3 3-9 0 0,45 38-58 0 0,34 26 111 0 0,-52 26 131 0 0,20-8-171 0 0,-8 13 42 0 0,12 33 67 0 0,6-8-329 0 0,-10 3 105 0 0,138 195 448 0 0,68-35-409 0 0,-215-228-55 0 0,-2 2 0 0 0,-4 2 0 0 0,-2 2 0 0 0,7 24 118 0 0,84 70-178 0 0,-111-146 143 0 0,-1 1-1 0 0,-1 1 1 0 0,0 0-1 0 0,-1 2 1 0 0,-2-1-1 0 0,0 2 1 0 0,6 14 35 0 0,90 241-552 0 0,-30-53 760 0 0,-31-118-374 0 0,11 13 231 0 0,81 10-147 0 0,-11-51-329 0 0,-17-15 389 0 0,-25-27-133 0 0,-8 11-126 0 0,-48-20-50 0 0,-13-10 427 0 0,83 42-558 0 0,135-26 79 0 0,58 2-316 0 0,-41-34 394 0 0,39-9-114 0 0,-179-32 423 0 0,-11 15 180 0 0,-72 19-116 0 0,1-1-1 0 0,-1-2 0 0 0,0-1 0 0 0,0-1 1 0 0,-1-2-1 0 0,-1-1 0 0 0,0-1-67 0 0,226-110-447 0 0,-174 14-326 0 0,96 15 1909 0 0,-61 42-171 0 0,177-115-392 0 0,-289 165-606 0 0,0-1-1 0 0,0 0 0 0 0,-1 0 0 0 0,0-1 0 0 0,0 1 1 0 0,0-1-1 0 0,-1 1 0 0 0,1-1 0 0 0,-2 0 0 0 0,1 0 1 0 0,0 0-1 0 0,-1 0 0 0 0,0 0 0 0 0,-1 0 0 0 0,1-1 1 0 0,-1-4 33 0 0,8-41-234 0 0,74-92-606 0 0,-29 28 1892 0 0,232-140-909 0 0,-120 54-153 0 0,13-2 32 0 0,-163 185-161 0 0,1 1 1 0 0,1 0-1 0 0,1 1 0 0 0,0 1 0 0 0,1 0 1 0 0,1 2-1 0 0,15-10 139 0 0,13-10-86 0 0,1-7 189 0 0,-2-2 1 0 0,-2-2-1 0 0,-1-2 1 0 0,12-21-104 0 0,8-23-130 0 0,-39 17-268 0 0,35-35 330 0 0,45-81 431 0 0,17 58-282 0 0,-111 117-41 0 0</inkml:trace>
  <inkml:trace contextRef="#ctx0" brushRef="#br0" timeOffset="11155.366">14655 5147 5997 0 0,'0'0'1980'0'0,"0"0"-661"0"0,0 0-347 0 0,0 0 20 0 0,0 0 36 0 0,0 0-129 0 0,0 0-39 0 0,0 0-129 0 0,0 0-166 0 0,23-5-161 0 0,70-15-102 0 0,17-32 1379 0 0,248-99-2754 0 0,-281 64 56 0 0,72-45-290 0 0,73-89 2329 0 0,-96-63-1667 0 0,14 87 1218 0 0,-121 181-551 0 0,-1 0 1 0 0,-1-2-1 0 0,0 0 0 0 0,-1 0 0 0 0,-1-2 0 0 0,-1 0 0 0 0,0 0 0 0 0,-2-2 0 0 0,0-1-22 0 0,165-311 714 0 0,-172 317-651 0 0,2 0 1 0 0,0 1-1 0 0,0 0 1 0 0,2 0-1 0 0,0 1 0 0 0,0 0 1 0 0,2 1-1 0 0,-1 0 0 0 0,2 1 1 0 0,6-6-64 0 0,207-192-418 0 0,-105 42 213 0 0,-50 107 94 0 0,3 3-1 0 0,2 3 0 0 0,3 3 1 0 0,67-33 111 0 0,-120 71-34 0 0,-7 4 89 0 0,-7 6-44 0 0,-1 0 0 0 0,0-1 1 0 0,0 0-1 0 0,0-1 1 0 0,-1 0-1 0 0,0-1 0 0 0,0 0 1 0 0,-1 0-1 0 0,0-1 0 0 0,-1 0 1 0 0,0 0-1 0 0,3-5-11 0 0,17-81-507 0 0,233-77 215 0 0,-159 106 559 0 0,-98 16 69 0 0,14-19-577 0 0,177-86-125 0 0,-148 77 202 0 0,-41 68 102 0 0,0 0 0 0 0,1 0 0 0 0,0 0 0 0 0,1 1 1 0 0,0 0-1 0 0,1 1 0 0 0,-1-1 0 0 0,2 1 0 0 0,-1 1 0 0 0,1 0 1 0 0,0 0-1 0 0,1 1 0 0 0,1-1 62 0 0,37-30-163 0 0,110-77 224 0 0,-156 113-62 0 0,-1-1 1 0 0,1 1-1 0 0,0 0 0 0 0,0-1 0 0 0,-1 0 0 0 0,1 1 0 0 0,-1-1 1 0 0,0 0-1 0 0,1 0 0 0 0,-1 0 0 0 0,0 0 0 0 0,0 0 0 0 0,0 0 0 0 0,0 0 1 0 0,-1 0-1 0 0,1 0 0 0 0,0 0 0 0 0,-1-1 0 0 0,0 1 0 0 0,1 0 1 0 0,-1 0-1 0 0,0 0 0 0 0,0-1 0 0 0,0 1 0 0 0,-1 0 0 0 0,1 0 0 0 0,0-1 1 0 0,-1 0 0 0 0,13-48-48 0 0,222-124-1124 0 0,-209 142 1639 0 0,50-26-1426 0 0,76-2-589 0 0,-111 51 2303 0 0,81-42-1834 0 0,-88 38 1493 0 0,-33 14-344 0 0,0 0 98 0 0,0 0 95 0 0,0 0 30 0 0,0 0-85 0 0,0 0-88 0 0,45 10-252 0 0,299 22 1382 0 0,-266 19-597 0 0,-19-1-607 0 0,224 67 588 0 0,-128-24-894 0 0,169 56 321 0 0,-315-143-72 0 0,-1 1 0 0 0,1 0 0 0 0,-2 0 1 0 0,1 1-1 0 0,-1 0 0 0 0,0 0 0 0 0,-1 1 0 0 0,0 0 1 0 0,-1 0-1 0 0,1 1 0 0 0,-2-1 0 0 0,1 1 0 0 0,-1 0 0 0 0,-1 0 1 0 0,2 8 10 0 0,52 94-285 0 0,127 63 259 0 0,-165-163 26 0 0,-4-3-6 0 0,0 0 0 0 0,0 1 0 0 0,-1 0 0 0 0,-1 1 0 0 0,0 1 0 0 0,0 0 0 0 0,-1 1 0 0 0,0 0 0 0 0,-2 1 0 0 0,5 6 6 0 0,-1 3-44 0 0,2-1 0 0 0,0 0 0 0 0,2-2 0 0 0,0 0 0 0 0,1-1 0 0 0,1 0 0 0 0,14 8 44 0 0,64 66-130 0 0,-89-83 96 0 0,-1 1 0 0 0,0 0 1 0 0,0 1-1 0 0,-1-1 1 0 0,-1 2-1 0 0,0-1 1 0 0,-1 1-1 0 0,0 0 0 0 0,-1 0 1 0 0,0 0-1 0 0,-1 0 1 0 0,-1 1-1 0 0,0-1 0 0 0,0 3 35 0 0,0 0 19 0 0,1-1 0 0 0,1 1 0 0 0,0 0 0 0 0,1-1 1 0 0,1 0-1 0 0,0 0 0 0 0,1-1 0 0 0,1 0 0 0 0,0 0 1 0 0,1-1-1 0 0,1 0 0 0 0,0 0 0 0 0,0-1 0 0 0,1 0 1 0 0,1-1-1 0 0,6 5-20 0 0,203 165 15 0 0,-215-173-11 0 0,-1 0 0 0 0,1 1 0 0 0,-1-1 1 0 0,-1 1-1 0 0,0 0 0 0 0,0 1 0 0 0,0-1 1 0 0,-1 1-1 0 0,-1-1 0 0 0,0 1 0 0 0,0 0 1 0 0,-1 0-1 0 0,0 0 0 0 0,-1 0 0 0 0,0 0 1 0 0,0 0-1 0 0,-1 0 0 0 0,-2 9-4 0 0,1-6 19 0 0,1 0 0 0 0,1 1 1 0 0,0-1-1 0 0,1 0 0 0 0,0 1 0 0 0,1-1 1 0 0,1 0-1 0 0,0 0 0 0 0,0 0 0 0 0,2 0 1 0 0,1 2-20 0 0,13 17 144 0 0,2 0 1 0 0,2-2-1 0 0,0-1 1 0 0,2 0 0 0 0,2-2-1 0 0,24 20-144 0 0,39 42-179 0 0,-85-83 169 0 0,-1 1 0 0 0,0 0-1 0 0,0 0 1 0 0,0 0 0 0 0,-1 0 0 0 0,0 1-1 0 0,0-1 1 0 0,-1 1 0 0 0,0 0 0 0 0,-1 0-1 0 0,1 0 1 0 0,-2 0 0 0 0,1 0-1 0 0,-1 0 1 0 0,0 0 0 0 0,-1 0 0 0 0,0 3 10 0 0,22 109 179 0 0,130 32 190 0 0,-64-78-299 0 0,-85-72-64 0 0,13 10 27 0 0,-1 1 0 0 0,0 1 0 0 0,-1 1 0 0 0,0 0 0 0 0,-2 0 0 0 0,1 1 0 0 0,-2 1 0 0 0,0-1 0 0 0,-1 2 0 0 0,-1 0 0 0 0,-1 0 0 0 0,2 7-33 0 0,-1 4 74 0 0,2 0 0 0 0,1 0-1 0 0,1-1 1 0 0,1-1-1 0 0,1 0 1 0 0,2 0 0 0 0,16 21-74 0 0,157 168 557 0 0,-23-40-135 0 0,61 46-830 0 0,-114-118 591 0 0,-81-79-222 0 0,-2 2 1 0 0,0 1 0 0 0,-2 2-1 0 0,-2 1 1 0 0,0 0 0 0 0,9 19 38 0 0,43 87-160 0 0,-60-117 246 0 0,16 15-141 0 0,-1 2 0 0 0,-2 1 0 0 0,-2 2 0 0 0,-2 0 0 0 0,2 8 55 0 0,163 171 847 0 0,19 39-848 0 0,92 91-333 0 0,-21-60 387 0 0,97 63-548 0 0,-334-307 304 0 0,1-2 0 0 0,2-2-1 0 0,2-2 1 0 0,1-2 0 0 0,31 14 191 0 0,16 14-196 0 0,236 144 29 0 0,-32-67-615 0 0,-258-133-2053 0 0,-40-19-3473 0 0,-4 2 3154 0 0</inkml:trace>
  <inkml:trace contextRef="#ctx0" brushRef="#br0" timeOffset="15837.395">4834 845 2780 0 0,'0'0'1324'0'0,"0"0"-485"0"0,0 0-378 0 0,0 0 231 0 0,0 0-513 0 0,0 0-139 0 0,0 0-41 0 0,12-1-82 0 0,58-3 402 0 0,12-13 2164 0 0,-80 17-2329 0 0,-2 0 19 0 0,0 0 41 0 0,0 0 78 0 0,-18 0 923 0 0,5-1-1103 0 0,-1 2 0 0 0,1-1 0 0 0,-1 2 0 0 0,1 0 0 0 0,-1 0 0 0 0,1 2 0 0 0,0-1 0 0 0,0 2 1 0 0,1 0-1 0 0,-1 0 0 0 0,1 1 0 0 0,0 0 0 0 0,1 1 0 0 0,-1 1 0 0 0,-8 7-112 0 0,-198 94 3017 0 0,-98 106-2478 0 0,161-95-95 0 0,115-89-281 0 0,1 2 0 0 0,1 1-1 0 0,2 2 1 0 0,2 1 0 0 0,-1 5-163 0 0,10-14-28 0 0,-193 146 390 0 0,114-50-374 0 0,-18 36 357 0 0,9 106 1210 0 0,9-95-1411 0 0,-39-45-203 0 0,-45 36 6 0 0,-77 73 13 0 0,19-3-332 0 0,149-108 223 0 0,-64 90 98 0 0,68-98-85 0 0,-55 39-96 0 0,120-120 228 0 0,-1-2 1 0 0,-1-2 0 0 0,-2-1-1 0 0,-2-1 1 0 0,-19 13 3 0 0,-105 113-236 0 0,-97 108 104 0 0,79-80 36 0 0,14-28-95 0 0,-16 56-6 0 0,18-68 158 0 0,86-79-153 0 0,-15 22-272 0 0,21-22 357 0 0,-41 4 156 0 0,62-47-35 0 0,-50 30-422 0 0,63-5-6206 0 0,15-40 1734 0 0</inkml:trace>
  <inkml:trace contextRef="#ctx0" brushRef="#br0" timeOffset="19284.696">4774 756 3024 0 0,'0'0'1070'0'0,"0"0"-664"0"0,0 0-104 0 0,0 0 244 0 0,0 0 904 0 0,0 0 104 0 0,0 0-594 0 0,0 0-291 0 0,-1 2 5004 0 0,2 1-6108 0 0,88 65-247 0 0,-88-68 713 0 0,0 0-1 0 0,-1 0 0 0 0,1-1 0 0 0,0 1 1 0 0,-1 0-1 0 0,1 0 0 0 0,0-1 0 0 0,-1 1 1 0 0,1 0-1 0 0,-1-1 0 0 0,1 1 1 0 0,0-1-1 0 0,-1 1 0 0 0,1-1 0 0 0,-1 1 1 0 0,1-1-1 0 0,-1 1 0 0 0,1-1 0 0 0,-1 1 1 0 0,0-1-1 0 0,1 1 0 0 0,-1-1 1 0 0,0 0-1 0 0,1 1 0 0 0,-1-1 0 0 0,0 0 1 0 0,0 1-1 0 0,0-1 0 0 0,1 0 0 0 0,-1 0 1 0 0,0 1-1 0 0,0-1 0 0 0,0 0 0 0 0,0 1 1 0 0,0-1-1 0 0,0 0 0 0 0,-1 1 1 0 0,1-1-1 0 0,0 0 0 0 0,0 0 0 0 0,0 1 1 0 0,-1-1-1 0 0,1 0 0 0 0,0 1 0 0 0,-1-1 1 0 0,1 1-1 0 0,0-1 0 0 0,-1 0 1 0 0,1 1-1 0 0,-1-1 0 0 0,1 1 0 0 0,-1-1 1 0 0,1 1-1 0 0,-1 0 0 0 0,0-1 0 0 0,1 1 1 0 0,-1-1-1 0 0,1 1 0 0 0,-1 0 1 0 0,0 0-1 0 0,1-1 0 0 0,-1 1 0 0 0,0 0 1 0 0,1 0-1 0 0,-2 0-30 0 0,-50-33 206 0 0,51 33-281 0 0,-7 24-1146 0 0,10-20 1215 0 0,-1 0-1 0 0,1 0 1 0 0,1 0-1 0 0,-1 0 0 0 0,0-1 1 0 0,1 1-1 0 0,0-1 1 0 0,0 0-1 0 0,0 1 0 0 0,0-1 1 0 0,0 0-1 0 0,0-1 1 0 0,1 1-1 0 0,0-1 0 0 0,-1 0 1 0 0,1 1-1 0 0,0-2 1 0 0,0 1-1 0 0,0 0 0 0 0,0-1 1 0 0,1 0-1 0 0,-1 0 1 0 0,0 0-1 0 0,1 0 0 0 0,-1-1 1 0 0,0 0-1 0 0,1 1 1 0 0,-1-2-1 0 0,0 1 0 0 0,1 0 1 0 0,-1-1 6 0 0,-3 1 23 0 0,-1-16 232 0 0,1 13-245 0 0,-1-1 0 0 0,1 0 0 0 0,-1 1 0 0 0,0-1 0 0 0,0 1 0 0 0,0-1 0 0 0,-1 1 0 0 0,1-1 0 0 0,-1 1 0 0 0,0-1 0 0 0,0 1 0 0 0,0-1 0 0 0,0 1 0 0 0,0 0 0 0 0,-1-1 0 0 0,0 1 0 0 0,0 0 0 0 0,0 0 0 0 0,0 0 0 0 0,0 1 0 0 0,0-1 0 0 0,-1 0 0 0 0,1 1 0 0 0,-1-1 0 0 0,0 1 0 0 0,-2-2-10 0 0,2 5-32 0 0,1 0-1 0 0,-1 0 1 0 0,0 0-1 0 0,1 0 0 0 0,-1 0 1 0 0,1 0-1 0 0,0 1 1 0 0,-1-1-1 0 0,1 1 1 0 0,0-1-1 0 0,0 1 0 0 0,0 0 1 0 0,0 0-1 0 0,0 0 1 0 0,0 0-1 0 0,1 0 0 0 0,-1 1 1 0 0,1-1-1 0 0,-1 0 1 0 0,1 1-1 0 0,0-1 0 0 0,0 1 1 0 0,0-1-1 0 0,0 1 1 0 0,0 2 32 0 0,1-3-111 0 0,0 1 0 0 0,1-1 0 0 0,-1 1 0 0 0,1-1 0 0 0,0 1 0 0 0,-1-1 0 0 0,1 1 0 0 0,0-1 0 0 0,1 0 1 0 0,-1 1-1 0 0,0-1 0 0 0,1 0 0 0 0,-1 0 0 0 0,1 0 0 0 0,-1 0 0 0 0,1 0 0 0 0,0 0 0 0 0,0 0 0 0 0,0-1 0 0 0,0 1 1 0 0,0-1-1 0 0,0 1 0 0 0,1-1 0 0 0,-1 0 0 0 0,0 0 0 0 0,1 0 0 0 0,-1 0 0 0 0,1 0 0 0 0,-1-1 0 0 0,1 1 0 0 0,-1-1 1 0 0,1 0-1 0 0,0 1 0 0 0,-1-1 0 0 0,1 0 0 0 0,-1-1 0 0 0,1 1 0 0 0,0 0 0 0 0,1-1 111 0 0,20 5-2413 0 0,-24-4 2376 0 0,0-1-27 0 0,0 1 0 0 0,0 0 0 0 0,-1 0 0 0 0,1-1-1 0 0,0 1 1 0 0,0 0 0 0 0,0-1 0 0 0,-1 1 0 0 0,1 0 0 0 0,0-1-1 0 0,0 1 1 0 0,0-1 0 0 0,0 1 0 0 0,0 0 0 0 0,0-1 0 0 0,0 1 0 0 0,0 0-1 0 0,0-1 1 0 0,0 1 0 0 0,0-1 0 0 0,0 1 0 0 0,0 0 0 0 0,0-1-1 0 0,0 1 1 0 0,0 0 0 0 0,0-1 0 0 0,0 1 0 0 0,0 0 0 0 0,1-1-1 0 0,-1 1 1 0 0,0 0 0 0 0,0-1 0 0 0,1 1 0 0 0,-1 0 0 0 0,0-1-1 0 0,0 1 1 0 0,1 0 0 0 0,-1 0 0 0 0,0-1 0 0 0,0 1 0 0 0,1 0 0 0 0,-1 0-1 0 0,0 0 1 0 0,1-1 0 0 0,-1 1 0 0 0,0 0 0 0 0,1 0 0 0 0,-1 0-1 0 0,1 0 1 0 0,-1 0 0 0 0,0 0 0 0 0,1 0 0 0 0,-1 0 0 0 0,0 0-1 0 0,1 0 1 0 0,-1 0 0 0 0,1 0 0 0 0,-1 0 0 0 0,0 0 0 0 0,1 0 0 0 0,-1 0-1 0 0,0 0 1 0 0,1 0 0 0 0,-1 1 64 0 0,-68-96-4053 0 0</inkml:trace>
  <inkml:trace contextRef="#ctx0" brushRef="#br0" timeOffset="42885.807">4762 823 1240 0 0,'0'0'1624'0'0,"0"0"-653"0"0,0 0-192 0 0,0 0 91 0 0,0 0 79 0 0,0 0-73 0 0,0 0-116 0 0,0 0-188 0 0,0 0-194 0 0,-9 0-184 0 0,-38 6 864 0 0,23 26 2494 0 0,23-26-3515 0 0,1 0 1 0 0,0 0-1 0 0,0 0 0 0 0,0 0 0 0 0,0 0 0 0 0,1 0 0 0 0,0 0 1 0 0,0 0-1 0 0,1-1 0 0 0,0 1 0 0 0,0 0 0 0 0,0-1 0 0 0,1 1 1 0 0,-1-1-1 0 0,1 1 0 0 0,3 2-37 0 0,-1-3-18 0 0,0-1 0 0 0,0 0 0 0 0,0 1 0 0 0,1-2 0 0 0,-1 1 0 0 0,1-1 0 0 0,0 0 0 0 0,0 0 0 0 0,1 0 0 0 0,-1-1 0 0 0,0 0 1 0 0,1-1-1 0 0,-1 1 0 0 0,1-1 0 0 0,0 0 0 0 0,-1-1 0 0 0,1 1 0 0 0,0-1 0 0 0,-1-1 0 0 0,1 1 0 0 0,0-1 0 0 0,-1-1 0 0 0,1 1 0 0 0,-1-1 0 0 0,1 0 0 0 0,-1 0 0 0 0,0-1 0 0 0,0 0 0 0 0,0 0 0 0 0,0 0 0 0 0,-1-1 0 0 0,1 0 0 0 0,-1 0 0 0 0,0 0 1 0 0,0-1-1 0 0,0 0 0 0 0,-1 0 0 0 0,1 0 0 0 0,-1 0 0 0 0,-1-1 0 0 0,1 1 0 0 0,-1-1 0 0 0,0 0 0 0 0,1-2 18 0 0,-3 7-13 0 0,0 0 1 0 0,-1 0 0 0 0,1 0-1 0 0,0-1 1 0 0,-1 1-1 0 0,1 0 1 0 0,-1 0-1 0 0,1-1 1 0 0,-1 1-1 0 0,1 0 1 0 0,-1-1-1 0 0,0 1 1 0 0,0 0 0 0 0,0-1-1 0 0,0 1 1 0 0,0 0-1 0 0,0-1 1 0 0,0 1-1 0 0,0 0 1 0 0,0-1-1 0 0,0 1 1 0 0,-1 0-1 0 0,1-1 1 0 0,-1 1-1 0 0,1 0 1 0 0,-1-1 0 0 0,0 1-1 0 0,1 0 1 0 0,-1 0-1 0 0,0 0 1 0 0,0 0-1 0 0,0 0 1 0 0,1 0-1 0 0,-1 0 1 0 0,0 0-1 0 0,-1 0 1 0 0,1 0 0 0 0,0 0-1 0 0,0 1 1 0 0,0-1-1 0 0,0 0 1 0 0,-1 1-1 0 0,1-1 1 0 0,0 1-1 0 0,0-1 1 0 0,-1 1-1 0 0,1 0 1 0 0,-1 0-1 0 0,1-1 1 0 0,0 1 0 0 0,-1 0-1 0 0,1 0 1 0 0,0 0-1 0 0,-1 0 1 0 0,0 1 12 0 0,-72 29-584 0 0,69-26 615 0 0,1-1 0 0 0,-1 1 0 0 0,1 0 0 0 0,0 0 0 0 0,1 0 0 0 0,-1 1 0 0 0,1-1 0 0 0,0 1 0 0 0,0 0 0 0 0,0 0 0 0 0,0 0 0 0 0,1 0 0 0 0,0 1 0 0 0,0-1 0 0 0,0 0 0 0 0,1 1 0 0 0,0-1 0 0 0,0 1 0 0 0,0 0 0 0 0,1-1 0 0 0,0 6-31 0 0,56-6 563 0 0,-52-6-578 0 0,-1 1 1 0 0,1-1 0 0 0,-1 0-1 0 0,1 0 1 0 0,-1 0 0 0 0,0-1-1 0 0,1 1 1 0 0,-1-1 0 0 0,0 0-1 0 0,0 0 1 0 0,0 0 0 0 0,0 0-1 0 0,-1 0 1 0 0,1-1 0 0 0,-1 1-1 0 0,1-1 1 0 0,-1 1 0 0 0,0-1-1 0 0,0 0 1 0 0,0 0 0 0 0,0 0-1 0 0,0 0 1 0 0,-1-1 0 0 0,1 1-1 0 0,-1 0 1 0 0,0-1 0 0 0,0 1-1 0 0,-1-1 1 0 0,1 1 0 0 0,0-1-1 0 0,-1 1 1 0 0,0-1 14 0 0,-2 2-22 0 0,1 1 1 0 0,-1 0 0 0 0,0-1-1 0 0,0 1 1 0 0,0 0-1 0 0,0 0 1 0 0,0 0 0 0 0,0 0-1 0 0,0 1 1 0 0,-1-1-1 0 0,1 0 1 0 0,0 1 0 0 0,0 0-1 0 0,-1-1 1 0 0,1 1-1 0 0,0 0 1 0 0,0 0 0 0 0,-1 0-1 0 0,1 1 1 0 0,0-1-1 0 0,0 0 1 0 0,0 1 0 0 0,-1 0-1 0 0,1-1 1 0 0,0 1-1 0 0,0 0 1 0 0,0 0 0 0 0,0 0-1 0 0,0 0 1 0 0,0 1 21 0 0,3-2 5 0 0,-1 0 1 0 0,1 0 0 0 0,0 0-1 0 0,0 0 1 0 0,-1 0 0 0 0,1 0-1 0 0,0 0 1 0 0,0 0 0 0 0,-1 1-1 0 0,1-1 1 0 0,0 0-1 0 0,-1 0 1 0 0,1 1 0 0 0,0-1-1 0 0,-1 1 1 0 0,1-1 0 0 0,0 0-1 0 0,-1 1 1 0 0,1-1 0 0 0,-1 1-1 0 0,1 0 1 0 0,-1-1-1 0 0,1 1 1 0 0,-1-1 0 0 0,1 1-1 0 0,-1 0 1 0 0,0-1 0 0 0,1 1-1 0 0,-1 0 1 0 0,0-1-1 0 0,1 1 1 0 0,-1 0 0 0 0,0 0-1 0 0,0-1 1 0 0,0 1 0 0 0,0 0-1 0 0,0 0 1 0 0,0-1 0 0 0,0 1-1 0 0,0 0 1 0 0,0 0-1 0 0,0-1 1 0 0,0 1 0 0 0,0 0-1 0 0,-1 0 1 0 0,1-1 0 0 0,0 1-1 0 0,0 0 1 0 0,-1-1 0 0 0,1 1-1 0 0,-1 0 1 0 0,1-1-1 0 0,0 1 1 0 0,-1-1 0 0 0,1 1-1 0 0,-1 0 1 0 0,1-1 0 0 0,-1 1-1 0 0,0-1 1 0 0,1 0 0 0 0,-1 1-1 0 0,0 0-5 0 0,78-23 236 0 0,-75 22-228 0 0,-1-1 0 0 0,1 1 0 0 0,-1-1 0 0 0,0 0 0 0 0,1 1 0 0 0,-1-1 1 0 0,0 0-1 0 0,1 0 0 0 0,-1 0 0 0 0,0 0 0 0 0,0 0 0 0 0,0 0 0 0 0,0 0 0 0 0,0 0 0 0 0,0 0 1 0 0,0-1-1 0 0,0 1 0 0 0,0 0 0 0 0,0-1 0 0 0,-1 1 0 0 0,1 0 0 0 0,-1-1 0 0 0,1 1 0 0 0,-1-1 1 0 0,1 1-1 0 0,-1-1 0 0 0,0 1 0 0 0,0-1 0 0 0,0 1 0 0 0,0-1 0 0 0,0 1 0 0 0,0-1 0 0 0,0 1 1 0 0,0-1-1 0 0,-1 1 0 0 0,1-1 0 0 0,0 1 0 0 0,-1-1 0 0 0,0 1 0 0 0,1-1 0 0 0,-1 1 1 0 0,0 0-1 0 0,1-1 0 0 0,-1 1 0 0 0,0 0 0 0 0,0 0 0 0 0,0-1 0 0 0,0 1 0 0 0,0 0 0 0 0,-1 0 1 0 0,1 0-9 0 0,-3-2-24 0 0,-1 0 1 0 0,1 0-1 0 0,-1 0 1 0 0,1 1-1 0 0,-1 0 1 0 0,0 0-1 0 0,0 0 1 0 0,0 0-1 0 0,0 1 1 0 0,0 0-1 0 0,-1 0 1 0 0,1 0-1 0 0,0 1 1 0 0,-1 0-1 0 0,1 0 1 0 0,0 0-1 0 0,0 0 1 0 0,-1 1-1 0 0,1 0 1 0 0,0 0-1 0 0,0 0 1 0 0,0 1-1 0 0,0 0 1 0 0,0 0-1 0 0,0 0 1 0 0,0 1 0 0 0,1-1-1 0 0,-1 1 1 0 0,1 0-1 0 0,0 0 1 0 0,0 1-1 0 0,0-1 1 0 0,0 1-1 0 0,0 0 1 0 0,1 0-1 0 0,0 0 1 0 0,0 1-1 0 0,0-1 1 0 0,0 1-1 0 0,1 0 1 0 0,-1-1-1 0 0,1 1 1 0 0,1 0-1 0 0,-1 0 1 0 0,1 0-1 0 0,0 1 1 0 0,0-1-1 0 0,0 0 1 0 0,0 0-1 0 0,1 1 1 0 0,0-1-1 0 0,0 0 1 0 0,1 1-1 0 0,0 0 24 0 0,-1 2-89 0 0,23 61-3350 0 0,6-49-603 0 0</inkml:trace>
  <inkml:trace contextRef="#ctx0" brushRef="#br0" timeOffset="45811.122">4915 805 3636 0 0,'0'0'1893'0'0,"0"0"-930"0"0,0 0-678 0 0,0 0-138 0 0,0 0 292 0 0,0 0 155 0 0,0 0-150 0 0,0 0-145 0 0,0 0-47 0 0,1 13 54 0 0,6 38 84 0 0,-6-48-261 0 0,0 0 0 0 0,1 0 0 0 0,-1 0 0 0 0,1 0 1 0 0,0 0-1 0 0,0 0 0 0 0,0-1 0 0 0,0 1 1 0 0,1-1-1 0 0,-1 1 0 0 0,0-1 0 0 0,1 0 1 0 0,0 0-1 0 0,0 0 0 0 0,-1 0 0 0 0,1 0 0 0 0,0-1 1 0 0,0 1-1 0 0,1-1 0 0 0,-1 0 0 0 0,0 0 1 0 0,0 0-1 0 0,1 0 0 0 0,-1 0 0 0 0,0-1 1 0 0,1 0-1 0 0,-1 0 0 0 0,1 0 0 0 0,-1 0 0 0 0,0 0 1 0 0,1 0-1 0 0,-1-1 0 0 0,0 0 0 0 0,1 0 1 0 0,1 0-130 0 0,-2 0 33 0 0,1 1-1 0 0,-1-1 1 0 0,0 0 0 0 0,1 0 0 0 0,-1 0 0 0 0,0-1 0 0 0,0 1 0 0 0,0-1 0 0 0,0 0 0 0 0,0 1 0 0 0,0-1 0 0 0,0-1 0 0 0,-1 1-1 0 0,1 0 1 0 0,-1-1 0 0 0,1 1 0 0 0,-1-1 0 0 0,0 0 0 0 0,0 1 0 0 0,0-1 0 0 0,-1 0 0 0 0,1 0 0 0 0,-1-1 0 0 0,1 1 0 0 0,-1 0-1 0 0,0 0 1 0 0,0-3-33 0 0,-38 11-516 0 0,34-2 502 0 0,-1 0-1 0 0,1 0 0 0 0,-1 0 0 0 0,1 1 0 0 0,0-1 1 0 0,0 1-1 0 0,1 0 0 0 0,-1 0 0 0 0,1 0 0 0 0,0 0 1 0 0,0 0-1 0 0,0 1 0 0 0,0-1 0 0 0,1 0 0 0 0,0 1 1 0 0,0-1-1 0 0,0 1 0 0 0,0 0 0 0 0,1-1 1 0 0,-1 1-1 0 0,1 0 0 0 0,1 0 15 0 0,-1-5 137 0 0,0 0 13 0 0,0 0 7 0 0,0 0 13 0 0,0 0-27 0 0,2-34-179 0 0,-4 31 46 0 0,0 0 1 0 0,-1 0-1 0 0,1 0 1 0 0,0 0-1 0 0,-1 0 1 0 0,0 0 0 0 0,0 1-1 0 0,0-1 1 0 0,0 1-1 0 0,0 0 1 0 0,0 0-1 0 0,0 0 1 0 0,-1 1-1 0 0,1-1 1 0 0,-1 1 0 0 0,1 0-1 0 0,-1-1 1 0 0,0 2-1 0 0,1-1 1 0 0,-1 0-1 0 0,0 1 1 0 0,0 0-1 0 0,0-1 1 0 0,1 2 0 0 0,-1-1-1 0 0,0 0 1 0 0,0 1-1 0 0,1 0 1 0 0,-1-1-1 0 0,0 1 1 0 0,1 1-1 0 0,-1-1 1 0 0,1 1 0 0 0,-1-1-1 0 0,1 1 1 0 0,0 0-1 0 0,0 0 1 0 0,0 0-1 0 0,0 1 1 0 0,0-1-1 0 0,-2 3-10 0 0,2-3-12 0 0,1 1 0 0 0,-1 0-1 0 0,1 0 1 0 0,-1 0-1 0 0,1 1 1 0 0,0-1 0 0 0,0 1-1 0 0,0-1 1 0 0,1 1-1 0 0,-1-1 1 0 0,1 1 0 0 0,0 0-1 0 0,0 0 1 0 0,0 0 0 0 0,0 0-1 0 0,1 0 1 0 0,0 0-1 0 0,-1 0 1 0 0,1-1 0 0 0,1 1-1 0 0,-1 0 1 0 0,1 0-1 0 0,-1 0 1 0 0,1 0 0 0 0,0 0-1 0 0,1 0 1 0 0,-1-1-1 0 0,1 1 1 0 0,-1 0 0 0 0,1-1-1 0 0,0 0 1 0 0,1 1-1 0 0,-1-1 1 0 0,0 0 0 0 0,1 0-1 0 0,0 0 1 0 0,0 0 0 0 0,0-1-1 0 0,0 1 1 0 0,0-1-1 0 0,0 0 1 0 0,0 1 0 0 0,1-2-1 0 0,-1 1 1 0 0,1 0-1 0 0,2 0 13 0 0,68 16-134 0 0,-72-18-150 0 0,-2 0-92 0 0,-16-7-1797 0 0,-9-1-1226 0 0,-22-3-2732 0 0</inkml:trace>
  <inkml:trace contextRef="#ctx0" brushRef="#br0" timeOffset="48222.39">10898 934 508 0 0,'0'0'1110'0'0,"0"0"-53"0"0,0 0 38 0 0,0 0 130 0 0,0 0-111 0 0,0 0-90 0 0,0 0-170 0 0,0 0-171 0 0,0 0-171 0 0,0 0-126 0 0,13 1-12 0 0,41 1 64 0 0,27 6 891 0 0,19-4-6839 0 0,-89-7 3458 0 0,-28 0 109 0 0,-145-2-261 0 0</inkml:trace>
  <inkml:trace contextRef="#ctx0" brushRef="#br0" timeOffset="48475.846">11946 950 548 0 0,'0'0'7009'0'0,"0"0"-6345"0"0,0 0-576 0 0,0 0-72 0 0,0 0 216 0 0,0 0 508 0 0,0 0-120 0 0,0 0-620 0 0,0 0 0 0 0,0 0-208 0 0,0 0 40 0 0,12 40 12 0 0,0-39-128 0 0,8-1-468 0 0,-4 0-1000 0 0,13 0-1117 0 0</inkml:trace>
  <inkml:trace contextRef="#ctx0" brushRef="#br0" timeOffset="48730.651">12744 998 4164 0 0,'0'0'260'0'0,"0"0"-260"0"0,0 0 0 0 0,0 0 40 0 0,0 0 128 0 0,0 0-12 0 0,0 0 40 0 0,0 0 260 0 0,0 0-167 0 0,0 0-109 0 0,0 0 80 0 0,121 33-260 0 0,-97-33-232 0 0,5 0-537 0 0,-1 0-311 0 0,0-4-436 0 0,8-4-1056 0 0</inkml:trace>
  <inkml:trace contextRef="#ctx0" brushRef="#br0" timeOffset="48984.881">13784 959 1188 0 0,'0'0'3740'0'0,"0"0"-1887"0"0,0 0-717 0 0,0 0-55 0 0,0 0 103 0 0,0 0 6 0 0,0 0-215 0 0,0 0-319 0 0,52-2-1431 0 0,-43 2 632 0 0,53 0-1557 0 0,-58 0-3618 0 0,-131 2 251 0 0</inkml:trace>
  <inkml:trace contextRef="#ctx0" brushRef="#br0" timeOffset="48985.881">15268 945 7189 0 0,'0'0'1764'0'0,"0"0"-1764"0"0,0 0-24 0 0,0 0 24 0 0,0 0 156 0 0,0 0-156 0 0</inkml:trace>
  <inkml:trace contextRef="#ctx0" brushRef="#br0" timeOffset="49238.384">16611 934 5745 0 0,'0'0'1814'0'0,"0"0"-1094"0"0,0 0-558 0 0,0 0 24 0 0,0 0 383 0 0,0 0 161 0 0,0 0-264 0 0,0 0-276 0 0,0 0-92 0 0,0 0 80 0 0,-7 2 102 0 0,1 1-338 0 0,-8 2 729 0 0,37-2-476 0 0,137-26-9886 0 0,-147 23 8224 0 0</inkml:trace>
  <inkml:trace contextRef="#ctx0" brushRef="#br0" timeOffset="49476.447">16901 919 380 0 0,'0'0'1224'0'0,"0"0"-1184"0"0,-8 0-40 0 0</inkml:trace>
  <inkml:trace contextRef="#ctx0" brushRef="#br0" timeOffset="49477.447">16611 934 2704 0 0</inkml:trace>
  <inkml:trace contextRef="#ctx0" brushRef="#br0" timeOffset="49714.486">16611 934 2704 0 0,'-166'-48'5681'0'0,"190"48"-5021"0"0,9 0-480 0 0,11 0-168 0 0,0 0 440 0 0,1 0-52 0 0,3 0-400 0 0,-4-3-556 0 0,1-1-312 0 0,7 3-324 0 0,1-4-320 0 0,3 3-257 0 0,0 2 281 0 0,5-2 1252 0 0,7 2 236 0 0,-15 0 276 0 0,36 0-276 0 0</inkml:trace>
  <inkml:trace contextRef="#ctx0" brushRef="#br0" timeOffset="49873.414">18094 990 3208 0 0,'0'0'1926'0'0,"0"0"-502"0"0,0 0-172 0 0,0 0-51 0 0,0 0-100 0 0,0 0-212 0 0,0 0-288 0 0,0 0-255 0 0,0 0-172 0 0,0 0-77 0 0,17 0-14 0 0,297 17 710 0 0,5-7-2942 0 0,-99-8-4867 0 0,-110-2 3730 0 0</inkml:trace>
  <inkml:trace contextRef="#ctx0" brushRef="#br0" timeOffset="50176.975">19908 1022 1632 0 0,'0'0'1835'0'0,"0"0"30"0"0,0 0-90 0 0,0 0-248 0 0,0 0-272 0 0,0 0-378 0 0,0 0-382 0 0,0 0-307 0 0,0 0-241 0 0,4 1-52 0 0,59 12 122 0 0,0-3-1 0 0,0-3 1 0 0,1-3 0 0 0,0-2 0 0 0,29-5-17 0 0,78 4-395 0 0,491 59-5965 0 0,-403-50 3567 0 0,-148-11 4002 0 0,-3 0 3824 0 0,-107 1-4367 0 0,68 3 4534 0 0,35-3-5308 0 0,-10 1-182 0 0,235-4-6054 0 0,-240-3 2503 0 0</inkml:trace>
  <inkml:trace contextRef="#ctx0" brushRef="#br0" timeOffset="50429.825">22843 1101 7141 0 0,'0'0'1920'0'0,"0"0"-1284"0"0,0 0-288 0 0,0 0 464 0 0,0 0 336 0 0,0 0-344 0 0,0 0-676 0 0,0 0-128 0 0,0 0-268 0 0,0 0-52 0 0,0 0-284 0 0,8-19-296 0 0,8 13-288 0 0,1-1 128 0 0,11 0-304 0 0,-8 0-757 0 0,28-2-279 0 0,-185 64-312 0 0</inkml:trace>
  <inkml:trace contextRef="#ctx0" brushRef="#br0" timeOffset="50682.305">23940 986 8717 0 0,'0'0'2004'0'0,"0"0"-1320"0"0,0 0-440 0 0,0 0 344 0 0,0 0 220 0 0,0 0-172 0 0,0 0-636 0 0,0 0-176 0 0,0 0-388 0 0,0 0-268 0 0,44-12 180 0 0,-24 5-32 0 0,9 0-308 0 0,7 2-240 0 0,16 0-288 0 0,5-2-121 0 0,-9 2 13 0 0,41 0-484 0 0</inkml:trace>
  <inkml:trace contextRef="#ctx0" brushRef="#br0" timeOffset="50844.554">25105 893 2440 0 0,'0'0'1875'0'0,"0"0"-502"0"0,0 0-675 0 0,0 0-409 0 0,0 0-91 0 0,0 0 87 0 0,0 0 12 0 0,0 0 103 0 0,0 0 112 0 0,0 0 182 0 0,-7-2 1163 0 0,136-25-5906 0 0,-68 19 667 0 0,-40 6 1980 0 0,-37 6 420 0 0,-180 29-121 0 0</inkml:trace>
  <inkml:trace contextRef="#ctx0" brushRef="#br0" timeOffset="59131.49">6717 2032 52 0 0,'0'0'917'0'0,"0"0"-491"0"0,0 0 65 0 0,0 0-125 0 0,0 0-68 0 0,0 0-42 0 0,0 0-67 0 0,0 0-64 0 0,0 0 295 0 0,11-2 930 0 0,50-10 555 0 0,-69 14-400 0 0,-4 15-3803 0 0,12-16 2167 0 0,0-1-168 0 0,0 3-2382 0 0,0 0 902 0 0</inkml:trace>
  <inkml:trace contextRef="#ctx0" brushRef="#br0" timeOffset="59367.883">6717 2032 1436 0 0</inkml:trace>
  <inkml:trace contextRef="#ctx0" brushRef="#br0" timeOffset="59526.953">6717 2032 1436 0 0,'117'88'1616'0'0,"-117"-88"-664"0"0,0 0-288 0 0,0 0-92 0 0,0 0-115 0 0,0 0-405 0 0,0 0-52 0 0,0 0-365 0 0,0 0-247 0 0,0 2-208 0 0,0 1-92 0 0,4-1-300 0 0,0 1-368 0 0</inkml:trace>
  <inkml:trace contextRef="#ctx0" brushRef="#br0" timeOffset="59687.179">6761 2254 3404 0 0,'0'0'1390'0'0,"0"0"-385"0"0,0 0-334 0 0,0 0-158 0 0,0 0 99 0 0,0 0-23 0 0,0 0-301 0 0,0 0-461 0 0,0 0-59 0 0,4 2 64 0 0,23 23-1718 0 0,-18-16-3119 0 0,-49-45 3997 0 0</inkml:trace>
  <inkml:trace contextRef="#ctx0" brushRef="#br0" timeOffset="60275.726">6745 2137 2308 0 0,'0'0'1937'0'0,"0"0"-311"0"0,0 0-434 0 0,0 0-386 0 0,0 0-77 0 0,0 0-21 0 0,0 0-155 0 0,0 0-260 0 0,0 0-240 0 0,0 43-1391 0 0,0-33-5119 0 0,0-56 4047 0 0</inkml:trace>
  <inkml:trace contextRef="#ctx0" brushRef="#br0" timeOffset="60513.393">6721 2432 1616 0 0,'0'0'1724'0'0,"0"0"-1204"0"0,0 0-352 0 0,0 0-152 0 0,0 0 192 0 0,0 0 64 0 0,0 0-232 0 0,0 0-40 0 0,0 0-184 0 0,0 0-180 0 0,0 0-28 0 0,4 74-36 0 0,0-69 24 0 0,0-2-16 0 0,-4 1-8 0 0,4-3-148 0 0,0-1-376 0 0</inkml:trace>
  <inkml:trace contextRef="#ctx0" brushRef="#br0" timeOffset="60753.1">6657 2707 1564 0 0,'0'0'2967'0'0,"0"0"-1424"0"0,0 0-751 0 0,0 0-277 0 0,0 15 85 0 0,0 47 30 0 0,29 16 94 0 0,8-44-4059 0 0,-23-23-75 0 0,-10-6 1768 0 0</inkml:trace>
  <inkml:trace contextRef="#ctx0" brushRef="#br0" timeOffset="60944.344">6713 3067 1396 0 0,'0'0'1420'0'0,"0"0"-428"0"0,0 0-264 0 0,0 0-284 0 0,0 0-92 0 0,0 0-63 0 0,0 0-17 0 0,0 0-52 0 0,0 0-116 0 0,0 0-104 0 0,0 72-8 0 0,4-69-96 0 0,0 1-272 0 0,4-1-745 0 0,-4-3-391 0 0,4 4-980 0 0</inkml:trace>
  <inkml:trace contextRef="#ctx0" brushRef="#br0" timeOffset="61200.467">6729 3413 5489 0 0,'0'0'1068'0'0,"0"0"-744"0"0,0 0-232 0 0,0 0 220 0 0,0 0 232 0 0,0 0-24 0 0,-56 101-320 0 0,56-85-200 0 0,0-3-144 0 0,0 1-128 0 0,8-2-180 0 0,4-2-68 0 0,-4 1-560 0 0,0-6-785 0 0,-4 5-455 0 0</inkml:trace>
  <inkml:trace contextRef="#ctx0" brushRef="#br0" timeOffset="61439.87">6540 4137 992 0 0,'0'0'1136'0'0,"0"0"-536"0"0,0 0-92 0 0,0 0 64 0 0,0 0 68 0 0,0 0-200 0 0,4 88-412 0 0,4-80-28 0 0,-4-1-468 0 0,4-2-264 0 0,-4-1-232 0 0,0 3-772 0 0</inkml:trace>
  <inkml:trace contextRef="#ctx0" brushRef="#br0" timeOffset="61693.764">6560 4344 1440 0 0,'0'0'1697'0'0,"0"0"-282"0"0,0 0-194 0 0,0 0-129 0 0,0 0-112 0 0,0 0-107 0 0,0 0-137 0 0,0 0-89 0 0,0 0-32 0 0,0 0-123 0 0,-8 15-266 0 0,-25 47-206 0 0,32-61-45 0 0,0 1 0 0 0,0 0 1 0 0,0 0-1 0 0,0 0 0 0 0,0 0 1 0 0,0 0-1 0 0,0 0 0 0 0,0 1 0 0 0,1-1 1 0 0,-1 0-1 0 0,1 0 0 0 0,0 0 1 0 0,-1 1-1 0 0,1-1 0 0 0,0 0 0 0 0,1 0 1 0 0,-1 1-1 0 0,0-1 0 0 0,0 0 1 0 0,1 0-1 0 0,0 0 0 0 0,-1 1 1 0 0,1-1-1 0 0,0 0 0 0 0,0 0 0 0 0,0 0 1 0 0,0 0-1 0 0,0 0 0 0 0,1-1 1 0 0,-1 1-1 0 0,0 0 0 0 0,2 0 25 0 0,9 23-5973 0 0,-12-22 3383 0 0</inkml:trace>
  <inkml:trace contextRef="#ctx0" brushRef="#br0" timeOffset="61694.764">6560 4536 5052 0 0,'0'0'1885'0'0,"0"0"-1089"0"0,0 0-724 0 0,0 0-68 0 0,0 0 96 0 0,0 0 132 0 0,0 0-232 0 0,0 0-264 0 0,0 0-852 0 0,0 0-1009 0 0,-24 30-1043 0 0</inkml:trace>
  <inkml:trace contextRef="#ctx0" brushRef="#br0" timeOffset="63080.459">6604 2020 116 0 0,'0'0'430'0'0,"0"0"-187"0"0,0 0-107 0 0,0 0 61 0 0,0 0 136 0 0,0 0 98 0 0,0 0-17 0 0,0 0-44 0 0,-8 1 2222 0 0,8 6-6264 0 0,0-20 2082 0 0</inkml:trace>
  <inkml:trace contextRef="#ctx0" brushRef="#br0" timeOffset="63239.068">6604 2020 1068 0 0</inkml:trace>
  <inkml:trace contextRef="#ctx0" brushRef="#br0" timeOffset="63395.728">6604 2020 1068 0 0,'12'14'4969'0'0,"-8"-14"-3217"0"0,-4 0-1292 0 0,0 0-63 0 0,0 0-44 0 0,0 0-127 0 0,0 0-151 0 0,0 0-223 0 0,0 0-136 0 0,0 0-56 0 0,0 0-3 0 0,0 0 44 0 0,16 0-7340 0 0,-32 0 7392 0 0</inkml:trace>
  <inkml:trace contextRef="#ctx0" brushRef="#br0" timeOffset="203376.54">9463 7030 588 0 0,'0'0'596'0'0,"0"0"-109"0"0,0 0-8 0 0,0 0 49 0 0,0 0 25 0 0,0 0-30 0 0,0 0-75 0 0,0 0-65 0 0,0 0-50 0 0,-4-24 961 0 0,3 17 2092 0 0,107 52 527 0 0,-43-10-3635 0 0,79 40 576 0 0,68 36-591 0 0,-207-109-272 0 0,-1 0-1 0 0,1 0 1 0 0,0 0-1 0 0,0 0 1 0 0,-1 1-1 0 0,0-1 1 0 0,1 1-1 0 0,-1-1 1 0 0,0 1 0 0 0,0 0-1 0 0,0 0 1 0 0,-1 0-1 0 0,1 0 1 0 0,-1 0-1 0 0,1 0 1 0 0,-1 0-1 0 0,0 1 1 0 0,0-1-1 0 0,0 0 1 0 0,-1 1 0 0 0,0-1-1 0 0,1 0 1 0 0,-1 2 9 0 0,0-5-245 0 0,-82-11-11647 0 0,164 7 9340 0 0</inkml:trace>
  <inkml:trace contextRef="#ctx0" brushRef="#br0" timeOffset="205606.54">9253 6880 352 0 0,'0'0'1367'0'0,"0"0"-343"0"0,0 0-154 0 0,0 0 16 0 0,0 0-38 0 0,0 0-29 0 0,0 0-130 0 0,0 0-133 0 0,0 0-46 0 0,36-3 1429 0 0,37 51 50 0 0,-45-25-1877 0 0,16 38 1634 0 0,5-1-937 0 0,-8-19-333 0 0,83 15-255 0 0,-32-11 1023 0 0,-23 10 184 0 0,57 52-1121 0 0,-58-53-449 0 0,113 19 978 0 0,-107 10-614 0 0,-44-39-136 0 0,253 202 222 0 0,-225-209-301 0 0,1-3-1 0 0,1-3 0 0 0,2-2 0 0 0,1-3 0 0 0,1-3 0 0 0,2-2-6 0 0,70 28 3 0 0,147 71-119 0 0,23 50 271 0 0,-73-42-172 0 0,63 44-386 0 0,-284-167 526 0 0,7 4-2173 0 0,-36-9-6703 0 0,-22-7 336 0 0</inkml:trace>
  <inkml:trace contextRef="#ctx0" brushRef="#br0" timeOffset="206926.539">9414 7040 1788 0 0,'0'0'1517'0'0,"0"0"-358"0"0,0 0-137 0 0,0 0-47 0 0,0 0 69 0 0,0 0-24 0 0,0 0-192 0 0,0 0-143 0 0,0 0-99 0 0,0 0-54 0 0,-8-27-536 0 0,-141-43 3743 0 0,0-67-2923 0 0,-21 23 1242 0 0,33 2-1493 0 0,61 47-845 0 0,69 59 993 0 0,4 3-2352 0 0,1 2-6971 0 0,2 1 1080 0 0</inkml:trace>
  <inkml:trace contextRef="#ctx0" brushRef="#br0" timeOffset="150159.811">4871 0 5585 0 0,'0'0'780'0'0,"0"0"-676"0"0,0 0-92 0 0,0 0-12 0 0,0 0 104 0 0,0 0 168 0 0,0 0-228 0 0,0 0-44 0 0,0 0-184 0 0,0 0-100 0 0,44 65-136 0 0,-44-58-517 0 0,0-2-379 0 0,0-1-600 0 0</inkml:trace>
  <inkml:trace contextRef="#ctx0" brushRef="#br0" timeOffset="150339.81">5092 830 784 0 0,'0'0'1536'0'0,"0"0"-412"0"0,0 0-84 0 0,0 0-88 0 0,0 0-171 0 0,0 0-77 0 0,0 0-276 0 0,0 0-428 0 0,0 0-308 0 0,0 0-980 0 0,0 0-1433 0 0</inkml:trace>
  <inkml:trace contextRef="#ctx0" brushRef="#br0" timeOffset="150749.81">4931 1674 3344 0 0,'0'0'2044'0'0,"0"0"-1351"0"0,0 0-149 0 0,0 0 56 0 0,0 0 464 0 0,0 0 208 0 0,0 0-304 0 0,0 0-508 0 0,0 0-460 0 0,0 0-168 0 0,4 90-144 0 0,4-87-344 0 0,0 3-756 0 0,0-3-1148 0 0,8 7-2173 0 0</inkml:trace>
  <inkml:trace contextRef="#ctx0" brushRef="#br0" timeOffset="150989.81">5004 2167 4880 0 0,'0'0'1917'0'0,"0"0"-1269"0"0,0 0-284 0 0,0 0-116 0 0,0 0 308 0 0,0 0 184 0 0,0 0-328 0 0,0 0-412 0 0,0 0-52 0 0,0 0-180 0 0,12 67-132 0 0,0-64-244 0 0,-4-1-392 0 0,-4 3-716 0 0,0-3-773 0 0,0 6-815 0 0</inkml:trace>
  <inkml:trace contextRef="#ctx0" brushRef="#br0" timeOffset="151139.81">4891 2612 4272 0 0,'0'0'2853'0'0,"0"0"-1865"0"0,0 0-444 0 0,0 0-220 0 0,0 0 272 0 0,0 0 24 0 0,0 0-208 0 0,0 0-268 0 0,-20 93-144 0 0,32-84-132 0 0,-4 3-60 0 0,4-3-184 0 0,0 1-412 0 0,-4 0-496 0 0,0-3-1289 0 0,0 10-2099 0 0</inkml:trace>
  <inkml:trace contextRef="#ctx0" brushRef="#br0" timeOffset="151299.81">4729 3371 1684 0 0,'0'0'1588'0'0,"0"0"-1588"0"0,0 0-492 0 0,0 0-984 0 0</inkml:trace>
  <inkml:trace contextRef="#ctx0" brushRef="#br0" timeOffset="151509.811">4774 4073 2736 0 0,'0'0'4637'0'0,"0"0"-3215"0"0,-10 20-1054 0 0,-32 67-66 0 0,38-75-255 0 0,0 1 0 0 0,1-1 0 0 0,0 1 0 0 0,1 0 1 0 0,0-1-1 0 0,1 1 0 0 0,1 0 0 0 0,0 0 0 0 0,1 0 0 0 0,0 0 1 0 0,1-1-1 0 0,0 1 0 0 0,1 0 0 0 0,0-1 0 0 0,1 0 0 0 0,1 0 0 0 0,0 0 1 0 0,0 0-1 0 0,6 6-47 0 0,2 13-99 0 0,-1-3-265 0 0,-1 0 0 0 0,-2 0-1 0 0,0 1 1 0 0,-2 0-1 0 0,-1 0 1 0 0,-1 1 0 0 0,-2 0-1 0 0,-1 6 365 0 0,-2 12-2019 0 0,0 19-697 0 0</inkml:trace>
  <inkml:trace contextRef="#ctx0" brushRef="#br0" timeOffset="152439.81">5665 234 2400 0 0,'0'0'778'0'0,"0"0"438"0"0,0 0 1771 0 0,0 0-1215 0 0,0 0-715 0 0,0 0-437 0 0,0 0-225 0 0,-25-6-194 0 0,-171-36 435 0 0,189 41-595 0 0,1-1 0 0 0,0 1 0 0 0,-1-1 0 0 0,0 2-1 0 0,1-1 1 0 0,-1 1 0 0 0,1 0 0 0 0,-1 0-1 0 0,0 1 1 0 0,1 0 0 0 0,-1 0 0 0 0,1 1-1 0 0,0-1 1 0 0,-1 1 0 0 0,1 1 0 0 0,0-1 0 0 0,0 1-1 0 0,0 0 1 0 0,0 1 0 0 0,1-1 0 0 0,-1 1-1 0 0,1 0 1 0 0,0 1 0 0 0,0-1 0 0 0,1 1 0 0 0,-1 0-1 0 0,1 0 1 0 0,0 0 0 0 0,0 1 0 0 0,1-1-1 0 0,0 1 1 0 0,0 0 0 0 0,0 0 0 0 0,0 0-1 0 0,1 0 1 0 0,0 1 0 0 0,1-1 0 0 0,-1 1 0 0 0,1 5-41 0 0,4 1-47 0 0,1 0 1 0 0,1 0-1 0 0,0 0 1 0 0,1-1-1 0 0,0 0 1 0 0,1 0 0 0 0,1-1-1 0 0,0 0 1 0 0,0 0-1 0 0,1 0 1 0 0,0-1 0 0 0,1-1-1 0 0,0 0 1 0 0,0 0-1 0 0,1-1 1 0 0,0 0-1 0 0,1-1 1 0 0,0 0 0 0 0,0-1-1 0 0,0 0 1 0 0,1-1-1 0 0,0 0 1 0 0,0-1-1 0 0,0-1 1 0 0,13 2 46 0 0,-16-1-64 0 0,147 46-2480 0 0,-48-29-3219 0 0,-69-14 2030 0 0</inkml:trace>
  <inkml:trace contextRef="#ctx0" brushRef="#br0" timeOffset="152789.811">5995 394 6145 0 0,'0'0'1549'0'0,"0"0"-417"0"0,0 0-176 0 0,0 0-189 0 0,0 0-4 0 0,0 0 13 0 0,0 0-194 0 0,0 0-295 0 0,0 0-199 0 0,-12 11-36 0 0,-35 33 8 0 0,49-41-44 0 0,-1-1 1 0 0,1 1 0 0 0,0-1 0 0 0,0 1 0 0 0,0-1 0 0 0,0 0-1 0 0,0 0 1 0 0,1 0 0 0 0,-1 0 0 0 0,1 0 0 0 0,-1-1-1 0 0,1 1 1 0 0,0-1 0 0 0,0 1 0 0 0,-1-1 0 0 0,1 0 0 0 0,0 0-1 0 0,0 0 1 0 0,0-1 0 0 0,0 1 0 0 0,0-1 0 0 0,0 1 0 0 0,0-1-1 0 0,0 0 1 0 0,3 0-17 0 0,0 1 69 0 0,4 1 2 0 0,4 3-48 0 0,1-1 0 0 0,0 0 0 0 0,0-1 0 0 0,0-1 0 0 0,1 0 0 0 0,-1-1-1 0 0,0 0 1 0 0,1-2 0 0 0,-1 0 0 0 0,1 0 0 0 0,-1-2 0 0 0,0 0 0 0 0,0 0 0 0 0,0-2 0 0 0,2-1-23 0 0,-15 6-21 0 0,-1-1 1 0 0,1 0 0 0 0,-1 0 0 0 0,1 0-1 0 0,-1-1 1 0 0,1 1 0 0 0,-1 0 0 0 0,0 0-1 0 0,0-1 1 0 0,1 1 0 0 0,-1-1 0 0 0,0 1 0 0 0,0-1-1 0 0,0 0 1 0 0,-1 1 0 0 0,1-1 0 0 0,0 0-1 0 0,-1 1 1 0 0,1-1 0 0 0,-1 0 0 0 0,1 0-1 0 0,-1 0 1 0 0,0 0 0 0 0,0 1 0 0 0,0-1-1 0 0,0 0 1 0 0,0 0 0 0 0,0 0 0 0 0,0 0 0 0 0,-1 1-1 0 0,1-1 1 0 0,-1 0 0 0 0,1 0 0 0 0,-1 0-1 0 0,0 1 1 0 0,0-1 0 0 0,0 0 0 0 0,1 1-1 0 0,-2-1 1 0 0,1 1 0 0 0,0-1 0 0 0,0 1-1 0 0,0 0 1 0 0,-1-1 0 0 0,1 1 0 0 0,-1 0 0 0 0,1 0 20 0 0,-73-54-331 0 0,57 44 270 0 0,-1 2 1 0 0,0 0-1 0 0,-1 0 1 0 0,0 2 0 0 0,0 0-1 0 0,-1 2 1 0 0,1 0 0 0 0,-1 1-1 0 0,0 1 1 0 0,-1 0-1 0 0,1 2 1 0 0,0 1 0 0 0,-14 1 60 0 0,31 0-20 0 0,0 1 1 0 0,0-1 0 0 0,0 1-1 0 0,0 0 1 0 0,1 0 0 0 0,-1 1 0 0 0,1-1-1 0 0,0 0 1 0 0,-1 1 0 0 0,1-1-1 0 0,0 1 1 0 0,0 0 0 0 0,1 0-1 0 0,-1 0 1 0 0,1 0 0 0 0,-1 0-1 0 0,1 0 1 0 0,0 0 0 0 0,0 0-1 0 0,0 0 1 0 0,0 1 0 0 0,1-1-1 0 0,-1 0 1 0 0,1 1 0 0 0,0-1-1 0 0,0 0 1 0 0,0 1 0 0 0,1-1-1 0 0,-1 0 1 0 0,1 0 0 0 0,0 1 0 0 0,0-1-1 0 0,0 0 1 0 0,0 0 0 0 0,0 0-1 0 0,1 0 1 0 0,-1 0 0 0 0,1 0-1 0 0,0 0 1 0 0,0 0 0 0 0,0-1-1 0 0,0 1 1 0 0,2 1 19 0 0,9 7-393 0 0,1 0 1 0 0,0-1-1 0 0,0 0 1 0 0,1-1-1 0 0,1-1 1 0 0,-1 0-1 0 0,1-1 1 0 0,1-1-1 0 0,-1-1 1 0 0,4 1 392 0 0,109 25-5761 0 0,-91-24 4284 0 0</inkml:trace>
  <inkml:trace contextRef="#ctx0" brushRef="#br0" timeOffset="153109.81">6310 540 404 0 0,'0'0'2199'0'0,"0"0"-292"0"0,0 0-707 0 0,0 0-323 0 0,0 0-119 0 0,0 0-212 0 0,15 15-160 0 0,53 48-19 0 0,-61-58-180 0 0,0 0 1 0 0,0 0-1 0 0,1 0 0 0 0,-1-1 1 0 0,1 0-1 0 0,0 0 0 0 0,1-1 1 0 0,-1 0-1 0 0,0-1 0 0 0,1 1 1 0 0,-1-2-1 0 0,1 1 0 0 0,0-1 1 0 0,0-1-1 0 0,-1 1 0 0 0,1-1 0 0 0,0-1 1 0 0,3 0-188 0 0,-11-1 49 0 0,1-1-1 0 0,-1 1 1 0 0,0-1 0 0 0,1 1 0 0 0,-1-1-1 0 0,0 1 1 0 0,0-1 0 0 0,-1 1 0 0 0,1-1-1 0 0,-1 0 1 0 0,1 1 0 0 0,-1-1 0 0 0,0 0 0 0 0,0 0-1 0 0,0 1 1 0 0,0-1 0 0 0,0 0 0 0 0,-1 1-1 0 0,1-1 1 0 0,-1 0 0 0 0,0 1 0 0 0,0-1 0 0 0,0 1-1 0 0,0-1 1 0 0,0 1 0 0 0,-1-1 0 0 0,1 1-1 0 0,-1 0 1 0 0,1 0 0 0 0,-1-1 0 0 0,0 1-1 0 0,0 0 1 0 0,0 0-49 0 0,-214-268-3527 0 0,203 230 3816 0 0,42 38 132 0 0,320 18-186 0 0,-274-10-1882 0 0,-66-3-446 0 0,-7 4-1918 0 0</inkml:trace>
  <inkml:trace contextRef="#ctx0" brushRef="#br0" timeOffset="-142446.919">6822 1597 208 0 0,'0'0'699'0'0,"0"0"13"0"0,0 0-71 0 0,0 0-163 0 0,0 0-275 0 0,0 0-191 0 0,0 0-77 0 0,53-24-574 0 0,3 15 2042 0 0,158-91 3506 0 0,-141 57-3282 0 0,10-29-1869 0 0,22 17-245 0 0,53-33 87 0 0,6-6 1647 0 0,-23 14-1351 0 0,5 13 569 0 0,-97 52-406 0 0,-1-2-1 0 0,-1-3 1 0 0,-1-2 0 0 0,0-1-1 0 0,32-24-58 0 0,100-36-450 0 0,18-6 62 0 0,60-25 583 0 0,-165 59 613 0 0,-75 49-1596 0 0,-12 4-5622 0 0,-11 7 3431 0 0</inkml:trace>
  <inkml:trace contextRef="#ctx0" brushRef="#br0" timeOffset="-139846.919">7261 1086 612 0 0,'0'0'1291'0'0,"0"0"-351"0"0,0 0-153 0 0,0 0 139 0 0,0 0 157 0 0,0 0-181 0 0,0 0-250 0 0,0 0-159 0 0,0 0-34 0 0,6-1 4 0 0,117-14 2015 0 0,135-24-1238 0 0,-72 24-1926 0 0,-5-11 751 0 0,-49 10-272 0 0,-19-5 1067 0 0,49-7-445 0 0,116-25-268 0 0,61 35-413 0 0,-20-39-29 0 0,-310 56 303 0 0,9 1-1228 0 0,-27 3-4938 0 0,-5-2 1169 0 0</inkml:trace>
  <inkml:trace contextRef="#ctx0" brushRef="#br0" timeOffset="-137406.919">7459 974 1120 0 0,'0'0'1538'0'0,"0"0"-371"0"0,0 0-104 0 0,0 0-145 0 0,0 0-204 0 0,0 0-206 0 0,0 0-135 0 0,0 0-17 0 0,0 0 0 0 0,0 0-75 0 0,61 0 4444 0 0,116-7-4073 0 0,136-10 751 0 0,-62 1-1859 0 0,-26 1 1410 0 0,-224 15-1042 0 0,47-1 1 0 0,263-5 317 0 0,15 4 132 0 0,49-6-423 0 0,-339 4 177 0 0,-36 4-103 0 0,0 0 6 0 0,0 0 20 0 0,0 0-14 0 0,0 0 24 0 0,0 0 21 0 0,0 0-3 0 0,0 0 13 0 0,0 0-13 0 0,0 0-15 0 0,0-1-51 0 0,0 1-77 0 0,0 0-58 0 0,0 0-76 0 0,0 0-64 0 0,0 0-35 0 0,0 0-19 0 0,0 0-18 0 0,-36 12-9599 0 0,72-24 4941 0 0</inkml:trace>
  <inkml:trace contextRef="#ctx0" brushRef="#br0" timeOffset="-134756.919">8257 4512 1188 0 0,'0'0'1006'0'0,"0"0"-366"0"0,0 0-518 0 0,0 0-105 0 0,0 0 54 0 0,0 0 75 0 0,0 0 467 0 0,0 0 1068 0 0,0 0-214 0 0,0 0-375 0 0,-6 22 4891 0 0,4-14-5886 0 0,-59 149-1249 0 0,81-207 1148 0 0,3 2-1 0 0,2 0 1 0 0,2 1 0 0 0,2 2-1 0 0,4-3 5 0 0,-32 47 130 0 0,-1 1-10 0 0,0 0 4 0 0,0 0-17 0 0,0 0-80 0 0,0 25-486 0 0,-17 158 843 0 0,-23-42-53 0 0,40-140-175 0 0,0-1 44 0 0,0 0 1 0 0,13-25 504 0 0,70-155-1174 0 0,-34 50-217 0 0,-12 47 1113 0 0,-37 83-350 0 0,-73 113-770 0 0,-56 220 888 0 0,120-295 1192 0 0,87-188-3165 0 0,-50 74 1559 0 0,-28 71 300 0 0,0 4-114 0 0,0 1-11 0 0,-22 27 43 0 0,2 1 0 0 0,0 1 0 0 0,2 1 1 0 0,2 0-1 0 0,0 1 0 0 0,-1 9 1 0 0,13-31 26 0 0,-24 79 1003 0 0,71-149-334 0 0,-37 50-708 0 0,-1 1 0 0 0,-1-2-1 0 0,0 1 1 0 0,0 0 0 0 0,-1-1-1 0 0,0 0 1 0 0,-1 0 0 0 0,-1 0 0 0 0,0 0-1 0 0,0 0 1 0 0,-1 0 0 0 0,-1-2 13 0 0,6-67-175 0 0,-3 67-30 0 0,-6 25-333 0 0,-7 16 427 0 0,-61 212-2593 0 0,64-211-1805 0 0,4-17 689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1.77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559E6"/>
      <inkml:brushProperty name="anchorY" value="-940960.25"/>
      <inkml:brushProperty name="scaleFactor" value="0.5"/>
    </inkml:brush>
  </inkml:definitions>
  <inkml:trace contextRef="#ctx0" brushRef="#br0">1 550 300 0 0,'0'0'0'0'0,"0"0"1968"0"0,0 0-788 0 0,0 0-536 0 0,0 0-96 0 0,0 0-444 0 0,0 0 112 0 0,0 0-157 0 0,0 0 2462 0 0,0 0-2183 0 0,0 0 423 0 0,7-1-148 0 0,1-1-189 0 0,1 1 490 0 0,1-1 8 0 0,-2 1-116 0 0,-1-1-46 0 0,0 2-101 0 0,-2-1-146 0 0,-1 1-44 0 0,0 0-17 0 0,-2 0-71 0 0,-1 1-68 0 0,1 1-92 0 0,0 0-5 0 0,-1 0-116 0 0,1 1-14 0 0,-1-1 10 0 0,0 0-57 0 0,1 1-31 0 0,1 1 175 0 0,2 0 262 0 0,1 3-244 0 0,2 2-104 0 0,2 4-76 0 0,2 3-2 0 0,2 3-19 0 0,2 3-13 0 0,3 2 3 0 0,3 2-49 0 0,4 0-10 0 0,3 0 75 0 0,3 0-90 0 0,3-1 34 0 0,1 0 46 0 0,1-2-72 0 0,-1-1 38 0 0,0-1 39 0 0,-2-3-8 0 0,-1-1 7 0 0,0-2 4 0 0,-1-2 0 0 0,-1-2 93 0 0,-2-3-22 0 0,-1-2-81 0 0,-3-3 32 0 0,-2 0-24 0 0,-3-3 13 0 0,-1-1 56 0 0,-2-2-81 0 0,0-2 28 0 0,0-1-15 0 0,0-2 6 0 0,0-2 45 0 0,0-1-68 0 0,0-2 22 0 0,-1-1-4 0 0,-2-3 9 0 0,-2-2-7 0 0,-3-2-7 0 0,-3-1 3 0 0,-4-3 12 0 0,-7-1 112 0 0,-6-3-63 0 0,-9-2 16 0 0,-8-2-34 0 0,-7-3 40 0 0,-7-2-18 0 0,-7-3-78 0 0,-4-1 23 0 0,-4-1-17 0 0,0-1 6 0 0,2 2-1 0 0,5 3-5 0 0,6 2-8 0 0,7 4 17 0 0,10 5-6 0 0,8 4-3 0 0,8 3-3 0 0,6 3 5 0 0,5 1 3 0 0,7 1 4 0 0,7-1 56 0 0,6-1-72 0 0,7-1 33 0 0,7-1-15 0 0,6 0-7 0 0,6 1-7 0 0,4 1-120 0 0,4 3-22 0 0,1 3-7 0 0,2 3-16 0 0,-1 3 17 0 0,-1 3-67 0 0,-5 3-274 0 0,-4 3-644 0 0,-5 3-224 0 0,-6 2-519 0 0,-6 2-1142 0 0,-7 3-3814 0 0,-8-3 5075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3.19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709E6"/>
      <inkml:brushProperty name="anchorY" value="-941164.0625"/>
      <inkml:brushProperty name="scaleFactor" value="0.5"/>
    </inkml:brush>
  </inkml:definitions>
  <inkml:trace contextRef="#ctx0" brushRef="#br0">0 0 8961 0 0,'0'0'0'0'0,"0"0"4636"0"0,0 0-3341 0 0,0 0 586 0 0,0 0-1142 0 0,0 0 232 0 0,0 0-245 0 0,0 0-690 0 0,0 0-568 0 0,0 0-354 0 0,0 0-531 0 0,8 11-3189 0 0,1 5-6021 0 0,-1 0 10775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2.21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796E6"/>
      <inkml:brushProperty name="anchorY" value="-941730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661E6"/>
      <inkml:brushProperty name="anchorY" value="-941381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532E6"/>
      <inkml:brushProperty name="anchorY" value="-939355.8125"/>
      <inkml:brushProperty name="scaleFactor" value="0.5"/>
    </inkml:brush>
  </inkml:definitions>
  <inkml:trace contextRef="#ctx0" brushRef="#br0">86 1 3724 0 0,'0'0'0'0'0,"0"0"484"0"0,0 0 3277 0 0,0 0-3341 0 0,-4 20 885 0 0,-2 10-261 0 0,-3 11-130 0 0,0 6-113 0 0,0 6-201 0 0,-1 3-175 0 0,1 2-96 0 0,2 1-9 0 0,0 1-14 0 0,2 0-44 0 0,1-3-109 0 0,1 0-32 0 0,1-4-131 0 0,1-3 19 0 0,1-5-184 0 0,0-3-200 0 0,0-6-448 0 0,1-4-362 0 0,1-5-1070 0 0,1-5-2576 0 0,-1-6-682 0 0</inkml:trace>
  <inkml:trace contextRef="#ctx0" brushRef="#br1" timeOffset="314.307">239 997 5328 0 0,'0'0'0'0'0,"0"0"3029"0"0,0 0-1298 0 0,0 0-45 0 0,0 0-127 0 0,0 0-337 0 0,0 0 39 0 0,0 0-274 0 0,0 0-338 0 0,11-23-181 0 0,1-9-188 0 0,1-9-137 0 0,-3-7-87 0 0,-2-4-35 0 0,-3-3 62 0 0,-2-1-104 0 0,-4 0-65 0 0,-3 1-101 0 0,-4 3-97 0 0,-2 2-133 0 0,-2 4 31 0 0,1 5-144 0 0,0 4-249 0 0,2 6-506 0 0,2 5-340 0 0,3 5-402 0 0,2 6-678 0 0,1 5-1422 0 0,1 4 86 0 0,0 4 4736 0 0</inkml:trace>
  <inkml:trace contextRef="#ctx0" brushRef="#br2" timeOffset="585.671">300 405 3268 0 0,'0'0'0'0'0,"0"0"2933"0"0,0 0-1191 0 0,0 0 13 0 0,0 0-417 0 0,0 0-192 0 0,0 0-77 0 0,0 0-189 0 0,0 0-251 0 0,19-18-182 0 0,6-4-131 0 0,5-5-64 0 0,3-1 40 0 0,1 2 39 0 0,0 2 157 0 0,1 4 48 0 0,-2 3-173 0 0,-1 5 10 0 0,-4 5 37 0 0,-1 3 92 0 0,-2 6-171 0 0,0 5-12 0 0,-1 6-104 0 0,2 7-111 0 0,0 6-94 0 0,0 7 20 0 0,-1 6-33 0 0,-3 3 5 0 0,-1 4-58 0 0,-4 1-26 0 0,-2 0-1 0 0,-5 1 0 0 0,-4-1 83 0 0,-2-1-141 0 0,-6 0-6 0 0,-4-3-239 0 0,-5-2-192 0 0,-3-3-112 0 0,-2-4-506 0 0,0-6-533 0 0,1-5-907 0 0,1-6-2924 0 0,3-7-1466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7.45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186E6"/>
      <inkml:brushProperty name="anchorY" value="-947819.875"/>
      <inkml:brushProperty name="scaleFactor" value="0.5"/>
    </inkml:brush>
  </inkml:definitions>
  <inkml:trace contextRef="#ctx0" brushRef="#br0">1 1351 3860 0 0,'0'0'0'0'0,"0"0"3089"0"0,0 0-1229 0 0,0 0-227 0 0,0 0-351 0 0,0 0-97 0 0,0 0-68 0 0,0 0-216 0 0,0 0-157 0 0,0 0-147 0 0,0 0 291 0 0,41-22-126 0 0,14-12-197 0 0,10-12-70 0 0,2-11-140 0 0,-2-10-165 0 0,-7-9-112 0 0,-10-9-69 0 0,-12-9-77 0 0,-12-8-124 0 0,-12-7-187 0 0,-12-3-122 0 0,-12-1-81 0 0,-9 3-505 0 0,-5 8-634 0 0,-1 12-1137 0 0,-2 14-2245 0 0,6 20-2440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6.30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178E6"/>
      <inkml:brushProperty name="anchorY" value="-945896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377E6"/>
      <inkml:brushProperty name="anchorY" value="-948071.25"/>
      <inkml:brushProperty name="scaleFactor" value="0.5"/>
    </inkml:brush>
  </inkml:definitions>
  <inkml:trace contextRef="#ctx0" brushRef="#br0">0 186 7389 0 0,'0'0'0'0'0,"0"0"1688"0"0,0 0-159 0 0,0 0-519 0 0,0 0-15 0 0,0 0 117 0 0,0 0-290 0 0,0 0-362 0 0,0 0-123 0 0,0 0-179 0 0,0 0 103 0 0,0 0 203 0 0,14 18-218 0 0,10 10 1 0 0,13 8 1 0 0,11 8-8 0 0,8 6-38 0 0,6 5-114 0 0,3 3-87 0 0,0 3-54 0 0,-5 1-58 0 0,-4 1-20 0 0,-7-1-34 0 0,-7-1-50 0 0,-7-3-134 0 0,-6-5-429 0 0,-6-5-88 0 0,-4-6-215 0 0,-5-7-329 0 0,-4-7-618 0 0,-2-7-2135 0 0,-3-7-1543 0 0,-3-6 6097 0 0</inkml:trace>
  <inkml:trace contextRef="#ctx0" brushRef="#br1" timeOffset="535.991">694 0 312 0 0,'0'0'0'0'0,"0"0"5265"0"0,0 0-3987 0 0,0 0 948 0 0,0 0-850 0 0,0 0-100 0 0,0 0-313 0 0,0 0 183 0 0,-16 18-396 0 0,-5 9 0 0 0,-5 10-169 0 0,-2 9-124 0 0,-3 8-105 0 0,-3 7 18 0 0,-3 5-37 0 0,-3 4-69 0 0,-4 4-201 0 0,-3 2-45 0 0,-1 0-233 0 0,0-2-98 0 0,1-3-265 0 0,3-3-433 0 0,4-7-669 0 0,5-6-1189 0 0,6-7-3355 0 0,8-11 1415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4.48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5839E6"/>
      <inkml:brushProperty name="anchorY" value="-942477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019E6"/>
      <inkml:brushProperty name="anchorY" value="-945165.25"/>
      <inkml:brushProperty name="scaleFactor" value="0.5"/>
    </inkml:brush>
  </inkml:definitions>
  <inkml:trace contextRef="#ctx0" brushRef="#br0">69 405 612 0 0,'0'0'0'0'0,"0"0"1396"0"0,0 0-592 0 0,0 0-289 0 0,0 0 182 0 0,0 0 185 0 0,0 0-77 0 0,0 0-772 0 0,0 0 68 0 0,0 0 99 0 0,0 0 763 0 0,16-7 985 0 0,3-1-970 0 0,-1 1 35 0 0,-3 0-208 0 0,-4 2 50 0 0,-4 2-13 0 0,-3 2-25 0 0,-2 0-92 0 0,-2 1-129 0 0,-1 1-105 0 0,1 2-137 0 0,-1 0-46 0 0,0 2-156 0 0,-1 1-55 0 0,-2 4-99 0 0,-3 5-81 0 0,-2 8 22 0 0,-1 12-58 0 0,-2 12 139 0 0,1 13-38 0 0,1 15 134 0 0,2 12-4 0 0,3 12-137 0 0,3 8-146 0 0,6 4-7 0 0,8 2-91 0 0,8-4-73 0 0,10-7 0 0 0,11-9-110 0 0,8-11-109 0 0,9-12-22 0 0,6-10-245 0 0,2-11-694 0 0,-1-10-1456 0 0,-1-7-2814 0 0,-13-11 3249 0 0</inkml:trace>
  <inkml:trace contextRef="#ctx0" brushRef="#br1" timeOffset="984.273">0 540 184 0 0,'0'0'0'0'0,"0"0"884"0"0,0 0 52 0 0,0 0-62 0 0,0 0 95 0 0,0 0-60 0 0,0 0-8 0 0,0 0 119 0 0,0 0 132 0 0,0 0-51 0 0,0 0-17 0 0,0 0-54 0 0,2-9-474 0 0,1-3 414 0 0,3-2-188 0 0,2-4 23 0 0,4-1-239 0 0,2-3-104 0 0,3-3-116 0 0,3-2-34 0 0,1-2-76 0 0,1-3 33 0 0,0-1-127 0 0,-1-2-144 0 0,-1-2 26 0 0,-2 0-106 0 0,-3 1-133 0 0,0 1-153 0 0,-2 3-338 0 0,-1 3-752 0 0,2 6-549 0 0,-1 6-1014 0 0,3 5-2277 0 0,-3 6 2172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8.79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347E6"/>
      <inkml:brushProperty name="anchorY" value="-947739.5"/>
      <inkml:brushProperty name="scaleFactor" value="0.5"/>
    </inkml:brush>
  </inkml:definitions>
  <inkml:trace contextRef="#ctx0" brushRef="#br0">1 65 8361 0 0,'0'0'0'0'0,"0"0"1904"0"0,0 0-719 0 0,0 0-485 0 0,0 0 431 0 0,0 0-83 0 0,0 0-418 0 0,0 0-42 0 0,0 0-112 0 0,0 0-95 0 0,0 0 167 0 0,18-1-133 0 0,9-1-31 0 0,9-1-73 0 0,8 0-53 0 0,6 0 54 0 0,5 0 38 0 0,4 1 97 0 0,5-1-176 0 0,3 1-72 0 0,2 1-59 0 0,-1-1-151 0 0,0 0-14 0 0,-3 1-46 0 0,-3-1-70 0 0,-1 1-152 0 0,-5-1-169 0 0,-2 0-179 0 0,-2 0-160 0 0,-3-1-475 0 0,-3-1-977 0 0,-5-1-1798 0 0,-6-3-1600 0 0,-10 1 1455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39.07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591E6"/>
      <inkml:brushProperty name="anchorY" value="-948944.8125"/>
      <inkml:brushProperty name="scaleFactor" value="0.5"/>
    </inkml:brush>
  </inkml:definitions>
  <inkml:trace contextRef="#ctx0" brushRef="#br0">0 41 1552 0 0,'0'0'0'0'0,"0"0"6521"0"0,0 0-5900 0 0,0 0 1560 0 0,0 0-933 0 0,0 0 322 0 0,54-5-269 0 0,20-2-129 0 0,20-2-399 0 0,10 2-354 0 0,4 0-234 0 0,1 3-170 0 0,-4 2-146 0 0,-3 3-188 0 0,-5 3-136 0 0,-4 2-326 0 0,-4 0-481 0 0,-6 0-1352 0 0,1-2-3087 0 0,-18-2-820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46.54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844E6"/>
      <inkml:brushProperty name="anchorY" value="-950202.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106E6"/>
      <inkml:brushProperty name="anchorY" value="-952331.4375"/>
      <inkml:brushProperty name="scaleFactor" value="0.5"/>
    </inkml:brush>
  </inkml:definitions>
  <inkml:trace contextRef="#ctx0" brushRef="#br0">452 1 3768 0 0,'0'0'0'0'0,"0"0"3245"0"0,0 0-1593 0 0,0 0-1009 0 0,0 0 185 0 0,0 0-104 0 0,0 0 104 0 0,0 0 80 0 0,0 0-258 0 0,0 0-120 0 0,-3 1 61 0 0,3 0-36 0 0,3 1-61 0 0,2-1-41 0 0,1 0-77 0 0,2-1-49 0 0,-2 1-68 0 0,-1-1 16 0 0,0 0-2 0 0,-2 0-2 0 0,0 0 1 0 0,-1 0 14 0 0,-1 0-46 0 0,0 0-14 0 0,-1 0-17 0 0,1 0 2 0 0,-1 0-31 0 0,1 0-6 0 0,0 0-14 0 0,1 0-12 0 0,-1 0-45 0 0,-1 0-12 0 0,1 0-32 0 0,-1 0 20 0 0,0 0-79 0 0,0 1 69 0 0,0-1-80 0 0,0 0 28 0 0,0 1-5 0 0,0-1-1 0 0,0 0 1 0 0,1 1-5 0 0,1 1 2 0 0,1 0 88 0 0,3 2 333 0 0,6 4-75 0 0,7 4-186 0 0,7 6-67 0 0,8 7-93 0 0,8 4 9 0 0,6 6 65 0 0,6 3-97 0 0,4 3 24 0 0,1 2-14 0 0,0-1-50 0 0,2-1-20 0 0,-3-2 87 0 0,-1-2-29 0 0,-2-2-53 0 0,-2-2 18 0 0,-2-1 61 0 0,0-3-15 0 0,-2 0 55 0 0,-2-2-60 0 0,-1-1 21 0 0,-4-1-12 0 0,-2-2 2 0 0,-4-1-57 0 0,-3-2 58 0 0,-3-2-62 0 0,-3-2 18 0 0,-2-3-25 0 0,-2-1 67 0 0,-1-2-77 0 0,-3-1 39 0 0,0-1-12 0 0,-3-2-12 0 0,-2 1-1 0 0,-2-1-23 0 0,-1-1-70 0 0,-4 0-32 0 0,-1 0-104 0 0,-2-2-89 0 0,-2 1-123 0 0,-1-2-112 0 0,-1 0-750 0 0,-4-1-575 0 0,-3 0-1378 0 0,-7-1-3745 0 0,1-1 2427 0 0</inkml:trace>
  <inkml:trace contextRef="#ctx0" brushRef="#br1" timeOffset="833.74">1561 6 3032 0 0,'0'0'0'0'0,"0"0"1484"0"0,0 0-13 0 0,0 0-77 0 0,0 0 78 0 0,0 0-224 0 0,0 0-113 0 0,0 0-85 0 0,0 0-102 0 0,0 0-199 0 0,0 0-151 0 0,0 0-81 0 0,4-1-100 0 0,1 0-47 0 0,0 0-133 0 0,-1 0-35 0 0,-1 0-19 0 0,-1 1-79 0 0,-1 0 33 0 0,0-1-29 0 0,-1 1 24 0 0,0 1-25 0 0,-1-1-25 0 0,1 0 11 0 0,0 1-19 0 0,0 0-71 0 0,0 0 62 0 0,-2 1-70 0 0,-1 1 71 0 0,-3 3-26 0 0,-3 2-43 0 0,-6 6 85 0 0,-6 4 98 0 0,-7 7 6 0 0,-7 7 322 0 0,-7 6-168 0 0,-8 8-124 0 0,-10 8 16 0 0,-9 7-34 0 0,-12 7 28 0 0,-10 7 22 0 0,-7 5-9 0 0,-8 4 48 0 0,-2 0-55 0 0,-1 0-66 0 0,3-4-183 0 0,6-4 4 0 0,7-7-320 0 0,9-7-298 0 0,10-9-416 0 0,9-8-733 0 0,12-11-2608 0 0,8-10-4430 0 0,14-9 5650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55.72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823E6"/>
      <inkml:brushProperty name="anchorY" value="-952299.8125"/>
      <inkml:brushProperty name="scaleFactor" value="0.5"/>
    </inkml:brush>
  </inkml:definitions>
  <inkml:trace contextRef="#ctx0" brushRef="#br0">0 38 5489 0 0,'0'0'0'0'0,"0"0"964"0"0,0 0-929 0 0,0 0 3173 0 0,0 0-2494 0 0,0 0 316 0 0,0 0-476 0 0,0 0 134 0 0,0 0-1 0 0,0 0 64 0 0,14-3-178 0 0,2-1-193 0 0,4 0-26 0 0,-1 0-62 0 0,-1 0 2 0 0,-3 2 13 0 0,-2 0 4 0 0,-3 1-42 0 0,-2 0-6 0 0,-3 1-56 0 0,-2 0-15 0 0,-1 0-33 0 0,-2 0 6 0 0,0 0-19 0 0,0 0 4 0 0,-1 1-30 0 0,1-1-20 0 0,0 0-15 0 0,-1 0 48 0 0,1 0-15 0 0,1 0-8 0 0,0 0-29 0 0,0 0-16 0 0,-1 0-63 0 0,1 0 16 0 0,-1 0-10 0 0,0 0-5 0 0,1 0 2 0 0,0 0 3 0 0,0 0 0 0 0,0 0 60 0 0,0 0 2 0 0,0 0 41 0 0,0 0-4 0 0,0 0 75 0 0,0 0 22 0 0,0 0-100 0 0,0 0-41 0 0,0 0-6 0 0,0 0-49 0 0,1 0 5 0 0,1 0-4 0 0,1 0 46 0 0,2 0 159 0 0,2 0-29 0 0,4 0-35 0 0,3 0-57 0 0,3 0-9 0 0,0 1-10 0 0,0-1-76 0 0,-1 1 68 0 0,-4 1-76 0 0,-2-1 16 0 0,-1-1 4 0 0,1 1 100 0 0,5 0 88 0 0,8 0-89 0 0,8 0-24 0 0,10-1 22 0 0,7 1-55 0 0,4-1-47 0 0,4 0 12 0 0,-1 0-9 0 0,-1 0-9 0 0,-4 0-7 0 0,-4-1 1 0 0,-6 1-76 0 0,-6-1 50 0 0,-5-1-33 0 0,-8 1-137 0 0,-5 0-128 0 0,-5 1-160 0 0,-5-1-143 0 0,-3 1-467 0 0,-1 0-81 0 0,-2-1-509 0 0,2 0-559 0 0,0-2-573 0 0,1-3-2927 0 0,-1 1 744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3:58.57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049E6"/>
      <inkml:brushProperty name="anchorY" value="-953532.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252E6"/>
      <inkml:brushProperty name="anchorY" value="-955462.3125"/>
      <inkml:brushProperty name="scaleFactor" value="0.5"/>
    </inkml:brush>
  </inkml:definitions>
  <inkml:trace contextRef="#ctx0" brushRef="#br0">176 159 1136 0 0,'0'0'0'0'0,"0"0"2084"0"0,0 0-1227 0 0,0 0-583 0 0,0 0-86 0 0,0 0-167 0 0,0 0 2146 0 0,0 0-597 0 0,0 0-645 0 0,0 0 13 0 0,0 0-94 0 0,-2-6 178 0 0,1 0-109 0 0,-1 0-127 0 0,1 0-84 0 0,0 2-30 0 0,3 1-118 0 0,0 1-44 0 0,1 1-98 0 0,-1 1-75 0 0,1 0-57 0 0,0 1 1 0 0,0-1-36 0 0,0 1 21 0 0,0 1 150 0 0,2 1-206 0 0,4 2 60 0 0,4 3-81 0 0,5 3-96 0 0,6 5-10 0 0,6 3-76 0 0,4 5 15 0 0,3 4-24 0 0,2 3 4 0 0,0 2-12 0 0,1 1-1 0 0,-1 1-84 0 0,-1-1 60 0 0,-2 0-74 0 0,-2-2-54 0 0,-2-1 14 0 0,-2-2 17 0 0,-2-1 6 0 0,-2-2 130 0 0,-2-1-90 0 0,-3-2-55 0 0,-1-1 32 0 0,-2-2 11 0 0,-2-2-48 0 0,-1-1-59 0 0,-2-2-8 0 0,-1-1-97 0 0,-2-2-46 0 0,-1-1-186 0 0,-2-2-141 0 0,-1-1-320 0 0,0 0-147 0 0,-1-2-342 0 0,-1 0-344 0 0,-2-1-171 0 0,0-1-290 0 0,-1-1 0 0 0,-3-1-1069 0 0,1-1 3749 0 0</inkml:trace>
  <inkml:trace contextRef="#ctx0" brushRef="#br1" timeOffset="437.656">777 1 4220 0 0,'0'0'0'0'0,"0"0"2461"0"0,0 0-837 0 0,0 0-227 0 0,0 0 14 0 0,0 0-184 0 0,0 0-120 0 0,0 0-220 0 0,-22 18-115 0 0,-5 6-82 0 0,-2 5 4 0 0,-2 3-126 0 0,2 2-127 0 0,1 0-45 0 0,1 2-15 0 0,-1 1-7 0 0,0 1-49 0 0,-2 1-47 0 0,-3 2-129 0 0,-2 1-86 0 0,-3 1-56 0 0,-3 0-44 0 0,-2 0-48 0 0,0-1-66 0 0,0-1-84 0 0,1-3-86 0 0,4-3 44 0 0,4-4-42 0 0,4-5-102 0 0,7-4-438 0 0,3-5-508 0 0,5-5-1022 0 0,3-4-2887 0 0,4-3-2989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00.01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047E6"/>
      <inkml:brushProperty name="anchorY" value="-955002.3125"/>
      <inkml:brushProperty name="scaleFactor" value="0.5"/>
    </inkml:brush>
  </inkml:definitions>
  <inkml:trace contextRef="#ctx0" brushRef="#br0">70 87 5593 0 0,'0'0'0'0'0,"0"0"3016"0"0,0 0-2385 0 0,0 0 29 0 0,0 0-211 0 0,0 0 488 0 0,0 0-170 0 0,0 0-218 0 0,0 0-306 0 0,0 0-38 0 0,0 0-7 0 0,0 0-226 0 0,15-8 234 0 0,5-2 71 0 0,3-1-107 0 0,3 1 102 0 0,1 0 52 0 0,1 1-20 0 0,2 1-34 0 0,3 1-16 0 0,2 2-72 0 0,2 0-100 0 0,1 3-80 0 0,1 0-30 0 0,-3 3-212 0 0,-4 3 31 0 0,-6 4 88 0 0,-7 2 12 0 0,-7 5-30 0 0,-7 2 151 0 0,-10 4-132 0 0,-8 2-30 0 0,-10 2 125 0 0,-6-1 17 0 0,-5 0 13 0 0,-1-2-9 0 0,-1-2-45 0 0,3-2 3 0 0,3-3 56 0 0,4-2-9 0 0,4-4 57 0 0,4-2-60 0 0,4-1 95 0 0,5-3-107 0 0,4-2 24 0 0,2 0-23 0 0,4-1-188 0 0,4-1 6 0 0,5-2-61 0 0,6-1 179 0 0,8-1 66 0 0,7 0-6 0 0,7 0-40 0 0,7 1 73 0 0,3 0 140 0 0,3 2 152 0 0,0 1 118 0 0,-3 3 82 0 0,-3 3-6 0 0,-5 3 103 0 0,-6 3 73 0 0,-8 3-208 0 0,-8 3-150 0 0,-6 4-39 0 0,-7 3-43 0 0,-11 3 17 0 0,-11 3-56 0 0,-13 3-54 0 0,-13 0-76 0 0,-12 1-68 0 0,-11-1-148 0 0,-9-3-69 0 0,-3-2-376 0 0,-5-5-279 0 0,0-7-713 0 0,3-4-2906 0 0,-2-9-4911 0 0,16-3 8977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01.41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6913E6"/>
      <inkml:brushProperty name="anchorY" value="-954301.6875"/>
      <inkml:brushProperty name="scaleFactor" value="0.5"/>
    </inkml:brush>
  </inkml:definitions>
  <inkml:trace contextRef="#ctx0" brushRef="#br0">18 76 3968 0 0,'0'0'0'0'0,"0"0"1436"0"0,0 0 113 0 0,0 0-439 0 0,0 0 113 0 0,0 0-89 0 0,0 0-282 0 0,0 0-133 0 0,0 0-60 0 0,0 0-8 0 0,0 0 59 0 0,0 0 4 0 0,0 0-12 0 0,-4 1-174 0 0,-1 0-136 0 0,1-1-25 0 0,2 1-25 0 0,0-1-4 0 0,2 1-16 0 0,0-1-15 0 0,1 0-24 0 0,0 0-37 0 0,1 0-39 0 0,0 0-20 0 0,2 0 1 0 0,5 0 28 0 0,5 0 202 0 0,9 0-42 0 0,10 0-147 0 0,10 0-32 0 0,12 0-90 0 0,11 0 0 0 0,11 0-18 0 0,11 0-19 0 0,10 0-65 0 0,7-1 17 0 0,7-2 27 0 0,6-2-57 0 0,4-2 14 0 0,4-1 0 0 0,2-1 2 0 0,-3-1-10 0 0,-3 1-6 0 0,-10 0-116 0 0,-14 3 42 0 0,-15 0-28 0 0,-18 3-25 0 0,-17 1-12 0 0,-16 1 30 0 0,-11 1-48 0 0,-11 0-136 0 0,-5 0-115 0 0,-5 0-193 0 0,-2 1-184 0 0,-1-1-401 0 0,1 0-543 0 0,1 1-497 0 0,0 0-633 0 0,1 1-2314 0 0,0 0 336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02.62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233E6"/>
      <inkml:brushProperty name="anchorY" value="-955503.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368E6"/>
      <inkml:brushProperty name="anchorY" value="-957604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215E6"/>
      <inkml:brushProperty name="anchorY" value="-956917.125"/>
      <inkml:brushProperty name="scaleFactor" value="0.5"/>
    </inkml:brush>
  </inkml:definitions>
  <inkml:trace contextRef="#ctx0" brushRef="#br0">1 176 5757 0 0,'0'0'0'0'0,"0"0"2120"0"0,0 0-929 0 0,0 0-191 0 0,0 0 81 0 0,0 0 28 0 0,0 0-157 0 0,0 0-225 0 0,0 0-177 0 0,0 0-74 0 0,0 0 111 0 0,1 0-24 0 0,0 0-60 0 0,2 0-85 0 0,1 0-151 0 0,2-1 15 0 0,4-1 9 0 0,5 0 348 0 0,5-1-313 0 0,9 0-135 0 0,6-2-132 0 0,7-2-42 0 0,4 0-23 0 0,2 0-116 0 0,-1-1-3 0 0,-3 1-34 0 0,-6 1 3 0 0,-6 2 24 0 0,-9 2-50 0 0,-7 1 142 0 0,-6 2-84 0 0,-5 3 62 0 0,-3 4-19 0 0,-2 3-50 0 0,-1 4 47 0 0,-2 5 86 0 0,-4 2-24 0 0,-3 2-38 0 0,-5 2 20 0 0,-3-1 38 0 0,-4 0-17 0 0,-2-1 3 0 0,-3-1-65 0 0,-2 0 14 0 0,1-1 66 0 0,0 0-21 0 0,2-2-46 0 0,2-1-3 0 0,4-1-16 0 0,3-4-13 0 0,6-2-54 0 0,3-3-178 0 0,8-3-27 0 0,9-3-100 0 0,9-2-478 0 0,9-2 491 0 0,7-3 176 0 0,5-2-15 0 0,3-1 96 0 0,1 1 139 0 0,-3 2 39 0 0,-2 1 61 0 0,-4 5 334 0 0,-2 5-19 0 0,-3 6-41 0 0,-3 5 12 0 0,-3 6-108 0 0,-5 3-6 0 0,-4 4 55 0 0,-5 2-68 0 0,-4 1 12 0 0,-8 1-18 0 0,-7-1-76 0 0,-7 1-7 0 0,-9-1 28 0 0,-7 0-78 0 0,-7-2 0 0 0,-6-1-77 0 0,-4-1 18 0 0,-1-4-72 0 0,1-3-136 0 0,2-4-246 0 0,6-4-230 0 0,5-6-200 0 0,6-3-444 0 0,6-6-1123 0 0,4-3-543 0 0,5-6-1335 0 0,5-1 780 0 0</inkml:trace>
  <inkml:trace contextRef="#ctx0" brushRef="#br1" timeOffset="328.414">1448 1 8749 0 0,'0'0'0'0'0,"0"0"2736"0"0,0 0-1456 0 0,0 0-176 0 0,0 0-77 0 0,0 0 38 0 0,-17 24-330 0 0,-8 9-242 0 0,-6 11-196 0 0,-1 6-117 0 0,0 1-160 0 0,2 1 0 0 0,4-3-119 0 0,5-4-44 0 0,5-4-56 0 0,5-5-151 0 0,4-5-122 0 0,3-3-104 0 0,2-4-177 0 0,1-2-570 0 0,0-3-1110 0 0,-1 0-3046 0 0,1-4-594 0 0</inkml:trace>
  <inkml:trace contextRef="#ctx0" brushRef="#br2" timeOffset="518.102">1101 1064 14397 0 0,'0'0'0'0'0,"0"0"2889"0"0,0 0-1826 0 0,0 0-276 0 0,0 0-351 0 0,0 0-190 0 0,0 0-974 0 0,0 0-454 0 0,0 0-1089 0 0,0 0-3268 0 0,0 0-5457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05.39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342E6"/>
      <inkml:brushProperty name="anchorY" value="-958187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523E6"/>
      <inkml:brushProperty name="anchorY" value="-959415.875"/>
      <inkml:brushProperty name="scaleFactor" value="0.5"/>
    </inkml:brush>
  </inkml:definitions>
  <inkml:trace contextRef="#ctx0" brushRef="#br0">0 212 640 0 0,'0'0'0'0'0,"0"0"2412"0"0,0 0 3160 0 0,0 0-5061 0 0,0 0 1042 0 0,0 0-457 0 0,0 0 98 0 0,0 0-209 0 0,0 0 237 0 0,0 0-238 0 0,43 3-137 0 0,10 0-119 0 0,9 1-89 0 0,2-2-53 0 0,-2 0-105 0 0,-7-1-131 0 0,-6 0-201 0 0,-7-1-143 0 0,-6 0 16 0 0,-5 0-123 0 0,-6 0-25 0 0,-4 0-218 0 0,-6 0-131 0 0,-4 0-380 0 0,-4-1-280 0 0,-3 0-293 0 0,-1-1-231 0 0,-2-2-437 0 0,-3-2-699 0 0,-3-2-1445 0 0,-3-3-597 0 0,-4-2 5770 0 0,0 2-1749 0 0</inkml:trace>
  <inkml:trace contextRef="#ctx0" brushRef="#br1" timeOffset="173.15">246 0 588 0 0,'0'0'0'0'0,"0"0"612"0"0,0 0 7860 0 0,0 0-7791 0 0,0 0 1970 0 0,0 0-978 0 0,0 0-651 0 0,-1 19-7 0 0,-3 6-195 0 0,-1 8-242 0 0,-1 6-192 0 0,-2 2-200 0 0,-2 3-127 0 0,-3 1-44 0 0,-1 1-208 0 0,-2-1-254 0 0,0-1-319 0 0,-1 0-319 0 0,0-5-1256 0 0,0-2-2975 0 0,4-7-3968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08.03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785E6"/>
      <inkml:brushProperty name="anchorY" value="-961321.3125"/>
      <inkml:brushProperty name="scaleFactor" value="0.5"/>
    </inkml:brush>
  </inkml:definitions>
  <inkml:trace contextRef="#ctx0" brushRef="#br0">692 1 1292 0 0,'0'0'0'0'0,"0"0"1512"0"0,0 0 4826 0 0,0 0-7091 0 0,0 0 2106 0 0,0 0-614 0 0,0 0 251 0 0,0 0-58 0 0,0 0-126 0 0,0 0-286 0 0,0 0-86 0 0,0 0 80 0 0,-10 10 71 0 0,-2 1-110 0 0,-2 0-178 0 0,-3-1-94 0 0,1-2-98 0 0,-2-1 67 0 0,-1-2 84 0 0,-3-2-20 0 0,-2-1-148 0 0,-4-1-83 0 0,-3 0 14 0 0,-4-2-253 0 0,-2-1-2 0 0,-2-1 23 0 0,-1-1-21 0 0,0-1 11 0 0,3-1 26 0 0,2-1-67 0 0,5 0-82 0 0,5 1 226 0 0,6-1-120 0 0,6 2-28 0 0,6 0-135 0 0,3 1-47 0 0,2 1-129 0 0,2 1-96 0 0,1 1 189 0 0,0 0 54 0 0,0 1 248 0 0,0-1-29 0 0,0 2 29 0 0,-1 1 214 0 0,0 4 117 0 0,0 4 45 0 0,0 5-72 0 0,0 4 152 0 0,0 3-45 0 0,-2 2-86 0 0,-1 1 11 0 0,1 0-51 0 0,-1 0-52 0 0,1-2-49 0 0,0-2 65 0 0,1-2-67 0 0,0-4 81 0 0,2-2-10 0 0,-1-3 33 0 0,3-2 27 0 0,1-3-6 0 0,1-2 19 0 0,2-1-116 0 0,1-1-17 0 0,2-1-123 0 0,1-1 18 0 0,3 1 116 0 0,2-1-39 0 0,3-2 29 0 0,4 0-8 0 0,3-1-2 0 0,3-1-74 0 0,2 0 6 0 0,2 1-39 0 0,0 1 41 0 0,0 0-15 0 0,0 3 84 0 0,1 1-134 0 0,-1 4 150 0 0,-2 3-46 0 0,-1 2 20 0 0,-2 3 7 0 0,-4 2 55 0 0,-4 2 36 0 0,-5 1 139 0 0,-4 1 73 0 0,-4 2 92 0 0,-5 0-4 0 0,-6 1-87 0 0,-5 0 68 0 0,-7 0 7 0 0,-6-2 52 0 0,-7 1-53 0 0,-6-2-176 0 0,-5 0 8 0 0,-5-2-160 0 0,-4-1-40 0 0,-3-2-65 0 0,-2-2-160 0 0,0-3-77 0 0,2-4-155 0 0,3-1-194 0 0,4-4-243 0 0,4-3-521 0 0,7-2-811 0 0,5-3-2821 0 0,8 1-57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09.74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917E6"/>
      <inkml:brushProperty name="anchorY" value="-961887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699E6"/>
      <inkml:brushProperty name="anchorY" value="-96153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562E6"/>
      <inkml:brushProperty name="anchorY" value="-960926.375"/>
      <inkml:brushProperty name="scaleFactor" value="0.5"/>
    </inkml:brush>
  </inkml:definitions>
  <inkml:trace contextRef="#ctx0" brushRef="#br0">909 178 716 0 0,'0'0'0'0'0,"0"0"7389"0"0,0 0-6203 0 0,0 0 960 0 0,0 0-943 0 0,0 0-38 0 0,0 0 34 0 0,0 0-306 0 0,0 0-230 0 0,0 0-131 0 0,0 0-200 0 0,-26 3 62 0 0,-6 0 74 0 0,-4-1-276 0 0,-1-2-192 0 0,2-2 100 0 0,-1-2-117 0 0,3-2-721 0 0,-2-2 942 0 0,1-1-495 0 0,-1-1 227 0 0,-1-1-60 0 0,1 0-304 0 0,3 0 146 0 0,2 0-137 0 0,6 2 113 0 0,5 2-118 0 0,6 3-71 0 0,5 1 79 0 0,4 2 5 0 0,3 2 105 0 0,1 4 287 0 0,4 4-36 0 0,1 7-93 0 0,1 6-112 0 0,1 6 87 0 0,-1 4 49 0 0,-2 4 16 0 0,-1 1-76 0 0,-3 0-1 0 0,-4 0 179 0 0,-4-2-14 0 0,-2-3 164 0 0,-3-2 93 0 0,-1-3 64 0 0,0-3 5 0 0,1-5-108 0 0,0-4-54 0 0,3-3-141 0 0,1-4 124 0 0,3-2-39 0 0,2-3-4 0 0,2-2 39 0 0,1-1-30 0 0,1-1 23 0 0,0 0 41 0 0,1-1-54 0 0,1-2-46 0 0,3-1 31 0 0,1-1 46 0 0,3-3-52 0 0,5-1-93 0 0,4-1 18 0 0,4-1-210 0 0,5 0 125 0 0,3 0-29 0 0,5 3 4 0 0,2 2-11 0 0,4 2 28 0 0,2 3 9 0 0,2 4 17 0 0,0 4-40 0 0,-2 4 116 0 0,-3 4-119 0 0,-6 4 114 0 0,-5 3-20 0 0,-7 2 143 0 0,-6 3 93 0 0,-5 1-36 0 0,-6 2-33 0 0,-4 2 14 0 0,-6 1-50 0 0,-6 0 199 0 0,-6 2 29 0 0,-4-1-139 0 0,-7 0 58 0 0,-5 1 25 0 0,-5-1-129 0 0,-5-1-82 0 0,-6 0-23 0 0,-4-1-62 0 0,-5-2-51 0 0,-2-3-130 0 0,-1-1-147 0 0,0-4-267 0 0,2-4-221 0 0,4-4-302 0 0,5-5-817 0 0,4-3-1348 0 0,6-5 235 0 0,8-4-2215 0 0,6-5 5591 0 0,9-1-1015 0 0</inkml:trace>
  <inkml:trace contextRef="#ctx0" brushRef="#br1" timeOffset="366.207">1425 1 2048 0 0,'0'0'0'0'0,"0"0"444"0"0,0 0 6194 0 0,0 0-6004 0 0,0 0 1540 0 0,0 0-699 0 0,0 0-417 0 0,0 0-153 0 0,-4 22-169 0 0,0 9-197 0 0,-1 9-76 0 0,-1 5-177 0 0,0 5-263 0 0,0 1 13 0 0,-1 0-118 0 0,0-1-51 0 0,1-2-82 0 0,1-4-320 0 0,0-2-39 0 0,1-5-512 0 0,1-3-547 0 0,-1-4-817 0 0,-2-3-2115 0 0,0-4-797 0 0,-3-3 5753 0 0,2-6-1571 0 0</inkml:trace>
  <inkml:trace contextRef="#ctx0" brushRef="#br2" timeOffset="569.672">1138 1013 652 0 0,'0'0'0'0'0,"0"0"13389"0"0,0 0-12097 0 0,0 0 1842 0 0,0 0-1790 0 0,0 0-338 0 0,0 0-407 0 0,0 0-476 0 0,0 0-605 0 0,0 0-54 0 0,3 0-247 0 0,-1 0-581 0 0,0-2-1472 0 0,-2-1-3102 0 0,-5-1-3457 0 0,1-1 10603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06.80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381E6"/>
      <inkml:brushProperty name="anchorY" value="-958676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581E6"/>
      <inkml:brushProperty name="anchorY" value="-960721.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588E6"/>
      <inkml:brushProperty name="anchorY" value="-960658.875"/>
      <inkml:brushProperty name="scaleFactor" value="0.5"/>
    </inkml:brush>
  </inkml:definitions>
  <inkml:trace contextRef="#ctx0" brushRef="#br0">238 1 1668 0 0,'0'0'0'0'0,"0"0"848"0"0,0 0 4369 0 0,0 0-4609 0 0,0 0 1038 0 0,0 0-693 0 0,0 0 98 0 0,0 0 77 0 0,0 0-178 0 0,0 0-152 0 0,0 0-76 0 0,0 0-124 0 0,18 4-105 0 0,5 6-123 0 0,5 5 26 0 0,4 7-100 0 0,2 8-46 0 0,2 5-34 0 0,1 6-3 0 0,0 4-88 0 0,0 2-19 0 0,0 1-47 0 0,0 2-6 0 0,-2-1-45 0 0,1-1 5 0 0,1-1-14 0 0,-1-3-44 0 0,1-4-26 0 0,-1-2 0 0 0,-2-5 0 0 0,-1-3-20 0 0,-4-5-8 0 0,-3-4-97 0 0,-4-3-77 0 0,-4-5-87 0 0,-4-3-27 0 0,-3-3-78 0 0,-2-3-125 0 0,-3-2-114 0 0,-1-1-456 0 0,-3 0-505 0 0,0-2-669 0 0,-7 1-1921 0 0,-3 0-579 0 0,-10-1 4447 0 0,2 0-159 0 0</inkml:trace>
  <inkml:trace contextRef="#ctx0" brushRef="#br1" timeOffset="252.665">291 672 1384 0 0,'0'0'0'0'0,"0"0"1056"0"0,0 0 5027 0 0,0 0-6169 0 0,0 0 1874 0 0,0 0-746 0 0,0 0-15 0 0,0 0-58 0 0,0 0-275 0 0,0 0-140 0 0,0 0-278 0 0,1 2 162 0 0,6-3 202 0 0,9-3 450 0 0,10-5-313 0 0,11-6-357 0 0,9-6-68 0 0,7-6-65 0 0,4-7-138 0 0,1-4-111 0 0,0-3-25 0 0,-1-3-165 0 0,-4-2-78 0 0,-4-1-157 0 0,-3-1-263 0 0,-4 0-188 0 0,-5-1-335 0 0,-3 2-663 0 0,-5 2-614 0 0,-5 3-1700 0 0,-5 5-757 0 0,-5 8 3125 0 0</inkml:trace>
  <inkml:trace contextRef="#ctx0" brushRef="#br2" timeOffset="1935.629">0 961 1640 0 0,'0'0'0'0'0,"0"0"4"0"0,0 0 5227 0 0,0 0-4149 0 0,0 0 531 0 0,0 0-303 0 0,0 0-221 0 0,0 0-7 0 0,0 0-263 0 0,0 0-128 0 0,0 0 35 0 0,7 2-36 0 0,4 1 3 0 0,2-1-99 0 0,2 0-42 0 0,2 0-116 0 0,4-1 12 0 0,6 1 28 0 0,8 1-33 0 0,12 0 73 0 0,14 1-82 0 0,14 0-62 0 0,16 0-53 0 0,13 0-77 0 0,13-2 0 0 0,10 0-27 0 0,7-1-103 0 0,2-1-108 0 0,-1 0 14 0 0,-4-3-22 0 0,-8-1-50 0 0,-10-1 50 0 0,-11-1-12 0 0,-14-1-67 0 0,-13 0-49 0 0,-14 0-121 0 0,-12 0-42 0 0,-11 1-13 0 0,-10 1-109 0 0,-8 1-182 0 0,-6 0-277 0 0,-6 1-573 0 0,-2 0-373 0 0,-3 0-408 0 0,-1 1-514 0 0,-2 0-1853 0 0,-1 0-813 0 0,-6 1 6498 0 0,0 0-3135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24.21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805E6"/>
      <inkml:brushProperty name="anchorY" value="-962666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959E6"/>
      <inkml:brushProperty name="anchorY" value="-964356.6875"/>
      <inkml:brushProperty name="scaleFactor" value="0.5"/>
    </inkml:brush>
  </inkml:definitions>
  <inkml:trace contextRef="#ctx0" brushRef="#br0">97 211 456 0 0,'0'0'0'0'0,"0"0"1396"0"0,0 0-700 0 0,0 0-28 0 0,0 0 11 0 0,0 0-4 0 0,0 0-168 0 0,0 0-242 0 0,0 0-261 0 0,0 0 181 0 0,0 0-60 0 0,-1 0 609 0 0,-1 0 379 0 0,0 0-561 0 0,1 0-160 0 0,-1 0-70 0 0,1 0 10 0 0,0 0-117 0 0,0 0-87 0 0,0 0-119 0 0,1 0 23 0 0,-1 0 73 0 0,0 0-12 0 0,1 0 9 0 0,-1 0-17 0 0,1 0 11 0 0,-1 0 51 0 0,1 0 36 0 0,-1 0 50 0 0,0 0-42 0 0,1 0-38 0 0,-1 0-50 0 0,1 0-97 0 0,-1 0 21 0 0,1 0-24 0 0,0 0 2 0 0,0 0-1 0 0,0 0 56 0 0,0 0 12 0 0,0 0 47 0 0,0 0 37 0 0,0 0 68 0 0,0 0 13 0 0,0 0 31 0 0,0 0-79 0 0,0 0-44 0 0,0 0 4 0 0,0 0-129 0 0,-1-1 52 0 0,0 0-84 0 0,-1 0 110 0 0,1 0-35 0 0,-1-1-1 0 0,-1 1 4 0 0,1-1-72 0 0,0 0 76 0 0,0 1-77 0 0,1 0 18 0 0,-1-1-2 0 0,1 0 54 0 0,-1 0-80 0 0,0-1-104 0 0,0 0 158 0 0,-1 0-46 0 0,0-1 15 0 0,-1-1 54 0 0,0 1-72 0 0,0-1 76 0 0,0-1 56 0 0,0 0-2 0 0,0 0-66 0 0,0 0 64 0 0,0 0-50 0 0,2-1-60 0 0,0 1 58 0 0,1-1-73 0 0,-1 1 20 0 0,0-1-11 0 0,0 1 0 0 0,1 1-14 0 0,1-1 14 0 0,-1 0-10 0 0,1 1 12 0 0,0 0 71 0 0,0 0-6 0 0,0 1-21 0 0,0 1 6 0 0,1 1 76 0 0,-1 0-10 0 0,0 0-38 0 0,0 2 0 0 0,0-1-16 0 0,0 1 16 0 0,0 0-6 0 0,0 0 16 0 0,0 0-32 0 0,0 0 10 0 0,0 1-74 0 0,0-2 16 0 0,0 1-14 0 0,0 0-56 0 0,0-1 2 0 0,0-1-4 0 0,0 0-58 0 0,0 0 133 0 0,0 0-88 0 0,0-2 15 0 0,1 1 59 0 0,1-1-6 0 0,0 0 10 0 0,1 0-4 0 0,0 0 15 0 0,-1 0 43 0 0,0 0 16 0 0,-1 1-33 0 0,1 1 17 0 0,-1 0-6 0 0,-1 1-55 0 0,1 0 26 0 0,-1 0-16 0 0,0 1-7 0 0,0 0-58 0 0,0 0-13 0 0,0 0-42 0 0,0 1-38 0 0,0-1 34 0 0,0 0 33 0 0,0 0 32 0 0,0 0 42 0 0,0 0-8 0 0,0 0 96 0 0,0 0 2 0 0,0 0 38 0 0,0 0 4 0 0,0 0-22 0 0,0 0-43 0 0,0 0-45 0 0,0 0-5 0 0,0 0-18 0 0,0 0 2 0 0,0 0-2 0 0,0 0-46 0 0,0 0 68 0 0,0 0-12 0 0,0 0 14 0 0,0 0 73 0 0,0 0-20 0 0,0 0 25 0 0,0 0-18 0 0,0 0-73 0 0,0 0 25 0 0,0 0-22 0 0,1 0 3 0 0,-1 0-5 0 0,1 0-74 0 0,0 0 20 0 0,-1 0-5 0 0,1 0 50 0 0,1 0-66 0 0,-1 0 88 0 0,2 0-22 0 0,1 1 186 0 0,3 1 5 0 0,1 0-106 0 0,3 1 26 0 0,2 1 7 0 0,2 0-59 0 0,1 1 22 0 0,2-1 19 0 0,1 0-21 0 0,0-1-20 0 0,0 0-40 0 0,0-1 50 0 0,-1 0 1 0 0,0-1-60 0 0,-1 0 94 0 0,-2 0-30 0 0,0-1-7 0 0,-2 1 23 0 0,-2-1 6 0 0,-1 0 74 0 0,-1 0-34 0 0,-1 0 16 0 0,2 0-50 0 0,0 0-5 0 0,2 0-85 0 0,1-1 7 0 0,2 1-8 0 0,1-2-63 0 0,1 0 69 0 0,1-1-75 0 0,-1 0 69 0 0,1 0-20 0 0,-2-1-36 0 0,0 1 54 0 0,-1 0-65 0 0,-1 0 80 0 0,0 0-28 0 0,0 1 14 0 0,0-1-6 0 0,-2 1 2 0 0,0 1-11 0 0,-2-1-43 0 0,-2 1 63 0 0,-3 1-12 0 0,-1-1 65 0 0,-2 1-6 0 0,-2 0-46 0 0,0 0 12 0 0,0 0-11 0 0,0 0-4 0 0,-1 0-4 0 0,1 0 1 0 0,0 0-1 0 0,0 0-10 0 0,0 0-1 0 0,-1 0-47 0 0,1 0 69 0 0,0 0-23 0 0,0 0 3 0 0,1 0 6 0 0,-1 0-6 0 0,0 0 11 0 0,0 0-4 0 0,0 0 2 0 0,0 0-4 0 0,0 0 0 0 0,0 0 0 0 0,0 0 10 0 0,0 0 48 0 0,0 0-55 0 0,0 0 65 0 0,0 0-70 0 0,0 0 26 0 0,0 0-36 0 0,0 0 8 0 0,0 0-65 0 0,0 0 36 0 0,0 0-46 0 0,0 0 39 0 0,0 0-40 0 0,0 0-2 0 0,0 0 28 0 0,0 0-10 0 0,0 0 70 0 0,0 0-15 0 0,0 0 8 0 0,0 1-3 0 0,0-1-51 0 0,-1 1-23 0 0,-1 1 101 0 0,-1 3-5 0 0,-2 1 95 0 0,-1 4-64 0 0,-1 2 2 0 0,-2 3-51 0 0,0 1-91 0 0,-1 4 68 0 0,-2 2 28 0 0,-1 3-4 0 0,-1 4 72 0 0,-2 3-89 0 0,-2 4-40 0 0,-3 1-8 0 0,1 2-94 0 0,-1 0 111 0 0,3-1-66 0 0,3-2 21 0 0,3-3 10 0 0,3-4-50 0 0,3-2 108 0 0,2-3-197 0 0,2-3-47 0 0,0-2-347 0 0,-1-2-718 0 0,1-2-898 0 0,1-2-3340 0 0,0-3 688 0 0</inkml:trace>
  <inkml:trace contextRef="#ctx0" brushRef="#br1" timeOffset="259.579">428 397 2856 0 0,'0'0'0'0'0,"0"0"4241"0"0,0 0-3823 0 0,0 0 1148 0 0,0 0-1276 0 0,51-5-255 0 0,15 0-15 0 0,9-2-595 0 0,-1 1-1018 0 0,-7-1-1257 0 0,-15 1-1861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25.67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8125E6"/>
      <inkml:brushProperty name="anchorY" value="-965591.5"/>
      <inkml:brushProperty name="scaleFactor" value="0.5"/>
    </inkml:brush>
  </inkml:definitions>
  <inkml:trace contextRef="#ctx0" brushRef="#br0">1 110 5440 0 0,'0'0'0'0'0,"0"0"2293"0"0,0 0-1616 0 0,0 0 4 0 0,0 0 41 0 0,0 0 309 0 0,0 0-219 0 0,0 0-360 0 0,0 0-78 0 0,0 0-90 0 0,0 0 70 0 0,1 2-79 0 0,5 0 98 0 0,4 0-102 0 0,7 0 120 0 0,6-2 6 0 0,8-1-13 0 0,6 0-36 0 0,8-2-64 0 0,6 0-28 0 0,6 0-7 0 0,7-1-13 0 0,5 0-54 0 0,8 0-5 0 0,7-1-12 0 0,5-2 24 0 0,4 0-46 0 0,2-2-135 0 0,-1 0 10 0 0,-5 0-159 0 0,-5 0 10 0 0,-9 0-163 0 0,-9 1-208 0 0,-10 0-245 0 0,-11 2-310 0 0,-9 2-434 0 0,-9 1-676 0 0,-9 2-1056 0 0,-5 0-1520 0 0,-6 1 2014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28.45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8398E6"/>
      <inkml:brushProperty name="anchorY" value="-966751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8533E6"/>
      <inkml:brushProperty name="anchorY" value="-968538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8715E6"/>
      <inkml:brushProperty name="anchorY" value="-969771.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8848E6"/>
      <inkml:brushProperty name="anchorY" value="-971475.3125"/>
      <inkml:brushProperty name="scaleFactor" value="0.5"/>
    </inkml:brush>
  </inkml:definitions>
  <inkml:trace contextRef="#ctx0" brushRef="#br0">1 270 3800 0 0,'0'0'0'0'0,"0"0"1616"0"0,0 0-1035 0 0,0 0-480 0 0,0 0 456 0 0,0 0 1003 0 0,0 0-882 0 0,0 0-344 0 0,0 0-126 0 0,0 0-2 0 0,0 0 229 0 0,0 0-88 0 0,8 1-50 0 0,2 0 71 0 0,1 0 34 0 0,-1 0-11 0 0,-1-2 32 0 0,-1 0-104 0 0,-1-2-6 0 0,-1 0-88 0 0,0-2-60 0 0,0 0 15 0 0,-1-1-134 0 0,1-1-39 0 0,0-3-113 0 0,0-1 125 0 0,0-3-32 0 0,1-2 16 0 0,1-1 5 0 0,-1-2-5 0 0,0 0 71 0 0,0-1-85 0 0,-2 0 182 0 0,0 1-95 0 0,-1 2 44 0 0,-2 1 23 0 0,0 2 20 0 0,-1 3 58 0 0,0 2 47 0 0,-1 4 1 0 0,0 2 52 0 0,-1 1 30 0 0,1 2-93 0 0,0 0-72 0 0,0 1-21 0 0,0 0-69 0 0,0 1-19 0 0,0 0-66 0 0,0 0 80 0 0,0 0-108 0 0,0-1 28 0 0,0 1-6 0 0,0-2 55 0 0,0 1-63 0 0,0 0 8 0 0,0 0-13 0 0,0-1-3 0 0,0 1 14 0 0,0-1 111 0 0,0 1 12 0 0,1-1-24 0 0,1 1 420 0 0,2-1-237 0 0,3 1-67 0 0,3 1-32 0 0,6 0-47 0 0,5 0-39 0 0,5 1 1 0 0,6 0-28 0 0,4-1-26 0 0,1 1-46 0 0,0-2 6 0 0,-2 1-20 0 0,-3-1-86 0 0,-3 0 112 0 0,-4 0-107 0 0,-2 0 102 0 0,-4 0-91 0 0,-2 1 32 0 0,-3 0-28 0 0,-2 1-106 0 0,-3 1 1 0 0,-3 3 76 0 0,-2 1-14 0 0,-1 2-20 0 0,-2 4 52 0 0,-5 4 96 0 0,-6 4-22 0 0,-7 5 100 0 0,-8 5-48 0 0,-6 3-41 0 0,-5 5 18 0 0,-4 4-19 0 0,-3 2 8 0 0,-2 2-16 0 0,1 2-43 0 0,1-1-72 0 0,3-1-156 0 0,5-3-84 0 0,4-4-125 0 0,5-4-338 0 0,6-5-607 0 0,3-6-317 0 0,4-4-1053 0 0,3-5-1661 0 0,3-5-472 0 0</inkml:trace>
  <inkml:trace contextRef="#ctx0" brushRef="#br1" timeOffset="238.743">186 557 4712 0 0,'0'0'0'0'0,"0"0"5273"0"0,0 0-4285 0 0,0 0 865 0 0,0 0-458 0 0,0 0 232 0 0,0 0-530 0 0,42-1-435 0 0,10-1-302 0 0,9 0-217 0 0,1 0-127 0 0,-4 0-99 0 0,-7 0-205 0 0,-7 0-229 0 0,-6 1-82 0 0,-5-1-264 0 0,-6 0-504 0 0,-2-1-409 0 0,-4-1-1048 0 0,0-2-8189 0 0,-6 0 13878 0 0</inkml:trace>
  <inkml:trace contextRef="#ctx0" brushRef="#br2" timeOffset="461.219">738 22 7901 0 0,'0'0'0'0'0,"0"0"4008"0"0,0 0-3449 0 0,0 0 706 0 0,0 0-352 0 0,0 0 493 0 0,0 0-377 0 0,0 0-552 0 0,0 0-132 0 0,0 0-252 0 0,12 22-73 0 0,1 10-202 0 0,-1 9-252 0 0,-2 6-196 0 0,-2 5-241 0 0,-4 1-519 0 0,-3-1-396 0 0,-2 0-917 0 0,-1-5-2070 0 0,-1-11-637 0 0</inkml:trace>
  <inkml:trace contextRef="#ctx0" brushRef="#br3" timeOffset="699.058">658 848 11837 0 0,'0'0'0'0'0,"0"0"3120"0"0,0 0-1806 0 0,0 0-81 0 0,0 0-531 0 0,0 0-5 0 0,0 0-596 0 0,0 0-771 0 0,0 0-206 0 0,0 0-58 0 0,0 0-656 0 0,5 1-1488 0 0,1 0-4518 0 0,0 0 3698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47.55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014E6"/>
      <inkml:brushProperty name="anchorY" value="-973316.25"/>
      <inkml:brushProperty name="scaleFactor" value="0.5"/>
    </inkml:brush>
  </inkml:definitions>
  <inkml:trace contextRef="#ctx0" brushRef="#br0">1 1 2480 0 0,'0'0'0'0'0,"0"0"8565"0"0,0 0-6352 0 0,0 0-748 0 0,0 0-772 0 0,0 0-336 0 0,0 0 189 0 0,0 0-400 0 0,0 0-844 0 0,0 0-888 0 0,0 2-938 0 0,1 0-2286 0 0,-1 0-2461 0 0,1 0 8893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47.76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141E6"/>
      <inkml:brushProperty name="anchorY" value="-974594.1875"/>
      <inkml:brushProperty name="scaleFactor" value="0.5"/>
    </inkml:brush>
  </inkml:definitions>
  <inkml:trace contextRef="#ctx0" brushRef="#br0">0 0 3708 0 0,'0'0'0'0'0,"0"0"9501"0"0,0 0-9203 0 0,0 0 1499 0 0,0 0-744 0 0,0 0-83 0 0,0 0-703 0 0,0 0-1436 0 0,0 0-392 0 0,0 0-1763 0 0,0 0-3336 0 0,0 0 1941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47.93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268E6"/>
      <inkml:brushProperty name="anchorY" value="-975864.1875"/>
      <inkml:brushProperty name="scaleFactor" value="0.5"/>
    </inkml:brush>
  </inkml:definitions>
  <inkml:trace contextRef="#ctx0" brushRef="#br0">1 0 6625 0 0,'0'0'0'0'0,"0"0"7448"0"0,0 0-6440 0 0,0 0 282 0 0,0 0-802 0 0,0 0-610 0 0,0 0-745 0 0,0 0-866 0 0,0 0-3034 0 0,0 0-4089 0 0,0 0 9577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48.08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395E6"/>
      <inkml:brushProperty name="anchorY" value="-977134.1875"/>
      <inkml:brushProperty name="scaleFactor" value="0.5"/>
    </inkml:brush>
  </inkml:definitions>
  <inkml:trace contextRef="#ctx0" brushRef="#br0">1 0 3604 0 0,'0'0'0'0'0,"0"0"13742"0"0,0 0-13699 0 0,0 0 2523 0 0,0 0-1932 0 0,0 0-280 0 0,0 0-1348 0 0,0 0-1345 0 0,0 0-6599 0 0,0 0 24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46.89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8976E6"/>
      <inkml:brushProperty name="anchorY" value="-972748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15E6"/>
      <inkml:brushProperty name="anchorY" value="-974114.4375"/>
      <inkml:brushProperty name="scaleFactor" value="0.5"/>
    </inkml:brush>
  </inkml:definitions>
  <inkml:trace contextRef="#ctx0" brushRef="#br0">62 117 468 0 0,'0'0'0'0'0,"0"0"0"0"0,0 0 119 0 0,0 0 55 0 0,0 0-156 0 0,0 0 47 0 0,0 0-60 0 0,0 0 61 0 0,0 0-21 0 0,0 0 30 0 0,-8 8-81 0 0,-1 1 977 0 0,-1 2-161 0 0,1-2-511 0 0,1-2 24 0 0,1-2 8 0 0,2-1 191 0 0,2-2 44 0 0,1-2 130 0 0,1 0 80 0 0,1 0 97 0 0,0 0 105 0 0,1-1-103 0 0,-1 1 60 0 0,0 0-69 0 0,1 0-132 0 0,-1 0-147 0 0,0 0-123 0 0,0-1-103 0 0,0 1-58 0 0,0 0-62 0 0,1-1-20 0 0,0 1 46 0 0,1-1 38 0 0,-1 0 33 0 0,1 0 29 0 0,1 0 6 0 0,-1-1 62 0 0,1 1-44 0 0,-1-1-29 0 0,3 2-66 0 0,3-1-32 0 0,5 2 222 0 0,9 2-130 0 0,8 2-124 0 0,9 2-239 0 0,6 3 45 0 0,5 0-134 0 0,0 0 40 0 0,-3-1-107 0 0,-3-1-136 0 0,-7-2-105 0 0,-5-2-73 0 0,-7-1-60 0 0,-5-1-232 0 0,-5-2-468 0 0,-3 0-495 0 0,-4-3-354 0 0,-3-2-2071 0 0,-4-3-335 0 0,-2 0 3197 0 0</inkml:trace>
  <inkml:trace contextRef="#ctx0" brushRef="#br1" timeOffset="237.491">91 0 7541 0 0,'0'0'0'0'0,"0"0"2076"0"0,0 0-1204 0 0,0 0 386 0 0,0 0-338 0 0,0 0 447 0 0,0 0-322 0 0,0 0-241 0 0,0 0-84 0 0,0 0-304 0 0,0 0-124 0 0,16 22-50 0 0,1 8-42 0 0,0 6-41 0 0,-2 2-180 0 0,-6 2 48 0 0,-6-1-32 0 0,-7-1-208 0 0,-7-2-161 0 0,-4-1-330 0 0,-3-3 1 0 0,-3-3-278 0 0,1-3-537 0 0,-1-2-784 0 0,1-5-2003 0 0,1-2-1099 0 0,3-6 4637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51.84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522E6"/>
      <inkml:brushProperty name="anchorY" value="-978404.1875"/>
      <inkml:brushProperty name="scaleFactor" value="0.5"/>
    </inkml:brush>
  </inkml:definitions>
  <inkml:trace contextRef="#ctx0" brushRef="#br0">1292 90 1144 0 0,'0'0'0'0'0,"0"0"1680"0"0,0 0 2236 0 0,0 0-2436 0 0,0 0 198 0 0,0 0-271 0 0,0 0-301 0 0,0 0 39 0 0,0 0-82 0 0,0 0-264 0 0,5 2-194 0 0,0 0-112 0 0,0 0-70 0 0,0 0-103 0 0,-2-1-70 0 0,0 0-106 0 0,-1-1-7 0 0,0 0-37 0 0,-1 0 18 0 0,0 0-22 0 0,-1 0 1 0 0,0 0 32 0 0,1 0 19 0 0,-1 0 10 0 0,-1 0 18 0 0,1 0 7 0 0,0 0-14 0 0,0 0-42 0 0,0 0-68 0 0,0 0-2 0 0,0 0-58 0 0,0-1 8 0 0,-1 0-90 0 0,-4 0 18 0 0,-3-1-34 0 0,-7-2 105 0 0,-6 0-28 0 0,-9-1-178 0 0,-6-3 56 0 0,-7 0 93 0 0,-5-1 36 0 0,-5-1 6 0 0,-3-1-2 0 0,0 1 5 0 0,0 1-2 0 0,3 2 4 0 0,1 1-10 0 0,4 3 4 0 0,2 2-49 0 0,3 3 74 0 0,1 2 28 0 0,4 2 26 0 0,2 1-29 0 0,3 2-35 0 0,3-1 19 0 0,5 1-19 0 0,5-2-5 0 0,1 0-3 0 0,5-1-10 0 0,0 0-44 0 0,1-1 2 0 0,2 0 11 0 0,-1 0 36 0 0,1-1-10 0 0,-2 0 10 0 0,1 0 0 0 0,0 0 0 0 0,1-1 9 0 0,2-1 2 0 0,2 0 71 0 0,2-1-86 0 0,2 0 76 0 0,1 0-22 0 0,0-1-36 0 0,2 0 12 0 0,-1 0-2 0 0,1 0-10 0 0,0 0-1 0 0,0 0 0 0 0,1 0-6 0 0,-1 0 6 0 0,0 0 3 0 0,0 0 60 0 0,0 0-16 0 0,0 0 12 0 0,0 0 9 0 0,0 0-12 0 0,0 0-61 0 0,1-1 22 0 0,0 0-24 0 0,-1 0 4 0 0,2 0-16 0 0,0 0 8 0 0,0 0-7 0 0,0 0-3 0 0,-1 1-37 0 0,0 0 53 0 0,-1 0-88 0 0,0 0 7 0 0,0 1 89 0 0,1 1-25 0 0,2 2 17 0 0,5 2 88 0 0,4 3-113 0 0,5 2 24 0 0,6 3 5 0 0,5 1-6 0 0,5 1 58 0 0,3 0 54 0 0,4-1-8 0 0,4 1-107 0 0,1-1 24 0 0,1-1-18 0 0,0 1-10 0 0,0 1 7 0 0,-2-1-7 0 0,-3 1-3 0 0,-3-1 10 0 0,-5-1-13 0 0,-3 0 9 0 0,-5-2-7 0 0,-4-1 2 0 0,-4-2-1 0 0,-4-1-47 0 0,-4-2 70 0 0,-3-1-131 0 0,-3 0-124 0 0,-2 0 64 0 0,-1 1 66 0 0,-2 2-38 0 0,-4 2-10 0 0,-4 3 20 0 0,-4 2 34 0 0,-5 2 4 0 0,-4 2 104 0 0,-4 1-54 0 0,-4 1 64 0 0,-2 0 72 0 0,-3 0-51 0 0,-2 0-20 0 0,-2 0-3 0 0,-2 2-7 0 0,-2 2-56 0 0,-2 2-4 0 0,-1 5 63 0 0,1 4-101 0 0,0 4 65 0 0,2 2 31 0 0,0 4-20 0 0,3 0 25 0 0,2 0 3 0 0,3-2 65 0 0,2-3-36 0 0,4-4 29 0 0,2-4 11 0 0,5-5 54 0 0,2-4-28 0 0,4-5-21 0 0,2-3-30 0 0,2-3-45 0 0,2-2 10 0 0,2-3-8 0 0,2-1 4 0 0,1-2 0 0 0,1-1 56 0 0,2-2-26 0 0,1-1 35 0 0,0-1 24 0 0,2 0 93 0 0,0 0-24 0 0,0-1-56 0 0,0 1-8 0 0,0-1-7 0 0,2-1-26 0 0,2 1-82 0 0,2-1 22 0 0,5 1 33 0 0,5 0 454 0 0,9 0-168 0 0,11 1-123 0 0,15 2-46 0 0,15 1 22 0 0,17 1-29 0 0,16 2 19 0 0,14 1-24 0 0,9 0-90 0 0,1 0-59 0 0,-3 0 1 0 0,-9-1-127 0 0,-14 0-112 0 0,-15 0-101 0 0,-16 0-130 0 0,-15-1-205 0 0,-15 0-436 0 0,-11 0-670 0 0,-9-1-851 0 0,-8-1-2881 0 0,-7-1-3250 0 0,-2 0 10458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53.540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657E6"/>
      <inkml:brushProperty name="anchorY" value="-980961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785E6"/>
      <inkml:brushProperty name="anchorY" value="-981829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969E6"/>
      <inkml:brushProperty name="anchorY" value="-991481.8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107E6"/>
      <inkml:brushProperty name="anchorY" value="-992747.6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234E6"/>
      <inkml:brushProperty name="anchorY" value="-994017.6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384E6"/>
      <inkml:brushProperty name="anchorY" value="-995162"/>
      <inkml:brushProperty name="scaleFactor" value="0.5"/>
    </inkml:brush>
  </inkml:definitions>
  <inkml:trace contextRef="#ctx0" brushRef="#br0">0 402 340 0 0,'0'0'0'0'0,"0"0"2648"0"0,0 0-2496 0 0,0 0 437 0 0,0 0 1809 0 0,0 0 68 0 0,0 0-1545 0 0,0 0 248 0 0,0 0-129 0 0,0 0 76 0 0,0 0-108 0 0,0 0-405 0 0,14-1-56 0 0,3-1-108 0 0,0 0 16 0 0,0-2-31 0 0,-5 0-12 0 0,-1-1-53 0 0,-4 0-67 0 0,-1-2-82 0 0,-3 0-157 0 0,-1-2-39 0 0,0-2-73 0 0,-1-3-38 0 0,-1-2-94 0 0,1-4-203 0 0,-1-2-34 0 0,-1-3-163 0 0,-3-1-23 0 0,-1-2-141 0 0,-3 0 40 0 0,-2 0-13 0 0,-2 2 45 0 0,0 1-241 0 0,-1 3-356 0 0,1 3-490 0 0,2 1-432 0 0,1 2-532 0 0,2 5-897 0 0</inkml:trace>
  <inkml:trace contextRef="#ctx0" brushRef="#br1" timeOffset="290.353">125 144 3068 0 0,'0'0'0'0'0,"0"0"1852"0"0,0 0-947 0 0,0 0 14 0 0,0 0 59 0 0,0 0 153 0 0,0 0-187 0 0,0 0-334 0 0,0 0-58 0 0,0 0-93 0 0,0 0-70 0 0,14-12-28 0 0,4-3 51 0 0,2-1 33 0 0,0-1-32 0 0,-1 2-37 0 0,-2 4-17 0 0,-3 2 43 0 0,-1 3 12 0 0,-2 3-207 0 0,0 3-40 0 0,2 4 144 0 0,3 5-130 0 0,4 5-113 0 0,2 5-59 0 0,1 4-52 0 0,-1 5 59 0 0,-3 3-33 0 0,-3 2-97 0 0,-4 2-73 0 0,-4 2-122 0 0,-4-2-78 0 0,-2 1-196 0 0,-2-2-315 0 0,-3-2-664 0 0,-1-3-1573 0 0,-5-3-3296 0 0,0-7 4706 0 0</inkml:trace>
  <inkml:trace contextRef="#ctx0" brushRef="#br2" timeOffset="31664.25">786 225 1304 0 0,'0'0'0'0'0,"0"0"1788"0"0,0 0-1096 0 0,0 0-299 0 0,0 0-164 0 0,0 0-77 0 0,0 0-172 0 0,0 0 57 0 0,0 0 248 0 0,0 0-30 0 0,1 1 22 0 0,1-1-81 0 0,0 1-64 0 0,0 0-20 0 0,2-1-31 0 0,-1 0 227 0 0,1 1 1313 0 0,-1-1-866 0 0,0 0-37 0 0,0 0-207 0 0,0 0-91 0 0,0 0-33 0 0,-1 0-40 0 0,0 0-101 0 0,-1 0-3 0 0,1 0-40 0 0,0 0-8 0 0,0 0 4 0 0,0 0-102 0 0,2 0 20 0 0,0 0-119 0 0,2 0 76 0 0,0 0-1 0 0,1-1-15 0 0,1 0 22 0 0,-1 0-76 0 0,-1-1 3 0 0,0 1-65 0 0,0 0 1 0 0,-1 0-5 0 0,-1 0-35 0 0,-1 1-121 0 0,-1 0-205 0 0,-1 0-63 0 0,0 0-193 0 0,-1 0-223 0 0,0 0-411 0 0,-1 0-1044 0 0,-3 1-618 0 0,-1-1 19 0 0</inkml:trace>
  <inkml:trace contextRef="#ctx0" brushRef="#br3" timeOffset="31876.593">786 225 1460 0 0,'0'0'0'0'0,"0"0"0"0"0</inkml:trace>
  <inkml:trace contextRef="#ctx0" brushRef="#br4" timeOffset="32011.441">786 225 1460 0 0,'0'0'0'0'0,"-4"-18"7485"0"0,0-7-7206 0 0,1 3 1853 0 0,4 3-1284 0 0,1 5-219 0 0,3 5-128 0 0,1 4-50 0 0,1 2-72 0 0,-1 2-153 0 0,1 1-93 0 0,0 1-80 0 0,1-1-38 0 0,2 0 9 0 0,2 0-28 0 0,2-1-115 0 0,1 0-80 0 0,2 0 11 0 0,0 0-76 0 0,1 0-128 0 0,0-1-210 0 0,-2 2-162 0 0,0-2-184 0 0,-1 2-264 0 0,-4-1-950 0 0,-1 1-2382 0 0,-4-1 1447 0 0</inkml:trace>
  <inkml:trace contextRef="#ctx0" brushRef="#br5" timeOffset="32479.789">1008 158 1512 0 0,'0'0'0'0'0,"0"0"1840"0"0,0 0-793 0 0,0 0-63 0 0,0 0-152 0 0,0 0-86 0 0,0 0-69 0 0,0 0-172 0 0,0 0-67 0 0,0 0-88 0 0,0 0-105 0 0,0 0-27 0 0,-10 19-36 0 0,-1 2 64 0 0,2 2-84 0 0,3-2 32 0 0,5-4-123 0 0,3-5-9 0 0,4-3 10 0 0,2-4 83 0 0,3-2 46 0 0,2-2 133 0 0,4-1 87 0 0,4-2-75 0 0,3 0-100 0 0,3-2-120 0 0,2-2-66 0 0,-1-2-42 0 0,0-1-13 0 0,-2-3-129 0 0,-2-2-50 0 0,-2-1-129 0 0,-2-2-35 0 0,-5-2-15 0 0,-3 1-66 0 0,-5-1 30 0 0,-2 0 197 0 0,-6 2 199 0 0,-6 1-16 0 0,-5 3 276 0 0,-5 2-43 0 0,-4 3 34 0 0,-3 3-288 0 0,-2 2 69 0 0,0 4-51 0 0,0 5-199 0 0,0 4-859 0 0,1 7-528 0 0,3 3-1192 0 0,2 6-1937 0 0,5-2 5031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5:28.07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515E6"/>
      <inkml:brushProperty name="anchorY" value="-996430.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386E6"/>
      <inkml:brushProperty name="anchorY" value="-995989.0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538E6"/>
      <inkml:brushProperty name="anchorY" value="-997830.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411E6"/>
      <inkml:brushProperty name="anchorY" value="-996194.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565E6"/>
      <inkml:brushProperty name="anchorY" value="-997843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712E6"/>
      <inkml:brushProperty name="anchorY" value="-999116.6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582E6"/>
      <inkml:brushProperty name="anchorY" value="-998165.5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723E6"/>
      <inkml:brushProperty name="anchorY" value="-999736.1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864E6"/>
      <inkml:brushProperty name="anchorY" value="-1.00201E6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1994E6"/>
      <inkml:brushProperty name="anchorY" value="-1.00401E6"/>
      <inkml:brushProperty name="scaleFactor" value="0.5"/>
    </inkml:brush>
  </inkml:definitions>
  <inkml:trace contextRef="#ctx0" brushRef="#br0">192 112 2856 0 0,'0'0'0'0'0,"0"0"1172"0"0,0 0-210 0 0,0 0-140 0 0,0 0-309 0 0,0 0 482 0 0,0 0-400 0 0,0 0-88 0 0,0 0-47 0 0,0 0-98 0 0,0 0-78 0 0,-19 16-29 0 0,-3 2-80 0 0,-1 2-45 0 0,2 0 86 0 0,3-1-36 0 0,3 0-62 0 0,3-1-21 0 0,2 2-18 0 0,0 1-28 0 0,2 2-42 0 0,-1 3 103 0 0,1 4-38 0 0,2 2 34 0 0,1 4 7 0 0,2 1-1 0 0,2 2-12 0 0,0 0-103 0 0,2 1 14 0 0,4-2-67 0 0,3 0 56 0 0,3-1-277 0 0,2-1 19 0 0,1-2-318 0 0,1 0-138 0 0,1-2-271 0 0,2-1-769 0 0,2-3-110 0 0,4-1-479 0 0,-3-6-395 0 0</inkml:trace>
  <inkml:trace contextRef="#ctx0" brushRef="#br1" timeOffset="665.68">563 238 848 0 0,'0'0'0'0'0,"0"0"5049"0"0,0 0-3917 0 0,0 0 583 0 0,0 0-513 0 0,0 0-24 0 0,0 0-264 0 0,0 0-338 0 0,0 0-290 0 0,0 0-55 0 0,0 0 36 0 0,40-10-176 0 0,7 1-91 0 0,4 1 16 0 0,-2 4-76 0 0,-6 6-12 0 0,-7 5-74 0 0,-4 6 44 0 0,-7 5-46 0 0,-5 4-6 0 0,-6 5-56 0 0,-5 3 0 0 0,-3 2-51 0 0,-5 4 54 0 0,-5 0 107 0 0,-7 2 40 0 0,-3-1 59 0 0,-6-1-8 0 0,-2-2 84 0 0,-4-2-36 0 0,-1-1 10 0 0,-2-4-42 0 0,-2-1 53 0 0,-1-2-65 0 0,-2-3 11 0 0,-1-3-89 0 0,-1-1-159 0 0,0-4-72 0 0,0-3 188 0 0,1-2-157 0 0,4-4 24 0 0,3-1 126 0 0,4-4-42 0 0,4-1 52 0 0,4-3-71 0 0,3-3-341 0 0,3-2 291 0 0,2-2-62 0 0,3-2 16 0 0,1-1-13 0 0,3-1-69 0 0,1-1 112 0 0,2 1 65 0 0,3 1 213 0 0,2 1 80 0 0,2 2 364 0 0,2 1 278 0 0,2 3-52 0 0,0 0 169 0 0,2 3-160 0 0,1 2-246 0 0,0 1 7 0 0,2 2-249 0 0,2 4 36 0 0,0 3-40 0 0,1 4-55 0 0,2 2-168 0 0,1 3 44 0 0,0 1-114 0 0,0 1 5 0 0,0 0-34 0 0,0-1 10 0 0,-2-2-43 0 0,0-2-45 0 0,-2-2-138 0 0,-2-2-162 0 0,-3-1-222 0 0,-2-2-290 0 0,-3-2-473 0 0,-2 0-932 0 0,-3-2-681 0 0,-1 0 594 0 0</inkml:trace>
  <inkml:trace contextRef="#ctx0" brushRef="#br2" timeOffset="934.618">938 823 520 0 0,'0'0'0'0'0,"0"0"4472"0"0,0 0-3453 0 0,0 0 193 0 0,0 0-252 0 0,0 0 241 0 0,0 0-207 0 0,0 0-479 0 0,0 0-303 0 0,0-21-92 0 0,1-5-113 0 0,0-5 6 0 0,0 0-195 0 0,-1 0 24 0 0,1 1-93 0 0,-1 1-75 0 0,0 1-237 0 0,0 1-249 0 0,0 1-387 0 0,-1 0-651 0 0,-1 3-358 0 0,1 2-268 0 0,-1 5 1463 0 0</inkml:trace>
  <inkml:trace contextRef="#ctx0" brushRef="#br3" timeOffset="1171.258">986 508 1552 0 0,'0'0'0'0'0,"0"0"1616"0"0,0 0-331 0 0,0 0 76 0 0,0 0 0 0 0,0 0-398 0 0,0 0-108 0 0,0 0-42 0 0,0 0-18 0 0,42-1-86 0 0,6 0-20 0 0,4 2-64 0 0,-2 2-39 0 0,-7 3-153 0 0,-9 4-191 0 0,-7 3 33 0 0,-7 4-95 0 0,-6 3-99 0 0,-6 3-61 0 0,-4 1-6 0 0,-2 2-8 0 0,-2 1-6 0 0,-2 1-18 0 0,-2-2-94 0 0,-1 0 26 0 0,-2-1-60 0 0,-1-3-179 0 0,-1-2-208 0 0,0-3-146 0 0,1-2-257 0 0,0-4-299 0 0,2-2-411 0 0,2-3-848 0 0,1-2-617 0 0,1-3-49 0 0</inkml:trace>
  <inkml:trace contextRef="#ctx0" brushRef="#br4" timeOffset="1471.345">1397 584 872 0 0,'0'0'0'0'0,"0"0"3040"0"0,0 0-2557 0 0,0 0-166 0 0,0 0-188 0 0,0 0 202 0 0,0 0 51 0 0,0 0-377 0 0,0 0 49 0 0,0 0 124 0 0,0 0 611 0 0,5 3 70 0 0,2 0-151 0 0,2 0 6 0 0,0-1 269 0 0,2-1-1 0 0,1-2-160 0 0,-1 0-72 0 0,0 0-197 0 0,1 0-113 0 0,0 0-177 0 0,1 0-280 0 0,-1 0-74 0 0,0 1-314 0 0,1 0-52 0 0,-2 0-299 0 0,0 0-416 0 0,0 0-818 0 0,-1 0-1362 0 0,-2-1-1809 0 0,-1 1 5662 0 0</inkml:trace>
  <inkml:trace contextRef="#ctx0" brushRef="#br5" timeOffset="1804.36">1542 365 3332 0 0,'0'0'0'0'0,"0"0"4481"0"0,0 0-3305 0 0,0 0 454 0 0,0 0-519 0 0,0 0 171 0 0,0 0-179 0 0,0 0-481 0 0,0 0-291 0 0,0 0-159 0 0,0 0-63 0 0,6 14-45 0 0,0 5-9 0 0,0 3-48 0 0,0 2-3 0 0,-2 1-53 0 0,-1-2-58 0 0,-1 0-24 0 0,-2-3-149 0 0,-2 0-247 0 0,-3 0-235 0 0,0-1-143 0 0,-3 0-319 0 0,-1-2-376 0 0,-1 0-537 0 0,1-2-779 0 0,0-2-1695 0 0,2-4 5044 0 0</inkml:trace>
  <inkml:trace contextRef="#ctx0" brushRef="#br6" timeOffset="2396.359">1849 482 4332 0 0,'0'0'0'0'0,"0"0"2997"0"0,0 0-1649 0 0,0 0-79 0 0,0 0-125 0 0,0 0-42 0 0,0 0-227 0 0,0 0-91 0 0,0 0-182 0 0,0 0-176 0 0,0 0-173 0 0,16-21-135 0 0,3-4-113 0 0,1-5-103 0 0,-1 1-60 0 0,-3 1-14 0 0,-4 3-15 0 0,-3 3 56 0 0,-3 4 30 0 0,-2 3 8 0 0,-1 4 45 0 0,-1 4 42 0 0,-1 1 0 0 0,0 4 74 0 0,-1 0-74 0 0,1 2 12 0 0,-1 2-92 0 0,0 3 102 0 0,0 2-40 0 0,0 3-109 0 0,-1 4 67 0 0,-1 4-59 0 0,1 4 32 0 0,-2 6 102 0 0,0 4-38 0 0,-1 4-42 0 0,0 4 90 0 0,1 2-25 0 0,1 2 14 0 0,1-1 4 0 0,0 0 107 0 0,1-2 11 0 0,0-4-56 0 0,2-2-6 0 0,-1-5-60 0 0,2-4 12 0 0,-1-5 39 0 0,0-6-18 0 0,0-3-39 0 0,-2-5 3 0 0,1-4-344 0 0,-3-1-21 0 0,-2-3 115 0 0,-3-2 273 0 0,-5-2-177 0 0,-5-1-1180 0 0,-4-2 1688 0 0,-2-1-549 0 0,0 1 137 0 0,0 1 67 0 0,4 0-16 0 0,3 2 5 0 0,5 1 113 0 0,4 2-13 0 0,4 1 10 0 0,1 0 3 0 0,2 1-75 0 0,3 0 97 0 0,2 1 126 0 0,5-1 105 0 0,4 0-138 0 0,5 0-81 0 0,5 0-142 0 0,4 0 13 0 0,2-1-121 0 0,4-1-300 0 0,-1 0-389 0 0,0 0-528 0 0,-2 0-685 0 0,-4 1-327 0 0,-3 0-671 0 0,-74 3-896 0 0,-8 0 4683 0 0</inkml:trace>
  <inkml:trace contextRef="#ctx0" brushRef="#br7" timeOffset="2888.241">2256 9 900 0 0,'0'0'0'0'0,"0"0"4244"0"0,0 0-3187 0 0,0 0 449 0 0,0 0-306 0 0,0 0 131 0 0,0 0-135 0 0,0 0-103 0 0,0 0-46 0 0,0 0-130 0 0,0 0-269 0 0,0 0-148 0 0,23 19-112 0 0,10 7-45 0 0,8 6-55 0 0,4 5-67 0 0,0 2-14 0 0,-1 3-64 0 0,-4 1-14 0 0,-3 1-15 0 0,-6 2-75 0 0,-5 1-36 0 0,-7 2-5 0 0,-6 1-9 0 0,-6-1-75 0 0,-3 1 11 0 0,-5-2-54 0 0,-4-1-91 0 0,-5-4-169 0 0,-3-2-151 0 0,-3-3-89 0 0,-3-4-13 0 0,-3-3 2 0 0,0-3-281 0 0,-1-2-293 0 0,-2-4-530 0 0,1-2-47 0 0,1-2-742 0 0,1-3-135 0 0,1-1-664 0 0,5-4 3925 0 0</inkml:trace>
  <inkml:trace contextRef="#ctx0" brushRef="#br8" timeOffset="3388.769">2909 0 5136 0 0,'0'0'0'0'0,"0"0"2369"0"0,0 0-734 0 0,0 0-555 0 0,-6 18 66 0 0,0 8-398 0 0,-1 9-117 0 0,2 6-276 0 0,0 4-62 0 0,3 4-9 0 0,2 2-48 0 0,2 0-122 0 0,2 0-117 0 0,1-1-50 0 0,2-2 60 0 0,1-4-116 0 0,0-4 15 0 0,0-4-227 0 0,-2-4-313 0 0,-1-4-168 0 0,-1-4-585 0 0,-2-2-946 0 0,-1-3-2661 0 0,0-5 1860 0 0</inkml:trace>
  <inkml:trace contextRef="#ctx0" brushRef="#br9" timeOffset="3611.346">2978 988 10529 0 0,'0'0'0'0'0,"0"0"2616"0"0,0 0-1166 0 0,0 0 15 0 0,0 0-80 0 0,0 0-254 0 0,0 0-478 0 0,0 0-618 0 0,0 0-271 0 0,0 0-88 0 0,0 0-175 0 0,5-4-252 0 0,0-1-511 0 0,-1 0-824 0 0,-2 0-1244 0 0,-5 1-3963 0 0,-1 2 4277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5:06.78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943E6"/>
      <inkml:brushProperty name="anchorY" value="-983439.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11E6"/>
      <inkml:brushProperty name="anchorY" value="-985074.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9981E6"/>
      <inkml:brushProperty name="anchorY" value="-984227.875"/>
      <inkml:brushProperty name="scaleFactor" value="0.5"/>
    </inkml:brush>
    <inkml:context xml:id="ctx1">
      <inkml:inkSource xml:id="inkSrc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00:45:18.248"/>
    </inkml:context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135E6"/>
      <inkml:brushProperty name="anchorY" value="-985878.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006E6"/>
      <inkml:brushProperty name="anchorY" value="-984328.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155E6"/>
      <inkml:brushProperty name="anchorY" value="-985925.06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308E6"/>
      <inkml:brushProperty name="anchorY" value="-987170.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438E6"/>
      <inkml:brushProperty name="anchorY" value="-988751.1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0596E6"/>
      <inkml:brushProperty name="anchorY" value="-990353.8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122E6"/>
      <inkml:brushProperty name="anchorY" value="-1.00525E6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4E6"/>
      <inkml:brushProperty name="anchorY" value="-1.00647E6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539E6"/>
      <inkml:brushProperty name="anchorY" value="-1.00704E6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687E6"/>
      <inkml:brushProperty name="anchorY" value="-1.00832E6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814E6"/>
      <inkml:brushProperty name="anchorY" value="-1.00991E6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685E6"/>
      <inkml:brushProperty name="anchorY" value="-1.00938E6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549E6"/>
      <inkml:brushProperty name="anchorY" value="-1.00776E6"/>
      <inkml:brushProperty name="scaleFactor" value="0.5"/>
    </inkml:brush>
  </inkml:definitions>
  <inkml:trace contextRef="#ctx0" brushRef="#br0">347 1112 40 0 0,'0'0'0'0'0,"0"0"352"0"0,0 0 215 0 0,0 0 209 0 0,0 0-61 0 0,0 0-92 0 0,0 0-239 0 0,0 0-141 0 0,0 0-244 0 0,0 0 51 0 0,-7-2 69 0 0,-1 0-63 0 0,-2-1 164 0 0,-2 0 460 0 0,0 0-660 0 0,0 0 285 0 0,1 0 140 0 0,1 1-2 0 0,3 0 45 0 0,2-1-103 0 0,1 1-162 0 0,1 1-39 0 0,2 0-4 0 0,1 0 6 0 0,0 1-23 0 0,0 0-25 0 0,0-1-35 0 0,1 1 53 0 0,-1 0 10 0 0,0 0-2 0 0,0-1-10 0 0,0 1 4 0 0,0 0 59 0 0,0-1 10 0 0,0 0 62 0 0,0 0-28 0 0,0 0-34 0 0,0 0-16 0 0,0 1-60 0 0,0-1-19 0 0,0 1-41 0 0,0-1 35 0 0,0 1 0 0 0,0 0 0 0 0,0-1-12 0 0,0 1 4 0 0,0-1-16 0 0,0 0 18 0 0,0 1 22 0 0,0-2 13 0 0,0 1-53 0 0,0-1 8 0 0,0-1-66 0 0,0 1-39 0 0,-1-2 12 0 0,-1 0-5 0 0,-1-2 60 0 0,-1 1 2 0 0,-1-2-81 0 0,0 0 78 0 0,-1-1-31 0 0,1-1-28 0 0,0 1-10 0 0,1-1 6 0 0,-1 0-5 0 0,1 0 10 0 0,0 0-7 0 0,0 1 8 0 0,-1-1 44 0 0,1 2-64 0 0,0 0 16 0 0,1 2 65 0 0,1 2 40 0 0,1 0 123 0 0,0 2-38 0 0,1 1 31 0 0,1 0 28 0 0,2 0 34 0 0,0 1-67 0 0,1 0 8 0 0,0 0-60 0 0,-1 0-65 0 0,-2-1-14 0 0,1 1-91 0 0,-1 1 67 0 0,1 1-72 0 0,1 1 108 0 0,2 1-74 0 0,3 3 81 0 0,3 3-64 0 0,3 3 20 0 0,4 2 50 0 0,2 4-2 0 0,3 2 23 0 0,2 1-36 0 0,1 3 58 0 0,1 0-36 0 0,0 0-12 0 0,-1 1-28 0 0,0 0 10 0 0,0 0-43 0 0,-1 0 16 0 0,1-1-2 0 0,0 0-80 0 0,0-2-140 0 0,0 0 124 0 0,-1-2-63 0 0,-1-1-71 0 0,-4-2-20 0 0,-2-3-28 0 0,-2-2-105 0 0,-3-2-30 0 0,-2-2-45 0 0,-3-2-112 0 0,-1-3-160 0 0,-3-1-365 0 0,-2-1-757 0 0,-1-2-1360 0 0,-2 0-2456 0 0,0-1 4296 0 0</inkml:trace>
  <inkml:trace contextRef="#ctx0" brushRef="#br1" timeOffset="546.415">661 928 536 0 0,'0'0'0'0'0,"0"0"768"0"0,0 0-60 0 0,0 0-133 0 0,0 0-59 0 0,0 0 24 0 0,0 0 112 0 0,0 0 166 0 0,0 0 204 0 0,0 0-54 0 0,0 0-135 0 0,0 0-60 0 0,5-5 7 0 0,0 0-105 0 0,0 0-100 0 0,-1 1-24 0 0,0 1-37 0 0,-1 1 8 0 0,-2 2-58 0 0,1 1-59 0 0,-2 2 27 0 0,0 2-42 0 0,-5 2-186 0 0,-3 1 38 0 0,-4 2-24 0 0,-5 4-20 0 0,-4 2 4 0 0,-4 4 17 0 0,-4 4 36 0 0,-3 3-125 0 0,-4 5 122 0 0,-3 2-110 0 0,-1 3-10 0 0,-1 2-30 0 0,1 1-114 0 0,3-1-32 0 0,2-1-121 0 0,5-3-114 0 0,5-3-182 0 0,5-5-260 0 0,4-3-257 0 0,5-5-407 0 0,4-3-558 0 0,3-4-759 0 0,2-2-1726 0 0,2-4 1370 0 0</inkml:trace>
  <inkml:trace contextRef="#ctx0" brushRef="#br2" timeOffset="10985.127">851 240 928 0 0,'0'0'0'0'0,"0"0"2124"0"0,0 0-788 0 0,0 0-340 0 0,0 0-395 0 0,0 0-625 0 0,0 0 394 0 0,0 0-130 0 0,0 0 968 0 0,0 0-538 0 0,0 0-169 0 0,2-1-47 0 0,1 0-68 0 0,-1 1 25 0 0,0-1-90 0 0,0 1-95 0 0,-1-1-52 0 0,-1 1 47 0 0,1 0 70 0 0,0-1 8 0 0,1-1-42 0 0,-1-1-66 0 0,1-1-48 0 0,1-1 39 0 0,0-1-98 0 0,0-1 32 0 0,2-1-31 0 0,-1 0-23 0 0,2 0-54 0 0,1 0 120 0 0,1 0-44 0 0,2 0 7 0 0,1 0-16 0 0,0 0-11 0 0,2 1 16 0 0,-1 1-85 0 0,0 1 15 0 0,-2 2-9 0 0,-2 0-10 0 0,0 2 12 0 0,-1 1-107 0 0,-2 0 26 0 0,0 2 84 0 0,-1 1-18 0 0,2 1 24 0 0,0 1-2 0 0,3 3-2 0 0,2 3-9 0 0,1 2-180 0 0,2 2 56 0 0,-1 2 14 0 0,-1 2-11 0 0,-3 1-36 0 0,-1 1 12 0 0,-3 1 22 0 0,-2 0 34 0 0,-2 0 85 0 0,-1 0-81 0 0,-2 0 96 0 0,-3 0-27 0 0,-1-2 0 0 0,-1 0 11 0 0,-1-2-3 0 0,1-2 6 0 0,-1-2-2 0 0,0-2-4 0 0,1-1-77 0 0,-1-2-208 0 0,-1-1-34 0 0,0 0-82 0 0,-2-1-19 0 0,-1-1 6 0 0,-2 0-20 0 0,-1-1-37 0 0,-2 1-56 0 0,1-1 28 0 0,0-1 140 0 0,0 1 135 0 0,0-2 163 0 0,1 1 55 0 0,0-1 91 0 0,1 1 39 0 0,1-2 68 0 0,2 1 19 0 0,1-2-45 0 0,1 0-178 0 0,0 0-59 0 0,1-2-85 0 0,0 0 24 0 0,0-2 43 0 0,1-1-42 0 0,1-2-213 0 0,1 0 300 0 0,2 0 25 0 0,1-1 12 0 0,1-1 18 0 0,1 1-3 0 0,0 1 20 0 0,1-1 261 0 0,1 2 66 0 0,1 0-16 0 0,0 1-70 0 0,1 0-21 0 0,0 1-10 0 0,-1-1-87 0 0,1 1-100 0 0,-1 0-28 0 0,0 1-2 0 0,-1 1 230 0 0,-1 0 189 0 0,0 1 21 0 0,1 1-135 0 0,0 2-22 0 0,0 1-107 0 0,2 1 168 0 0,1 1-234 0 0,3 1-32 0 0,2 1-79 0 0,2 0 60 0 0,1 0 16 0 0,0 0 28 0 0,1-1-51 0 0,-1-1-56 0 0,2 0 62 0 0,1-1-11 0 0,1 0 22 0 0,1 0-83 0 0,0-1 11 0 0,-1-1-12 0 0,-2 0-89 0 0,-1 0 62 0 0,-1-1-42 0 0,-2 1-8 0 0,-1-1-81 0 0,-2 1-208 0 0,0 0-156 0 0,0-1-169 0 0,-1 0-282 0 0,0 0-622 0 0,-1-1-1155 0 0,-1 0-2272 0 0,-2-1 6196 0 0</inkml:trace>
  <inkml:trace contextRef="#ctx1" brushRef="#br3">1254 649 80,'0'0'0,"0"0"2556,0 0-746,0 0-291,0 0-313,0 0-220,0 0-114,0 0-267,0 0-40,0 0-6,0 0-95,2-10-98,2-4-140,-1-1-64,1 0-67,-1 0-40,-1 2-43,-1 1 63,0 0-93,0 1-61,-1 0-63,-1 0-164,-2-2-176,-1-1-84,-1-1-118,-1-1-137,1 1-34,1-1-219,1 1-176,1 2-92,1 3-252,1 1-25,0 4 280</inkml:trace>
  <inkml:trace contextRef="#ctx1" brushRef="#br4" timeOffset="316.865">1306 370 3300,'0'0'0,"0"0"1264,0 0-167,0 0 14,0 0-75,0 0-183,0 0-158,0 0-87,0 0-42,0 0-50,0 0-26,0 0-72,20-2-30,4 0 50,3 0-11,-1 1 50,-2 2-58,-2 2-27,-1 1-36,-3 2-101,-2 2-106,-2 2-53,-2 2-86,-2 3 14,0 2-21,-3 2 2,-2 1-5,-1 0-102,-2 1 42,-1 0-18,0 0-26,-2-1-6,-2-1-74,-1-1-75,-2-2-7,-1-1-58,0-2-45,1-2-154,0-3-177,1-1-414,2-3-428,1-1-429,1-2-511,1 0-429,0-1 709</inkml:trace>
  <inkml:trace contextRef="#ctx1" brushRef="#br5" timeOffset="1061.839">1782 467 404,'0'0'0,"0"0"2532,0 0-1344,0 0 81,0 0-273,0 0 36,0 0-23,0 0 16,0 0-101,0 0-45,0 0-67,0 0-54,3-1-44,3-1-125,1 0-111,2 0-52,0-1-42,1 1-91,0 0-96,1 0-51,1 1-14,0 0-43,0 0-24,1 1-57,0-1 3,0 1-10,-1 1-61,0-1-12,0 0 14,-1 0-166,0 0-145,-1-1-178,-1 1-55,-1 0-141,0-1-34,-1 1-115,0-1-144,-1 0-229,-2 1-258,-1-1-407,0 1 232,-1 0-354,-1 0-552</inkml:trace>
  <inkml:trace contextRef="#ctx1" brushRef="#br6" timeOffset="1407.523">1968 314 1160,'0'0'0,"0"0"3924,0 0-2692,0 0 139,0 0-476,0 0 2,0 0 13,0 0-243,0 0-43,0 0-64,0 0-31,0 16-75,0 3-16,2 2-118,1-1-65,0 0-64,1-2-16,-1-1-41,-1 0-30,0-1-116,-1 1-45,-1 0-57,0 0-50,0 0-108,0-1-69,0-1-139,0-2-162,0-2-228,0-2-630,0-2-987,3-3-1870,-1-1 876</inkml:trace>
  <inkml:trace contextRef="#ctx0" brushRef="#br7" timeOffset="14350.242">2306 259 1580 0 0,'0'0'0'0'0,"0"0"3244"0"0,0 0-1763 0 0,0 0-697 0 0,0 0-520 0 0,0 0-132 0 0,0 0 213 0 0,0 0-206 0 0,0 0-95 0 0,0 0-24 0 0,0 0-8 0 0,9-18 6 0 0,2-4 52 0 0,1-2-80 0 0,1-1 18 0 0,-2 1 68 0 0,0 2-4 0 0,-1 2 62 0 0,0 2-28 0 0,-2 1 58 0 0,-1 2-42 0 0,-2 2 56 0 0,-1 1-124 0 0,-2 3 10 0 0,-1 1 53 0 0,0 3 53 0 0,-2 1 62 0 0,1 2 22 0 0,0 2 62 0 0,0 0-153 0 0,-1 1 7 0 0,1 2 6 0 0,0 1-29 0 0,0 1-1 0 0,0 1-66 0 0,0 0 3 0 0,0 2-89 0 0,-1 2 162 0 0,0 3-1 0 0,-3 1 95 0 0,1 4-19 0 0,0 2-122 0 0,0 3-23 0 0,0 1 60 0 0,0 1 62 0 0,1 0 44 0 0,0 2-79 0 0,-1-2 1 0 0,2 1 8 0 0,-2-1 11 0 0,2-1-50 0 0,-1-1-27 0 0,1-2-73 0 0,-2-2-40 0 0,1 0 1 0 0,1-2-59 0 0,0-1 10 0 0,0-1 40 0 0,1-1-14 0 0,-1-1-53 0 0,1-2 72 0 0,0-2-19 0 0,0 0 16 0 0,1-2 2 0 0,-1-1 14 0 0,0-1 58 0 0,0-1-2 0 0,0-1 10 0 0,0-1 10 0 0,0 0-17 0 0,0-1 6 0 0,0-1-30 0 0,0 1-43 0 0,0-1 10 0 0,0 1-7 0 0,-1 0 0 0 0,-1 0-4 0 0,1 1 0 0 0,-2-1-4 0 0,1 1-9 0 0,-1-1-91 0 0,1 0 53 0 0,1 0 54 0 0,-2 0-18 0 0,1 0 11 0 0,-2-1-60 0 0,-2 0-40 0 0,0 0-38 0 0,-3 0-28 0 0,0 0-68 0 0,-4 0-16 0 0,-1-1-2536 0 0,-2-1 3553 0 0,0 1-542 0 0,-3-1-405 0 0,2 0 149 0 0,0 1-187 0 0,1 0 142 0 0,2 1 78 0 0,3 0 82 0 0,2-1 82 0 0,1 2 3 0 0,3 0 23 0 0,1 0 3 0 0,2 0 9 0 0,1 0-29 0 0,1-1 23 0 0,0 1-50 0 0,2 1 112 0 0,4 0 242 0 0,7 0 107 0 0,7 0 32 0 0,7 0 69 0 0,8 0-187 0 0,6 0-268 0 0,6-1 21 0 0,1 0-57 0 0,1-1-130 0 0,-3 0-83 0 0,-4 0 10 0 0,-7 0-104 0 0,-8 0-172 0 0,-6 2-390 0 0,-8 0-272 0 0,-6 1-382 0 0,-3 0-1099 0 0,-3 1-3082 0 0,-2-1 158 0 0</inkml:trace>
  <inkml:trace contextRef="#ctx0" brushRef="#br8" timeOffset="16308.355">0 1861 288 0 0,'0'0'0'0'0,"0"0"416"0"0,0 0-75 0 0,0 0 237 0 0,0 0 109 0 0,0 0 21 0 0,0 0-88 0 0,0 0-59 0 0,0 0-109 0 0,0 0-39 0 0,0 0-215 0 0,2 0 207 0 0,0 0-477 0 0,1 0 236 0 0,-1 0 82 0 0,0 0 857 0 0,-1 0-697 0 0,-1 0-1 0 0,1 0-52 0 0,-1 0 40 0 0,0 0 50 0 0,0 0-28 0 0,1 0-46 0 0,0 0 11 0 0,-1 0 72 0 0,1 0-42 0 0,-1 0 36 0 0,0 0-88 0 0,0 0-68 0 0,0 0-8 0 0,0 0-25 0 0,0 0-3 0 0,0 0-25 0 0,0 0-26 0 0,0 0-27 0 0,0 0-5 0 0,0 0 8 0 0,1 0 14 0 0,0 0 24 0 0,1 0-9 0 0,-1 0 9 0 0,0 1-30 0 0,2 0 33 0 0,2-1-40 0 0,2 1 204 0 0,6-1-74 0 0,5 0-66 0 0,6 0-85 0 0,6 0-25 0 0,5 0 14 0 0,5 0-90 0 0,3-1 44 0 0,4-1-30 0 0,3-1-69 0 0,2-1 62 0 0,2 0-61 0 0,1-1 55 0 0,0-1-63 0 0,0 0 70 0 0,-1-1-12 0 0,-1 1 23 0 0,-2 0 6 0 0,-1 0-10 0 0,-3 0 5 0 0,0 1-7 0 0,-2 0-22 0 0,0 0-45 0 0,1 1 58 0 0,0 0-62 0 0,2 0 13 0 0,2 0-9 0 0,2 0 1 0 0,0 0 8 0 0,0 0 2 0 0,0 1-9 0 0,-2-1-1 0 0,-2 2 4 0 0,-3-1-11 0 0,-4 1 8 0 0,-3 1 49 0 0,-5 1-61 0 0,-3-1 16 0 0,-4 1 4 0 0,-2 0 43 0 0,-2 0-58 0 0,0 0 20 0 0,1 0-21 0 0,0 1 4 0 0,1-1-12 0 0,1 0-1 0 0,0 0 4 0 0,1-1-1 0 0,2 1 0 0 0,0-1 9 0 0,0-1-2 0 0,1 0-4 0 0,-1 0-3 0 0,0 0 1 0 0,-2 0-1 0 0,-1 0 9 0 0,-2 0 7 0 0,-1 0 120 0 0,-1 1-75 0 0,-3 0-4 0 0,-1 0-38 0 0,-3 0 53 0 0,-2 1-65 0 0,0-1 90 0 0,-1 0-97 0 0,1 1 90 0 0,-1-1-87 0 0,2 0 68 0 0,1 0-63 0 0,2 0 60 0 0,0-1-56 0 0,1 1 97 0 0,0-1-66 0 0,0 0 18 0 0,-1 1 10 0 0,-2-1-15 0 0,-2 1-46 0 0,-1 1 14 0 0,-4-1-4 0 0,-1 1-5 0 0,-3 0-3 0 0,-1 0 10 0 0,-1 0-8 0 0,-1 0-2 0 0,0 0-4 0 0,0 0-4 0 0,1 0-9 0 0,-1 0 3 0 0,0 0-77 0 0,1 0 26 0 0,-1 0-44 0 0,0 0 28 0 0,0 0-28 0 0,0 0-76 0 0,-1 0-82 0 0,-1 0-57 0 0,-3 1-222 0 0,-1 2-226 0 0,-5 0-815 0 0,-2 2-1371 0 0,-8 1-4032 0 0,25-7 2369 0 0,4-1 5329 0 0</inkml:trace>
  <inkml:trace contextRef="#ctx0" brushRef="#br9" timeOffset="25960.849">2427 1720 2996 0 0,'0'0'0'0'0,"0"0"1640"0"0,0 0 215 0 0,0 0-341 0 0,0 0-161 0 0,0 0-247 0 0,0 0-242 0 0,0 0-127 0 0,0 0-296 0 0,0 0-54 0 0,0 0 31 0 0,6 0 14 0 0,0-1-80 0 0,2 1-48 0 0,0-1 10 0 0,0 0-10 0 0,0 0 10 0 0,1 0-13 0 0,-1 1-14 0 0,1-1-11 0 0,0 1 7 0 0,1 0-41 0 0,2 0-2 0 0,0 0-44 0 0,4 0-18 0 0,2 0-31 0 0,3 0-64 0 0,4 0-79 0 0,6 0 18 0 0,5-1-24 0 0,4 0 4 0 0,5-2-7 0 0,3 0 6 0 0,2 0-11 0 0,4 0-1 0 0,0-1 14 0 0,3 1-1 0 0,0 0 95 0 0,1 0-64 0 0,1 2-31 0 0,1-1 10 0 0,-2 1-8 0 0,1 0-5 0 0,-1 0 2 0 0,-2 0-1 0 0,-3 0-5 0 0,-1-1-54 0 0,-4 0 61 0 0,-5 0-20 0 0,-4 0 15 0 0,-4 0-2 0 0,-7 1 5 0 0,-4 0 0 0 0,-5 0 74 0 0,-3 1 3 0 0,-3 0-6 0 0,-1 0-12 0 0,-3 0-48 0 0,-1 0 8 0 0,1 0-6 0 0,0 0-6 0 0,-1 0 6 0 0,1 0 41 0 0,1 0-59 0 0,-1 0 85 0 0,0 0-16 0 0,-2 0-17 0 0,-1-1-38 0 0,-3 1-4 0 0,-1 0-3 0 0,-1 0-208 0 0,-1-1-150 0 0,-2 1-353 0 0,-3 0-541 0 0,-3 0-1488 0 0,-9 1-6209 0 0,12 0 5468 0 0,2-1 3761 0 0</inkml:trace>
  <inkml:trace contextRef="#ctx0" brushRef="#br10" timeOffset="41440.257">3673 1379 1788 0 0,'0'0'0'0'0,"0"0"2360"0"0,0 0-1358 0 0,0 0 118 0 0,0 0-360 0 0,0 0 73 0 0,0 0-122 0 0,0 0-686 0 0,0 0 104 0 0,0 0-114 0 0,-3 1 1119 0 0,-1 1-867 0 0,1-1 165 0 0,0 0-142 0 0,1 0 112 0 0,1 0 2 0 0,0-1-106 0 0,1 0-112 0 0,0 0-76 0 0,-1 0-24 0 0,0 0 0 0 0,-1-1 2 0 0,-1 1-1 0 0,0-2 20 0 0,-1-1-38 0 0,0-2 11 0 0,-1-1 29 0 0,0-2-14 0 0,-2-2 38 0 0,0-3-52 0 0,-1-3-1 0 0,-1-3-76 0 0,-2-2 4 0 0,0-4-6 0 0,0-2-2 0 0,-1-1 61 0 0,1-1-22 0 0,1-2-37 0 0,1 0 64 0 0,2-1-78 0 0,3 0 20 0 0,1-1 2 0 0,5-1 71 0 0,3-2-99 0 0,5 0 33 0 0,3 1-15 0 0,2-1 0 0 0,2 2-14 0 0,0 3 4 0 0,-1 4 3 0 0,-2 5 3 0 0,-1 5-5 0 0,-2 5 1 0 0,-3 4-98 0 0,-1 4 33 0 0,0 2-193 0 0,1 2-206 0 0,1 0-72 0 0,2 1-334 0 0,3 0-618 0 0,5 0-344 0 0,3 0-1404 0 0,3 0 529 0 0,-3 0 939 0 0</inkml:trace>
  <inkml:trace contextRef="#ctx0" brushRef="#br11" timeOffset="42476.957">3883 1000 4788 0 0,'0'0'0'0'0,"0"0"2617"0"0,0 0-752 0 0,0 0-187 0 0,0 0-348 0 0,0 0-25 0 0,0 0-483 0 0,0 0-22 0 0,0 0-420 0 0,0 0-146 0 0,0 0 73 0 0,14 2-75 0 0,4 0-50 0 0,4-1-45 0 0,0 1-62 0 0,-2-1-69 0 0,0 0 14 0 0,-4-1-22 0 0,-1-1-85 0 0,-3 1-60 0 0,-2 0-111 0 0,-3-1-168 0 0,-1 1-257 0 0,-2-1-358 0 0,-1 0-391 0 0,-1 0-886 0 0,1 0-997 0 0,2 0-1604 0 0,-1-1 3173 0 0</inkml:trace>
  <inkml:trace contextRef="#ctx0" brushRef="#br12" timeOffset="42996.291">4257 1031 3312 0 0,'0'0'0'0'0,"0"0"4589"0"0,0 0-3525 0 0,0 0 415 0 0,0 0-833 0 0,0 0-144 0 0,0 0-69 0 0,0 0-256 0 0,11-20-181 0 0,1-5-26 0 0,3-2 48 0 0,0 1 94 0 0,-2 3 3 0 0,-2 5-19 0 0,-3 5 7 0 0,-2 5 78 0 0,-2 3 106 0 0,-2 3 35 0 0,0 2-106 0 0,-2 3-31 0 0,-3 0-27 0 0,-1 1-44 0 0,-1 2-127 0 0,-1 0 28 0 0,0 1-23 0 0,0 2-56 0 0,2 3-26 0 0,1 3 98 0 0,0 4-20 0 0,2 5 10 0 0,0 3 91 0 0,0 4-40 0 0,1 3 64 0 0,0 1-34 0 0,0 2 11 0 0,1 0-2 0 0,-1-2-28 0 0,0-1-6 0 0,0-4 28 0 0,0-4-84 0 0,0-4 10 0 0,0-5-6 0 0,-1-4-62 0 0,-1-4-40 0 0,-2-2-66 0 0,-2-4-48 0 0,-2-1-8 0 0,-2-2 262 0 0,-3-2 25 0 0,-5 0-34 0 0,-2-2 23 0 0,-2 1 13 0 0,0-1 22 0 0,1 1-93 0 0,3 0 24 0 0,3 1-7 0 0,4 1 54 0 0,4 0 37 0 0,3 2-54 0 0,2 0 48 0 0,1 2-14 0 0,1 0-84 0 0,1 0 104 0 0,1 0-129 0 0,4 0-181 0 0,2-2-161 0 0,3 0 29 0 0,4 0-90 0 0,4-1-16 0 0,4-1-205 0 0,2 0-539 0 0,2-1-498 0 0,1 0-118 0 0,1 0-921 0 0,0-1 565 0 0,-61 3-616 0 0,-8 1 3276 0 0</inkml:trace>
  <inkml:trace contextRef="#ctx0" brushRef="#br13" timeOffset="43425.189">4580 799 4772 0 0,'0'0'0'0'0,"0"0"1761"0"0,0 0-664 0 0,0 0-48 0 0,0 0 239 0 0,0 0-115 0 0,0 0-352 0 0,0 0-253 0 0,0 0-134 0 0,0 0-46 0 0,0 0 47 0 0,2 3-66 0 0,2 2 3 0 0,1 2 82 0 0,4 2-82 0 0,2 3 10 0 0,3 3-32 0 0,0 5-7 0 0,1 4-1 0 0,0 6 7 0 0,-1 5 12 0 0,-3 4 53 0 0,-3 5-84 0 0,-3 3-5 0 0,-2 2-89 0 0,-3 1 11 0 0,-2 0-154 0 0,-5-1-91 0 0,-2-2-35 0 0,-3-4-92 0 0,-2-4-104 0 0,-2-5-248 0 0,-2-5-258 0 0,1-5-363 0 0,1-6-529 0 0,2-6-839 0 0,2-5-2442 0 0,3-6-2166 0 0,2-2 7769 0 0</inkml:trace>
  <inkml:trace contextRef="#ctx0" brushRef="#br14" timeOffset="44623.479">4721 520 3160 0 0,'0'0'0'0'0,"0"0"2204"0"0,0 0-718 0 0,0 0-285 0 0,0 0-10 0 0,0 0 89 0 0,0 0-394 0 0,0 0-324 0 0,0 0-236 0 0,0 0-80 0 0,0 0 46 0 0,0 0 61 0 0,-1 1-37 0 0,0 1-61 0 0,1-1-3 0 0,1-1 65 0 0,1 0 66 0 0,0-2-2 0 0,-1 0-51 0 0,1-1-103 0 0,-1 0-86 0 0,0-1-143 0 0,-1-1 24 0 0,0 0-26 0 0,1-3-186 0 0,-3-1 80 0 0,-1-3-57 0 0,-1-3 20 0 0,-1-2-35 0 0,-2-2 66 0 0,0-2-48 0 0,-1-2-40 0 0,-1-2-156 0 0,0 0 87 0 0,0-1-56 0 0,0 1-73 0 0,0 1-221 0 0,1 3-245 0 0,1 2-481 0 0,2 4-167 0 0,2 3-472 0 0,1 4-595 0 0,4 2-118 0 0,1 3 1367 0 0</inkml:trace>
  <inkml:trace contextRef="#ctx0" brushRef="#br15" timeOffset="45187.532">4737 367 1368 0 0,'0'0'0'0'0,"0"0"1060"0"0,0 0-266 0 0,0 0-40 0 0,0 0-146 0 0,0 0-176 0 0,0 0 135 0 0,0 0 27 0 0,0 0-20 0 0,0 0-36 0 0,0 0-42 0 0,0-6-30 0 0,0-1 69 0 0,0-1 111 0 0,0 2-1 0 0,0 0-129 0 0,0 0-87 0 0,0 1-136 0 0,1 1-22 0 0,1-1-8 0 0,1-1-35 0 0,2 0-67 0 0,2-1-47 0 0,1-1-49 0 0,2-1-7 0 0,0 0-4 0 0,1 0 59 0 0,0 0 24 0 0,0 0 25 0 0,1 1 92 0 0,-2 1-10 0 0,0 1 20 0 0,1 1 64 0 0,0 2-36 0 0,2 0-60 0 0,0 2-70 0 0,2 0 0 0 0,1 1 20 0 0,0 2 23 0 0,2 1-85 0 0,0 4 107 0 0,1 1 3 0 0,1 3-84 0 0,0 4-30 0 0,0 3 9 0 0,-1 4-28 0 0,-1 4-22 0 0,0 4 33 0 0,-3 4-124 0 0,-3 3 31 0 0,-1 2-24 0 0,-4 1-58 0 0,-2 1-17 0 0,-2-2-60 0 0,-2-3-165 0 0,-1-4-410 0 0,0-6-592 0 0,1-5-1481 0 0,2-7-4356 0 0,-1-6 3573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4:19.61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443E6"/>
      <inkml:brushProperty name="anchorY" value="-960171.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27622E6"/>
      <inkml:brushProperty name="anchorY" value="-962002.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719E6"/>
      <inkml:brushProperty name="anchorY" value="-1.00938E6"/>
      <inkml:brushProperty name="scaleFactor" value="0.5"/>
    </inkml:brush>
  </inkml:definitions>
  <inkml:trace contextRef="#ctx0" brushRef="#br0">1161 118 2904 0 0,'0'0'0'0'0,"0"0"4061"0"0,0 0-2862 0 0,0 0 501 0 0,0 0-361 0 0,0 0 70 0 0,0 0-376 0 0,0 0-411 0 0,0 0-96 0 0,0 0-134 0 0,0 0-14 0 0,26 15 2 0 0,7 6-104 0 0,7 6-16 0 0,1 3-34 0 0,1 3-53 0 0,-1 1 20 0 0,-2 0-90 0 0,-2 0-111 0 0,-3-2 18 0 0,-3-1-91 0 0,-4-1-41 0 0,-2-2 21 0 0,-3-2 15 0 0,-3 0-151 0 0,-3-3-71 0 0,-1-1-128 0 0,-4-3-27 0 0,0-1-71 0 0,-3-2-119 0 0,-2-2-379 0 0,-3-1-644 0 0,-1-2-294 0 0,-1-2-1201 0 0,-4 0-937 0 0,0-3 2199 0 0</inkml:trace>
  <inkml:trace contextRef="#ctx0" brushRef="#br1" timeOffset="269.34">1113 607 7929 0 0,'0'0'0'0'0,"0"0"2100"0"0,0 0-975 0 0,0 0 45 0 0,0 0-133 0 0,0 0 357 0 0,0 0-335 0 0,0 0-336 0 0,0 0-248 0 0,30-18-180 0 0,10-7-49 0 0,10-6-88 0 0,6-5-109 0 0,0-2-41 0 0,-2-3-96 0 0,-2-2-104 0 0,-5-1-90 0 0,-6-2-224 0 0,-6-1-173 0 0,-7-1-333 0 0,-6 1-231 0 0,-6 3-1011 0 0,-3 5-641 0 0,-3 5-2619 0 0,-4 9 2704 0 0</inkml:trace>
  <inkml:trace contextRef="#ctx0" brushRef="#br2" timeOffset="128081.221">85 401 1864 0 0,'0'0'0'0'0,"0"0"1200"0"0,0 0-1110 0 0,0 0 41 0 0,0 0 196 0 0,0 0-226 0 0,0 0 2353 0 0,0 0-1737 0 0,0 0 240 0 0,0 0-46 0 0,4 1 2 0 0,0 0 90 0 0,0 1-41 0 0,0 0-91 0 0,1-1-111 0 0,-2 1-125 0 0,0-1-127 0 0,0 0-25 0 0,0 1-9 0 0,-1-1-10 0 0,0 0-37 0 0,0 1-87 0 0,0 0-76 0 0,0-1-5 0 0,0 1 6 0 0,-1 0-21 0 0,0 0 34 0 0,0 0 18 0 0,0 0-18 0 0,-1 0-34 0 0,0 0-37 0 0,0 0 40 0 0,0 0-76 0 0,2-1 8 0 0,1 1-5 0 0,2-1-35 0 0,1 0 1 0 0,1 0-68 0 0,0 0-76 0 0,0 0 3 0 0,1 0-93 0 0,1-1 120 0 0,4 1-36 0 0,4 0 23 0 0,3-1-16 0 0,3 0 0 0 0,2 1-5 0 0,1-1-4 0 0,0 1 1 0 0,-2-1 13 0 0,-2 1-14 0 0,-2 0 6 0 0,-3 0-68 0 0,-5-1 80 0 0,-3 1-68 0 0,-3-1 66 0 0,-2 0-65 0 0,-2 0 20 0 0,-1 0-12 0 0,0 0 53 0 0,-1 0-15 0 0,0 0 16 0 0,0 0-16 0 0,0 0-79 0 0,0 0 31 0 0,-1-1 60 0 0,-3 0-75 0 0,-3-1-161 0 0,-5-1 158 0 0,-5-1 39 0 0,-3-2 34 0 0,-4-1 6 0 0,-3 0 1 0 0,-2-1-54 0 0,-2 0 71 0 0,-3-1 36 0 0,-1 0 15 0 0,-1 0-82 0 0,0-1 83 0 0,4 2 46 0 0,3 0 30 0 0,4 3-30 0 0,5 0-5 0 0,5 2-22 0 0,5 1-84 0 0,4 1 64 0 0,2 1-81 0 0,3 0 8 0 0,1 0-93 0 0,0 0 56 0 0,1 0 49 0 0,0 0 91 0 0,-1 0-2 0 0,1 0-31 0 0,-1 0 60 0 0,1 1-51 0 0,0-1 35 0 0,2 0-30 0 0,4 0 0 0 0,4 0 64 0 0,7 2-56 0 0,6 0-98 0 0,6 2 24 0 0,5 1-71 0 0,5 0 62 0 0,4 0-13 0 0,5-1-60 0 0,2 0 89 0 0,4 0-20 0 0,1-2-1 0 0,2 0-6 0 0,-1-1 1 0 0,-1 0-6 0 0,-3-1 7 0 0,-2 0-50 0 0,-6-1 71 0 0,-5 0-23 0 0,-6-1 13 0 0,-8 1 3 0 0,-5-1 4 0 0,-6 0 41 0 0,-4 1-11 0 0,-4 1 6 0 0,-3-1 5 0 0,-2 1-7 0 0,-1-1 17 0 0,-1 1-61 0 0,0 0 74 0 0,-1-1-94 0 0,0 1-56 0 0,-1-1-313 0 0,-3 2-236 0 0,-5 1-119 0 0,-8 1-488 0 0,-11 2-1611 0 0,-9 2-2279 0 0,-17 1-4985 0 0,5 0 12023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7:26.34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908E6"/>
      <inkml:brushProperty name="anchorY" value="-1.01065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767E6"/>
      <inkml:brushProperty name="anchorY" value="-1.0098E6"/>
      <inkml:brushProperty name="scaleFactor" value="0.5"/>
    </inkml:brush>
  </inkml:definitions>
  <inkml:trace contextRef="#ctx0" brushRef="#br0">141 0 1488 0 0,'0'0'0'0'0,"0"0"1876"0"0,0 0-1778 0 0,0 0 378 0 0,0 0-488 0 0,0 0 2943 0 0,0 0-2044 0 0,0 0 143 0 0,0 0-331 0 0,0 0-322 0 0,0 6 102 0 0,3 2-133 0 0,2 0-98 0 0,4 0 59 0 0,2-1 0 0 0,4 0-124 0 0,2 0 10 0 0,0 0-37 0 0,0 0-1 0 0,-2 1 45 0 0,-1 2 92 0 0,-3 3-13 0 0,-1 3-77 0 0,-3 2 73 0 0,-3 3-86 0 0,-1 2-9 0 0,-2 1-23 0 0,0 2-49 0 0,-2-1-17 0 0,-1 1-101 0 0,-1 0-50 0 0,-2 0 76 0 0,-1-1-25 0 0,1-1-62 0 0,-1 1 31 0 0,1-1 42 0 0,0-1-18 0 0,1 0 18 0 0,0-1 6 0 0,1-1-2 0 0,0-1 110 0 0,2 0-46 0 0,-1-2 81 0 0,-1-1-20 0 0,1-1-5 0 0,-2-1-14 0 0,1-1-7 0 0,-1-2 10 0 0,0-1-75 0 0,1-2 18 0 0,0-1-61 0 0,0-2 19 0 0,0 0-13 0 0,2-1-3 0 0,-1-2 61 0 0,1 0 24 0 0,1-2 25 0 0,-1 0 3 0 0,1 0-16 0 0,0-1 5 0 0,1-1-2 0 0,-1 1-14 0 0,0 0 4 0 0,0 0 12 0 0,0 0-18 0 0,0 0 39 0 0,0 0 2 0 0,0 0 11 0 0,0 0-1 0 0,0 0 1 0 0,0 0-84 0 0,-1-2-51 0 0,-2-2-107 0 0,-5-2-15 0 0,-5-5 144 0 0,-5-2-100 0 0,-4-4 23 0 0,-2-3 61 0 0,0-2-207 0 0,0-2-12 0 0,3-3-76 0 0,4-1-167 0 0,3 0 82 0 0,5 2-289 0 0,3 3-76 0 0,2 5-141 0 0,3 6-148 0 0,1 4-402 0 0,0 4-1055 0 0,1 5 693 0 0,0 6-1354 0 0,-1 1 352 0 0</inkml:trace>
  <inkml:trace contextRef="#ctx0" brushRef="#br1" timeOffset="294.628">186 747 4044 0 0,'0'0'0'0'0,"0"0"2421"0"0,0 0-1476 0 0,0 0-199 0 0,0 0-127 0 0,0 0 378 0 0,0 0-23 0 0,0 0-125 0 0,0 0-74 0 0,0 0-184 0 0,0 0-98 0 0,0 0 127 0 0,17-8-25 0 0,10-5-93 0 0,8-5-224 0 0,6-4-292 0 0,5-3-52 0 0,2-2-340 0 0,-1-2-418 0 0,-3 0-592 0 0,-5 1-1223 0 0,-7 3-3847 0 0,-9 6 3205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7:28.80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934E6"/>
      <inkml:brushProperty name="anchorY" value="-1.01083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786E6"/>
      <inkml:brushProperty name="anchorY" value="-1.01015E6"/>
      <inkml:brushProperty name="scaleFactor" value="0.5"/>
    </inkml:brush>
  </inkml:definitions>
  <inkml:trace contextRef="#ctx0" brushRef="#br0">212 1 3312 0 0,'0'0'0'0'0,"0"0"860"0"0,0 0-998 0 0,0 0 373 0 0,0 0 2399 0 0,0 0-1822 0 0,0 0 80 0 0,0 0-598 0 0,0 0-73 0 0,0 0-14 0 0,0 0 34 0 0,0 0-51 0 0,-3 1 24 0 0,0 1 54 0 0,0 0 100 0 0,0-1 36 0 0,1 1 13 0 0,1-1 5 0 0,0 1 30 0 0,1 1-22 0 0,0 1-24 0 0,0 2-50 0 0,0 1-53 0 0,0 2-50 0 0,0 2-91 0 0,0 2-45 0 0,0 2-75 0 0,0 3-38 0 0,1 3-71 0 0,1 3 32 0 0,-1 4 36 0 0,1 3-17 0 0,-1 3-43 0 0,1 1-70 0 0,-1 1 162 0 0,0 1-54 0 0,0-1 26 0 0,-1-1-6 0 0,1-1 104 0 0,-1-1 73 0 0,0-3-99 0 0,0-1 7 0 0,0-2-78 0 0,0-2 133 0 0,-1-1-165 0 0,1-2 112 0 0,0-2-105 0 0,0-1 15 0 0,0-1-94 0 0,0-2 50 0 0,0-1-34 0 0,0-3 83 0 0,0-1-84 0 0,1-3 88 0 0,0-1-16 0 0,0-2 5 0 0,0-1 7 0 0,-1-2-11 0 0,0 0-1 0 0,1-1 13 0 0,0 0-4 0 0,0 0 12 0 0,0-1-13 0 0,-1 0 4 0 0,0 0 4 0 0,1-1 50 0 0,-1 1 4 0 0,0 0 30 0 0,0 0 42 0 0,0 0 18 0 0,0 0 13 0 0,-1 0 28 0 0,1 0 27 0 0,0 0-24 0 0,0 0-33 0 0,0 0-22 0 0,0-2-156 0 0,-2-1 12 0 0,-4-3-280 0 0,-3-3 208 0 0,-5-2 6 0 0,-3-3-18 0 0,-2-2 2 0 0,-2-1-58 0 0,1-1-28 0 0,0 0-56 0 0,2 2-148 0 0,1 0-57 0 0,1 2-178 0 0,3 2-64 0 0,3 3-346 0 0,3 2-582 0 0,3 3-943 0 0,2 2-481 0 0,3 3-1486 0 0,2 1 5312 0 0</inkml:trace>
  <inkml:trace contextRef="#ctx0" brushRef="#br1" timeOffset="332.784">281 742 3360 0 0,'0'0'0'0'0,"0"0"2593"0"0,0 0-1023 0 0,0 0-240 0 0,0 0-255 0 0,0 0 68 0 0,0 0-211 0 0,0 0-310 0 0,0 0-291 0 0,0 0-109 0 0,0 0-35 0 0,-1 0-5 0 0,0 0-3 0 0,1 0 28 0 0,-1 0 35 0 0,0-1 53 0 0,1 0 44 0 0,0-1 68 0 0,1 0-46 0 0,0-2-51 0 0,2-2-16 0 0,2-3-230 0 0,0-4-47 0 0,2-5-123 0 0,1-4 38 0 0,0-4-97 0 0,2-2-135 0 0,-1-2-232 0 0,1-1-81 0 0,1 1-270 0 0,1 1-330 0 0,0 1-1039 0 0,1 2-2234 0 0,1 1-1442 0 0,-2 5 7212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12.56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4682E6"/>
      <inkml:brushProperty name="anchorY" value="-1.01916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4866E6"/>
      <inkml:brushProperty name="anchorY" value="-1.02118E6"/>
      <inkml:brushProperty name="scaleFactor" value="0.5"/>
    </inkml:brush>
  </inkml:definitions>
  <inkml:trace contextRef="#ctx0" brushRef="#br0">408 66 1708 0 0,'0'0'0'0'0,"0"0"8877"0"0,0 0-8541 0 0,0 0 1834 0 0,4 20-1412 0 0,7 10 238 0 0,6 10-18 0 0,8 8-392 0 0,6 4-289 0 0,7 4-157 0 0,4 0-127 0 0,3 0 6 0 0,2-3-108 0 0,-1-2-2 0 0,-1-5-122 0 0,-2-5-269 0 0,-2-4-25 0 0,-5-5-202 0 0,-3-5-273 0 0,-5-4-568 0 0,-7-3-298 0 0,-7-2-890 0 0,-5-3-1773 0 0,-5-2 2398 0 0,-8-1 1387 0 0,-1-3 534 0 0</inkml:trace>
  <inkml:trace contextRef="#ctx0" brushRef="#br1" timeOffset="192.042">0 803 4516 0 0,'0'0'0'0'0,"0"0"3097"0"0,0 0 1278 0 0,0 0-3777 0 0,0 0 331 0 0,13-21 76 0 0,11-11 45 0 0,15-11-3 0 0,19-10-372 0 0,20-8-236 0 0,18-5-110 0 0,16-3-115 0 0,9-1-205 0 0,3 3 18 0 0,-5 4-411 0 0,-10 7-695 0 0,-14 6-303 0 0,-17 7-836 0 0,-16 7-2344 0 0,-16 6-3393 0 0,-15 5 9223 0 0,-13 7-3312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11.98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4097E6"/>
      <inkml:brushProperty name="anchorY" value="-1.01785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2927E6"/>
      <inkml:brushProperty name="anchorY" value="-1.01107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3151E6"/>
      <inkml:brushProperty name="anchorY" value="-1.01181E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3287E6"/>
      <inkml:brushProperty name="anchorY" value="-1.01375E6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3422E6"/>
      <inkml:brushProperty name="anchorY" value="-1.01428E6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3623E6"/>
      <inkml:brushProperty name="anchorY" value="-1.01626E6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3772E6"/>
      <inkml:brushProperty name="anchorY" value="-1.01669E6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3924E6"/>
      <inkml:brushProperty name="anchorY" value="-1.01876E6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412E6"/>
      <inkml:brushProperty name="anchorY" value="-1.01929E6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4253E6"/>
      <inkml:brushProperty name="anchorY" value="-1.02055E6"/>
      <inkml:brushProperty name="scaleFactor" value="0.5"/>
    </inkml:brush>
    <inkml:context xml:id="ctx1">
      <inkml:inkSource xml:id="inkSrc1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00:49:14.034"/>
    </inkml:context>
    <inkml:brush xml:id="br1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5116E6"/>
      <inkml:brushProperty name="anchorY" value="-1.02165E6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5323E6"/>
      <inkml:brushProperty name="anchorY" value="-1.02296E6"/>
      <inkml:brushProperty name="scaleFactor" value="0.5"/>
    </inkml:brush>
  </inkml:definitions>
  <inkml:trace contextRef="#ctx0" brushRef="#br0">1 1708 3940 0 0,'0'0'0'0'0,"0"0"3977"0"0,0 0-2899 0 0,0 0 683 0 0,0 0-932 0 0,0 0 134 0 0,0 0 67 0 0,0 0-211 0 0,0 0 37 0 0,0 0-128 0 0,42-1-158 0 0,18 0-131 0 0,18 1-26 0 0,16 2-52 0 0,16 1-23 0 0,17 2-17 0 0,19 1-68 0 0,20 1-72 0 0,20-2 2 0 0,17 0-37 0 0,17-3 6 0 0,12-3-168 0 0,8-2 38 0 0,4-4-34 0 0,0-1-157 0 0,-4-1 100 0 0,-11-1-21 0 0,-12 2 13 0 0,-14 1-112 0 0,-18 2-112 0 0,-18 2-58 0 0,-16 1-30 0 0,-16 3-152 0 0,-13 1-190 0 0,-15 2-456 0 0,-12 2-412 0 0,-13 1-310 0 0,-12 2-361 0 0,-13 0-627 0 0,-9 1-240 0 0,-11-1 954 0 0,-8 1 1818 0 0,-9-2-509 0 0</inkml:trace>
  <inkml:trace contextRef="#ctx0" brushRef="#br1" timeOffset="-4126.322">436 1072 9625 0 0,'0'0'0'0'0,"0"0"1600"0"0,0 0-742 0 0,0 0-539 0 0,0 0 239 0 0,0 0 79 0 0,0 0-175 0 0,18 20-263 0 0,7 3-134 0 0,10 3 18 0 0,6-2 85 0 0,7-3-61 0 0,5-5-7 0 0,5-3 4 0 0,4-3 71 0 0,3-4-82 0 0,1-1 46 0 0,-1-2-18 0 0,-3-2 8 0 0,-6-1 26 0 0,-4 0 3 0 0,-7 0-23 0 0,-5-2 36 0 0,-6-2-53 0 0,-6-1 59 0 0,-5-2 65 0 0,-3-3-121 0 0,-5-2-70 0 0,-4-4-44 0 0,-3-4-59 0 0,-8-4 55 0 0,-9-6-63 0 0,-10-6 13 0 0,-12-5-46 0 0,-12-5-17 0 0,-9-5-69 0 0,-11-4-244 0 0,-6-2 190 0 0,-5 0 133 0 0,-2 2 89 0 0,4 6 39 0 0,6 9 43 0 0,10 9 145 0 0,11 10 23 0 0,11 8-108 0 0,9 7-52 0 0,10 3-22 0 0,5 4-60 0 0,6 0-106 0 0,3 1-7 0 0,2-1 132 0 0,4 0-272 0 0,5-2 122 0 0,8-1 148 0 0,9-1-162 0 0,11-1 51 0 0,11 0-102 0 0,9 1 9 0 0,7 0-115 0 0,6 2-219 0 0,2 0-276 0 0,0 1-244 0 0,-3 2-432 0 0,-5 1-413 0 0,-5-1-572 0 0,-9 1-1791 0 0,-10 0 2249 0 0,-11-1 1981 0 0</inkml:trace>
  <inkml:trace contextRef="#ctx0" brushRef="#br2" timeOffset="-3539.503">1755 616 3696 0 0,'0'0'0'0'0,"0"0"4465"0"0,0 0-3520 0 0,0 0 689 0 0,0 0-838 0 0,0 0 222 0 0,0 0 42 0 0,0 0-207 0 0,0 0-211 0 0,4 23-95 0 0,2 7-114 0 0,1 9-44 0 0,0 4-95 0 0,1 3-83 0 0,-2 3-92 0 0,0 0-123 0 0,-1 0-196 0 0,-1 0-73 0 0,0-2-218 0 0,1-2-103 0 0,-1-4-77 0 0,2-3-118 0 0,-1-6-220 0 0,1-4-318 0 0,-2-6-371 0 0,-1-4-539 0 0,-1-7-1162 0 0,-1-4-960 0 0,-2-4 4997 0 0,1-2-1289 0 0</inkml:trace>
  <inkml:trace contextRef="#ctx0" brushRef="#br3" timeOffset="-3306.287">1847 1244 1812 0 0,'0'0'0'0'0,"0"0"4957"0"0,0 0-2227 0 0,0 0-918 0 0,0 0-513 0 0,0 0-408 0 0,0 0 205 0 0,0 0-98 0 0,0 0-260 0 0,0 0-305 0 0,0 0-13 0 0,9-18-126 0 0,3-7-110 0 0,2-10-198 0 0,2-6-1 0 0,0-6-88 0 0,-2-5-174 0 0,-2-5-115 0 0,-2-3-313 0 0,-4-2-100 0 0,-2 0-17 0 0,-2 1-356 0 0,-3 4-718 0 0,-2 7-624 0 0,-3 7-808 0 0,-3 11-567 0 0,0 10 2532 0 0,0 8 1315 0 0</inkml:trace>
  <inkml:trace contextRef="#ctx0" brushRef="#br4" timeOffset="-3015.369">1827 733 144 0 0,'0'0'0'0'0,"0"0"376"0"0,0 0-191 0 0,0 0-72 0 0,0 0-24 0 0,0 0 557 0 0,0 0 2787 0 0,0 0-1878 0 0,0 0 279 0 0,0 0-504 0 0,0 0-51 0 0,0 0-57 0 0,42-6-319 0 0,8-4-213 0 0,9-4-81 0 0,2-2-40 0 0,-2-1-9 0 0,-4 0 48 0 0,-4 1-25 0 0,-4 3-41 0 0,-4 3-19 0 0,-3 3-171 0 0,-5 4-128 0 0,-2 5-8 0 0,-3 4-85 0 0,-1 4-13 0 0,-2 5 7 0 0,-1 5-16 0 0,-3 3-9 0 0,-1 5-31 0 0,-2 3-62 0 0,-2 4 1 0 0,-3 3-6 0 0,-3 3-16 0 0,-2 4-94 0 0,-3 3 49 0 0,-3 2-118 0 0,-2 2-11 0 0,-1 1 68 0 0,-2 0-26 0 0,-3-2-74 0 0,-1-3-284 0 0,-2-4-111 0 0,0-6-168 0 0,0-5-312 0 0,0-7-568 0 0,-1-6-888 0 0,-2-6-2357 0 0,0-7-442 0 0,0-4 6411 0 0,2-3-3020 0 0</inkml:trace>
  <inkml:trace contextRef="#ctx0" brushRef="#br5" timeOffset="-2316.129">3041 1316 1500 0 0,'0'0'0'0'0,"0"0"6909"0"0,0 0-5013 0 0,0 0 438 0 0,0 0-1001 0 0,0 0-283 0 0,0 0 117 0 0,0 0-1013 0 0,-10-21 817 0 0,-5-8-857 0 0,-5-10 11 0 0,-1-7-105 0 0,-1-5-21 0 0,0-4-98 0 0,3-2 38 0 0,3-1-143 0 0,5 0-98 0 0,4 2 36 0 0,6 3-67 0 0,8 5-167 0 0,9 5-140 0 0,9 4-450 0 0,9 4-679 0 0,6 3-439 0 0,5 4-695 0 0,4 3-1279 0 0,1 4 1779 0 0,-4 2 2296 0 0,-3 6-361 0 0,-10 3 446 0 0</inkml:trace>
  <inkml:trace contextRef="#ctx0" brushRef="#br6" timeOffset="-2046.928">3460 499 3132 0 0,'0'0'0'0'0,"0"0"4221"0"0,0 0 41 0 0,0 0-3335 0 0,0 0 681 0 0,0 0-658 0 0,0 0 325 0 0,0 0-237 0 0,0 0-261 0 0,14 22-360 0 0,5 10-170 0 0,4 9-47 0 0,2 7-6 0 0,0 5 16 0 0,1 3-62 0 0,-1 1 20 0 0,1-1-97 0 0,-2-1 30 0 0,1-2-116 0 0,-2-3 30 0 0,1-5-118 0 0,-3-5-222 0 0,-2-4-219 0 0,-3-4-134 0 0,-5-5-250 0 0,-4-3-282 0 0,-3-5-391 0 0,-6-4-521 0 0,-4-2-821 0 0,-7-4-2443 0 0,-5-3 1736 0 0,-4-3 4178 0 0,-5-1-1363 0 0,4-2 679 0 0</inkml:trace>
  <inkml:trace contextRef="#ctx0" brushRef="#br7" timeOffset="-1839.574">3311 1215 3544 0 0,'0'0'0'0'0,"0"0"912"0"0,0 0 6623 0 0,0 0-7409 0 0,0 0 2000 0 0,0 0-1139 0 0,0 0 577 0 0,28-23-464 0 0,14-7-374 0 0,11-10-350 0 0,11-7-190 0 0,5-5-176 0 0,4-4-101 0 0,-2-3-16 0 0,-2-3-56 0 0,-7 1-18 0 0,-8 2-130 0 0,-11 4-214 0 0,-11 6-167 0 0,-11 7-565 0 0,-10 7-843 0 0,-5 6-1885 0 0,-7 6-1502 0 0,-1 8 1349 0 0</inkml:trace>
  <inkml:trace contextRef="#ctx0" brushRef="#br8" timeOffset="-1223.447">1682 8 11941 0 0,'0'0'0'0'0,"0"0"2764"0"0,0 0-1138 0 0,0 0-469 0 0,0 0-33 0 0,0 0-292 0 0,0 0-412 0 0,0 0-603 0 0,0 0-93 0 0,0 0-381 0 0,0 0-367 0 0,10 0-575 0 0,2-1-2467 0 0,5-2-2806 0 0,-1 0 1863 0 0</inkml:trace>
  <inkml:trace contextRef="#ctx0" brushRef="#br9" timeOffset="-633.394">4367 1454 8097 0 0,'0'0'0'0'0,"0"0"2744"0"0,0 0-971 0 0,0 0-300 0 0,0 0-199 0 0,0 0 81 0 0,0 0-514 0 0,0 0-267 0 0,44-24-218 0 0,10-8-173 0 0,8-9-86 0 0,1-6 6 0 0,-4-4 27 0 0,-7-4-31 0 0,-6-3-12 0 0,-9-4-98 0 0,-10-5-72 0 0,-10-5-15 0 0,-12-4-156 0 0,-14-7-16 0 0,-18-5-48 0 0,-18-5-202 0 0,-16-3 54 0 0,-14 0-16 0 0,-12 2-261 0 0,-6 6-205 0 0,-3 12-810 0 0,1 14-1131 0 0,1 15-3824 0 0,19 16 3431 0 0</inkml:trace>
  <inkml:trace contextRef="#ctx1" brushRef="#br10">5149 1622 2484,'0'0'0,"0"0"572,0 0 6898,0 0-7520,0 0 2441,0 0-1303,0 0 40,0 0-134,0 0-237,44 1-287,13 1-240,12 0-224,5 0 32,-1 2-155,-2-1-22,-3 2-137,-4-1-225,-4 1-409,-6-1-394,-5-1-817,-7-1-1002,-9-1-2354,-8-2 2089,-9 0 3827</inkml:trace>
  <inkml:trace contextRef="#ctx0" brushRef="#br11" timeOffset="2238.045">5435 1178 3980 0 0,'0'0'0'0'0,"0"0"7917"0"0,0 0-7239 0 0,0 0 1550 0 0,0 0-1044 0 0,51 5-253 0 0,16 1-314 0 0,17 1-388 0 0,8 3-204 0 0,0 0-157 0 0,-2 2-561 0 0,-4 0-730 0 0,-9 1-1387 0 0,-6-2-4749 0 0,-17-2 2580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16.79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5975E6"/>
      <inkml:brushProperty name="anchorY" value="-1.0268E6"/>
      <inkml:brushProperty name="scaleFactor" value="0.5"/>
    </inkml:brush>
  </inkml:definitions>
  <inkml:trace contextRef="#ctx0" brushRef="#br0">1 3 1004 0 0,'0'0'0'0'0,"0"0"340"0"0,0 0 4588 0 0,0 0-2898 0 0,0 0 17 0 0,0 0-358 0 0,0 0-282 0 0,0 0 75 0 0,0 0-560 0 0,53 0 24 0 0,20-1-203 0 0,19 0-298 0 0,10 1-131 0 0,6 0-45 0 0,3 1 15 0 0,2 0-175 0 0,0 0-39 0 0,-4-1-67 0 0,-4 1-129 0 0,-8-1-236 0 0,-10 0-192 0 0,-11 1-284 0 0,-13-1-603 0 0,-14 2-813 0 0,-14 1-741 0 0,-13 1-3477 0 0,-12 2 2746 0 0,-7 0 4213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17.27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244E6"/>
      <inkml:brushProperty name="anchorY" value="-1.02809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465E6"/>
      <inkml:brushProperty name="anchorY" value="-1.03001E6"/>
      <inkml:brushProperty name="scaleFactor" value="0.5"/>
    </inkml:brush>
  </inkml:definitions>
  <inkml:trace contextRef="#ctx0" brushRef="#br0">0 0 1436 0 0,'0'0'0'0'0,"0"0"1200"0"0,0 0 3337 0 0,0 0-4071 0 0,0 0 1443 0 0,0 0-547 0 0,0 0-42 0 0,0 0-110 0 0,0 0-224 0 0,48 13-161 0 0,11 5-143 0 0,9 6-135 0 0,3 4-107 0 0,-3 3-173 0 0,-4 2-188 0 0,-4 1-61 0 0,-2 2-9 0 0,-4 0-92 0 0,-1 1-201 0 0,-2-1-191 0 0,-4 1-191 0 0,-4-2-175 0 0,-3 0-230 0 0,-5-1-125 0 0,-4-1-2 0 0,-4-2-281 0 0,-5-3 109 0 0,-6-3-822 0 0,-5-3-408 0 0,-5-4-448 0 0,-3-4 3315 0 0,-2-4-1376 0 0</inkml:trace>
  <inkml:trace contextRef="#ctx0" brushRef="#br1" timeOffset="251.4">698 133 1788 0 0,'0'0'0'0'0,"0"0"7033"0"0,0 0-5265 0 0,0 0 295 0 0,0 0-560 0 0,0 0-348 0 0,-23 18-85 0 0,-6 7-342 0 0,-5 9-152 0 0,-2 6-202 0 0,0 4-260 0 0,-1 4 0 0 0,0 3-120 0 0,0 3-111 0 0,-2 1-308 0 0,-2 3-315 0 0,-1 0-235 0 0,-1 1-554 0 0,-1-1-875 0 0,0-1-2849 0 0,1-5-1092 0 0,-1-2 7388 0 0,9-11-2616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16.07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5526E6"/>
      <inkml:brushProperty name="anchorY" value="-1.02432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5737E6"/>
      <inkml:brushProperty name="anchorY" value="-1.02618E6"/>
      <inkml:brushProperty name="scaleFactor" value="0.5"/>
    </inkml:brush>
  </inkml:definitions>
  <inkml:trace contextRef="#ctx0" brushRef="#br0">118 73 520 0 0,'0'0'0'0'0,"0"0"1424"0"0,0 0 742 0 0,0 0-898 0 0,0 0 363 0 0,0 0-531 0 0,0 0 63 0 0,0 0-70 0 0,0 0-141 0 0,0 0-151 0 0,0 0-87 0 0,4-1-100 0 0,2 1 13 0 0,1-1-52 0 0,-2 0-46 0 0,1 1-54 0 0,-2 0-74 0 0,2 0-59 0 0,3 3 4 0 0,6 4-154 0 0,7 5-104 0 0,10 7-82 0 0,9 6 9 0 0,8 6-29 0 0,6 6 4 0 0,5 3-63 0 0,2 2 78 0 0,0 2-156 0 0,0 0 32 0 0,-4-2-20 0 0,-5-2-10 0 0,-4-3-152 0 0,-7-4-111 0 0,-6-5-248 0 0,-4-4-123 0 0,-6-3-170 0 0,-3-5-160 0 0,-4-3-252 0 0,-5-3-269 0 0,-5-3-667 0 0,-3-1-564 0 0,-6-3-162 0 0,-6-1 2913 0 0,-8-2-547 0 0,0 1 480 0 0</inkml:trace>
  <inkml:trace contextRef="#ctx0" brushRef="#br1" timeOffset="244.581">1 646 2720 0 0,'0'0'0'0'0,"0"0"3033"0"0,0 0-1821 0 0,0 0 58 0 0,0 0-35 0 0,0 0-148 0 0,44-15 388 0 0,17-8-478 0 0,19-9-41 0 0,12-8-108 0 0,6-8-238 0 0,4-4-50 0 0,-1-4-234 0 0,-4 1-178 0 0,-8 2-140 0 0,-11 4 12 0 0,-12 6-149 0 0,-11 5-26 0 0,-11 6-458 0 0,-10 4-358 0 0,-8 3-489 0 0,-6 3-1331 0 0,-5 2-3226 0 0,-5 5 1787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19.178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274E6"/>
      <inkml:brushProperty name="anchorY" value="-1.02954E6"/>
      <inkml:brushProperty name="scaleFactor" value="0.5"/>
    </inkml:brush>
  </inkml:definitions>
  <inkml:trace contextRef="#ctx0" brushRef="#br0">0 0 392 0 0,'0'0'0'0'0,"0"0"1108"0"0,0 0 4135 0 0,0 0-4985 0 0,0 0 1505 0 0,0 0-765 0 0,0 0-180 0 0,0 0 74 0 0,0 0-206 0 0,0 0-77 0 0,0 0-38 0 0,6 1 561 0 0,2 0-799 0 0,3 0 187 0 0,1 0-112 0 0,2 0-58 0 0,3-1 43 0 0,6 0 20 0 0,7 1-53 0 0,10-1-98 0 0,9 1-99 0 0,9 1-75 0 0,9 0-79 0 0,5 2 2 0 0,5 0-19 0 0,1 1-148 0 0,-1 0 28 0 0,-2 0-322 0 0,-4-1-269 0 0,-6 0-302 0 0,-8 0-858 0 0,-10-1-1340 0 0,-12-1-3380 0 0,-13-1 3359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24.70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115E6"/>
      <inkml:brushProperty name="anchorY" value="-1.03728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285E6"/>
      <inkml:brushProperty name="anchorY" value="-1.03917E6"/>
      <inkml:brushProperty name="scaleFactor" value="0.5"/>
    </inkml:brush>
  </inkml:definitions>
  <inkml:trace contextRef="#ctx0" brushRef="#br0">1 4 652 0 0,'0'0'0'0'0,"0"0"560"0"0,0 0 1461 0 0,0 0 3974 0 0,0 0-5423 0 0,0 0 1354 0 0,0 0-988 0 0,0 0-69 0 0,0 0-19 0 0,0 0-210 0 0,0 0-179 0 0,22 20-67 0 0,6 7-45 0 0,3 8-63 0 0,1 3-31 0 0,0 4-91 0 0,-2 1-48 0 0,-1 0-50 0 0,-1 0-69 0 0,-2-1-66 0 0,-2-3-123 0 0,0-2-196 0 0,-2-3-106 0 0,-1-3-77 0 0,0-3-188 0 0,-3-3-256 0 0,-2-3-265 0 0,-4-3-459 0 0,-3-3-647 0 0,-4-2-2002 0 0,-3-4 1192 0 0,-5-2 3227 0 0,-2-3-651 0 0</inkml:trace>
  <inkml:trace contextRef="#ctx0" brushRef="#br1" timeOffset="272.114">57 615 860 0 0,'0'0'0'0'0,"0"0"5841"0"0,0 0-4738 0 0,0 0 486 0 0,0 0-1064 0 0,0 0-110 0 0,0 0 92 0 0,0 0-468 0 0,0 0 522 0 0,0 0-14 0 0,20-23 81 0 0,5-8-44 0 0,9-9-216 0 0,5-6 62 0 0,4-3-38 0 0,2-1 75 0 0,0-1-143 0 0,1 3-309 0 0,-3 2 27 0 0,-2 3-178 0 0,-4 3-145 0 0,-6 3-418 0 0,-5 4-569 0 0,-6 2-885 0 0,-7 4-3176 0 0,-5 7-184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23.24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268E6"/>
      <inkml:brushProperty name="anchorY" value="-1.03676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136E6"/>
      <inkml:brushProperty name="anchorY" value="-1.03658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988E6"/>
      <inkml:brushProperty name="anchorY" value="-1.036E6"/>
      <inkml:brushProperty name="scaleFactor" value="0.5"/>
    </inkml:brush>
  </inkml:definitions>
  <inkml:trace contextRef="#ctx0" brushRef="#br0">50 41 496 0 0,'0'0'0'0'0,"0"0"4460"0"0,0 0-162 0 0,0 0-3455 0 0,0 0 818 0 0,0 0-776 0 0,0 0-80 0 0,0 0-232 0 0,0 0-288 0 0,0 0-274 0 0,19-1 390 0 0,6-1-132 0 0,7-1-15 0 0,4-1-24 0 0,3-1-42 0 0,1-1-36 0 0,2 1-82 0 0,-3 0-70 0 0,0 1 12 0 0,-3 2-16 0 0,-5 0 5 0 0,-2 1 87 0 0,-6 2 3 0 0,-2 1-107 0 0,-4 2 32 0 0,-4 2-118 0 0,-3 3-74 0 0,-4 1-74 0 0,-2 2 127 0 0,-3 2 29 0 0,-4 2 84 0 0,-4 2-47 0 0,-5 1 68 0 0,-5 2 66 0 0,-2 1 7 0 0,-4 1-33 0 0,-1-1 5 0 0,-1 0 95 0 0,1-2 32 0 0,0-1 15 0 0,1-2-29 0 0,3-1-59 0 0,1-3 12 0 0,2-1-56 0 0,1-1 3 0 0,2-3 11 0 0,2-1-86 0 0,2-1 16 0 0,4-3-97 0 0,2-1-74 0 0,1-1-32 0 0,3-1 23 0 0,3-2-256 0 0,2 0 82 0 0,3 0 214 0 0,2-1 122 0 0,2 2 41 0 0,2-1 52 0 0,1 1-49 0 0,-1 1 98 0 0,1-1 40 0 0,1 3 48 0 0,2 2-62 0 0,3 4-64 0 0,1 3-26 0 0,2 3-60 0 0,0 5-4 0 0,-2 2-18 0 0,-1 3-44 0 0,-3 3 15 0 0,-3 1 48 0 0,-4 1-10 0 0,-3 1 76 0 0,-4 2 9 0 0,-2 1 35 0 0,-6 1 18 0 0,-6 3 44 0 0,-7 1 33 0 0,-6 3 8 0 0,-5 2-59 0 0,-7 1-64 0 0,-4 0-102 0 0,-4 0-67 0 0,-2-2-47 0 0,0-4-128 0 0,-1-5-246 0 0,2-6-257 0 0,2-6-406 0 0,3-8-1040 0 0,3-7-429 0 0,4-7-2276 0 0,8-2 23 0 0</inkml:trace>
  <inkml:trace contextRef="#ctx0" brushRef="#br1" timeOffset="348.507">937 146 380 0 0,'0'0'0'0'0,"0"0"7221"0"0,0 0-4934 0 0,0 0-130 0 0,0 0-475 0 0,0 0-640 0 0,0 0-52 0 0,0 0-247 0 0,0 0-239 0 0,0 0-102 0 0,4 21-80 0 0,-1 9-101 0 0,0 8-1 0 0,0 5-65 0 0,-4 2-43 0 0,-2 2-123 0 0,-5 0-31 0 0,-3 0-113 0 0,-3-2-94 0 0,-2-1-300 0 0,-1-3-294 0 0,0-1-267 0 0,0-3-426 0 0,-1-1-367 0 0,-1-4-538 0 0,1-3-827 0 0,0-4-850 0 0,2-4 3717 0 0,1-4-1102 0 0,4-5 1311 0 0</inkml:trace>
  <inkml:trace contextRef="#ctx0" brushRef="#br2" timeOffset="920.404">889 1073 8037 0 0,'0'0'0'0'0,"0"0"2592"0"0,0 0-1003 0 0,0 0-479 0 0,0 0-219 0 0,0 0-113 0 0,0 0-232 0 0,0 0-213 0 0,0 0-58 0 0,0 0 24 0 0,0 0-5 0 0,-2 2-182 0 0,1 0-54 0 0,0-1-50 0 0,0-1-131 0 0,1 1-143 0 0,1-1-184 0 0,0 0-356 0 0,0 0-641 0 0,0 0-1129 0 0,-1 0-3420 0 0,1-1 717 0 0,-1 0 6264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20.55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502E6"/>
      <inkml:brushProperty name="anchorY" value="-1.03086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67E6"/>
      <inkml:brushProperty name="anchorY" value="-1.03292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871E6"/>
      <inkml:brushProperty name="anchorY" value="-1.03365E6"/>
      <inkml:brushProperty name="scaleFactor" value="0.5"/>
    </inkml:brush>
  </inkml:definitions>
  <inkml:trace contextRef="#ctx0" brushRef="#br0">218 420 1044 0 0,'0'0'0'0'0,"0"0"5613"0"0,0 0-3613 0 0,0 0-363 0 0,0 0-141 0 0,0 0-767 0 0,0 0 278 0 0,0 0-125 0 0,0 0-265 0 0,0 0-112 0 0,0 0-93 0 0,28 9-62 0 0,8 5-62 0 0,10 7-107 0 0,3 6-196 0 0,1 6 51 0 0,1 5 66 0 0,-2 5-33 0 0,-2 3-82 0 0,-3 2 22 0 0,-4 3-92 0 0,-5 0-10 0 0,-6 1-16 0 0,-4-2-20 0 0,-7-3-95 0 0,-5-1-137 0 0,-5-5-98 0 0,-4-3-169 0 0,-4-5-218 0 0,-4-4-210 0 0,-5-5-314 0 0,-5-5-459 0 0,-6-6-1156 0 0,-4-4-1769 0 0,-3-5 3949 0 0,-7-2-264 0 0,6-3 1039 0 0</inkml:trace>
  <inkml:trace contextRef="#ctx0" brushRef="#br1" timeOffset="222.782">0 1062 7129 0 0,'0'0'0'0'0,"0"0"1764"0"0,0 0-700 0 0,0 0 125 0 0,0 0-73 0 0,0 0 440 0 0,0 0-287 0 0,0 0-376 0 0,41-15-215 0 0,12-5-245 0 0,12-4-148 0 0,5-4-132 0 0,0-2-157 0 0,-2-2-37 0 0,-4-1-15 0 0,-4-2-118 0 0,-6-3-278 0 0,-6 0-283 0 0,-6-3-293 0 0,-8-1-496 0 0,-5-1-687 0 0,-8-1-720 0 0,-6-1-2040 0 0,-5 9 1748 0 0</inkml:trace>
  <inkml:trace contextRef="#ctx0" brushRef="#br2" timeOffset="969.324">843 33 300 0 0,'0'0'0'0'0,"0"0"0"0"0,0 0 5775 0 0,0 0-4073 0 0,0 0-543 0 0,0 0-266 0 0,0 0 179 0 0,0 0-39 0 0,0 0-139 0 0,0 0-177 0 0,27-6-260 0 0,5 0-165 0 0,1-1-13 0 0,1 2-37 0 0,-2 0 47 0 0,-3 2 22 0 0,-1 3 28 0 0,0 2-92 0 0,-2 4-87 0 0,-1 3-36 0 0,-2 4-46 0 0,-3 4-84 0 0,-3 1 4 0 0,-6 3-3 0 0,-3 1-97 0 0,-5 1-80 0 0,-5 0 111 0 0,-7 0-43 0 0,-5-1-60 0 0,-4-1 20 0 0,-2-3 79 0 0,-2-2 68 0 0,1-3-66 0 0,2-2 19 0 0,1-4-37 0 0,4-2 35 0 0,4-2-40 0 0,3-2-62 0 0,2-2 63 0 0,3-1-42 0 0,3-1-194 0 0,2-1 220 0 0,3-1-77 0 0,2-1-22 0 0,1 0 250 0 0,3-1 57 0 0,1 2-134 0 0,2 1-5 0 0,1 1 59 0 0,3 1 119 0 0,1 1-28 0 0,3 3-55 0 0,2 3 7 0 0,1 2-57 0 0,1 2 134 0 0,-1 2-24 0 0,-3 2 26 0 0,-4 2 27 0 0,-6 0-188 0 0,-4 2 47 0 0,-4 2-24 0 0,-6 1 13 0 0,-5 1 48 0 0,-7 2-79 0 0,-6 1-151 0 0,-6 1-61 0 0,-5-1-29 0 0,-4 0-272 0 0,-3-1-77 0 0,-3-3-234 0 0,-2-1-485 0 0,-3-3-587 0 0,0-5-1260 0 0,-1-3-1106 0 0,2-3 4249 0 0,-1-3-1570 0 0,10-2 1795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0:49:22.35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6999E6"/>
      <inkml:brushProperty name="anchorY" value="-1.03551E6"/>
      <inkml:brushProperty name="scaleFactor" value="0.5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6-02-03T00:49:25.805"/>
    </inkml:context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463E6"/>
      <inkml:brushProperty name="anchorY" value="-1.03982E6"/>
      <inkml:brushProperty name="scaleFactor" value="0.5"/>
    </inkml:brush>
  </inkml:definitions>
  <inkml:trace contextRef="#ctx0" brushRef="#br0">0 28 28,'0'0'0,"0"0"168,0 0 3412,0 0-1834,0 0-131,0 0-249,0 0-483,0 0 29,0 0-100,0 0-26,1 6-16,2-1 57,1 0-229,1-1 8,4-2 84,4-1-8,6-2 91,10-1-143,9-1-144,12-1-93,10 0-37,12 0-89,8-1-16,8 0-58,6 1-115,3 0-75,2 0-49,-3 1-35,-3 0 91,-6 1-152,-7 1 66,-9 0-97,-10 0-79,-8 1-65,-11 0-108,-8 1-184,-10 0-219,-8 1-347,-6 0-601,-5-1-751,-4 0-2250,-1 0-635,-6 0 6103,-1-1-2334</inkml:trace>
  <inkml:trace contextRef="#ctx1" brushRef="#br1">1419 1 612 0 0,'0'0'0'0'0,"0"0"756"0"0,0 0 2208 0 0,0 0-1257 0 0,0 0-317 0 0,0 0-390 0 0,0 0-314 0 0,0 0 85 0 0,0 0 95 0 0,0 0-51 0 0,0 0-71 0 0,0 0-6 0 0,14 0-66 0 0,1 1-39 0 0,1-1-110 0 0,1 0-82 0 0,-2 1-84 0 0,2 0-80 0 0,0 0-109 0 0,3 1-86 0 0,5 0-66 0 0,7 0-2 0 0,6-1-13 0 0,6 0-89 0 0,4 0-125 0 0,3 0-329 0 0,0-1-87 0 0,-2 0-227 0 0,-4 0-282 0 0,-8 0-1037 0 0,-9 0-3774 0 0,-10 0 1357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31.21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205E6"/>
      <inkml:brushProperty name="anchorY" value="-1.04523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01E6"/>
      <inkml:brushProperty name="anchorY" value="-1.04476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874E6"/>
      <inkml:brushProperty name="anchorY" value="-1.04409E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745E6"/>
      <inkml:brushProperty name="anchorY" value="-1.0428E6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884E6"/>
      <inkml:brushProperty name="anchorY" value="-1.04454E6"/>
      <inkml:brushProperty name="scaleFactor" value="0.5"/>
    </inkml:brush>
  </inkml:definitions>
  <inkml:trace contextRef="#ctx0" brushRef="#br0">676 4 364 0 0,'0'0'0'0'0,"0"0"1200"0"0,0 0 2525 0 0,0 0 329 0 0,0 0-2941 0 0,0 0 817 0 0,0 0-743 0 0,0 0-254 0 0,0 0-158 0 0,0 0-210 0 0,0 0-115 0 0,0 0-49 0 0,-9 10-18 0 0,-4 1-43 0 0,-6 1-28 0 0,-5-2 15 0 0,-4-3-32 0 0,-4-3-341 0 0,-2-1 124 0 0,-1-3-292 0 0,-1-3 277 0 0,2-1-307 0 0,2-1 2 0 0,3-2-94 0 0,2-1 3 0 0,5 0 112 0 0,3 1 29 0 0,4 0 64 0 0,5 2 9 0 0,2 2 51 0 0,4 1-62 0 0,1 1-35 0 0,2 0-51 0 0,1 1-29 0 0,0 1 54 0 0,1 0 12 0 0,1 2 40 0 0,0 0-16 0 0,1 2-24 0 0,-1 2 194 0 0,0 1-216 0 0,-1 2 235 0 0,0 3-410 0 0,-1 3 78 0 0,-2 3 226 0 0,-2 2 54 0 0,-4 2 162 0 0,0 0-88 0 0,-2 1-2 0 0,-2-2 60 0 0,1 0 25 0 0,-1-3-52 0 0,2-1-9 0 0,1-3-68 0 0,2-3 54 0 0,3-2-68 0 0,1-3 9 0 0,1-3-8 0 0,2-2-215 0 0,0-2 88 0 0,0-2 46 0 0,2-1-146 0 0,3-2-386 0 0,4-2 162 0 0,4 1 398 0 0,4-1-81 0 0,2 0 143 0 0,2 2-10 0 0,1 1 165 0 0,0 1 242 0 0,0 4-139 0 0,1 2-142 0 0,0 5-9 0 0,1 4-3 0 0,-1 3-7 0 0,-2 4 145 0 0,-2 3-55 0 0,-4 3-68 0 0,-5 2 62 0 0,-4 2-15 0 0,-5 2 16 0 0,-4 2-16 0 0,-7 0-68 0 0,-7 2-112 0 0,-6 0-207 0 0,-5-1-381 0 0,-6-1-181 0 0,-5-2-153 0 0,-3-3 472 0 0,-2-4-609 0 0,0-4-579 0 0,0-3-338 0 0,2-5-553 0 0,4-4-2904 0 0,3-3 6611 0 0,7-3-1989 0 0</inkml:trace>
  <inkml:trace contextRef="#ctx0" brushRef="#br1" timeOffset="303.74">857 122 8845 0 0,'0'0'0'0'0,"0"0"2276"0"0,0 0-1307 0 0,0 0 160 0 0,0 0-89 0 0,0 0-93 0 0,-2 21-278 0 0,-1 7-198 0 0,1 7-103 0 0,0 3-42 0 0,0 3-139 0 0,1 1-71 0 0,-1-1-120 0 0,0 1-43 0 0,-1-2-354 0 0,-2 1-557 0 0,0-2-295 0 0,-3-1-576 0 0,0-1-888 0 0,-3-2-2381 0 0,-1-3 552 0 0,-1-2 4791 0 0,2-8-897 0 0</inkml:trace>
  <inkml:trace contextRef="#ctx0" brushRef="#br2" timeOffset="479.745">777 914 640 0 0,'0'0'0'0'0,"0"0"10241"0"0,0 0-8751 0 0,0 0 1194 0 0,0 0-1400 0 0,0 0-341 0 0,0 0-678 0 0,0 0-887 0 0,0 0-376 0 0,0 0-446 0 0,0 0-771 0 0,-4-4-1055 0 0,-1-1-4005 0 0,0 0 6305 0 0,1 0 605 0 0</inkml:trace>
  <inkml:trace contextRef="#ctx0" brushRef="#br3" timeOffset="824.183">1264 566 7161 0 0,'0'0'0'0'0,"0"0"3276"0"0,0 0-1255 0 0,0 0-295 0 0,0 0-445 0 0,0 0-427 0 0,0 0-319 0 0,0 0-333 0 0,8 20-172 0 0,3 6 0 0 0,1 7-173 0 0,1 4-282 0 0,0 2-182 0 0,0 1-164 0 0,-1-1-224 0 0,-1 0-514 0 0,-2-1-427 0 0,-1-1-729 0 0,-2-2-1313 0 0,-2-3 541 0 0,-4-2 3727 0 0,0-8-1249 0 0</inkml:trace>
  <inkml:trace contextRef="#ctx0" brushRef="#br4" timeOffset="982.578">1135 984 3404 0 0,'0'0'0'0'0,"0"0"2189"0"0,0 0 4484 0 0,0 0-5794 0 0,16-18 1276 0 0,10-12-672 0 0,15-11-471 0 0,17-10-605 0 0,13-8-339 0 0,12-5-6 0 0,7-2-602 0 0,0 0-943 0 0,-9 5-1398 0 0,-13 5-2817 0 0,-18 13-2480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28.786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698E6"/>
      <inkml:brushProperty name="anchorY" value="-1.04178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863E6"/>
      <inkml:brushProperty name="anchorY" value="-1.04374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064E6"/>
      <inkml:brushProperty name="anchorY" value="-1.04442E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895E6"/>
      <inkml:brushProperty name="anchorY" value="-1.04391E6"/>
      <inkml:brushProperty name="scaleFactor" value="0.5"/>
    </inkml:brush>
  </inkml:definitions>
  <inkml:trace contextRef="#ctx0" brushRef="#br0">178 730 508 0 0,'0'0'0'0'0,"0"0"4292"0"0,0 0 1023 0 0,0 0-4516 0 0,0 0 1203 0 0,0 0-1027 0 0,0 0 88 0 0,0 0-69 0 0,0 0-234 0 0,0 0-158 0 0,27 19-106 0 0,8 7-114 0 0,5 7-78 0 0,3 5-84 0 0,-3 4-70 0 0,-2 4-79 0 0,-5 2-70 0 0,-4 2-50 0 0,-4 0-64 0 0,-3-1-157 0 0,-4-3-242 0 0,-1-3-131 0 0,-4-3-150 0 0,-2-5 6 0 0,-4-5-322 0 0,-3-3-312 0 0,-2-5-654 0 0,-7-3-966 0 0,-5-5-2131 0 0,0-4 2508 0 0</inkml:trace>
  <inkml:trace contextRef="#ctx0" brushRef="#br1" timeOffset="189.879">1 1225 4256 0 0,'0'0'0'0'0,"0"0"5037"0"0,0 0-3184 0 0,0 0 308 0 0,0 0-628 0 0,26-18-221 0 0,13-10-178 0 0,15-8-473 0 0,10-7-334 0 0,7-4-317 0 0,2-2-22 0 0,0-1-258 0 0,-3 0-292 0 0,-6 0-170 0 0,-6 2-267 0 0,-7 1-695 0 0,-9 3-1419 0 0,-9 3-3988 0 0,-10 9 3681 0 0</inkml:trace>
  <inkml:trace contextRef="#ctx0" brushRef="#br2" timeOffset="906.221">1573 0 3756 0 0,'0'0'0'0'0,"0"0"2813"0"0,0 0 2169 0 0,0 0-4904 0 0,0 0 1413 0 0,0 0-937 0 0,0 0 389 0 0,0 0-69 0 0,0 0-228 0 0,0 0-384 0 0,-23 18-244 0 0,-7 1 17 0 0,-6 2-106 0 0,-1-3 1 0 0,0-5-18 0 0,1-4-427 0 0,-1-4 554 0 0,2-4-278 0 0,-1-4 158 0 0,2-3-364 0 0,2-2 291 0 0,1-2-161 0 0,2-1 20 0 0,3-1-67 0 0,1 1-92 0 0,4 0-21 0 0,4 2 86 0 0,5 1 99 0 0,3 2 129 0 0,4 2 73 0 0,3 1 87 0 0,0 2-7 0 0,2 1 352 0 0,1 3 20 0 0,0 2 15 0 0,-1 2-132 0 0,-3 4-270 0 0,-2 3-35 0 0,-3 4 73 0 0,-1 3-86 0 0,-2 3 86 0 0,1 2 200 0 0,1 2 1 0 0,0-1 7 0 0,2-2 20 0 0,2-1-5 0 0,2-3 16 0 0,2-2-18 0 0,0-3-8 0 0,1-3-58 0 0,1-2-144 0 0,-1-3-10 0 0,2-3-173 0 0,1-2-30 0 0,1-1-49 0 0,2-1 161 0 0,3-1 60 0 0,2-1-4 0 0,3 0 5 0 0,3 0 8 0 0,3 0-3 0 0,2 0-50 0 0,4 1 75 0 0,0-1-25 0 0,1 1 5 0 0,0 2-4 0 0,0 0 10 0 0,-2 3 1 0 0,0 2 84 0 0,-2 2-23 0 0,0 2-62 0 0,-1 4 128 0 0,0 2-18 0 0,0 2-76 0 0,-1 4-32 0 0,-1 1 4 0 0,-1 3-12 0 0,-5 1-4 0 0,-3 1-51 0 0,-4 0 75 0 0,-4 0 36 0 0,-3-1 47 0 0,-5-2 68 0 0,-5-2-60 0 0,-5-3-121 0 0,-5-3-176 0 0,-5-2 73 0 0,-3-5-362 0 0,-5-3-127 0 0,-4-4-420 0 0,-3-3-1742 0 0,-3-4-6614 0 0,8-1 9811 0 0</inkml:trace>
  <inkml:trace contextRef="#ctx0" brushRef="#br3" timeOffset="1585.491">13 1413 1056 0 0,'0'0'0'0'0,"0"0"404"0"0,0 0 1172 0 0,0 0 3482 0 0,0 0-4507 0 0,0 0 1126 0 0,0 0-797 0 0,0 0-155 0 0,0 0-111 0 0,0 0-217 0 0,0 0-122 0 0,8 1 31 0 0,5 0 136 0 0,6 1 174 0 0,6 0 161 0 0,9 1-40 0 0,8 0-218 0 0,10 0 97 0 0,9-1 91 0 0,8 1-6 0 0,8-1-78 0 0,6 0-45 0 0,5 0-75 0 0,5-1 36 0 0,5 0-149 0 0,3-1-127 0 0,3 0-55 0 0,-1 0-219 0 0,-1 0 41 0 0,-4 0-29 0 0,-6 0-286 0 0,-7 0-44 0 0,-8 1-122 0 0,-8-1-26 0 0,-8 1-192 0 0,-9 0-302 0 0,-10 1-595 0 0,-10-1-577 0 0,-8 1-694 0 0,-8 1-1818 0 0,-8 1-754 0 0,-6 2 4062 0 0,-4-1 1068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28.07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65E6"/>
      <inkml:brushProperty name="anchorY" value="-1.0411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7837E6"/>
      <inkml:brushProperty name="anchorY" value="-1.0424E6"/>
      <inkml:brushProperty name="scaleFactor" value="0.5"/>
    </inkml:brush>
  </inkml:definitions>
  <inkml:trace contextRef="#ctx0" brushRef="#br0">0 214 600 0 0,'0'0'0'0'0,"0"0"572"0"0,0 0-299 0 0,0 0 1617 0 0,0 0 528 0 0,0 0-887 0 0,0 0-196 0 0,0 0-429 0 0,0 0-95 0 0,0 0-227 0 0,0 0-10 0 0,39 0-15 0 0,5 0-21 0 0,4 0-42 0 0,0 0 20 0 0,-4 0 37 0 0,-4 0-30 0 0,-2 0-124 0 0,-1 0-99 0 0,0 0-153 0 0,-1 0-148 0 0,-1 0 26 0 0,-2 0-85 0 0,-1 1 21 0 0,-2 0-14 0 0,-2 1-83 0 0,-4 0-139 0 0,-3 1-73 0 0,-4-1-151 0 0,-4 0-22 0 0,-4-1-185 0 0,-4 0-228 0 0,-4 0-736 0 0,-6 0-1671 0 0,-6 0-2457 0 0,-9 0 5583 0 0,0 0-554 0 0</inkml:trace>
  <inkml:trace contextRef="#ctx0" brushRef="#br1" timeOffset="222.398">327 0 6657 0 0,'0'0'0'0'0,"0"0"5836"0"0,0 0-5021 0 0,0 0 958 0 0,0 0-1099 0 0,0 0-22 0 0,0 0 67 0 0,0 0-547 0 0,0 0 43 0 0,3 19-225 0 0,0 9 37 0 0,1 10-18 0 0,-2 8-12 0 0,-1 5-79 0 0,-4 3 3 0 0,-4 2-90 0 0,-3 1-87 0 0,-4-3-251 0 0,-1-2-401 0 0,-2-3-592 0 0,1-6-1228 0 0,-1-5-2968 0 0,2-7 107 0 0,2-7 6542 0 0,4-8-1909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33.58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079E6"/>
      <inkml:brushProperty name="anchorY" value="-1.04525E6"/>
      <inkml:brushProperty name="scaleFactor" value="0.5"/>
    </inkml:brush>
  </inkml:definitions>
  <inkml:trace contextRef="#ctx0" brushRef="#br0">0 24 10409 0 0,'0'0'0'0'0,"0"0"2696"0"0,0 0-1059 0 0,0 0-416 0 0,0 0-86 0 0,0 0-105 0 0,0 0-475 0 0,0 0-45 0 0,0 0-232 0 0,0 0-155 0 0,51-2-64 0 0,15-1-54 0 0,14 0-67 0 0,3 0-30 0 0,-2 0-302 0 0,-7 0-455 0 0,-10 0-483 0 0,-11 1-1578 0 0,-16 1-6170 0 0,-13 0 4558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34.043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267E6"/>
      <inkml:brushProperty name="anchorY" value="-1.0465E6"/>
      <inkml:brushProperty name="scaleFactor" value="0.5"/>
    </inkml:brush>
  </inkml:definitions>
  <inkml:trace contextRef="#ctx0" brushRef="#br0">14 0 2612 0 0,'0'0'0'0'0,"0"0"9881"0"0,0 0-7089 0 0,0 0-757 0 0,0 0-908 0 0,0 0-634 0 0,0 0-120 0 0,0 0-809 0 0,0 0-491 0 0,0 0-800 0 0,0 1-3291 0 0,-4 0-3875 0 0,-1 2 7534 0 0,1 0 904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34.22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139E6"/>
      <inkml:brushProperty name="anchorY" value="-1.04524E6"/>
      <inkml:brushProperty name="scaleFactor" value="0.5"/>
    </inkml:brush>
  </inkml:definitions>
  <inkml:trace contextRef="#ctx0" brushRef="#br0">1 0 4072 0 0,'0'0'0'0'0,"0"0"12249"0"0,0 0-11723 0 0,0 0 1295 0 0,0 0-1871 0 0,0 0-276 0 0,0 0-645 0 0,0 0-2073 0 0,0 0-5262 0 0,0 0 2500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34.37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266E6"/>
      <inkml:brushProperty name="anchorY" value="-1.04651E6"/>
      <inkml:brushProperty name="scaleFactor" value="0.5"/>
    </inkml:brush>
  </inkml:definitions>
  <inkml:trace contextRef="#ctx0" brushRef="#br0">1 0 5977 0 0,'0'0'0'0'0,"0"0"7856"0"0,0 0-6762 0 0,0 0-1204 0 0,0 0-1022 0 0,0 0-1133 0 0,0 0-2737 0 0,0 0-819 0 0,0 0 6091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49:34.55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393E6"/>
      <inkml:brushProperty name="anchorY" value="-1.04778E6"/>
      <inkml:brushProperty name="scaleFactor" value="0.5"/>
    </inkml:brush>
  </inkml:definitions>
  <inkml:trace contextRef="#ctx0" brushRef="#br0">60 1 14289 0 0,'0'0'0'0'0,"0"0"2585"0"0,0 0-2031 0 0,0 0-60 0 0,0 0-106 0 0,0 0 10 0 0,0 0-1069 0 0,0 0-934 0 0,0 0-1474 0 0,0 0-2913 0 0,0 0-838 0 0,-29 16 7876 0 0,-1 1-2647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0:01.104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26E6"/>
      <inkml:brushProperty name="anchorY" value="-1.04654E6"/>
      <inkml:brushProperty name="scaleFactor" value="0.5"/>
    </inkml:brush>
  </inkml:definitions>
  <inkml:trace contextRef="#ctx0" brushRef="#br0">99 208 116 0 0,'0'0'0'0'0,"0"0"144"0"0,0 0 275 0 0,0 0-447 0 0,0 0 299 0 0,0 0 10 0 0,0 0 1252 0 0,0 0-9 0 0,2-21-237 0 0,2-5-300 0 0,0-4 89 0 0,1 0-443 0 0,0 2 137 0 0,0 5-361 0 0,-1 5-218 0 0,0 4-100 0 0,-2 4-81 0 0,-1 5-55 0 0,0 2-74 0 0,0 3-112 0 0,0 2-227 0 0,0 2-21 0 0,0 1-47 0 0,1 1-412 0 0,-1 2 141 0 0,1 2 241 0 0,0 2 490 0 0,2 5 1 0 0,-1 5 47 0 0,2 6 154 0 0,3 7 325 0 0,2 7 251 0 0,1 5-58 0 0,3 3-121 0 0,0 4 20 0 0,0 2 76 0 0,-1-1 73 0 0,-3-1-82 0 0,-2-2 19 0 0,-3-5 37 0 0,-2-4-75 0 0,-2-7-158 0 0,0-6-148 0 0,-2-6-65 0 0,-1-8-1 0 0,1-5-27 0 0,0-4-42 0 0,0-4 10 0 0,0-2-1 0 0,1-1-6 0 0,0-1-27 0 0,-1 0-24 0 0,-1-1-52 0 0,-1 0-62 0 0,-3 0-39 0 0,-3 0-14 0 0,-2 0-7 0 0,-1 1 73 0 0,-2 0-31 0 0,-1 0-66 0 0,0 1-67 0 0,-1 0-19 0 0,-2 0 160 0 0,2 0-5 0 0,0 0 24 0 0,3 0-1 0 0,-1 0-7 0 0,2 0-2 0 0,0 0-99 0 0,1-1 70 0 0,-1 0 26 0 0,2 0-89 0 0,1-1-2 0 0,2 0-45 0 0,2 1 55 0 0,2 0 22 0 0,2 0 9 0 0,0 0-26 0 0,1 1-32 0 0,1-1 46 0 0,-1 1 29 0 0,0 0 39 0 0,1 0 7 0 0,-1 0 78 0 0,0 0 88 0 0,3 0 49 0 0,2 0 146 0 0,4 0-52 0 0,3 1-72 0 0,3-1-6 0 0,2 0-24 0 0,2 0-23 0 0,1-1-28 0 0,2-1 108 0 0,3-1-230 0 0,1 0-27 0 0,3-3-14 0 0,0 0-154 0 0,0-3-452 0 0,1-1-188 0 0,-2-2-719 0 0,-1-2-1113 0 0,-2-2-2563 0 0,-3-1 373 0 0,-5 3 5715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0:50:01.82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418E6"/>
      <inkml:brushProperty name="anchorY" value="-1.04824E6"/>
      <inkml:brushProperty name="scaleFactor" value="0.5"/>
    </inkml:brush>
  </inkml:definitions>
  <inkml:trace contextRef="#ctx0" brushRef="#br0">1 20 600,'0'0'0,"0"0"2112,0 0 425,0 0-518,0 0-470,0 0-274,0 0 36,0 0-206,0 0-212,0 0-196,0 0-68,25-3-7,10 0 378,9-1-382,5 1-91,2 0-218,1 1-256,-3 1-21,-3 1-498,-3 1-472,-5 2-396,-6 0-1450,-7 2-5004,-7-1 3525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0:05.982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596E6"/>
      <inkml:brushProperty name="anchorY" value="-1.04951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724E6"/>
      <inkml:brushProperty name="anchorY" value="-1.05085E6"/>
      <inkml:brushProperty name="scaleFactor" value="0.5"/>
    </inkml:brush>
  </inkml:definitions>
  <inkml:trace contextRef="#ctx0" brushRef="#br0">58 119 272 0 0,'0'0'0'0'0,"0"0"236"0"0,0 0-201 0 0,0 0 63 0 0,0 0-36 0 0,0 0-58 0 0,0 0 157 0 0,0 0 772 0 0,0 0-293 0 0,-3 18-57 0 0,1 2-1 0 0,-1 2 64 0 0,1-1 101 0 0,1-4 7 0 0,0-4-51 0 0,2-4-207 0 0,1-4-139 0 0,1-2 51 0 0,2-2-232 0 0,-1-1-127 0 0,1-1-30 0 0,0-2-11 0 0,-1 0 38 0 0,-1 0-59 0 0,-1-1 6 0 0,0 1-111 0 0,-2-2 58 0 0,1 0-20 0 0,-1-3-757 0 0,-1-1-800 0 0,1-2-718 0 0,0-2-29 0 0,-1 0 2315 0 0,-1 23-333 0 0,-1 3 368 0 0</inkml:trace>
  <inkml:trace contextRef="#ctx0" brushRef="#br1" timeOffset="650.525">54 1 40 0 0,'0'0'0'0'0,"0"0"496"0"0,0 0-154 0 0,0 0 2737 0 0,0 0-945 0 0,0 0-576 0 0,0 0-532 0 0,-11 19-289 0 0,0 6 90 0 0,1 4 101 0 0,1 2-145 0 0,2-2-201 0 0,3 0-127 0 0,2-2-83 0 0,4 1-77 0 0,6-1-38 0 0,6 1 6 0 0,6 0-40 0 0,6 3 23 0 0,7 0-138 0 0,5 0-41 0 0,5 0-66 0 0,3-1 9 0 0,4-3-94 0 0,1-3 99 0 0,0-2-141 0 0,-1-5 69 0 0,-3-3 61 0 0,-3-4-24 0 0,-5-2-39 0 0,-3-4 70 0 0,-5-1-18 0 0,-4-4-3 0 0,-3-4-29 0 0,-5-5 49 0 0,-3-6 36 0 0,-5-6-61 0 0,-5-7-94 0 0,-8-7-259 0 0,-9-6 36 0 0,-10-3-4 0 0,-9-3 152 0 0,-8 1 106 0 0,-5 3 60 0 0,-4 3 8 0 0,0 6 69 0 0,4 7-2 0 0,3 8 24 0 0,6 6-97 0 0,4 9-358 0 0,4 8 485 0 0,3 9-853 0 0,3 8-229 0 0,5 7-315 0 0,4 6-350 0 0,4 4-660 0 0,7 3-130 0 0,7 0-8 0 0,4-1 2434 0 0,10 0-1135 0 0,0-9 1181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0:39.977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9074E6"/>
      <inkml:brushProperty name="anchorY" value="-1.05441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9292E6"/>
      <inkml:brushProperty name="anchorY" value="-1.05429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9481E6"/>
      <inkml:brushProperty name="anchorY" value="-1.0565E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9225E6"/>
      <inkml:brushProperty name="anchorY" value="-1.05655E6"/>
      <inkml:brushProperty name="scaleFactor" value="0.5"/>
    </inkml:brush>
  </inkml:definitions>
  <inkml:trace contextRef="#ctx0" brushRef="#br0">234 1386 9161 0 0,'0'0'0'0'0,"0"0"1860"0"0,0 0-565 0 0,0 0 120 0 0,0 0-111 0 0,0 0 189 0 0,0 0-414 0 0,0 0-381 0 0,0 0-241 0 0,0 0-141 0 0,0 0 4 0 0,0 0-113 0 0,-13-3 54 0 0,-5-6-63 0 0,-5-6-54 0 0,-3-8-14 0 0,-1-8 21 0 0,-1-8-61 0 0,1-8-100 0 0,2-7-34 0 0,4-8-36 0 0,6-6-41 0 0,4-5-26 0 0,13-4 18 0 0,13-2 23 0 0,17-2-67 0 0,18 0 8 0 0,17 0-19 0 0,17 2-40 0 0,15 2-79 0 0,8 4-284 0 0,6 5-341 0 0,2 7-643 0 0,-4 5-443 0 0,-5 8-247 0 0,-9 6-732 0 0,-13 8-1831 0 0,-21 9 1216 0 0</inkml:trace>
  <inkml:trace contextRef="#ctx0" brushRef="#br1" timeOffset="379.868">1346 281 1512 0 0,'0'0'0'0'0,"0"0"9061"0"0,0 0-8966 0 0,0 0 2091 0 0,0 0-1361 0 0,0 0 54 0 0,0 0 176 0 0,0 0-274 0 0,0 0-321 0 0,0 0 55 0 0,0 0-256 0 0,31 19-85 0 0,9 13-172 0 0,9 14 27 0 0,4 12 41 0 0,1 6 27 0 0,0 5 20 0 0,-1 0-140 0 0,-2-2-116 0 0,-1-3 26 0 0,-4-4-126 0 0,-5-5 58 0 0,-4-4-252 0 0,-7-4-253 0 0,-6-5-159 0 0,-7-4-170 0 0,-6-4-301 0 0,-4-4-233 0 0,-5-5-375 0 0,-3-4-1423 0 0,-3-4-1849 0 0,-2-4 5690 0 0,-3-4-1986 0 0,2-3 1476 0 0</inkml:trace>
  <inkml:trace contextRef="#ctx0" brushRef="#br2" timeOffset="699.098">2133 201 11461 0 0,'0'0'0'0'0,"0"0"1536"0"0,0 0-452 0 0,-27 26-240 0 0,-15 15 129 0 0,-15 15 427 0 0,-14 10-352 0 0,-8 6-322 0 0,-7 4-297 0 0,-1 1-228 0 0,-1 0-80 0 0,2-2-113 0 0,2-1 19 0 0,3-2 41 0 0,5-2-86 0 0,5-2-173 0 0,6-3-270 0 0,7-3-147 0 0,6-3-238 0 0,6-4-532 0 0,7-4-447 0 0,6-5-1392 0 0,6-4-2213 0 0,6-6-294 0 0,7-6 6434 0 0,6-8-1591 0 0</inkml:trace>
  <inkml:trace contextRef="#ctx0" brushRef="#br3" timeOffset="1176.178">2701 130 9473 0 0,'0'0'0'0'0,"0"0"1768"0"0,0 0-728 0 0,0 0 3 0 0,0 0-4 0 0,0 0 99 0 0,0 0 51 0 0,41 15-327 0 0,8 8-391 0 0,5 10-152 0 0,-3 10-116 0 0,-8 11-44 0 0,-12 9 51 0 0,-10 10-36 0 0,-11 10 72 0 0,-13 8-37 0 0,-16 6-103 0 0,-15 5-21 0 0,-17 3-90 0 0,-16 2-66 0 0,-14-1 25 0 0,-11-2-86 0 0,-7-4-39 0 0,-4-7-123 0 0,-3-6-200 0 0,2-7-215 0 0,1-8-298 0 0,2-9-846 0 0,9-9-1330 0 0,5-11-3941 0 0,21-12 2726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0:38.565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876E6"/>
      <inkml:brushProperty name="anchorY" value="-1.05253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698E6"/>
      <inkml:brushProperty name="anchorY" value="-1.05204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825E6"/>
      <inkml:brushProperty name="anchorY" value="-1.05384E6"/>
      <inkml:brushProperty name="scaleFactor" value="0.5"/>
    </inkml:brush>
  </inkml:definitions>
  <inkml:trace contextRef="#ctx0" brushRef="#br0">1229 299 9609 0 0,'0'0'0'0'0,"0"0"1396"0"0,0 0-532 0 0,0 0-212 0 0,0 0 159 0 0,0 0 335 0 0,0 0-271 0 0,0 0-409 0 0,0 0-552 0 0,0 0 62 0 0,0-14 51 0 0,0-7-32 0 0,0-4 146 0 0,-1-2-106 0 0,-4 0 109 0 0,-7-2-39 0 0,-6 2 26 0 0,-10 0-65 0 0,-8 1-70 0 0,-8 2 16 0 0,-9 4-161 0 0,-8 4 103 0 0,-6 4-53 0 0,-6 8 13 0 0,-4 9-151 0 0,-4 11 94 0 0,-1 12 57 0 0,0 13 88 0 0,0 12 94 0 0,4 11 148 0 0,4 9-41 0 0,7 7 54 0 0,7 4-22 0 0,10 1-12 0 0,9-1-127 0 0,12-5 77 0 0,11-4 1 0 0,8-7-21 0 0,12-7-163 0 0,10-7 33 0 0,11-9-105 0 0,11-6-114 0 0,12-6 0 0 0,11-8-232 0 0,11-7-529 0 0,13-7-605 0 0,13-9 511 0 0,4-8-1331 0 0,12-12-3090 0 0,-17-1 346 0 0</inkml:trace>
  <inkml:trace contextRef="#ctx0" brushRef="#br1" timeOffset="398.495">1386 411 9429 0 0,'0'0'0'0'0,"0"0"1344"0"0,0 0-98 0 0,0 0-322 0 0,-35 24 124 0 0,-13 9 214 0 0,-5 10-438 0 0,1 4-247 0 0,8 3-212 0 0,11 0-137 0 0,12-3-7 0 0,17-2-122 0 0,14-3 56 0 0,14-3-9 0 0,12-4 0 0 0,9-4-26 0 0,9-5-34 0 0,5-4 3 0 0,4-4-28 0 0,4-6 16 0 0,1-4-81 0 0,3-4 23 0 0,-1-7-11 0 0,0-5 51 0 0,-2-6-75 0 0,-2-6 15 0 0,-5-7-99 0 0,-5-7 40 0 0,-8-6-84 0 0,-10-6 17 0 0,-11-6-55 0 0,-11-5 31 0 0,-14-5 45 0 0,-18-4 32 0 0,-15-3 10 0 0,-17 0 72 0 0,-12 3 168 0 0,-10 6 32 0 0,-6 11 6 0 0,-2 14-23 0 0,0 15-219 0 0,-1 17-173 0 0,1 18-35 0 0,2 18-145 0 0,5 18-19 0 0,9 13 13 0 0,11 11-390 0 0,16 7-621 0 0,18 2-555 0 0,21 0-700 0 0,23-4-2291 0 0,16-8-85 0 0,21-8 5994 0 0,-4-16-1843 0 0</inkml:trace>
  <inkml:trace contextRef="#ctx0" brushRef="#br2" timeOffset="808.055">2144 896 2452 0 0,'0'0'0'0'0,"0"0"5045"0"0,0 0-4570 0 0,0 0 1516 0 0,16 19-867 0 0,7 6-24 0 0,10 4-92 0 0,7 0-168 0 0,6-2-228 0 0,3-4-122 0 0,3-4-41 0 0,1-3-61 0 0,-1-4-49 0 0,-2-2-79 0 0,-4-3-58 0 0,-4-2 65 0 0,-4-3-55 0 0,-5-1-73 0 0,-4-4-90 0 0,-4-3 89 0 0,-4-6-153 0 0,-6-6 30 0 0,-5-7-144 0 0,-7-10 8 0 0,-10-8-11 0 0,-12-10-79 0 0,-11-7 8 0 0,-11-7 49 0 0,-11-6-28 0 0,-6-5 63 0 0,-4 0-3 0 0,1 1-24 0 0,5 5 174 0 0,12 9 93 0 0,13 12 1 0 0,16 11-115 0 0,21 12 16 0 0,21 7-30 0 0,22 7 6 0 0,20 4-358 0 0,18 3-272 0 0,13 2-149 0 0,8 1-275 0 0,3 2-145 0 0,-3 2-189 0 0,-4 1-913 0 0,-7 3-2952 0 0,-10 2 2864 0 0,-22 0 1804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0:50.699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444E6"/>
      <inkml:brushProperty name="anchorY" value="-1.05659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668E6"/>
      <inkml:brushProperty name="anchorY" value="-1.05783E6"/>
      <inkml:brushProperty name="scaleFactor" value="0.5"/>
    </inkml:brush>
  </inkml:definitions>
  <inkml:trace contextRef="#ctx0" brushRef="#br0">1 446 3616 0 0,'0'0'0'0'0,"0"0"9445"0"0,0 0-9138 0 0,0 0 2083 0 0,0 0-1714 0 0,53 1-126 0 0,20-1 208 0 0,17-1-85 0 0,6 1-474 0 0,0-2-173 0 0,-4 1-36 0 0,-5-2-100 0 0,-6 0-180 0 0,-7 0-374 0 0,-10 0-272 0 0,-10-1-633 0 0,-11 0-1208 0 0,-12 0-3164 0 0,-11 0-600 0 0,-8 0 7878 0 0</inkml:trace>
  <inkml:trace contextRef="#ctx0" brushRef="#br1" timeOffset="189.55">335 0 12837 0 0,'0'0'0'0'0,"0"0"4953"0"0,0 0-4192 0 0,47 7 666 0 0,20 2-1044 0 0,21 4-51 0 0,11 2-127 0 0,1 0-226 0 0,-3 2-301 0 0,-6-1-921 0 0,-11-2-1275 0 0,-10-1-6478 0 0,-18-4 1112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0:46.441"/>
    </inkml:context>
    <inkml:brush xml:id="br0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9007E6"/>
      <inkml:brushProperty name="anchorY" value="-1.057E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88E6"/>
      <inkml:brushProperty name="anchorY" value="-1.05648E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74E6"/>
      <inkml:brushProperty name="anchorY" value="-1.05544E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962E6"/>
      <inkml:brushProperty name="anchorY" value="-1.05608E6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799E6"/>
      <inkml:brushProperty name="anchorY" value="-1.05669E6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CC912C"/>
      <inkml:brushProperty name="inkEffects" value="gold"/>
      <inkml:brushProperty name="anchorX" value="-1.38651E6"/>
      <inkml:brushProperty name="anchorY" value="-1.05574E6"/>
      <inkml:brushProperty name="scaleFactor" value="0.5"/>
    </inkml:brush>
  </inkml:definitions>
  <inkml:trace contextRef="#ctx0" brushRef="#br0">1009 600 7901 0 0,'0'0'0'0'0,"0"0"880"0"0,0 0-691 0 0,0 0-124 0 0,0 0 539 0 0,0 0-174 0 0,0 0-205 0 0,0 0-63 0 0,0 0-90 0 0,0 0 154 0 0,0 0 188 0 0,-22-11 147 0 0,-5-2-40 0 0,-2 0 44 0 0,0 0-49 0 0,1 3-107 0 0,2 1 0 0 0,1 2-88 0 0,1 3-187 0 0,-2 1-116 0 0,-3 1 3 0 0,-3 1-182 0 0,-5 2 77 0 0,-6 2-5 0 0,-6 4 100 0 0,-4 3 63 0 0,-5 4 120 0 0,-2 6 83 0 0,-1 5-3 0 0,1 4 31 0 0,0 6 66 0 0,3 6 119 0 0,5 5-6 0 0,7 5-123 0 0,8 6-116 0 0,11 4-119 0 0,13 3-126 0 0,16 1-101 0 0,17-1 117 0 0,16-5-186 0 0,14-4 96 0 0,11-7-144 0 0,11-8-144 0 0,6-7-301 0 0,6-7-283 0 0,5-8-69 0 0,2-7-104 0 0,1-6-744 0 0,-1-8-1040 0 0,-4-6-2953 0 0,-2-8 4853 0 0,-18 1-9 0 0</inkml:trace>
  <inkml:trace contextRef="#ctx0" brushRef="#br1" timeOffset="385.11">1481 880 404 0 0,'0'0'0'0'0,"0"0"9853"0"0,0 0-9978 0 0,0 0 2024 0 0,0 0-1222 0 0,-44 18 186 0 0,-9 6 322 0 0,-7 6-393 0 0,3 2-387 0 0,8 2-224 0 0,12 0-38 0 0,12-1-49 0 0,10-1 53 0 0,14 0-61 0 0,10-2-36 0 0,11 0 33 0 0,10-2-89 0 0,7-2 29 0 0,7-3-11 0 0,4-3-14 0 0,4-5-113 0 0,4-3-15 0 0,1-5 29 0 0,1-3-58 0 0,1-5 69 0 0,-3-4-17 0 0,-3-6 62 0 0,-2-5-15 0 0,-5-7-62 0 0,-6-5-36 0 0,-5-6-31 0 0,-9-5-7 0 0,-9-5-63 0 0,-10-4-13 0 0,-12-1 322 0 0,-13-2-91 0 0,-13 1 273 0 0,-11 4 10 0 0,-6 4 114 0 0,-4 8-107 0 0,-3 8-45 0 0,-1 9-226 0 0,0 9-163 0 0,0 8-60 0 0,0 9-142 0 0,3 6-58 0 0,4 7-13 0 0,5 4-68 0 0,9 4-345 0 0,10 3-405 0 0,9 2-54 0 0,12 1-939 0 0,15 1-2258 0 0,11-3 1087 0 0,18 1 4013 0 0,-1-9-1218 0 0</inkml:trace>
  <inkml:trace contextRef="#ctx0" brushRef="#br2" timeOffset="873.761">2078 1379 600 0 0,'0'0'0'0'0,"0"0"980"0"0,0 0 5223 0 0,0 0-6673 0 0,0 0 2249 0 0,0 0-853 0 0,0 0 210 0 0,15 18-37 0 0,6 1-53 0 0,7 2-190 0 0,6-1-132 0 0,3-4-155 0 0,4-2-64 0 0,2-3 0 0 0,3-2-125 0 0,1-2-52 0 0,-1-2-123 0 0,-3 0-16 0 0,-3-2-87 0 0,-4-1 36 0 0,-7-1-30 0 0,-4 0-22 0 0,-5-1 48 0 0,-5-2-63 0 0,-3-3-78 0 0,-2-5 21 0 0,-1-5-154 0 0,-4-6 35 0 0,-1-8 38 0 0,-4-5-45 0 0,-7-7 34 0 0,-9-4-13 0 0,-8-5-10 0 0,-8-3 115 0 0,-7-1-34 0 0,-6 0 6 0 0,-3 2-127 0 0,1 3 50 0 0,5 5 51 0 0,5 7-51 0 0,9 6-111 0 0,9 5-112 0 0,7 5 8 0 0,11 2-81 0 0,10 2-198 0 0,12 0 327 0 0,10 2-170 0 0,11 0 89 0 0,9 3 66 0 0,7 1 98 0 0,6 4-227 0 0,4 2-490 0 0,4 2-623 0 0,0 2-724 0 0,0 3-950 0 0,-5 0-2504 0 0,-3 2 6974 0 0,-14 0-2542 0 0</inkml:trace>
  <inkml:trace contextRef="#ctx0" brushRef="#br3" timeOffset="1618.952">4126 275 756 0 0,'0'0'0'0'0,"0"0"392"0"0,0 0 5526 0 0,0 0-5849 0 0,0 0 1747 0 0,0 0-702 0 0,0 0-158 0 0,0 0 271 0 0,0 0-369 0 0,0 0-302 0 0,0 0-285 0 0,0 0 3 0 0,-34 7 198 0 0,-10 6 43 0 0,-9 5-37 0 0,-5 6-99 0 0,-3 6-15 0 0,-2 5-5 0 0,-1 6 2 0 0,-1 8-30 0 0,-3 7-24 0 0,-1 8-64 0 0,-1 8-27 0 0,-2 10-45 0 0,1 8-48 0 0,2 8-136 0 0,3 6-50 0 0,7 4-44 0 0,7 2-68 0 0,10 0-57 0 0,11-3-23 0 0,12-5 28 0 0,12-7-74 0 0,12-8-193 0 0,15-8-162 0 0,12-9 124 0 0,13-8-90 0 0,13-9-174 0 0,11-9-461 0 0,11-9-741 0 0,10-10-168 0 0,8-9-2070 0 0,-1-9-57 0 0,4-11 4909 0 0,-20-4-1304 0 0</inkml:trace>
  <inkml:trace contextRef="#ctx0" brushRef="#br4" timeOffset="2646.804">5017 472 196 0 0,'0'0'0'0'0,"0"0"796"0"0,0 0 4677 0 0,0 0-4879 0 0,0 0 1419 0 0,0 0-693 0 0,0 0-210 0 0,0 0-4 0 0,0 0-29 0 0,0 0-294 0 0,0 0-184 0 0,0 0-189 0 0,0 2-81 0 0,1 0 31 0 0,0 1-113 0 0,0-1-59 0 0,-1 0 27 0 0,1 0-31 0 0,-1 1 34 0 0,0 0 32 0 0,0 1 34 0 0,0 1-76 0 0,-2 1 21 0 0,-2 0-46 0 0,-2 2-64 0 0,-2 0-31 0 0,-4 1 7 0 0,-1 0 2 0 0,-3 1 30 0 0,0 1-49 0 0,-2 0-3 0 0,-2 2-70 0 0,-1 2 105 0 0,-1 1-67 0 0,0 2 8 0 0,-2 2-1 0 0,-2 2 16 0 0,1 2-23 0 0,-2 3 40 0 0,1 1-44 0 0,0 3-33 0 0,1 2 13 0 0,3 1 63 0 0,3 0-44 0 0,3 1-38 0 0,5 0 7 0 0,4 1-6 0 0,3 2-6 0 0,3 0-8 0 0,2 1 17 0 0,5 2-6 0 0,5-1 2 0 0,3 0 60 0 0,5-1-72 0 0,2-1 28 0 0,3-1 38 0 0,2-2-68 0 0,1-2 17 0 0,3-2-2 0 0,1-2-1 0 0,3-3-10 0 0,1-2-85 0 0,3-3-9 0 0,2-3 29 0 0,1-3 75 0 0,2-3-30 0 0,0-4-78 0 0,2-2 35 0 0,0-3 30 0 0,2-1 35 0 0,2-4-6 0 0,1-4 1 0 0,3-4 6 0 0,0-6-62 0 0,2-5 69 0 0,-1-5-145 0 0,-1-7-46 0 0,-3-5-53 0 0,-3-5-37 0 0,-5-5 73 0 0,-6-5-8 0 0,-7-6 76 0 0,-8-4 38 0 0,-8-6 50 0 0,-9-6-18 0 0,-9-6 68 0 0,-9-3-4 0 0,-5-3 162 0 0,-5 0 32 0 0,-3 3 100 0 0,1 6-107 0 0,0 8 30 0 0,0 10 0 0 0,0 11 10 0 0,-1 11 15 0 0,-2 10-138 0 0,-2 8 18 0 0,-4 8-115 0 0,-2 5 12 0 0,-4 6-142 0 0,-4 5-76 0 0,-5 8-104 0 0,-4 8-52 0 0,-6 11-175 0 0,-5 10-350 0 0,-3 13-820 0 0,0 10-852 0 0,4 9-1727 0 0,6 2-1894 0 0,11 6 4525 0 0,13-14 1491 0 0</inkml:trace>
  <inkml:trace contextRef="#ctx0" brushRef="#br5" timeOffset="3529.329">6274 1 1044 0 0,'0'0'0'0'0,"0"0"236"0"0,0 0 5279 0 0,0 0-5817 0 0,0 0 1813 0 0,0 0-865 0 0,0 0 159 0 0,0 0 190 0 0,0 0-83 0 0,0 0-139 0 0,0 0-147 0 0,0 0-49 0 0,8 6-136 0 0,1 2 63 0 0,3 1 120 0 0,2 1 4 0 0,3 2-97 0 0,2 3 51 0 0,5 3-95 0 0,3 4-37 0 0,4 5-26 0 0,3 4-102 0 0,1 6-101 0 0,2 8-68 0 0,1 6-95 0 0,1 8 35 0 0,-2 9-24 0 0,0 7-71 0 0,-1 9 86 0 0,-2 7-6 0 0,-4 7-81 0 0,-5 5 115 0 0,-7 3-55 0 0,-7 3 22 0 0,-10 0 48 0 0,-12-3-38 0 0,-12-2-93 0 0,-11-5 28 0 0,-11-6-12 0 0,-10-6-14 0 0,-11-7-66 0 0,-9-8-328 0 0,-11-7-228 0 0,-11-7-47 0 0,-9-8-128 0 0,-12-9-430 0 0,-11-8-923 0 0,-8-10-1126 0 0,-4-9-2878 0 0,4-9 2162 0 0,28-4 4560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49.9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1 466 704 0 0,'0'0'4056'0'0,"0"0"-2553"0"0,0 0-931 0 0,0 0 992 0 0,0 0 395 0 0,0 0-646 0 0,0 0-399 0 0,0 0-178 0 0,4-1-42 0 0,13-6-393 0 0,-1-1 0 0 0,0-1 0 0 0,-1 0 1 0 0,0-1-1 0 0,0 0 0 0 0,-1-1 0 0 0,-1-1 1 0 0,0 0-1 0 0,0-1 0 0 0,-2 0 1 0 0,3-4-302 0 0,0-2-25 0 0,0 0 1 0 0,0-2 0 0 0,-2 0 0 0 0,-1 0 0 0 0,-1-1 0 0 0,0 0 0 0 0,-2-1 0 0 0,1-5 24 0 0,27-109-400 0 0,-29 272-455 0 0,-2 268 1284 0 0,-17 33-1112 0 0,12-435 681 0 0,0 1 1 0 0,0-1 0 0 0,0 0 0 0 0,0 0-1 0 0,0 1 1 0 0,0-1 0 0 0,0 0-1 0 0,-1 0 1 0 0,1 0 0 0 0,-1 1 0 0 0,1-1-1 0 0,-1 0 1 0 0,1 0 0 0 0,-1 0-1 0 0,1 0 1 0 0,-1 0 0 0 0,0 0 0 0 0,0 0-1 0 0,0 0 1 0 0,0 0 0 0 0,1 0-1 0 0,-1-1 1 0 0,0 1 0 0 0,0 0 0 0 0,0 0-1 0 0,-1-1 1 0 0,1 1 0 0 0,0-1-1 0 0,0 1 1 0 0,0-1 0 0 0,0 1 0 0 0,-1-1-1 0 0,1 0 1 0 0,0 0 0 0 0,0 1-1 0 0,0-1 1 0 0,-1 0 0 0 0,1 0-1 0 0,0 0 1 0 0,0 0 0 0 0,-1-1 0 0 0,1 1-1 0 0,0 0 1 0 0,0 0 0 0 0,-1-1-1 0 0,1 1 1 0 0,0-1 0 0 0,0 1 0 0 0,0-1-1 0 0,0 1 1 0 0,0-1 0 0 0,0 0-1 0 0,0 0 1 0 0,0 1 0 0 0,0-1 0 0 0,0 0-1 0 0,0 0 1 0 0,0 0 0 0 0,1 0-1 0 0,-1 0 2 0 0,-42-21-263 0 0,30 14 306 0 0,0 1-1 0 0,-1 0 1 0 0,0 1 0 0 0,0 1-1 0 0,-1 0 1 0 0,1 1 0 0 0,-1 0-1 0 0,0 1 1 0 0,0 1 0 0 0,-8 0-43 0 0,-7 11-330 0 0,86-4 1057 0 0,341 7 835 0 0,-134 10-4571 0 0,-231-19 498 0 0,6-2-2204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55.1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872 1 8477 0 0,'0'0'1747'0'0,"0"0"-358"0"0,0 0-280 0 0,0 0-29 0 0,0 0-15 0 0,6 17-143 0 0,119 198 748 0 0,188 172 562 0 0,64 36-2232 0 0,-326-364-312 0 0,-3-3-1209 0 0,-14-23-4389 0 0,-33-32 871 0 0</inkml:trace>
  <inkml:trace contextRef="#ctx0" brushRef="#br0" timeOffset="239.408">1436 335 12569 0 0,'0'0'2288'0'0,"0"0"-1208"0"0,-214 137-247 0 0,126-71-397 0 0,-13 13 84 0 0,0 9 24 0 0,-4 1-236 0 0,4 4-296 0 0,1 2-12 0 0,7-2-248 0 0,0 1-36 0 0,5-3-124 0 0,7-1-300 0 0,4-4-433 0 0,9-2-831 0 0,19-22-2448 0 0,-27 26-3189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2:51.6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1214 656 2752 0 0,'0'0'1570'0'0,"0"0"-467"0"0,0 0-389 0 0,0 0-26 0 0,0 0 72 0 0,0 0-8 0 0,0 0-334 0 0,8-16-113 0 0,35-73 537 0 0,-42 88-734 0 0,-1-1 0 0 0,1 0 0 0 0,-1 1 0 0 0,1-1 0 0 0,-1 1 0 0 0,0-1 0 0 0,1 0 0 0 0,-1 0 0 0 0,0 1 0 0 0,0-1 0 0 0,0 0 0 0 0,-1 1 0 0 0,1-1 0 0 0,0 0 0 0 0,-1 1 0 0 0,1-1 1 0 0,-1 1-1 0 0,1-1 0 0 0,-1 0 0 0 0,0 1 0 0 0,1-1 0 0 0,-1 1 0 0 0,0 0 0 0 0,0-1 0 0 0,0 1 0 0 0,0 0 0 0 0,-1-1 0 0 0,1 1 0 0 0,0 0 0 0 0,0 0 0 0 0,-1 0 0 0 0,1 0 0 0 0,-1 0 0 0 0,1 0-108 0 0,-94-35 304 0 0,94 35-290 0 0,-20-4 4 0 0,0 0 1 0 0,0 1 0 0 0,0 1 0 0 0,0 1-1 0 0,-1 1 1 0 0,1 1 0 0 0,-1 0-1 0 0,1 2 1 0 0,0 1 0 0 0,0 0 0 0 0,0 1-1 0 0,0 2 1 0 0,1 0 0 0 0,-1 1 0 0 0,2 1-1 0 0,-1 1 1 0 0,1 1 0 0 0,0 0-1 0 0,1 2 1 0 0,1 0 0 0 0,-1 1 0 0 0,-13 14-19 0 0,11-10 63 0 0,1 0 0 0 0,1 1 0 0 0,1 2 0 0 0,1-1 1 0 0,1 2-1 0 0,0 0 0 0 0,2 1 0 0 0,0 0 0 0 0,1 1 0 0 0,2 0 1 0 0,0 1-1 0 0,2 0 0 0 0,0 1 0 0 0,2-1 0 0 0,1 1 0 0 0,0 4-63 0 0,5-23-1 0 0,1 0-1 0 0,-1 0 1 0 0,1 0-1 0 0,1 0 0 0 0,-1-1 1 0 0,1 1-1 0 0,0 0 1 0 0,0-1-1 0 0,1 1 0 0 0,0-1 1 0 0,0 0-1 0 0,0 0 1 0 0,0 0-1 0 0,1 0 0 0 0,0-1 1 0 0,0 1-1 0 0,0-1 1 0 0,0 0-1 0 0,1 0 1 0 0,0-1-1 0 0,-1 1 0 0 0,1-1 1 0 0,1 0-1 0 0,-1 0 1 0 0,0-1-1 0 0,1 1 0 0 0,-1-1 1 0 0,1 0-1 0 0,0-1 1 0 0,0 0-1 0 0,4 1 2 0 0,196 22-482 0 0,-201-24 465 0 0,282-11-1856 0 0,-89-20-4421 0 0,-92 9 972 0 0</inkml:trace>
  <inkml:trace contextRef="#ctx0" brushRef="#br0" timeOffset="364.905">1585 1002 8885 0 0,'0'0'2105'0'0,"0"0"-741"0"0,-7 16-329 0 0,3-7-874 0 0,2-6-132 0 0,0 0-1 0 0,0 0 0 0 0,0 0 1 0 0,0 0-1 0 0,1 0 1 0 0,0 0-1 0 0,-1 1 1 0 0,1-1-1 0 0,0 0 1 0 0,1 1-1 0 0,-1-1 0 0 0,0 1 1 0 0,1-1-1 0 0,0 0 1 0 0,0 1-1 0 0,0-1 1 0 0,0 1-1 0 0,1-1 1 0 0,-1 1-1 0 0,1-1 1 0 0,0 1-1 0 0,0-1 0 0 0,0 0 1 0 0,0 0-1 0 0,1 1 1 0 0,-1-1-1 0 0,1 0 1 0 0,0 0-1 0 0,0-1 1 0 0,0 1-1 0 0,1 1-28 0 0,23 11 87 0 0,1-1-1 0 0,0-1 1 0 0,2-1-1 0 0,-1-1 1 0 0,1-2-1 0 0,1-1 1 0 0,-1-1-1 0 0,1-1 1 0 0,0-2 0 0 0,1-1-1 0 0,-1-1 1 0 0,29-3-87 0 0,-17 4-6 0 0,0-2 1 0 0,0-1-1 0 0,0-2 1 0 0,0-3-1 0 0,0 0 0 0 0,-1-3 1 0 0,0-2-1 0 0,0-1 1 0 0,36-16 5 0 0,-73 25 14 0 0,0 1 0 0 0,0-1-1 0 0,-1 0 1 0 0,1 0 0 0 0,-1-1 0 0 0,1 1 0 0 0,-1-1 0 0 0,0 0 0 0 0,0 1 0 0 0,0-1 0 0 0,0-1 0 0 0,0 1 0 0 0,-1 0-1 0 0,1-1 1 0 0,-1 1 0 0 0,0-1 0 0 0,0 0 0 0 0,-1 0 0 0 0,1 0 0 0 0,-1 0 0 0 0,1 0 0 0 0,-1 0 0 0 0,-1 0-1 0 0,1 0 1 0 0,0 0 0 0 0,-1 0 0 0 0,0-1 0 0 0,0 1 0 0 0,0 0 0 0 0,-1 0 0 0 0,1 0 0 0 0,-1 0 0 0 0,0-1 0 0 0,0 1-1 0 0,-2-3-13 0 0,-6-4-21 0 0,0 0 0 0 0,-1 1-1 0 0,0 0 1 0 0,-1 0 0 0 0,0 1-1 0 0,-1 0 1 0 0,1 1 0 0 0,-2 1-1 0 0,1 0 1 0 0,-1 0 0 0 0,-11-3 21 0 0,17 6 16 0 0,-34-18 61 0 0,0 1 1 0 0,-2 3 0 0 0,0 1-1 0 0,-1 2 1 0 0,0 2 0 0 0,-1 2-1 0 0,0 2 1 0 0,-1 2 0 0 0,0 2-1 0 0,0 2 1 0 0,-40 3-78 0 0,77 0-22 0 0,1 1-1 0 0,0-1 1 0 0,0 1 0 0 0,-1 1-1 0 0,1-1 1 0 0,0 2 0 0 0,0-1-1 0 0,0 1 1 0 0,1 0 0 0 0,-1 0-1 0 0,1 1 1 0 0,0 0 0 0 0,-1 1 0 0 0,2 0-1 0 0,-1 0 1 0 0,1 0 0 0 0,-1 0-1 0 0,2 1 1 0 0,-1 0 0 0 0,1 1-1 0 0,-1-1 1 0 0,2 1 0 0 0,-1 0 0 0 0,1 0-1 0 0,0 1 1 0 0,0-1 0 0 0,1 1-1 0 0,0 0 1 0 0,1 0 0 0 0,0 0-1 0 0,0 0 1 0 0,0 0 0 0 0,1 2 22 0 0,2-4-160 0 0,0 0 1 0 0,0 0-1 0 0,1 0 1 0 0,0 0-1 0 0,0 0 1 0 0,1-1-1 0 0,-1 1 1 0 0,1-1 0 0 0,0 1-1 0 0,1-1 1 0 0,-1 0-1 0 0,1 0 1 0 0,0-1-1 0 0,0 1 1 0 0,1-1-1 0 0,-1 0 1 0 0,1 0-1 0 0,0 0 1 0 0,0-1-1 0 0,1 0 1 0 0,4 3 159 0 0,84 39-6849 0 0,-9-19 1400 0 0</inkml:trace>
  <inkml:trace contextRef="#ctx0" brushRef="#br0" timeOffset="746.781">2637 1147 1212 0 0,'0'0'5951'0'0,"0"0"-3840"0"0,0 0-1199 0 0,0 0-318 0 0,0 0 105 0 0,0 0 300 0 0,0 0-16 0 0,18 17-299 0 0,62 56-264 0 0,49-20 464 0 0,-96-47-598 0 0,0 3-4 0 0,2-1-1 0 0,-1-2 1 0 0,1-1 0 0 0,0-2 0 0 0,0-1 0 0 0,0-2-1 0 0,0-1 1 0 0,0-2 0 0 0,33-7-282 0 0,-64 9-12 0 0,1 0 1 0 0,-1 0-1 0 0,0 0 0 0 0,0 0 1 0 0,0-1-1 0 0,0 1 0 0 0,0-1 1 0 0,0 0-1 0 0,0 0 0 0 0,-1-1 1 0 0,1 1-1 0 0,-1-1 0 0 0,1 0 0 0 0,-1 0 1 0 0,0 0-1 0 0,0 0 0 0 0,-1 0 1 0 0,1-1-1 0 0,-1 1 0 0 0,1-1 1 0 0,-1 0-1 0 0,0 0 0 0 0,0 0 1 0 0,-1 0-1 0 0,1 0 0 0 0,-1 0 1 0 0,0 0-1 0 0,0 0 0 0 0,0-1 1 0 0,-1 1-1 0 0,1 0 0 0 0,-1-1 1 0 0,0 1-1 0 0,0 0 0 0 0,-1-1 0 0 0,1 1 1 0 0,-1 0-1 0 0,0 0 0 0 0,0-1 1 0 0,-1 1-1 0 0,1 0 0 0 0,-1 0 1 0 0,0 0-1 0 0,0 0 0 0 0,0 1 1 0 0,0-1 11 0 0,-21-23-28 0 0,-1 2 0 0 0,-2 1 0 0 0,0 1 0 0 0,-1 1 0 0 0,-1 1 0 0 0,-1 1 0 0 0,-12-5 28 0 0,-10-8-105 0 0,-252-185-670 0 0,301 217 755 0 0,1 1 0 0 0,0 0 0 0 0,-1-1 0 0 0,1 1 0 0 0,0-1 0 0 0,0 1 0 0 0,0-1 0 0 0,-1 1 0 0 0,1-1 0 0 0,0 0 0 0 0,0 0 0 0 0,0 1 1 0 0,0-1-1 0 0,0 0 0 0 0,0 0 0 0 0,0 0 0 0 0,0 0 0 0 0,1 0 0 0 0,-1 0 0 0 0,0-1 0 0 0,1 1 0 0 0,-1 0 0 0 0,1 0 0 0 0,-1 0 0 0 0,1-1 1 0 0,-1 1-1 0 0,1 0 0 0 0,0 0 0 0 0,-1-1 0 0 0,1 1 0 0 0,0 0 0 0 0,0-1 0 0 0,0 1 0 0 0,0 0 0 0 0,1-1 0 0 0,-1 1 0 0 0,0 0 0 0 0,0-1 1 0 0,1 1-1 0 0,-1 0 0 0 0,1 0 0 0 0,-1-1 0 0 0,1 1 0 0 0,-1 0 0 0 0,1 0 0 0 0,0 0 0 0 0,0 0 0 0 0,-1 0 0 0 0,1 0 0 0 0,0 0 0 0 0,1 0 20 0 0,338-11-9158 0 0,-297 17 6482 0 0,10 6-1071 0 0</inkml:trace>
  <inkml:trace contextRef="#ctx0" brushRef="#br0" timeOffset="1158.16">4262 1329 8765 0 0,'0'0'2082'0'0,"0"0"-420"0"0,0 0-350 0 0,0 0-138 0 0,0 0-26 0 0,0 0-72 0 0,-23-17-187 0 0,-73-58-221 0 0,88 69-613 0 0,0-1 0 0 0,1 0 0 0 0,0 0 1 0 0,0 0-1 0 0,1-1 0 0 0,0 0 0 0 0,0-1 1 0 0,1 1-1 0 0,0-1 0 0 0,0 0 0 0 0,1 0 1 0 0,0-1-1 0 0,1 0-55 0 0,-5-11 45 0 0,0-1-54 0 0,1 0 1 0 0,1-1-1 0 0,1 0 1 0 0,1 0-1 0 0,0 0 0 0 0,2 0 1 0 0,1 0-1 0 0,1-1 0 0 0,1 1 1 0 0,1-1-1 0 0,2 1 1 0 0,0 0-1 0 0,1 0 0 0 0,1 1 1 0 0,1 0-1 0 0,1 0 0 0 0,1 0 1 0 0,10-17 8 0 0,4 0-181 0 0,1 2 1 0 0,2 1 0 0 0,1 1-1 0 0,2 1 1 0 0,30-26 180 0 0,106-59-3483 0 0,-106 96-3292 0 0,-29 22 1739 0 0</inkml:trace>
  <inkml:trace contextRef="#ctx0" brushRef="#br0" timeOffset="1490.953">4891 517 7901 0 0,'0'0'3565'0'0,"0"0"-1934"0"0,0 0-664 0 0,0 0-188 0 0,0 0 265 0 0,0 0 131 0 0,0 0-210 0 0,0 0-316 0 0,0 0-219 0 0,-7-1-90 0 0,2 0-319 0 0,5 1-9 0 0,-1-1 0 0 0,0 1-1 0 0,1 0 1 0 0,-1-1-1 0 0,0 1 1 0 0,1 0-1 0 0,-1-1 1 0 0,0 1-1 0 0,0 0 1 0 0,1 0-1 0 0,-1-1 1 0 0,0 1-1 0 0,0 0 1 0 0,1 0 0 0 0,-1 0-1 0 0,0 0 1 0 0,0 0-1 0 0,0 0 1 0 0,1 0-1 0 0,-1 1 1 0 0,0-1-1 0 0,0 0 1 0 0,1 0-1 0 0,-1 1 1 0 0,0-1 0 0 0,1 0-1 0 0,-1 1 1 0 0,0-1-1 0 0,1 0 1 0 0,-1 1-1 0 0,0-1 1 0 0,1 1-1 0 0,-1-1 1 0 0,1 1-1 0 0,-1 0 1 0 0,1-1 0 0 0,-1 1-1 0 0,1-1 1 0 0,-1 1-1 0 0,1 0 1 0 0,0 0-1 0 0,-1-1 1 0 0,1 1-1 0 0,0 0 1 0 0,-1-1-1 0 0,1 1 1 0 0,0 0-1 0 0,0 0 1 0 0,0 0 0 0 0,0-1-1 0 0,0 1 1 0 0,0 0-1 0 0,0 0 1 0 0,0-1-1 0 0,0 1 1 0 0,0 0-1 0 0,0 0 1 0 0,1 0-1 0 0,-1-1 1 0 0,0 1 0 0 0,1 0-1 0 0,-1-1 1 0 0,0 1-1 0 0,1 0 1 0 0,-1-1-1 0 0,1 1 1 0 0,-1 0-1 0 0,1-1 1 0 0,-1 1-12 0 0,174 253 348 0 0,264 227-3187 0 0,-431-462 1700 0 0,-7-16-7292 0 0,-7-6 4128 0 0</inkml:trace>
  <inkml:trace contextRef="#ctx0" brushRef="#br0" timeOffset="1792.444">5467 414 9157 0 0,'0'0'1647'0'0,"0"0"-138"0"0,0 0-260 0 0,-35 21-139 0 0,-116 72 122 0 0,24 32 1039 0 0,85-63-1908 0 0,2 1 1 0 0,2 2-1 0 0,4 2 1 0 0,3 1-1 0 0,-10 35-363 0 0,4-14-832 0 0,11-38-1148 0 0,4-20-5156 0 0,13-16-264 0 0</inkml:trace>
  <inkml:trace contextRef="#ctx0" brushRef="#br0" timeOffset="2235.316">5645 126 5072 0 0,'0'0'1864'0'0,"0"0"-124"0"0,0 0-92 0 0,0 0 84 0 0,0 0-77 0 0,0 0-314 0 0,33 11-426 0 0,111 39-288 0 0,-128-43-544 0 0,0 0-1 0 0,0 2 1 0 0,-1 0 0 0 0,0 0-1 0 0,-1 2 1 0 0,0 0 0 0 0,0 0-1 0 0,-1 1 1 0 0,-1 1 0 0 0,0 0-1 0 0,-1 1 1 0 0,0 0-1 0 0,-1 0 1 0 0,-1 1 0 0 0,0 1-1 0 0,-1-1 1 0 0,2 10-83 0 0,4 5 46 0 0,-1 1 0 0 0,-1 1 0 0 0,-2 0 0 0 0,-2 0 0 0 0,-1 1 0 0 0,-1 0 0 0 0,-2 1-1 0 0,-1-1 1 0 0,-2 1 0 0 0,-1-1 0 0 0,-1 1 0 0 0,-2-1 0 0 0,-2 1 0 0 0,-1-1 0 0 0,-1 0 0 0 0,-2-1 0 0 0,-1 0 0 0 0,-2 0 0 0 0,-13 24-46 0 0,-93 149-1395 0 0,65-144-1566 0 0,-8-10-3480 0 0,12-20-1498 0 0</inkml:trace>
  <inkml:trace contextRef="#ctx0" brushRef="#br0" timeOffset="2981.763">1 1585 4244 0 0,'0'0'3724'0'0,"0"0"-2198"0"0,0 0-552 0 0,0 0-136 0 0,0 0 160 0 0,0 0 110 0 0,0 0-186 0 0,0 0-210 0 0,0 0 25 0 0,43-1-30 0 0,313-8 461 0 0,2521 31 960 0 0,-861-70-2026 0 0,-1018-39-1271 0 0,-855 83-160 0 0,-143 4 1237 0 0,1 1 0 0 0,0-1 1 0 0,0 0-1 0 0,0 0 0 0 0,-1 1 1 0 0,1-1-1 0 0,0 0 0 0 0,0 1 1 0 0,-1-1-1 0 0,1 0 0 0 0,0 1 0 0 0,-1-1 1 0 0,1 1-1 0 0,0 0 0 0 0,-1-1 1 0 0,1 1-1 0 0,-1-1 0 0 0,1 1 1 0 0,-1 0-1 0 0,1-1 0 0 0,-1 1 1 0 0,0 0-1 0 0,1 0 0 0 0,-1-1 1 0 0,0 1-1 0 0,1 0 0 0 0,-1 0 1 0 0,0-1-1 0 0,0 1 0 0 0,0 0 1 0 0,0 0-1 0 0,0 0 0 0 0,0-1 1 0 0,0 1-1 0 0,0 0 0 0 0,0 0 1 0 0,0 0-1 0 0,0 0 0 0 0,-1-1 1 0 0,1 1-1 0 0,0 0 0 0 0,0 0 1 0 0,-1-1-1 0 0,1 1 0 0 0,-1 0 1 0 0,1-1-1 0 0,0 1 0 0 0,-1 0 1 0 0,1-1-1 0 0,-1 1 0 0 0,0 0 0 0 0,1-1 1 0 0,-1 1-1 0 0,0-1 0 0 0,1 1 1 0 0,-1-1-1 0 0,0 0 0 0 0,1 1 1 0 0,-1-1-1 0 0,0 0 0 0 0,0 1 1 0 0,1-1-1 0 0,-1 0 0 0 0,0 0 1 0 0,0 0-1 0 0,0 1 0 0 0,1-1 1 0 0,-1 0 91 0 0,-20 11-4397 0 0,-11 5-1558 0 0</inkml:trace>
  <inkml:trace contextRef="#ctx0" brushRef="#br0" timeOffset="17522.76">6443 568 5745 0 0,'0'0'1999'0'0,"0"0"-610"0"0,0 0-495 0 0,0 0-175 0 0,0 0 229 0 0,0 0-92 0 0,0 0-355 0 0,0 0-213 0 0,0 0-42 0 0,0 0-8 0 0,52-8 1426 0 0,159-68-998 0 0,54-22-686 0 0,-201 77-8 0 0,-63 21 33 0 0,-2-5-60 0 0,0 0 0 0 0,0 1 1 0 0,-1-1-1 0 0,1 0 0 0 0,-1 0 0 0 0,0 1 0 0 0,0-1 1 0 0,-1 1-1 0 0,1 0 0 0 0,-1-1 0 0 0,0 1 0 0 0,0 0 0 0 0,-1 1 1 0 0,1-1-1 0 0,-1 1 0 0 0,1-1 0 0 0,-1 1 0 0 0,0 0 0 0 0,-1 0 1 0 0,1 1-1 0 0,0-1 0 0 0,-1 1 0 0 0,1 0 0 0 0,-2 0 55 0 0,-75-23-5625 0 0,99 43 1424 0 0,121 75-767 0 0</inkml:trace>
  <inkml:trace contextRef="#ctx0" brushRef="#br0" timeOffset="18062.457">6947 474 1096 0 0,'0'0'884'0'0,"0"0"-192"0"0,0 0-166 0 0,0 0-96 0 0,0 0-121 0 0,0 0-75 0 0,0 0 37 0 0,0 0 51 0 0,0 0 30 0 0,0 0 15 0 0,33-31-4 0 0,-24 22 5662 0 0,-13 20-3320 0 0,-6 17-2576 0 0,-41 109-988 0 0,46-116-881 0 0,5-12-5426 0 0,0-8 3042 0 0</inkml:trace>
  <inkml:trace contextRef="#ctx0" brushRef="#br0" timeOffset="18903.658">7278 131 392 0 0,'0'0'2112'0'0,"0"0"-438"0"0,0 0-211 0 0,0 0-85 0 0,0 0 26 0 0,0 0-161 0 0,0 0-313 0 0,0 0-265 0 0,0 0-154 0 0,6-1-132 0 0,-3 0-402 0 0,1 0 1 0 0,-1-1-1 0 0,0 1 1 0 0,1-1-1 0 0,-1 0 0 0 0,0 0 1 0 0,0 0-1 0 0,0-1 0 0 0,0 1 1 0 0,-1 0-1 0 0,1-1 1 0 0,-1 0-1 0 0,1 0 0 0 0,-1 0 1 0 0,0 0-1 0 0,0 0 0 0 0,0 0 1 0 0,-1 0-1 0 0,1-1 1 0 0,-1 1-1 0 0,1-3 23 0 0,5-7-87 0 0,36-46-1774 0 0,-43 59 1641 0 0,0 0 95 0 0,-32 50 270 0 0,-12 140 268 0 0,28-84 599 0 0,4-41-701 0 0,12-65-419 0 0,0 0-56 0 0,-37-4-503 0 0,33 3 708 0 0,-30-7 716 0 0,42 2-95 0 0,100 13-546 0 0,-37 9-3048 0 0,-59-12 879 0 0,-44-4-2109 0 0,-145-27 1408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3:07.3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50 3756 0 0,'0'0'1808'0'0,"0"0"-995"0"0,0 0-294 0 0,0 0-350 0 0,0 0 418 0 0,0 0 1143 0 0,0 0-428 0 0,0 0-495 0 0,4 1-383 0 0,32 17 3026 0 0,12 6-1667 0 0,440 65-2826 0 0,-420-83-282 0 0,-80-29 1868 0 0,-188-133-563 0 0,172 147-1334 0 0,27 9 551 0 0,1 0-306 0 0,3 4-5387 0 0,14-1 3595 0 0</inkml:trace>
  <inkml:trace contextRef="#ctx0" brushRef="#br0" timeOffset="255.594">662 209 5685 0 0,'0'0'1834'0'0,"0"0"-328"0"0,0 0-337 0 0,0 0-250 0 0,0 0-289 0 0,0 0 450 0 0,0 0-250 0 0,0 0-303 0 0,0 0-130 0 0,0 0-75 0 0,-24 13-47 0 0,-150 87 12 0 0,35-45-2128 0 0,137-55 103 0 0,3-2-1229 0 0,2-8-1884 0 0</inkml:trace>
  <inkml:trace contextRef="#ctx0" brushRef="#br0" timeOffset="636.26">952 159 2508 0 0,'0'0'3758'0'0,"0"0"-2232"0"0,0 0-995 0 0,0 0-184 0 0,0 0 191 0 0,0 0 90 0 0,0 0-444 0 0,-13 15-266 0 0,-35 52 58 0 0,48-64 31 0 0,-1 0 0 0 0,1 0-1 0 0,0 0 1 0 0,0 0 0 0 0,0 0-1 0 0,0 0 1 0 0,1 0 0 0 0,-1 0 0 0 0,1 0-1 0 0,0 0 1 0 0,0 0 0 0 0,0 0-1 0 0,0 0 1 0 0,0 0 0 0 0,0-1 0 0 0,1 1-1 0 0,0 0 1 0 0,-1-1 0 0 0,1 1-1 0 0,0-1 1 0 0,0 0 0 0 0,1 0 0 0 0,-1 1-1 0 0,0-1 1 0 0,1-1 0 0 0,-1 1-1 0 0,1 0 1 0 0,-1-1 0 0 0,1 1-7 0 0,4 4 135 0 0,-4-3-90 0 0,0 0 1 0 0,-1 0-1 0 0,1 0 0 0 0,1 0 0 0 0,-1 0 1 0 0,0-1-1 0 0,1 1 0 0 0,0-1 0 0 0,-1 0 0 0 0,1 0 1 0 0,0 0-1 0 0,0 0 0 0 0,0-1 0 0 0,0 0 1 0 0,0 0-1 0 0,0 0 0 0 0,1 0 0 0 0,-1-1 0 0 0,0 1 1 0 0,0-1-1 0 0,1 0 0 0 0,-1 0 0 0 0,0-1 0 0 0,0 1 1 0 0,1-1-1 0 0,-1 0 0 0 0,0 0 0 0 0,0-1 1 0 0,0 1-1 0 0,0-1 0 0 0,0 0 0 0 0,0 0 0 0 0,-1 0 1 0 0,1 0-1 0 0,-1-1 0 0 0,1 1 0 0 0,-1-1 0 0 0,0 0 1 0 0,0 0-1 0 0,0 0 0 0 0,0-1 0 0 0,-1 1 1 0 0,1-1-1 0 0,-1 1 0 0 0,0-1 0 0 0,0 0 0 0 0,0 0 1 0 0,-1 0-1 0 0,1-1-45 0 0,-2 0-12 0 0,0 0 0 0 0,0 0 0 0 0,-1-1 0 0 0,0 1 0 0 0,0 0 0 0 0,0 0 0 0 0,0 0 0 0 0,-1 0 0 0 0,0 0 0 0 0,0 0 0 0 0,-1 1 0 0 0,1-1 0 0 0,-1 1 0 0 0,0-1 0 0 0,0 1 0 0 0,0 0 1 0 0,-1 0-1 0 0,1 0 0 0 0,-1 1 0 0 0,0-1 0 0 0,0 1 0 0 0,0 0 0 0 0,-1 0 0 0 0,1 0 0 0 0,-1 1 0 0 0,1-1 0 0 0,-1 1 0 0 0,0 0 0 0 0,0 1 0 0 0,0-1 0 0 0,0 1 0 0 0,0 0 0 0 0,-1 0 0 0 0,1 1 0 0 0,0-1 0 0 0,0 1 0 0 0,-1 0 0 0 0,1 1 0 0 0,0-1 0 0 0,0 1 1 0 0,0 0-1 0 0,0 0 0 0 0,0 1 0 0 0,0 0 0 0 0,0 0 0 0 0,0 0 0 0 0,-4 2 12 0 0,-62 73-5669 0 0,61-37 1160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5:44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190 1031 168 0 0,'0'0'647'0'0,"0"0"809"0"0,0 0 611 0 0,0 0-641 0 0,0 0-439 0 0,0 0-212 0 0,0 0 8 0 0,0 0 50 0 0,-3-3-75 0 0,-10-12 316 0 0,13 14-508 0 0,0 1 135 0 0,0 0 148 0 0,0 0-12 0 0,0 0-142 0 0,0 0-122 0 0,0 0-84 0 0,0 0-45 0 0,0 0-58 0 0,0 0-83 0 0,0 0-72 0 0,0 0-48 0 0,0 0-59 0 0,3 17 72 0 0,158 119 453 0 0,-131-105-701 0 0,-1 0 1 0 0,-1 2-1 0 0,-2 1 0 0 0,-2 1 0 0 0,-1 2 0 0 0,-1 0 0 0 0,-2 1 0 0 0,-2 1 0 0 0,-2 0 1 0 0,-1 2-1 0 0,5 25 52 0 0,-8-32-191 0 0,4 27-3553 0 0,-16-61 1248 0 0,0 0-2578 0 0,-4-2 2435 0 0,0-4-215 0 0</inkml:trace>
  <inkml:trace contextRef="#ctx0" brushRef="#br0" timeOffset="284.799">0 1585 572 0 0,'0'0'1722'0'0,"0"0"750"0"0,0 0-365 0 0,0 0-319 0 0,0 0-210 0 0,0 0-129 0 0,0 0-160 0 0,0 0-107 0 0,0 0-135 0 0,29-16-99 0 0,184-108 537 0 0,-177 105-1515 0 0,-2-2 0 0 0,0-1 0 0 0,-1-1 0 0 0,-1-2 0 0 0,-2-1 0 0 0,-1-2 0 0 0,0-1 0 0 0,-2-1 0 0 0,-2-1 0 0 0,-1-1 0 0 0,-1-1 0 0 0,17-35 30 0 0,33-108-5586 0 0,-26 55-5040 0 0,-31 76 9559 0 0</inkml:trace>
  <inkml:trace contextRef="#ctx0" brushRef="#br0" timeOffset="1017.383">992 126 1384 0 0,'0'0'2594'0'0,"0"0"979"0"0,0 0-1920 0 0,0 0-640 0 0,0 0-197 0 0,0 0 139 0 0,0 0 76 0 0,0 0-268 0 0,20-16-340 0 0,96-76-70 0 0,-79 75 582 0 0,-24 42-819 0 0,-6-10-109 0 0,0 0 0 0 0,-1 1 0 0 0,-1 0 0 0 0,0 0 0 0 0,-1 0 1 0 0,-1 1-1 0 0,-1 0 0 0 0,0-1 0 0 0,-1 1 0 0 0,-1 0 0 0 0,0 0 0 0 0,-2-1 0 0 0,0 1 0 0 0,0 0 0 0 0,-2-1 0 0 0,0 0 0 0 0,-1 1 0 0 0,0-2 0 0 0,-1 1 0 0 0,-1-1 0 0 0,-1 0 0 0 0,0 0 0 0 0,-1-1 0 0 0,0 0 0 0 0,-1 0 0 0 0,-1-1 0 0 0,-3 2-7 0 0,-103 80-260 0 0,115-95 270 0 0,1 0-1 0 0,-1 0 1 0 0,0 0 0 0 0,1 0-1 0 0,-1 0 1 0 0,0 0-1 0 0,1-1 1 0 0,-1 1-1 0 0,1-1 1 0 0,-1 1-1 0 0,1-1 1 0 0,-1 1-1 0 0,1-1 1 0 0,-1 0-1 0 0,1 0 1 0 0,0 1 0 0 0,-1-1-1 0 0,1 0 1 0 0,0 0-1 0 0,0-1 1 0 0,0 1-1 0 0,0 0 1 0 0,0 0-1 0 0,0 0 1 0 0,0-1-1 0 0,0 1 1 0 0,0-1-1 0 0,0 1 1 0 0,1-1-1 0 0,-1 1 1 0 0,1-1 0 0 0,-1 1-1 0 0,1-1 1 0 0,-1 1-1 0 0,1-1 1 0 0,0 1-1 0 0,0-1 1 0 0,0 0-1 0 0,0 1 1 0 0,0-1-1 0 0,0 1 1 0 0,0-1-1 0 0,1 0 1 0 0,-1 1-1 0 0,0-1 1 0 0,1 1 0 0 0,0-1-1 0 0,-1 1 1 0 0,1-1-1 0 0,0 1 1 0 0,0-1-1 0 0,-1 1 1 0 0,1 0-1 0 0,0 0 1 0 0,0-1-1 0 0,1 1 1 0 0,-1 0-1 0 0,0 0 1 0 0,0 0 0 0 0,0 0-1 0 0,1 0 1 0 0,-1 0-1 0 0,2 0-9 0 0,20-8-45 0 0,1 2-1 0 0,-1 0 0 0 0,2 2 1 0 0,-1 0-1 0 0,0 2 1 0 0,1 1-1 0 0,0 0 0 0 0,-1 2 1 0 0,1 1-1 0 0,0 1 1 0 0,-1 1-1 0 0,0 1 0 0 0,1 2 1 0 0,-1 0-1 0 0,-1 1 1 0 0,0 1-1 0 0,0 2 0 0 0,8 4 46 0 0,28 6-1671 0 0,-28-13-2891 0 0,8-5-3092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5:57.3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164 156 7161 0 0,'0'0'1627'0'0,"0"0"-113"0"0,0 0-219 0 0,0 0-331 0 0,0 0-74 0 0,0 0-113 0 0,0 0-291 0 0,0 0-229 0 0,0 0-203 0 0,15-6-29 0 0,120-46 115 0 0,110-46 685 0 0,-239 99-852 0 0,0 1 0 0 0,0-1 1 0 0,0 1-1 0 0,0 0 0 0 0,-1 0 1 0 0,1 1-1 0 0,-1 0 0 0 0,1 0 1 0 0,-1 0-1 0 0,0 0 0 0 0,0 1 1 0 0,0 0-1 0 0,-1 0 0 0 0,1 0 1 0 0,-1 1-1 0 0,0-1 0 0 0,0 1 1 0 0,-1 0-1 0 0,0 0 0 0 0,1 1 27 0 0,6 6-102 0 0,4 3 74 0 0,-1 0-1 0 0,-1 2 1 0 0,0-1-1 0 0,-1 1 1 0 0,0 1-1 0 0,-2 0 1 0 0,0 0-1 0 0,-1 1 0 0 0,-1 0 1 0 0,0 0-1 0 0,-2 1 1 0 0,0 0-1 0 0,-2 0 1 0 0,0 0-1 0 0,-1 1 1 0 0,-1-1-1 0 0,-1 13 29 0 0,-5-15 14 0 0,-1-2 1 0 0,0 1-1 0 0,-1 0 0 0 0,-1-1 1 0 0,-1-1-1 0 0,0 1 0 0 0,-1-2 1 0 0,-1 1-1 0 0,0-1 0 0 0,-1-1 0 0 0,0 0 1 0 0,-1 0-1 0 0,-9 5-14 0 0,7-2-9 0 0,0-2 0 0 0,-1 1 0 0 0,0-2-1 0 0,-1 0 1 0 0,-1-1 0 0 0,0-1 0 0 0,0-1 0 0 0,-1 0 0 0 0,0-2-1 0 0,-1 0 1 0 0,0-1 0 0 0,0-1 0 0 0,-1 0 0 0 0,0-2 0 0 0,0 0 9 0 0,-268 9-652 0 0,285-14 606 0 0,1 1 0 0 0,-1-1 0 0 0,0 1 0 0 0,1-1 0 0 0,-1 0-1 0 0,1 0 1 0 0,0-1 0 0 0,-1 1 0 0 0,1-1 0 0 0,0 0 0 0 0,0 1 0 0 0,0-1 0 0 0,0-1 0 0 0,0 1 0 0 0,0 0 0 0 0,1-1 0 0 0,-1 1 0 0 0,1-1 0 0 0,0 0 0 0 0,0 0 0 0 0,0 0 0 0 0,0 0 0 0 0,0 0 0 0 0,0 0 0 0 0,1-1 0 0 0,0 1 0 0 0,0-1 0 0 0,0 1 0 0 0,0-1 0 0 0,0 1 0 0 0,1-1 0 0 0,-1 1 0 0 0,1-1 0 0 0,0 0 0 0 0,0-1 46 0 0,0-4-126 0 0,1 0 1 0 0,0 0 0 0 0,0 0 0 0 0,1 1-1 0 0,0-1 1 0 0,0 0 0 0 0,1 1-1 0 0,0 0 1 0 0,1 0 0 0 0,0 0 0 0 0,0 0-1 0 0,0 0 1 0 0,1 1 0 0 0,2-3 125 0 0,1 1 27 0 0,1-1 1 0 0,-1 2-1 0 0,2-1 1 0 0,-1 1 0 0 0,1 0-1 0 0,0 1 1 0 0,1 1-1 0 0,0-1 1 0 0,0 1-1 0 0,0 1 1 0 0,1 0 0 0 0,-1 1-1 0 0,1 0 1 0 0,0 1-1 0 0,0 0 1 0 0,1 1-1 0 0,-1 0 1 0 0,1 1 0 0 0,-1 1-1 0 0,1 0 1 0 0,-1 0-1 0 0,1 1 1 0 0,-1 1-1 0 0,0 0 1 0 0,1 1 0 0 0,-1 0-1 0 0,0 1 1 0 0,5 2-28 0 0,464 217 2065 0 0,-307-175-2831 0 0,-55-41-5019 0 0,-82-13 805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5:58.3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35 1508 0 0,'0'0'2110'0'0,"0"0"579"0"0,0 0-1397 0 0,0 0-542 0 0,0 0-37 0 0,0 0 132 0 0,0 0 105 0 0,0 0-61 0 0,0 0-161 0 0,0 0-75 0 0,17 15-5 0 0,123 121 737 0 0,-109-108-1353 0 0,1-1 0 0 0,2-2 0 0 0,1-1 0 0 0,1-2 0 0 0,0-2 0 0 0,2-1 0 0 0,37 13-32 0 0,-5 0-397 0 0,-13 4-857 0 0,-45-16-7139 0 0,-12-19 3053 0 0</inkml:trace>
  <inkml:trace contextRef="#ctx0" brushRef="#br0" timeOffset="253.118">0 672 4060 0 0,'0'0'4461'0'0,"0"0"-2661"0"0,0 0-204 0 0,0 0-660 0 0,0 0-312 0 0,0 0 164 0 0,141-121-128 0 0,-68 71-512 0 0,7-7-148 0 0,9-5-276 0 0,0-3-216 0 0,-9 0-168 0 0,-11 3-312 0 0,-13 3-284 0 0,-7 8-60 0 0,-17 4-848 0 0,-16 14-1905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6:32.0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80 2552 0 0,'0'0'948'0'0,"0"0"2608"0"0,0 0-1508 0 0,0 0-801 0 0,0 0-39 0 0,0 0 286 0 0,0 0 12 0 0,0 0-364 0 0,29 20-348 0 0,91 64-261 0 0,214 187-187 0 0,-256-218-607 0 0,70 57-3383 0 0,-136-98 1030 0 0,-12-8-2348 0 0,-3-4-391 0 0</inkml:trace>
  <inkml:trace contextRef="#ctx0" brushRef="#br0" timeOffset="250.978">145 534 10693 0 0,'0'0'2664'0'0,"0"0"-1672"0"0,0 0-548 0 0,271-129-140 0 0,-183 83 248 0 0,-11-2-48 0 0,-9 3-504 0 0,-3 0-240 0 0,-13 0-412 0 0,1 1-360 0 0,-13-3-848 0 0,-12 13-2040 0 0,0-16-3077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6:31.0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1 217 3460 0 0,'0'0'156'0'0,"0"0"4293"0"0,0 0-3321 0 0,0 0 164 0 0,0 0-108 0 0,209 21-516 0 0,-144-14-324 0 0,-1-2-344 0 0,1 0-36 0 0,-1 0-184 0 0,-7-2-60 0 0,-5-1-56 0 0,-3 0-216 0 0,-9-2-412 0 0,-12 0-708 0 0,-12 0-1304 0 0,-16-7-2669 0 0</inkml:trace>
  <inkml:trace contextRef="#ctx0" brushRef="#br0" timeOffset="236.885">9 0 756 0 0,'0'0'7341'0'0,"0"0"-6093"0"0,0 0-332 0 0,0 0 256 0 0,0 0-92 0 0,0 0-404 0 0,0 0-484 0 0,234 2-192 0 0,-162 5-280 0 0,17 3-244 0 0,8 0-360 0 0,3 4-420 0 0,-19-5-896 0 0,24 1-1869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6:28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1526 1828 0 0,'0'0'1488'0'0,"0"0"1769"0"0,0 0-1475 0 0,0 0-906 0 0,0 0-219 0 0,0 0-173 0 0,0 0 35 0 0,0 0-65 0 0,3 4-181 0 0,7 1-148 0 0,0 0-1 0 0,0-1 0 0 0,0 0 0 0 0,1-1 0 0 0,-1 0 0 0 0,1-1 1 0 0,0 0-1 0 0,0 0 0 0 0,-1-1 0 0 0,1-1 0 0 0,0 0 1 0 0,0 0-1 0 0,0-1 0 0 0,0-1 0 0 0,0 1-124 0 0,29-1 363 0 0,-30 3-326 0 0,0-1 0 0 0,0-1 0 0 0,-1 0 0 0 0,1 0 0 0 0,0-1-1 0 0,0 0 1 0 0,-1-1 0 0 0,1 0 0 0 0,-1-1 0 0 0,0 0 0 0 0,0 0 0 0 0,0-1 0 0 0,-1 0 0 0 0,1 0 0 0 0,-1-1 0 0 0,-1 0-1 0 0,1 0 1 0 0,-1-1 0 0 0,0 0 0 0 0,0-1 0 0 0,-1 1 0 0 0,4-8-37 0 0,0 0 15 0 0,-2-1 0 0 0,0 0 0 0 0,0-1 0 0 0,-2 0-1 0 0,0 0 1 0 0,-1 0 0 0 0,-1-1 0 0 0,0 0 0 0 0,-2 1 0 0 0,0-1 0 0 0,-1-1 0 0 0,0 1 0 0 0,-2 0-1 0 0,0 0 1 0 0,-2-5-15 0 0,-67-273 223 0 0,41 199-171 0 0,16 58-41 0 0,2-1 1 0 0,2 0-1 0 0,2 0 0 0 0,1-1 0 0 0,2 0 1 0 0,2 0-1 0 0,2 0 0 0 0,2-14-11 0 0,6 37 17 0 0,0-1 1 0 0,2 2-1 0 0,0-1 0 0 0,0 1 1 0 0,2 1-1 0 0,0 0 0 0 0,1 1 1 0 0,1 0-1 0 0,0 1 0 0 0,1 0 1 0 0,0 1-1 0 0,1 1 0 0 0,0 1 1 0 0,1 0-1 0 0,1 1 0 0 0,0 1 1 0 0,0 0-1 0 0,0 1 0 0 0,11-2-17 0 0,22-15-104 0 0,-15 6-193 0 0,0 1 0 0 0,1 2-1 0 0,0 2 1 0 0,1 1 0 0 0,1 2-1 0 0,5 1 298 0 0,-43 9-201 0 0,1 1-1 0 0,-1-1 0 0 0,1 1 1 0 0,-1 0-1 0 0,1-1 0 0 0,0 1 1 0 0,-1 0-1 0 0,1 0 0 0 0,-1 0 0 0 0,1 1 1 0 0,0-1-1 0 0,-1 0 0 0 0,1 0 1 0 0,-1 1-1 0 0,1-1 0 0 0,-1 1 1 0 0,1 0-1 0 0,-1-1 0 0 0,0 1 1 0 0,1 0-1 0 0,-1 0 0 0 0,0 0 1 0 0,1 0-1 0 0,-1 0 0 0 0,0 0 1 0 0,0 0-1 0 0,0 0 0 0 0,0 0 1 0 0,0 1-1 0 0,0-1 0 0 0,0 0 1 0 0,-1 1-1 0 0,1-1 0 0 0,0 0 1 0 0,-1 1-1 0 0,1-1 0 0 0,-1 1 1 0 0,1-1-1 0 0,-1 2 202 0 0,2 19-2900 0 0</inkml:trace>
  <inkml:trace contextRef="#ctx0" brushRef="#br0" timeOffset="253.023">130 767 4728 0 0,'0'0'3801'0'0,"0"0"-2428"0"0,0 0-976 0 0,0 0-144 0 0,0 0 225 0 0,0 0 42 0 0,0 0 30 0 0,40-2-188 0 0,250-13-48 0 0,-95 6-395 0 0,118-10-3885 0 0,-280 13-119 0 0</inkml:trace>
  <inkml:trace contextRef="#ctx0" brushRef="#br0" timeOffset="886.933">1557 1292 132 0 0,'0'0'414'0'0,"0"0"613"0"0,0 0 1482 0 0,0 0-511 0 0,0 0-403 0 0,0 0-297 0 0,0 0-303 0 0,0 0-51 0 0,0 0 65 0 0,0 0 33 0 0,-29 2 1360 0 0,3-14-2234 0 0,0-1 0 0 0,1-1 0 0 0,1-1 0 0 0,0-1 0 0 0,1-2 0 0 0,1 0 0 0 0,0-1 0 0 0,2-1 0 0 0,0-1 1 0 0,-11-17-169 0 0,23 29-26 0 0,0-1 0 0 0,1 0 1 0 0,1 0-1 0 0,0 0 0 0 0,0-1 1 0 0,1 0-1 0 0,0 0 0 0 0,1-1 1 0 0,0 1-1 0 0,1-1 0 0 0,0 0 1 0 0,1 0-1 0 0,0 0 1 0 0,1 0-1 0 0,0 0 0 0 0,1 0 1 0 0,0 0-1 0 0,1 0 0 0 0,1-1 1 0 0,0 1-1 0 0,0 1 0 0 0,1-1 1 0 0,1 0-1 0 0,0 1 0 0 0,1-1 1 0 0,0 1 25 0 0,11-10-127 0 0,1 1 0 0 0,2 1 0 0 0,0 1 0 0 0,0 0 1 0 0,2 1-1 0 0,0 1 0 0 0,1 1 0 0 0,1 2 0 0 0,0 0 0 0 0,0 1 0 0 0,15-5 127 0 0,175-63-3766 0 0,-114 45 39 0 0,-39 11-271 0 0</inkml:trace>
  <inkml:trace contextRef="#ctx0" brushRef="#br0" timeOffset="1171.599">2061 686 704 0 0,'0'0'7078'0'0,"0"0"-4247"0"0,0 0-1711 0 0,0 0-445 0 0,0 0-161 0 0,0 0 115 0 0,0 0 17 0 0,0 0-189 0 0,0 0-288 0 0,4 13 69 0 0,65 119 26 0 0,86 110-1776 0 0,-145-141-3933 0 0,-13-85 2130 0 0,-10-2-1470 0 0</inkml:trace>
  <inkml:trace contextRef="#ctx0" brushRef="#br0" timeOffset="1425.58">2379 645 8073 0 0,'0'0'1108'0'0,"0"0"-536"0"0,-12 17-103 0 0,-152 247 1669 0 0,128-204-2341 0 0,-2-2 1 0 0,-3-2-1 0 0,-2-1 1 0 0,-2-2-1 0 0,-30 24 203 0 0,56-61-2436 0 0,-3-1-2131 0 0</inkml:trace>
  <inkml:trace contextRef="#ctx0" brushRef="#br0" timeOffset="1807.63">2646 1359 588 0 0,'0'0'1906'0'0,"0"0"1586"0"0,0 0-1433 0 0,0 0-889 0 0,0 0 123 0 0,0 0 82 0 0,0 0 39 0 0,0 0-224 0 0,32-17-306 0 0,107-58-230 0 0,43-69 520 0 0,-153 114-1000 0 0,-9 10-221 0 0,-1-1 0 0 0,0-1 0 0 0,-2-1 0 0 0,-1 0 0 0 0,0-1 0 0 0,-2-1 0 0 0,-1 0 0 0 0,-1-1 0 0 0,-1-1 0 0 0,-1 0 0 0 0,-2 0 0 0 0,-1 0 0 0 0,0-1 0 0 0,-3-1 0 0 0,0 1 0 0 0,-1 0 0 0 0,-2-1 0 0 0,-1 1 0 0 0,-2-1 0 0 0,0 1 0 0 0,-2-1 0 0 0,-1 1 0 0 0,-1 0-1 0 0,-2 1 1 0 0,-4-11 47 0 0,-68-121-3627 0 0,-16 85-3164 0 0,18 54 1376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6:52.1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129 271 5108 0 0,'0'0'3695'0'0,"0"0"-1896"0"0,0 0-713 0 0,0 0 41 0 0,0 0 155 0 0,0 0-250 0 0,0 0-388 0 0,0 0-283 0 0,0 0-194 0 0,0 0-83 0 0,15-15-61 0 0,103-112-204 0 0,2-1-535 0 0,-147 180-766 0 0,-110 355 894 0 0,113-325 1178 0 0,0-82-806 0 0,-146-65-637 0 0,444 120 734 0 0,-196-55-3030 0 0,-43-2-824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7:06.8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286 19 2824 0 0,'0'0'1860'0'0,"0"0"-354"0"0,0 0-339 0 0,0 0-145 0 0,0 0-101 0 0,0 0-101 0 0,0 0-86 0 0,0 0-84 0 0,0 0-80 0 0,0 0-132 0 0,-4 3-110 0 0,-29 26-130 0 0,-74 94 921 0 0,98-103-940 0 0,2 1 1 0 0,0 1 0 0 0,1-1-1 0 0,1 1 1 0 0,1-1 0 0 0,1 1-1 0 0,1 1 1 0 0,1-1 0 0 0,1 0-1 0 0,1 0 1 0 0,2 6-180 0 0,-3-24-27 0 0,0 0 0 0 0,0 0 0 0 0,1 0 0 0 0,0 0 0 0 0,-1 0 0 0 0,1-1 0 0 0,1 1-1 0 0,-1 0 1 0 0,1 0 0 0 0,-1-1 0 0 0,1 1 0 0 0,0-1 0 0 0,1 0 0 0 0,-1 1 0 0 0,0-1 0 0 0,1 0 0 0 0,0 0 0 0 0,-1-1 0 0 0,1 1 0 0 0,1 0 0 0 0,-1-1 0 0 0,0 0 0 0 0,0 0 0 0 0,1 0 0 0 0,-1 0 0 0 0,1 0 0 0 0,0-1 0 0 0,-1 1 0 0 0,1-1 0 0 0,0 0 0 0 0,0-1-1 0 0,0 1 1 0 0,0 0 0 0 0,0-1 0 0 0,0 0 0 0 0,0 0 0 0 0,0 0 0 0 0,0-1 0 0 0,0 1 0 0 0,3-2 27 0 0,8 0 12 0 0,1-1 0 0 0,-1 0 0 0 0,0-1 0 0 0,0-1 0 0 0,-1-1-1 0 0,0 0 1 0 0,0-1 0 0 0,0 0 0 0 0,0-1 0 0 0,0-1-12 0 0,-4 2-17 0 0,0 0 1 0 0,-1-1-1 0 0,1 0 0 0 0,-2 0 0 0 0,1-1 0 0 0,-1 0 1 0 0,-1-1-1 0 0,1 0 0 0 0,-2 0 0 0 0,1 0 1 0 0,-1-1-1 0 0,-1 0 0 0 0,0 0 0 0 0,-1 0 1 0 0,0-1-1 0 0,0 1 0 0 0,-2-1 0 0 0,1 0 1 0 0,-1 0-1 0 0,-1 0 0 0 0,0-12 17 0 0,1 16 15 0 0,-1 0 0 0 0,1 0 0 0 0,-2 0 0 0 0,1-1 1 0 0,-1 1-1 0 0,0 0 0 0 0,-1 0 0 0 0,0 0 0 0 0,0-1 0 0 0,-1 1 0 0 0,0 0 0 0 0,-1 0 0 0 0,1 1 1 0 0,-1-1-1 0 0,-1 0 0 0 0,1 1 0 0 0,-2 0 0 0 0,1 0 0 0 0,-1 0 0 0 0,0 0 0 0 0,0 1 1 0 0,0 0-1 0 0,-1 0 0 0 0,0 0 0 0 0,0 1 0 0 0,-1 0 0 0 0,0 0 0 0 0,1 1 0 0 0,-2-1 0 0 0,1 2 1 0 0,0-1-1 0 0,-1 1 0 0 0,-4-2-15 0 0,-4 3-148 0 0,0 0-1 0 0,0 0 1 0 0,0 2 0 0 0,-1 0 0 0 0,1 1 0 0 0,0 0 0 0 0,0 2 0 0 0,0 0 0 0 0,0 0 0 0 0,1 2-1 0 0,-1 0 1 0 0,-2 2 148 0 0,-107 64-6252 0 0,81-32 1845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6:48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12 209 796 0 0,'0'0'1350'0'0,"0"0"-338"0"0,0 0-488 0 0,0 0-211 0 0,0 0-126 0 0,0 0-81 0 0,0 0 11 0 0,0 0-43 0 0,1 0-891 0 0,2-3 10459 0 0,-3 3-8775 0 0,36 40 4283 0 0,57-13-4985 0 0,260-24-907 0 0,-165-11 656 0 0,516-29 619 0 0,-251 12-355 0 0,497 37-95 0 0,-575 5 353 0 0,-189 2-347 0 0,1-9 1 0 0,-1-7 0 0 0,75-14-90 0 0,610 2-127 0 0,-207 30 180 0 0,223-29 103 0 0,185 19 171 0 0,328-9-195 0 0,-662-26 277 0 0,-300 46-550 0 0,-25-6 52 0 0,240 13 140 0 0,-109-37 145 0 0,435-10-231 0 0,-604 6-121 0 0,335 18-94 0 0,-344-8-124 0 0,-365 2 357 0 0,31 0-235 0 0,48 1-976 0 0,-137 5-1552 0 0,8-1-8380 0 0,172-17 6288 0 0</inkml:trace>
  <inkml:trace contextRef="#ctx0" brushRef="#br0" timeOffset="5757.406">3548 151 64 0 0,'0'0'631'0'0,"0"0"49"0"0,0 0-25 0 0,0 0-52 0 0,0 0-115 0 0,0 0-220 0 0,0 0-113 0 0,0 0-53 0 0,0 0-65 0 0,13-36 4560 0 0,22-59-2310 0 0,-39 137 604 0 0,6 63-2830 0 0,0-24 380 0 0,-2 38-222 0 0,0-118-398 0 0,0-1-41 0 0,0 0 3 0 0,21-44-470 0 0,28-173 502 0 0,-43 169 363 0 0,-53 161 814 0 0,37-72-825 0 0,3 0 1 0 0,2 1 0 0 0,1 0-1 0 0,2 0 1 0 0,2 0 0 0 0,2 7-168 0 0,-1 26 79 0 0,-1-68-125 0 0,0-4 15 0 0,-1 0 1 0 0,0 0-1 0 0,1 0 1 0 0,0 0-1 0 0,-1-1 1 0 0,1 1-1 0 0,1 0 1 0 0,-1 0-1 0 0,0 0 1 0 0,1 0-1 0 0,-1 0 1 0 0,1 0-1 0 0,0 0 0 0 0,0 0 1 0 0,0-1-1 0 0,0 1 1 0 0,1 0-1 0 0,-1-1 1 0 0,1 1-1 0 0,-1-1 1 0 0,1 1-1 0 0,0-1 1 0 0,0 0-1 0 0,0 0 1 0 0,1 1 30 0 0,12-18-4969 0 0,-14 1-127 0 0</inkml:trace>
  <inkml:trace contextRef="#ctx0" brushRef="#br0" timeOffset="7362.811">7088 201 888 0 0,'0'0'1782'0'0,"0"0"-988"0"0,0 0-581 0 0,0 0-116 0 0,0 0 251 0 0,0 0 738 0 0,0 0 500 0 0,0 0-493 0 0,0 0-394 0 0,0 0-107 0 0,9-10-32 0 0,39-42 267 0 0,-29 111 1713 0 0,-19 127-1731 0 0,22-196-981 0 0,-19 0 143 0 0,0 0 1 0 0,0 0-1 0 0,-1-1 1 0 0,0 1-1 0 0,-1-1 1 0 0,0 0-1 0 0,-1 1 1 0 0,0-1-1 0 0,-1 0 1 0 0,0 1-1 0 0,-1-1 1 0 0,0 1-1 0 0,0-1 1 0 0,-1 1 28 0 0,-3-28-4 0 0,-1 8 329 0 0,-6 44 481 0 0,6 192 77 0 0,7-205-884 0 0,0 0 0 0 0,0 0 0 0 0,0 0 1 0 0,0 0-1 0 0,0 0 0 0 0,0 0 0 0 0,1 0 0 0 0,-1 0 1 0 0,0 1-1 0 0,1-1 0 0 0,-1 0 0 0 0,1 0 0 0 0,-1 0 1 0 0,1 0-1 0 0,-1-1 0 0 0,1 1 0 0 0,0 0 0 0 0,0 0 1 0 0,-1 0-1 0 0,1 0 0 0 0,0-1 0 0 0,0 1 0 0 0,0 0 1 0 0,0-1-1 0 0,0 1 0 0 0,0 0 0 0 0,0-1 0 0 0,0 1 1 0 0,0-1-1 0 0,0 0 0 0 0,0 1 0 0 0,0-1 0 0 0,0 0 1 0 0,0 0-1 0 0,0 0 0 0 0,0 0 0 0 0,0 0 0 0 0,1 0 1 0 0,-1 0-1 0 0,0 0 0 0 0,0 0 0 0 0,0 0 1 0 0,0 0-1 0 0,0-1 0 0 0,0 1 0 0 0,0 0 0 0 0,0-1 1 0 0,0 1-1 0 0,0-1 0 0 0,0 1 0 0 0,0-1 0 0 0,0 0 1 0 0,0 1-1 0 0,0-1 0 0 0,0 0 0 0 0,-1 0 0 0 0,1 0 1 0 0,0 1-1 0 0,-1-1 0 0 0,1 0 0 0 0,0 0 0 0 0,-1 0 1 0 0,7-11-15 0 0,-2 0 0 0 0,1 1-1 0 0,-2-2 1 0 0,1 1 0 0 0,-2-1-1 0 0,0 1 1 0 0,0-1 0 0 0,-1 0-1 0 0,-1 0 1 0 0,0 0 0 0 0,0 0-1 0 0,-2-7 16 0 0,-3-43 234 0 0,-24 96-637 0 0,-16 167-236 0 0,39-112-3371 0 0,5-57-194 0 0</inkml:trace>
  <inkml:trace contextRef="#ctx0" brushRef="#br0" timeOffset="8568.375">10644 122 5108 0 0,'0'0'2232'0'0,"0"0"-681"0"0,0 0-308 0 0,0 0-71 0 0,0 0-200 0 0,0 0-277 0 0,0-16-327 0 0,0-59-167 0 0,0 54 3629 0 0,0 39-3801 0 0,-2 17-59 0 0,1 0 1 0 0,2 1 0 0 0,2-1-1 0 0,1 0 1 0 0,2 0 0 0 0,1 0 0 0 0,2-1-1 0 0,1 0 1 0 0,9 19 29 0 0,-18-53-8 0 0,1 1 0 0 0,-1-1-1 0 0,1 1 1 0 0,0-1 0 0 0,-1 1 0 0 0,1-1 0 0 0,-1 0 0 0 0,1 0 0 0 0,-1 0-1 0 0,1 0 1 0 0,0 0 0 0 0,-1 0 0 0 0,1 0 0 0 0,-1 0 0 0 0,1-1-1 0 0,0 1 1 0 0,-1-1 0 0 0,1 1 0 0 0,-1-1 0 0 0,1 1 0 0 0,-1-1 0 0 0,0 0-1 0 0,1 0 1 0 0,-1 0 0 0 0,0 0 0 0 0,1 0 0 0 0,-1 0 0 0 0,0 0 0 0 0,0 0-1 0 0,0 0 1 0 0,0-1 0 0 0,0 1 0 0 0,0 0 0 0 0,0-1 0 0 0,-1 1-1 0 0,1-1 1 0 0,0 1 0 0 0,-1-1 0 0 0,1 1 0 0 0,-1-1 0 0 0,0 1 0 0 0,1-1-1 0 0,-1 1 1 0 0,0-1 0 0 0,0 0 0 0 0,0 1 0 0 0,0-1 0 0 0,0 0 0 0 0,-1 0 8 0 0,14-220 112 0 0,-42 267 114 0 0,-79 166-322 0 0,56-52 484 0 0,52-159-400 0 0,1 0 0 0 0,0 0 0 0 0,-1 0 0 0 0,1 0 0 0 0,0 0 0 0 0,-1 0 0 0 0,1 0 0 0 0,-1 0 0 0 0,1 0 0 0 0,0 0-1 0 0,-1 0 1 0 0,1 0 0 0 0,0 0 0 0 0,-1 1 0 0 0,1-1 0 0 0,-1 0 0 0 0,1 1 0 0 0,-1-1 0 0 0,1 0 0 0 0,-1 1 0 0 0,1-1 0 0 0,-1 0 0 0 0,1 1 0 0 0,-1-1-1 0 0,1 1 1 0 0,-1-1 0 0 0,1 1 0 0 0,-1-1 0 0 0,0 1 0 0 0,1 0 0 0 0,-1-1 0 0 0,0 1 0 0 0,0-1 0 0 0,1 1 0 0 0,-1-1 0 0 0,0 1 0 0 0,0 0 0 0 0,0-1-1 0 0,0 1 1 0 0,0 0 0 0 0,0-1 0 0 0,0 1 0 0 0,0 0 0 0 0,0-1 0 0 0,0 1 0 0 0,0-1 0 0 0,0 1 0 0 0,0 0 0 0 0,-1-1 0 0 0,1 1 0 0 0,0 0 0 0 0,0-1-1 0 0,-1 1 1 0 0,1-1 0 0 0,0 1 0 0 0,-1-1 0 0 0,1 1 0 0 0,-1-1 0 0 0,1 1 0 0 0,-1-1 0 0 0,1 1 0 0 0,-1-1 0 0 0,1 0 0 0 0,-1 1 0 0 0,1-1 12 0 0,41-34-824 0 0,-35 25 906 0 0,-1 0 0 0 0,0 0 0 0 0,-1-1 0 0 0,0 1 0 0 0,0-1 0 0 0,-1 0-1 0 0,0 0 1 0 0,-1 0 0 0 0,0 0 0 0 0,-1-1 0 0 0,0 1 0 0 0,-1 0 0 0 0,0-1 0 0 0,0-3-82 0 0,-37 69-348 0 0,-43 118-632 0 0,45-86-3099 0 0,27-71 568 0 0,-10 0-2438 0 0</inkml:trace>
  <inkml:trace contextRef="#ctx0" brushRef="#br0" timeOffset="9284.092">7064 87 1212 0 0,'0'0'1684'0'0,"0"0"-576"0"0,0 0 232 0 0,0 0 81 0 0,0 0-29 0 0,0 0-240 0 0,0 0-312 0 0,-9 93-312 0 0,5-69-280 0 0,0 2-184 0 0,0-2-60 0 0,4 2-4 0 0,0-2-144 0 0,0 0-256 0 0,0-2-476 0 0,0 3-512 0 0,0-8-1172 0 0,0 10-2933 0 0</inkml:trace>
  <inkml:trace contextRef="#ctx0" brushRef="#br0" timeOffset="10365.09">10668 11 1632 0 0,'0'0'1470'0'0,"0"0"-132"0"0,0 0-92 0 0,0 0-126 0 0,0 0-76 0 0,0 0-45 0 0,0 0-35 0 0,0 0-2 0 0,0 0 10 0 0,0 0-65 0 0,28-2 4490 0 0,-28 3-5400 0 0,0-1-1 0 0,0 0 1 0 0,0 1-1 0 0,0-1 1 0 0,0 0 0 0 0,0 1-1 0 0,1-1 1 0 0,-1 0-1 0 0,0 1 1 0 0,0-1 0 0 0,0 0-1 0 0,0 1 1 0 0,1-1-1 0 0,-1 0 1 0 0,0 0 0 0 0,0 1-1 0 0,1-1 1 0 0,-1 0 0 0 0,0 0-1 0 0,0 1 1 0 0,1-1-1 0 0,-1 0 1 0 0,0 0 0 0 0,1 0-1 0 0,-1 0 1 0 0,0 1-1 0 0,1-1 1 0 0,-1 0 0 0 0,0 0-1 0 0,1 0 1 0 0,-1 0-1 0 0,0 0 1 0 0,1 0 0 0 0,-1 0-1 0 0,1 0 1 0 0,-1 0-1 0 0,0 0 1 0 0,1 0 0 0 0,-1 0-1 0 0,0 0 1 0 0,1 0 0 0 0,-1 0-1 0 0,0-1 1 0 0,1 1-1 0 0,-1 0 4 0 0,13 196 227 0 0,2-179-439 0 0,-7-56-412 0 0,-8-95 224 0 0,0 134 480 0 0,-5 18 294 0 0,-8 0-334 0 0,-102 184-21 0 0,92-38 24 0 0,22-93-2444 0 0,1-51 1029 0 0,-1-4-3407 0 0,-6 2-3534 0 0</inkml:trace>
  <inkml:trace contextRef="#ctx0" brushRef="#br0" timeOffset="17449.648">121 5 1748 0 0,'0'0'1506'0'0,"0"0"-127"0"0,0 0-687 0 0,0 0-470 0 0,0 0 22 0 0,0 0 366 0 0,0 0 1346 0 0,0 0-309 0 0,0 0-572 0 0,6 0-325 0 0,-3 0-939 0 0,-2-1 263 0 0,-1 0 0 0 0,1 1 0 0 0,0 0 0 0 0,0-1 0 0 0,0 1-1 0 0,0-1 1 0 0,0 1 0 0 0,0 0 0 0 0,0 0 0 0 0,0 0 0 0 0,0-1 0 0 0,0 1 0 0 0,0 0 0 0 0,0 0 0 0 0,0 0 0 0 0,0 1-1 0 0,0-1 1 0 0,0 0 0 0 0,0 0 0 0 0,0 0 0 0 0,0 1 0 0 0,0-1 0 0 0,-1 0 0 0 0,1 1 0 0 0,0-1 0 0 0,0 1 0 0 0,0-1-1 0 0,0 1 1 0 0,-1 0 0 0 0,1-1 0 0 0,0 1 0 0 0,0 0 0 0 0,-1-1 0 0 0,1 1 0 0 0,0 0 0 0 0,-1 0 0 0 0,1 0 0 0 0,-1 0-1 0 0,1-1 1 0 0,-1 1 0 0 0,0 0 0 0 0,1 0 0 0 0,-1 0 0 0 0,0 0 0 0 0,0 0 0 0 0,0 0 0 0 0,1 0 0 0 0,-1 0 0 0 0,0 0-1 0 0,0 0 1 0 0,0 0 0 0 0,0 0 0 0 0,-1 0 0 0 0,1 0 0 0 0,0 0 0 0 0,0 0 0 0 0,-1 0 0 0 0,1 0 0 0 0,0 0 0 0 0,-1 0-1 0 0,1 0 1 0 0,-1-1 0 0 0,1 1 0 0 0,-1 0-74 0 0,-11 137 122 0 0,-19-12-88 0 0,-26-8-3275 0 0,8-71-7674 0 0,37-39 8545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7:08.3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370 85 416 0 0,'0'0'1750'0'0,"0"0"-329"0"0,0 0-394 0 0,0 0-405 0 0,0 0-371 0 0,0 0-119 0 0,0 0 126 0 0,0 0 366 0 0,0 0-116 0 0,0 0-237 0 0,12-14-106 0 0,37-42 16 0 0,-37 42 91 0 0,-14 30 14 0 0,-1-1 0 0 0,0 1 0 0 0,-1 0 0 0 0,-1-1 0 0 0,0 0 0 0 0,-1 0 0 0 0,-1 0 0 0 0,0-1 0 0 0,-1 0 0 0 0,-3 3-286 0 0,-26 57 967 0 0,-14 59 1167 0 0,10-135-2404 0 0,17 0 180 0 0,0 0 0 0 0,0 2 0 0 0,0 0 1 0 0,0 2-1 0 0,1 0 0 0 0,-1 2 0 0 0,1 0 0 0 0,-1 2 0 0 0,-15 6 90 0 0,124-33-3655 0 0,-24 7 3706 0 0,-10 0-109 0 0,44-11 609 0 0,-34 18-3465 0 0,-60 7-77 0 0</inkml:trace>
  <inkml:trace contextRef="#ctx0" brushRef="#br0" timeOffset="1509.331">386 531 132 0 0,'0'0'220'0'0,"0"0"-220"0"0,0 0 220 0 0,0 0-76 0 0,0 0 340 0 0,0 0-420 0 0,0 0 680 0 0,0 0-548 0 0,0 0-196 0 0,0 0-52 0 0,0 0-652 0 0,-165-83-404 0 0</inkml:trace>
  <inkml:trace contextRef="#ctx0" brushRef="#br0" timeOffset="1904.806">189 322 1852 0 0,'0'0'2009'0'0,"0"0"-1014"0"0,0 0-723 0 0,0 0 487 0 0,0 0 1545 0 0,0 0-879 0 0,0 0-767 0 0,0 0-33 0 0,0 0 3 0 0,19 2-140 0 0,152 10 225 0 0,-109-4 1722 0 0,8 1-4217 0 0,-66-7 2137 0 0,1 1-3790 0 0,-22-2-5821 0 0,-63-17 8211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7:14.2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10 340 0 0,'0'0'4140'0'0,"0"0"-1625"0"0,0 0-866 0 0,0 0-455 0 0,0 0-306 0 0,0 0-259 0 0,0 0-293 0 0,0 0-181 0 0,0 0 61 0 0,0 0 16 0 0,17 0-6 0 0,200-8 1827 0 0,-209 7-2043 0 0,-1 0 0 0 0,1 1 1 0 0,0 0-1 0 0,0 1 0 0 0,0 0 0 0 0,-1 0 1 0 0,1 0-1 0 0,0 1 0 0 0,-1 1 1 0 0,0-1-1 0 0,1 1 0 0 0,-1 0 1 0 0,0 1-1 0 0,0-1 0 0 0,-1 1 1 0 0,1 1-1 0 0,-1-1 0 0 0,0 1 0 0 0,0 0 1 0 0,0 1-1 0 0,-1 0 0 0 0,0-1 1 0 0,0 2-1 0 0,0-1 0 0 0,-1 0 1 0 0,0 1-1 0 0,0 0 0 0 0,-1 0 0 0 0,0 0 1 0 0,0 0-1 0 0,-1 1 0 0 0,1-1 1 0 0,-2 1-11 0 0,1 0 0 0 0,-2 0 0 0 0,1 0 0 0 0,-1 0 0 0 0,0 0 0 0 0,-1 0 0 0 0,0 0 0 0 0,0 0 0 0 0,-1-1 0 0 0,0 1 0 0 0,0 0 0 0 0,-1-1 0 0 0,0 1 0 0 0,0-1 0 0 0,0 0 1 0 0,-1 0-1 0 0,0 0 0 0 0,-1 0 0 0 0,0-1 0 0 0,0 0 0 0 0,0 0 0 0 0,-1 0 0 0 0,0 0 0 0 0,0-1 0 0 0,0 0 0 0 0,-1 0 0 0 0,-11 13-31 0 0,-1-2 0 0 0,0 0-1 0 0,-1-1 1 0 0,-1-1 0 0 0,0 0 0 0 0,-1-2-1 0 0,0-1 1 0 0,-9 3 31 0 0,26-13-45 0 0,0 0 0 0 0,1-1 1 0 0,-1 0-1 0 0,-1 0 0 0 0,1 0 0 0 0,1 0 1 0 0,-1-1-1 0 0,0 0 0 0 0,0 0 0 0 0,0 0 0 0 0,0-1 1 0 0,0 1-1 0 0,1-1 0 0 0,-1 0 0 0 0,1-1 0 0 0,-1 1 1 0 0,1-1-1 0 0,0 0 0 0 0,0 0 0 0 0,0 0 1 0 0,0 0-1 0 0,1-1 0 0 0,0 1 0 0 0,-1-1 0 0 0,1 0 1 0 0,0 0-1 0 0,1 0 0 0 0,-1-1 0 0 0,1 1 0 0 0,0-1 1 0 0,0 1-1 0 0,0-1 0 0 0,0 0 0 0 0,1 0 1 0 0,0 0-1 0 0,0 1 0 0 0,0-1 0 0 0,1 0 0 0 0,0 0 1 0 0,0 0-1 0 0,0-5 45 0 0,2 8 56 0 0,0 0 1 0 0,1 1 0 0 0,-1-1-1 0 0,0 1 1 0 0,0 0 0 0 0,1 0-1 0 0,-1 0 1 0 0,1 0 0 0 0,-1 0-1 0 0,1 0 1 0 0,-1 0 0 0 0,1 1-1 0 0,0 0 1 0 0,-1-1 0 0 0,1 1-1 0 0,0 0 1 0 0,-1 0 0 0 0,1 0-1 0 0,0 1 1 0 0,-1-1-1 0 0,1 1 1 0 0,-1-1 0 0 0,1 1-1 0 0,-1 0 1 0 0,1 0 0 0 0,-1 0-1 0 0,1 0 1 0 0,1 1-57 0 0,179 73 688 0 0,-147-58-1243 0 0,0 0-1 0 0,1-3 1 0 0,1-1-1 0 0,0-1 1 0 0,0-2-1 0 0,1-2 1 0 0,21 1 555 0 0,-21-8-3411 0 0,0 0-2220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7:20.1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133 23 4212 0 0,'0'0'2229'0'0,"0"0"-279"0"0,0 0-398 0 0,0 0-310 0 0,0 0-230 0 0,0 0-221 0 0,0 0-226 0 0,0 0-157 0 0,0 0-125 0 0,6 1-89 0 0,214-16 823 0 0,-218 14-1036 0 0,1 0 0 0 0,-1 0 0 0 0,1 0 0 0 0,-1 0 0 0 0,1 0 0 0 0,-1 0 0 0 0,1 1 0 0 0,0-1 0 0 0,-1 1 0 0 0,1 0 0 0 0,0 0 0 0 0,-1 0 0 0 0,1 0 0 0 0,0 0 0 0 0,0 1 0 0 0,-1-1 0 0 0,1 1 0 0 0,-1 0 0 0 0,1 0 0 0 0,-1 0 0 0 0,1 0 0 0 0,-1 0 0 0 0,1 0 0 0 0,-1 1 0 0 0,0-1 0 0 0,0 1 0 0 0,1-1 1 0 0,-1 1-1 0 0,-1 0 0 0 0,1 0 0 0 0,0 0 0 0 0,0 0 0 0 0,-1 0 0 0 0,1 0 0 0 0,-1 1 0 0 0,1-1 0 0 0,-1 1 0 0 0,0-1 0 0 0,0 1 0 0 0,0-1 0 0 0,0 1 0 0 0,-1-1 0 0 0,1 1 0 0 0,-1 0 0 0 0,0-1 0 0 0,1 2 19 0 0,-3 5 9 0 0,-1 1-1 0 0,0-1 1 0 0,0 1-1 0 0,-1-1 1 0 0,0 0-1 0 0,0 0 1 0 0,-1-1 0 0 0,0 1-1 0 0,-1-1 1 0 0,1 0-1 0 0,-2-1 1 0 0,1 1-1 0 0,-1-1 1 0 0,0 0-1 0 0,-1-1 1 0 0,-1 1-9 0 0,-36 41-30 0 0,133-65-1781 0 0,-78 14 1809 0 0,-8 0 17 0 0,1 1 0 0 0,0 1 1 0 0,0-1-1 0 0,0 0 0 0 0,0 1 0 0 0,0 0 1 0 0,0-1-1 0 0,0 1 0 0 0,1 0 1 0 0,-1 1-1 0 0,0-1 0 0 0,1 1 1 0 0,-1-1-1 0 0,0 1 0 0 0,1 0 1 0 0,-1 0-1 0 0,0 0 0 0 0,1 1 0 0 0,-1-1 1 0 0,0 1-1 0 0,0 0 0 0 0,1 0 1 0 0,-1 0-1 0 0,0 0 0 0 0,0 1 1 0 0,0-1-1 0 0,0 1 0 0 0,0 0 1 0 0,0-1-1 0 0,-1 2 0 0 0,1-1 0 0 0,-1 0 1 0 0,1 0-1 0 0,-1 1 0 0 0,0-1 1 0 0,0 1-1 0 0,0 0 0 0 0,0-1 1 0 0,0 1-16 0 0,-1 3 87 0 0,1 6-20 0 0,0-1 0 0 0,0 0 1 0 0,-1 1-1 0 0,-1 0 0 0 0,0-1 0 0 0,0 1 0 0 0,-1-1 0 0 0,-1 1 0 0 0,0-1 0 0 0,0 0 1 0 0,-1 0-1 0 0,-1 0 0 0 0,0 0 0 0 0,-4 8-67 0 0,-13 7-158 0 0,-1 0-1 0 0,-1-2 1 0 0,-1-1 0 0 0,-1-1-1 0 0,-1-1 1 0 0,0-1 0 0 0,-2-1 0 0 0,0-2-1 0 0,-1-1 1 0 0,-1-1 0 0 0,-1-1-1 0 0,0-2 1 0 0,0-1 0 0 0,-9 1 158 0 0,-3-5-2212 0 0,-14-6-1923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8:08.5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73 271 3892 0 0,'0'0'1008'0'0,"0"0"-602"0"0,0 0 245 0 0,0 0 1349 0 0,0 0-189 0 0,0 0-792 0 0,0 0-470 0 0,0 0-77 0 0,0 0 98 0 0,2 15 741 0 0,69-29 1420 0 0,12-49-2936 0 0,-63 49 62 0 0,0 0 1 0 0,0-1-1 0 0,-1 0 0 0 0,-1-2 1 0 0,-1 0-1 0 0,-1-2 0 0 0,0 1 0 0 0,-1-2 1 0 0,9-16 142 0 0,-13 13 158 0 0,-18 30 110 0 0,-11 28-532 0 0,1 1 0 0 0,1 1 1 0 0,2 0-1 0 0,2 1 1 0 0,-7 32 263 0 0,-15 48-97 0 0,-43 77 1026 0 0,57-151-879 0 0,-14-68-346 0 0,-114-12 425 0 0,144 52-55 0 0,33-9-104 0 0,0-2-1 0 0,1 0 1 0 0,0-2-1 0 0,0-1 1 0 0,0-2-1 0 0,26-2 31 0 0,7 0-1166 0 0,17-1-4876 0 0,-137-1 2000 0 0,-267-11 647 0 0</inkml:trace>
  <inkml:trace contextRef="#ctx0" brushRef="#br0" timeOffset="237.176">472 634 13133 0 0,'0'0'2632'0'0,"0"0"-1215"0"0,0 0-437 0 0,0 0-116 0 0,0 0-32 0 0,0 0-380 0 0,0 0-388 0 0,0 0-64 0 0,0 0-308 0 0,0 0-352 0 0,12 3-212 0 0,-12-3-356 0 0,0-2-1077 0 0,0 1-2335 0 0,0-6-2505 0 0</inkml:trace>
  <inkml:trace contextRef="#ctx0" brushRef="#br0" timeOffset="1171.233">783 247 4940 0 0,'0'0'2919'0'0,"0"0"-1300"0"0,0 0-565 0 0,0 0-30 0 0,0 0 209 0 0,0 0-18 0 0,0 0-248 0 0,0 0-361 0 0,0 0-188 0 0,0 0-109 0 0,6-3-79 0 0,10-3-279 0 0,0-1 0 0 0,0-1 1 0 0,0 0-1 0 0,-1-2 0 0 0,0 1 1 0 0,-1-2-1 0 0,0 0 1 0 0,-1 0-1 0 0,0-2 0 0 0,-1 1 1 0 0,0-2-1 0 0,2-4 49 0 0,-5-44-1085 0 0,-37 89 319 0 0,18-7 804 0 0,0 1 0 0 0,1 0-1 0 0,2 0 1 0 0,0 1-1 0 0,1 0 1 0 0,1 0 0 0 0,1 1-1 0 0,1-1 1 0 0,1 1 0 0 0,2-1-1 0 0,0 1 1 0 0,2 21-38 0 0,-1-18 184 0 0,27 158 919 0 0,-28-184-1050 0 0,0 0 8 0 0,0 0 2 0 0,0 0-41 0 0,0 0-22 0 0,0 0-54 0 0,0 0-40 0 0,-22-9-94 0 0,-68-30-766 0 0,299 58 3089 0 0,-197-15-2338 0 0,0 0-1302 0 0,-3-3-4560 0 0,-2-1 412 0 0</inkml:trace>
  <inkml:trace contextRef="#ctx0" brushRef="#br0" timeOffset="1959.351">1444 37 2948 0 0,'0'0'2084'0'0,"0"0"-160"0"0,0 0-251 0 0,0 0-220 0 0,0 0-70 0 0,0 0-94 0 0,0 0-232 0 0,0 0-248 0 0,0 0-157 0 0,-4-1-161 0 0,-262-32-635 0 0,198 30-2640 0 0,67 3 2280 0 0,1 0 24 0 0,28 11-449 0 0,-20-8 998 0 0,-1 0-1 0 0,0 0 0 0 0,0 1 1 0 0,0 0-1 0 0,0 1 0 0 0,-1-1 1 0 0,1 1-1 0 0,-1 0 0 0 0,0 1 1 0 0,-1 0-1 0 0,1 0 0 0 0,-1 0 0 0 0,-1 0 1 0 0,1 1-1 0 0,-1 0 0 0 0,0-1 1 0 0,0 2-1 0 0,-1-1 0 0 0,0 0 1 0 0,-1 1-1 0 0,1 0 0 0 0,-1-1 1 0 0,-1 1-1 0 0,1 0 0 0 0,-1 0 1 0 0,-1 0-1 0 0,0 0 0 0 0,0 0 1 0 0,0 0-1 0 0,-1 2-68 0 0,-58 42-459 0 0,58-52 273 0 0,1 0-19 0 0,0 0-61 0 0,25 0-93 0 0,20-1 104 0 0,101 10 1770 0 0,-142-8-1451 0 0,0 0 0 0 0,0 0-1 0 0,0 1 1 0 0,0 0 0 0 0,-1 0 0 0 0,1 0 0 0 0,0 0 0 0 0,-1 0 0 0 0,1 1 0 0 0,-1 0 0 0 0,0-1 0 0 0,0 1 0 0 0,0 0 0 0 0,0 1-1 0 0,-1-1 1 0 0,1 0 0 0 0,-1 1 0 0 0,0 0 0 0 0,0-1 0 0 0,0 1 0 0 0,0 0 0 0 0,-1 0 0 0 0,0 0 0 0 0,1 0 0 0 0,-2 0-1 0 0,1 0 1 0 0,0 1 0 0 0,-1-1 0 0 0,0 0 0 0 0,1 0 0 0 0,-2 3-64 0 0,0 6 92 0 0,-1-1 1 0 0,0 1-1 0 0,-1-1 1 0 0,0 0-1 0 0,-1 0 0 0 0,0-1 1 0 0,-1 1-1 0 0,0-1 0 0 0,-1 0 1 0 0,0 0-1 0 0,-1-1 1 0 0,0 0-1 0 0,-1 0 0 0 0,-6 6-92 0 0,-93 56-5487 0 0,77-65 796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6:51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2435 2556 0 0,'0'0'1018'0'0,"0"0"-727"0"0,0 0 77 0 0,0 0 1026 0 0,0 0 337 0 0,0 0-562 0 0,0 0-494 0 0,0 0-191 0 0,0 0 12 0 0,3 1 3518 0 0,2-1-4004 0 0,-5-1-30 0 0,0 1 11 0 0,0 0-2 0 0,0 0 2 0 0,7 23-247 0 0,-8-24 268 0 0,1 0 0 0 0,-1 1 0 0 0,1-1 0 0 0,-1 1 0 0 0,1-1-1 0 0,0 0 1 0 0,-1 0 0 0 0,1 1 0 0 0,0-1 0 0 0,0 0 0 0 0,-1 0 0 0 0,1 1 0 0 0,0-1-1 0 0,0 0 1 0 0,0 0 0 0 0,0 0 0 0 0,0 1 0 0 0,0-1 0 0 0,0 0 0 0 0,0 0-1 0 0,0 1 1 0 0,1-1 0 0 0,-1 0 0 0 0,0 0 0 0 0,0 1 0 0 0,1-1 0 0 0,-1 0 0 0 0,0 0-1 0 0,1 1 1 0 0,-1-1 0 0 0,1 1 0 0 0,-1-1 0 0 0,1 0 0 0 0,-1 1 0 0 0,1-1-12 0 0,-2 1-16 0 0,0 0 1 0 0,0 0-1 0 0,0 0 1 0 0,0 0-1 0 0,0 0 1 0 0,0 0-1 0 0,0 0 1 0 0,0 0-1 0 0,0 0 1 0 0,0 1 0 0 0,0-1-1 0 0,0 0 1 0 0,0 0-1 0 0,0 1 1 0 0,0-1-1 0 0,1 1 1 0 0,-1-1-1 0 0,0 1 1 0 0,0 0-1 0 0,0-1 1 0 0,1 1-1 0 0,-1 0 1 0 0,0-1 0 0 0,0 1-1 0 0,1 0 1 0 0,-1 0-1 0 0,1-1 1 0 0,-1 1-1 0 0,1 0 1 0 0,-1 0-1 0 0,1 0 1 0 0,0 0-1 0 0,-1 0 1 0 0,1 0-1 0 0,0 0 1 0 0,0 0 0 0 0,-1 0-1 0 0,1 0 1 0 0,0 0-1 0 0,0 0 1 0 0,0 0-1 0 0,0 0 1 0 0,0 0-1 0 0,1 0 1 0 0,-1 0-1 0 0,0 0 1 0 0,0 0-1 0 0,1 0 1 0 0,-1 0 0 0 0,0 0-1 0 0,1 0 16 0 0,0 13-48 0 0,2-12 101 0 0,-1-1-1 0 0,1 1 1 0 0,0 0 0 0 0,0-1 0 0 0,0 0-1 0 0,0 0 1 0 0,0 0 0 0 0,1 0-1 0 0,-1 0 1 0 0,0-1 0 0 0,0 1 0 0 0,0-1-1 0 0,1 0 1 0 0,-1 0 0 0 0,0 0 0 0 0,1 0-1 0 0,-1-1 1 0 0,0 1 0 0 0,0-1-1 0 0,0 0 1 0 0,1 0 0 0 0,-1 0 0 0 0,1-1-53 0 0,-1 1 24 0 0,0 0-43 0 0,0 1 1 0 0,0-1-1 0 0,0 0 1 0 0,0 0-1 0 0,0-1 1 0 0,0 1-1 0 0,0-1 1 0 0,0 1-1 0 0,0-1 1 0 0,-1 0-1 0 0,1 0 0 0 0,-1 0 1 0 0,1 0-1 0 0,-1 0 1 0 0,0-1-1 0 0,0 1 1 0 0,0-1-1 0 0,0 0 1 0 0,0 1-1 0 0,-1-1 1 0 0,1 0-1 0 0,-1 0 1 0 0,0 0-1 0 0,1 0 0 0 0,-2 0 1 0 0,1 0-1 0 0,0 0 1 0 0,0-1-1 0 0,-1 1 19 0 0,-1 2 2 0 0,-1 0 0 0 0,1-1 1 0 0,-1 1-1 0 0,1 0 0 0 0,-1 1 0 0 0,1-1 0 0 0,-1 0 0 0 0,1 0 0 0 0,-1 1 0 0 0,0-1 0 0 0,1 1 0 0 0,-1-1 0 0 0,0 1 1 0 0,0 0-1 0 0,1 0 0 0 0,-1 0 0 0 0,0 0 0 0 0,0 0 0 0 0,1 0 0 0 0,-1 0 0 0 0,0 0 0 0 0,0 1 0 0 0,1-1 0 0 0,-1 1 1 0 0,0-1-1 0 0,1 1 0 0 0,-1 0 0 0 0,1 0 0 0 0,-1-1 0 0 0,1 1 0 0 0,-1 0 0 0 0,1 1 0 0 0,-1-1 0 0 0,1 0 0 0 0,0 0 1 0 0,0 0-1 0 0,-2 2-2 0 0,-25 54-810 0 0,40-88 1114 0 0,-12 29-302 0 0,1 1 0 0 0,-1-1 0 0 0,-1 1 0 0 0,1-1 0 0 0,0 1 0 0 0,0-1 0 0 0,0 1 0 0 0,-1-1 0 0 0,1 1 0 0 0,-1-1 0 0 0,1 1 0 0 0,-1 0 0 0 0,0-1 0 0 0,1 1 0 0 0,-1 0 0 0 0,0 0 0 0 0,0-1 1 0 0,0 1-1 0 0,0 0 0 0 0,0 0 0 0 0,0 0 0 0 0,0 0 0 0 0,0 0 0 0 0,-1 0 0 0 0,1 1 0 0 0,0-1 0 0 0,0 0 0 0 0,-1 0 0 0 0,1 1 0 0 0,-1-1 0 0 0,1 1 0 0 0,0 0 0 0 0,-1-1 0 0 0,1 1 0 0 0,-1 0 0 0 0,1 0 0 0 0,-1 0 0 0 0,1 0 0 0 0,-1 0 0 0 0,1 0 0 0 0,-1 0 0 0 0,1 0 0 0 0,-1 1 0 0 0,1-1 0 0 0,-1 0 0 0 0,1 1 0 0 0,0-1 0 0 0,-1 1 0 0 0,1 0 0 0 0,0 0-2 0 0,-16 23 2000 0 0,21-9-3297 0 0,-4-10 1323 0 0,-1-4-19 0 0,0 0-1 0 0,0 0 1 0 0,0 0-1 0 0,0 0 1 0 0,1 0-1 0 0,-1 1 1 0 0,0-1-1 0 0,1 0 1 0 0,-1 1-1 0 0,1-1 1 0 0,-1 0-1 0 0,1 1 1 0 0,0-1-1 0 0,0 0 1 0 0,0 1-1 0 0,-1-1 1 0 0,1 1-1 0 0,0-1 1 0 0,1 0-1 0 0,-1 1 1 0 0,0-1-1 0 0,0 1 1 0 0,1-1-1 0 0,-1 0 1 0 0,0 1-1 0 0,1-1 1 0 0,-1 0-1 0 0,1 1 1 0 0,0-1-1 0 0,0 0 1 0 0,-1 0-1 0 0,1 0 1 0 0,0 0-1 0 0,0 0 1 0 0,0 0-1 0 0,0 0 1 0 0,0 0-1 0 0,0 0 1 0 0,0 0-1 0 0,0 0 1 0 0,1 0-1 0 0,-1-1 1 0 0,0 1-1 0 0,0-1 1 0 0,1 1-1 0 0,-1-1 1 0 0,0 1-1 0 0,1-1 1 0 0,-1 0-1 0 0,1 1 1 0 0,-1-1-1 0 0,0 0 1 0 0,1 0-1 0 0,-1 0 0 0 0,1 0 1 0 0,-1 0-1 0 0,0-1 1 0 0,1 1-1 0 0,-1 0 1 0 0,1-1-1 0 0,-1 1 1 0 0,0-1-1 0 0,0 1 1 0 0,1-1-1 0 0,-1 1 1 0 0,0-1-1 0 0,0 0 1 0 0,0 0-1 0 0,1 0-6 0 0,2-3-99 0 0,0-1-1 0 0,0 1 1 0 0,0-1-1 0 0,-1 0 1 0 0,1 0-1 0 0,-1 0 0 0 0,-1-1 1 0 0,1 1-1 0 0,-1-1 1 0 0,0 1-1 0 0,0-1 1 0 0,-1 0-1 0 0,1 0 0 0 0,-1 1 1 0 0,0-1-1 0 0,-1 0 1 0 0,0 0-1 0 0,0 0 1 0 0,0 0-1 0 0,-1 0 1 0 0,1-1 99 0 0,0 6 12 0 0,0 0 0 0 0,0 1 1 0 0,0-1-1 0 0,0 0 1 0 0,0 0-1 0 0,0 1 1 0 0,0-1-1 0 0,0 0 1 0 0,0 0-1 0 0,0 1 1 0 0,0-1-1 0 0,0 0 1 0 0,-1 1-1 0 0,1-1 1 0 0,0 0-1 0 0,0 1 1 0 0,-1-1-1 0 0,1 0 1 0 0,-1 1-1 0 0,1-1 1 0 0,0 1-1 0 0,-1-1 1 0 0,1 0-1 0 0,-1 1 1 0 0,1-1-1 0 0,-1 1 0 0 0,1-1 1 0 0,-1 1-1 0 0,0 0 1 0 0,1-1-1 0 0,-1 1 1 0 0,0 0-1 0 0,1-1 1 0 0,-1 1-1 0 0,0 0 1 0 0,1 0-1 0 0,-1-1 1 0 0,0 1-1 0 0,0 0 1 0 0,1 0-1 0 0,-1 0 1 0 0,0 0-1 0 0,1 0 1 0 0,-1 0-1 0 0,0 0 1 0 0,0 0-1 0 0,1 1 1 0 0,-1-1-1 0 0,0 0 1 0 0,1 0-1 0 0,-1 0 0 0 0,0 1 1 0 0,1-1-1 0 0,-1 0 1 0 0,0 1-1 0 0,1-1 1 0 0,-1 1-1 0 0,1-1 1 0 0,-1 1-1 0 0,0-1 1 0 0,1 1-1 0 0,0-1 1 0 0,-1 1-1 0 0,1-1 1 0 0,-1 2-13 0 0,-38 33 131 0 0,8 43-2616 0 0,32-78-3623 0 0,13-19 2401 0 0,47-82 2126 0 0</inkml:trace>
  <inkml:trace contextRef="#ctx0" brushRef="#br0" timeOffset="94796.884">3516 2179 1708 0 0,'0'0'1351'0'0,"0"0"-133"0"0,0 0-42 0 0,0 0-162 0 0,0 0-476 0 0,0 0-120 0 0,0 0-103 0 0,0 0-168 0 0,0 0-24 0 0,6-1 156 0 0,0 0-502 0 0,62-17 8535 0 0,-39 4-8076 0 0,-18 2-992 0 0,-40 19 362 0 0,7 0 375 0 0,-45-21-1473 0 0,65 13 1440 0 0,2 1-42 0 0,0 0 32 0 0,0 25-193 0 0,0-18-3300 0 0,0-6-5011 0 0,0-25 7199 0 0</inkml:trace>
  <inkml:trace contextRef="#ctx0" brushRef="#br0" timeOffset="96307.876">7133 1441 1304 0 0,'0'0'1186'0'0,"0"0"-174"0"0,0 0-84 0 0,0 0-130 0 0,0 0-251 0 0,0 0-175 0 0,0 0-116 0 0,0 0-124 0 0,0 0-99 0 0,0-4 39 0 0,-1 1-137 0 0,9-14 4010 0 0,-7 17-3526 0 0,-1 0-22 0 0,0 0-64 0 0,-24 6-166 0 0,22 13-1040 0 0,3-8-6797 0 0,-1-37 4377 0 0</inkml:trace>
  <inkml:trace contextRef="#ctx0" brushRef="#br0" timeOffset="98518.435">10584 42 1148 0 0,'0'0'1669'0'0,"0"0"-431"0"0,0 0-383 0 0,0 0-152 0 0,0 0 91 0 0,0 0-13 0 0,0 0-114 0 0,0 0-135 0 0,0 0-84 0 0,-25 13 1730 0 0,26-12-2117 0 0,0 0 0 0 0,-1-1 0 0 0,1 1 0 0 0,0 0 0 0 0,-1 0 0 0 0,1-1 0 0 0,0 1 0 0 0,0-1 0 0 0,0 1-1 0 0,-1-1 1 0 0,1 1 0 0 0,0-1 0 0 0,0 1 0 0 0,0-1 0 0 0,0 0 0 0 0,0 1 0 0 0,0-1 0 0 0,0 0 0 0 0,0 0 0 0 0,0 0 0 0 0,0 0 0 0 0,0 0 0 0 0,0 0 0 0 0,0 0 0 0 0,0 0 0 0 0,0 0 0 0 0,0 0 0 0 0,0-1-1 0 0,0 1 1 0 0,0 0 0 0 0,0-1 0 0 0,-1 1 0 0 0,1-1 0 0 0,0 1 0 0 0,0-1 0 0 0,0 1 0 0 0,0-1 0 0 0,-1 1 0 0 0,1-1 0 0 0,0 0 0 0 0,0 0 0 0 0,-1 1 0 0 0,1-1 0 0 0,-1 0 0 0 0,1 0 0 0 0,-1 0-1 0 0,1 0 1 0 0,-1 1 0 0 0,1-1 0 0 0,-1 0 0 0 0,0-1-61 0 0,12-28-685 0 0,-12 30 718 0 0,-65 58-228 0 0,65-58 189 0 0,7-1-10 0 0,-1 0-1 0 0,0 0 1 0 0,1 0 0 0 0,-1-1 0 0 0,0 0-1 0 0,0 0 1 0 0,0-1 0 0 0,-1 0-1 0 0,1 0 1 0 0,-1 0 0 0 0,1-1 0 0 0,-1 0-1 0 0,0 0 1 0 0,0 0 0 0 0,-1 0-1 0 0,1-1 1 0 0,-1 0 16 0 0,-61 7 1134 0 0,55-1-1265 0 0,-60 30 406 0 0,39 1-5524 0 0,23-22-2083 0 0</inkml:trace>
  <inkml:trace contextRef="#ctx0" brushRef="#br0" timeOffset="104734.446">130 2289 220 0 0,'0'0'132'0'0,"0"0"-52"0"0,0 0-44 0 0,0 0-36 0 0,0 0-180 0 0,0 0-68 0 0,0 0 208 0 0</inkml:trace>
  <inkml:trace contextRef="#ctx0" brushRef="#br0" timeOffset="105036.242">130 2289 248 0 0</inkml:trace>
  <inkml:trace contextRef="#ctx0" brushRef="#br0" timeOffset="106992.19">130 2289 248 0 0,'74'42'179'0'0,"-74"-41"-147"0"0,1-1 0 0 0,-1 1-1 0 0,1-1 1 0 0,0 1 0 0 0,-1-1 0 0 0,1 1 0 0 0,-1-1 0 0 0,1 1 0 0 0,-1 0 0 0 0,0-1 0 0 0,1 1 0 0 0,-1 0-1 0 0,0-1 1 0 0,1 1 0 0 0,-1 0 0 0 0,0 0 0 0 0,0-1 0 0 0,0 1 0 0 0,0 0 0 0 0,0 0 0 0 0,1-1 0 0 0,-1 1 0 0 0,0 0-1 0 0,-1 0 1 0 0,1-1 0 0 0,0 1 0 0 0,0 0 0 0 0,0 0 0 0 0,0-1 0 0 0,-1 1 0 0 0,1 0 0 0 0,0 0 0 0 0,-1-1-1 0 0,1 1 1 0 0,0 0 0 0 0,-1-1 0 0 0,1 1 0 0 0,-1-1 0 0 0,1 1 0 0 0,-1-1 0 0 0,1 1 0 0 0,-1 0 0 0 0,0-1 0 0 0,1 0-1 0 0,-1 1 1 0 0,1-1 0 0 0,-1 1 0 0 0,0-1 0 0 0,0 0 0 0 0,1 0 0 0 0,-1 1 0 0 0,0-1 0 0 0,1 0 0 0 0,-2 0-32 0 0,-3 5 434 0 0,14 34 7850 0 0,72-25-4766 0 0,-63-13-2753 0 0,268 54-1573 0 0,-239-48 865 0 0,1-2 1 0 0,0-1-1 0 0,0-3 0 0 0,0-2 0 0 0,37-6-57 0 0,-74 6-52 0 0,750-54-1442 0 0,-127 74 1808 0 0,-175-19-898 0 0,-125-27 1567 0 0,-168 15-1591 0 0,-166 12 487 0 0,0 0 74 0 0,0 0-47 0 0,0 0 7 0 0,0 0 39 0 0,0 0 44 0 0,37 0 80 0 0,511-29 328 0 0,-409 19-182 0 0,-1-6-1 0 0,108-28-221 0 0,389-58 1564 0 0,-141 29-2168 0 0,-15-21-449 0 0,-78-13 171 0 0,102 2 553 0 0,18-57-974 0 0,-141 49 750 0 0,-24 38-873 0 0,174-106 601 0 0,-131 37 1413 0 0,136-50-1296 0 0,-191-10 753 0 0,191-67 951 0 0,-387 200-1039 0 0,112-74 843 0 0,-29-1-2633 0 0,-92 64-2523 0 0,-102 51 2254 0 0,-25 20 752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04.4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52 1512 0 0,'0'0'1357'0'0,"0"0"-201"0"0,0 0-235 0 0,0 0-148 0 0,0 0-107 0 0,0 0-111 0 0,0 0-120 0 0,0 0 220 0 0,-1-3 537 0 0,2-46 3003 0 0,15 108-995 0 0,-11-50-3128 0 0,8 17-85 0 0,-1 1 0 0 0,-1 0-1 0 0,-2 1 1 0 0,0 0 0 0 0,-2 0-1 0 0,-1 1 1 0 0,2 22 13 0 0,-14 348-874 0 0,-3-123-4421 0 0,11-259 2325 0 0,8-9-1731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05.0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0 3220 0 0,'0'0'2247'0'0,"0"0"-550"0"0,0 0-341 0 0,0 0-186 0 0,0 0-37 0 0,0 0-130 0 0,0 0-244 0 0,0 0-205 0 0,0 0-168 0 0,0 0-90 0 0,-28 16-59 0 0,-86 48-66 0 0,58 0 288 0 0,53-53-378 0 0,-1-3-43 0 0,1-1 0 0 0,0 1 0 0 0,0-1 0 0 0,1 1 0 0 0,0 0 0 0 0,0 0-1 0 0,1 0 1 0 0,0 0 0 0 0,0 0 0 0 0,1 1 0 0 0,0-1 0 0 0,1 0 0 0 0,0 0 0 0 0,0 0-1 0 0,1 0 1 0 0,0 0 0 0 0,0 0 0 0 0,0 0 0 0 0,1-1 0 0 0,1 1 0 0 0,-1-1 0 0 0,1 0-1 0 0,0 0 1 0 0,1 0 0 0 0,0-1 0 0 0,2 4-38 0 0,12 2 3 0 0,1-2 0 0 0,-1 0 0 0 0,2 0-1 0 0,-1-2 1 0 0,1-1 0 0 0,0 0 0 0 0,1-2 0 0 0,-1 0 0 0 0,1-2-1 0 0,0 0 1 0 0,0-2 0 0 0,1 0 0 0 0,-1-1 0 0 0,0-1 0 0 0,0-1-1 0 0,5-3-2 0 0,-16 3-43 0 0,-1-2 1 0 0,1 0-1 0 0,-1 0 0 0 0,0-1 0 0 0,0 0 0 0 0,0-1 0 0 0,-1 0 0 0 0,0 0 0 0 0,0-1 0 0 0,0-1 0 0 0,-1 1 0 0 0,0-1 0 0 0,-1-1 0 0 0,0 1 0 0 0,0-1 0 0 0,0 0 0 0 0,-2-1 0 0 0,1 0 0 0 0,-1 1 0 0 0,0-2 0 0 0,-1 1 0 0 0,0-1 0 0 0,-1 1 0 0 0,0-1 0 0 0,-1 0 0 0 0,0 0 0 0 0,-1 0 0 0 0,0 0 0 0 0,0-1 0 0 0,-1 1 0 0 0,-1-4 43 0 0,-4 6 11 0 0,0 0 0 0 0,0 0-1 0 0,-1 1 1 0 0,0-1 0 0 0,0 1-1 0 0,-1 1 1 0 0,0-1-1 0 0,-1 1 1 0 0,0 1 0 0 0,0-1-1 0 0,0 1 1 0 0,0 1 0 0 0,-1 0-1 0 0,0 0 1 0 0,0 0 0 0 0,-1 1-1 0 0,1 1 1 0 0,-1-1 0 0 0,0 2-1 0 0,0-1 1 0 0,0 1-1 0 0,0 1 1 0 0,0 0 0 0 0,0 0-1 0 0,-3 1-10 0 0,-5-3 50 0 0,0 1-1 0 0,-1 1 0 0 0,1 1 0 0 0,-1 1 0 0 0,1 0 0 0 0,0 1 1 0 0,0 1-1 0 0,0 1 0 0 0,-4 2-49 0 0,16-5-164 0 0,0 1-1 0 0,1 0 1 0 0,-1 0 0 0 0,1 1-1 0 0,0-1 1 0 0,-1 1-1 0 0,1 0 1 0 0,1 1 0 0 0,-1-1-1 0 0,0 1 1 0 0,1 0-1 0 0,0 0 1 0 0,0 0 0 0 0,0 1-1 0 0,0-1 1 0 0,1 1 0 0 0,0 0-1 0 0,0 0 1 0 0,0 0-1 0 0,0 1 1 0 0,1-1 0 0 0,0 0-1 0 0,0 1 1 0 0,0 0-1 0 0,1-1 1 0 0,0 1 0 0 0,0 0-1 0 0,1 0 1 0 0,-1 6 164 0 0,2 19-2703 0 0,2-6-1159 0 0</inkml:trace>
  <inkml:trace contextRef="#ctx0" brushRef="#br0" timeOffset="475.034">727 172 6129 0 0,'0'0'2167'0'0,"0"0"-744"0"0,0 0-504 0 0,-4 20-243 0 0,-15 143 1383 0 0,25-151-1974 0 0,0-1-1 0 0,1 1 0 0 0,0-1 1 0 0,0 0-1 0 0,1-1 0 0 0,1 0 1 0 0,0 0-1 0 0,0-1 0 0 0,1 0 1 0 0,0 0-1 0 0,1-1 0 0 0,0-1 1 0 0,0 0-1 0 0,0 0 1 0 0,1-1-1 0 0,0 0 0 0 0,0-1 1 0 0,1-1-1 0 0,-1 0 0 0 0,1-1 1 0 0,0 0-1 0 0,0-1 0 0 0,4 1-84 0 0,5 1 82 0 0,-1 0 0 0 0,2-1 0 0 0,-1 0 0 0 0,0-2 0 0 0,0-1 0 0 0,1-1 0 0 0,-1-1 0 0 0,0-1-1 0 0,0-1 1 0 0,0 0 0 0 0,2-3-82 0 0,-15 5-12 0 0,-1-1 0 0 0,0 1 0 0 0,0-2 0 0 0,0 1 0 0 0,0-1 0 0 0,-1 0 0 0 0,0-1 0 0 0,0 0 0 0 0,0 0 0 0 0,0 0 0 0 0,-1-1 0 0 0,0 0 0 0 0,0 0 0 0 0,0-1 0 0 0,-1 0 0 0 0,0 0 0 0 0,0 0 0 0 0,-1 0 0 0 0,0-1 0 0 0,0 0 0 0 0,-1 0 0 0 0,0 0 0 0 0,0 0 0 0 0,-1 0 0 0 0,0 0 0 0 0,0-1 0 0 0,-1 1 0 0 0,0-1 0 0 0,-1-8 12 0 0,-1 9 0 0 0,0-1 0 0 0,-1 1 0 0 0,0 0-1 0 0,-1 0 1 0 0,1 0 0 0 0,-2 0 0 0 0,1 1 0 0 0,-1-1 0 0 0,0 1-1 0 0,0 0 1 0 0,-1 0 0 0 0,0 0 0 0 0,-1 1 0 0 0,1 0 0 0 0,-1 0 0 0 0,0 0-1 0 0,-1 0 1 0 0,1 1 0 0 0,-1 0 0 0 0,0 1 0 0 0,0 0 0 0 0,-3-2 0 0 0,-176-71 528 0 0,176 73-535 0 0,-1 1 1 0 0,1 0-1 0 0,-1 0 1 0 0,0 1-1 0 0,0 0 1 0 0,0 1-1 0 0,0 0 0 0 0,0 1 1 0 0,0 0-1 0 0,0 1 1 0 0,0 0-1 0 0,0 1 1 0 0,0 0-1 0 0,0 1 1 0 0,0 0-1 0 0,1 0 0 0 0,-1 1 1 0 0,1 1-1 0 0,0 0 1 0 0,1 0-1 0 0,-1 1 1 0 0,1 0-1 0 0,0 0 1 0 0,0 1-1 0 0,1 1 0 0 0,0-1 1 0 0,0 1-1 0 0,1 1 1 0 0,-4 5 6 0 0,2 1-342 0 0,0 0 1 0 0,1 1 0 0 0,1 0-1 0 0,0 1 1 0 0,1-1-1 0 0,1 2 1 0 0,0-1 0 0 0,2 0-1 0 0,0 1 1 0 0,1-1-1 0 0,0 1 1 0 0,2 0-1 0 0,0 0 1 0 0,2 6 341 0 0,-2-18-445 0 0,1 1 0 0 0,0-1 0 0 0,0 0 0 0 0,1 0 0 0 0,-1 0 0 0 0,1 0 0 0 0,1 0 1 0 0,-1 0-1 0 0,1-1 0 0 0,0 1 0 0 0,0-1 0 0 0,1 1 0 0 0,0-1 0 0 0,0 0 0 0 0,0-1 0 0 0,0 1 0 0 0,4 2 445 0 0,26 23-3105 0 0</inkml:trace>
  <inkml:trace contextRef="#ctx0" brushRef="#br0" timeOffset="728.034">1215 453 1592 0 0,'0'0'4904'0'0,"0"0"-3008"0"0,0 15-1001 0 0,-17 292 5223 0 0,10-276-5567 0 0,-2-1 0 0 0,-1 0 0 0 0,-1 0 0 0 0,-2-1 0 0 0,-1-1 0 0 0,-1 0 0 0 0,-1 0 0 0 0,-13 14-551 0 0,7-13 120 0 0,-1 0 0 0 0,-2-2 0 0 0,-1 0 0 0 0,-1-2 0 0 0,0-1 0 0 0,-2-2 0 0 0,-10 6-120 0 0,30-22-195 0 0,-1 0 0 0 0,1-1 0 0 0,-1 0 0 0 0,0-1 0 0 0,-1 0 0 0 0,1-1 0 0 0,-1 0 0 0 0,1 0 0 0 0,-1-1 0 0 0,0 0 1 0 0,0-1-1 0 0,-4 0 195 0 0,-85-24-8661 0 0,44-6 1724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08.1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183 1294 900 0 0,'0'0'1910'0'0,"0"0"-566"0"0,0 0-376 0 0,0 0-131 0 0,0 0-107 0 0,0 0-170 0 0,0 0-73 0 0,0 0 47 0 0,0 0 77 0 0,0 0 68 0 0,-9-24 2263 0 0,-8 8-2836 0 0,1-1-1 0 0,0-1 1 0 0,2 0 0 0 0,0-1-1 0 0,1-1 1 0 0,1 0 0 0 0,0-1-1 0 0,2 0 1 0 0,1 0 0 0 0,0-1-1 0 0,2-1 1 0 0,0 1 0 0 0,2-1 0 0 0,0 0-1 0 0,2-1 1 0 0,0 1 0 0 0,2-1-1 0 0,0 1 1 0 0,2-1 0 0 0,0 1-1 0 0,2-1-105 0 0,1-7-53 0 0,1 1 0 0 0,1-1 0 0 0,2 1 0 0 0,1 1 0 0 0,1 0 0 0 0,2 0 0 0 0,0 1 0 0 0,2 1 1 0 0,1 0-1 0 0,2 1 0 0 0,0 0 0 0 0,2 2 0 0 0,0 0 0 0 0,2 1 0 0 0,6-4 53 0 0,71-65-3375 0 0,-18 49-3173 0 0,-50 35 3496 0 0</inkml:trace>
  <inkml:trace contextRef="#ctx0" brushRef="#br0" timeOffset="744.716">791 806 3464 0 0,'0'0'3671'0'0,"0"0"-1857"0"0,0 0-723 0 0,0 0-158 0 0,0 0 97 0 0,0 0-92 0 0,0 0-368 0 0,0 0-352 0 0,0 0-118 0 0,12-17-11 0 0,81-126 10 0 0,-21 1 304 0 0,-71 226 78 0 0,-4-7-658 0 0,-2-1 0 0 0,-4 0 0 0 0,-4-1-1 0 0,-2 0 1 0 0,-21 55 177 0 0,36-127 25 0 0,0 0 0 0 0,-1 0 0 0 0,1-1 0 0 0,-1 1 0 0 0,1 0-1 0 0,-1-1 1 0 0,0 1 0 0 0,0-1 0 0 0,0 1 0 0 0,0-1 0 0 0,-1 1 0 0 0,1-1 0 0 0,-1 0-1 0 0,1 0 1 0 0,-1 0 0 0 0,0 0 0 0 0,0 0 0 0 0,0 0 0 0 0,0 0 0 0 0,0 0-1 0 0,0-1 1 0 0,0 1 0 0 0,-1-1 0 0 0,1 0 0 0 0,-1 1 0 0 0,1-1 0 0 0,-1 0-1 0 0,1-1 1 0 0,-1 1 0 0 0,1 0 0 0 0,-1-1 0 0 0,0 1 0 0 0,0-1 0 0 0,1 0 0 0 0,-1 0-1 0 0,0 0 1 0 0,1 0 0 0 0,-1 0 0 0 0,0-1 0 0 0,1 1 0 0 0,-3-2-25 0 0,-151-45 258 0 0,276 45-4049 0 0,-61-4-240 0 0,-9 0-444 0 0</inkml:trace>
  <inkml:trace contextRef="#ctx0" brushRef="#br0" timeOffset="1127.042">1332 842 12 0 0,'0'0'8236'0'0,"0"0"-5316"0"0,0 0-1800 0 0,-17 16-293 0 0,-52 52-39 0 0,65-64-733 0 0,0 1 0 0 0,0 1 0 0 0,1-1 1 0 0,0 0-1 0 0,0 1 0 0 0,0 0 0 0 0,1-1 0 0 0,0 1 0 0 0,0 0 0 0 0,0 0 0 0 0,1 0 0 0 0,0 1 0 0 0,0-1 0 0 0,1 0 0 0 0,-1 0 0 0 0,1 1 0 0 0,1-1 0 0 0,-1 0 1 0 0,1 0-1 0 0,0 0 0 0 0,1 1 0 0 0,-1-1 0 0 0,1 0 0 0 0,0-1 0 0 0,1 1 0 0 0,0 0 0 0 0,-1-1 0 0 0,2 1 0 0 0,-1-1 0 0 0,1 0 0 0 0,-1 0 0 0 0,4 2-55 0 0,10 10 59 0 0,1-1-1 0 0,0-1 0 0 0,1-1 0 0 0,1-1 0 0 0,0 0 0 0 0,1-1 1 0 0,0-2-1 0 0,1 0 0 0 0,0-1 0 0 0,1-1 0 0 0,-1-2 0 0 0,1 0 0 0 0,1-1 1 0 0,21 1-59 0 0,-32-4 3 0 0,0 0 1 0 0,-1-2-1 0 0,1 0 1 0 0,0 0-1 0 0,-1-1 1 0 0,1 0-1 0 0,-1-1 1 0 0,1-1-1 0 0,-1 0 1 0 0,0-1-1 0 0,0 0 1 0 0,0-1-1 0 0,0 0 1 0 0,-1-1-1 0 0,0 0 1 0 0,0 0-1 0 0,-1-2 1 0 0,1 1 0 0 0,-2-1-1 0 0,1-1 1 0 0,-1 0-1 0 0,0 0 1 0 0,-1 0-1 0 0,0-1 1 0 0,-1-1-1 0 0,0 1 1 0 0,0-1-1 0 0,2-6-3 0 0,-5 8-1 0 0,-1 1 0 0 0,0-1-1 0 0,0 0 1 0 0,0 0 0 0 0,-1 0 0 0 0,-1 0-1 0 0,1-1 1 0 0,-2 1 0 0 0,1 0 0 0 0,-1-1-1 0 0,0 1 1 0 0,-1 0 0 0 0,0 0-1 0 0,-1-1 1 0 0,0 1 0 0 0,0 0 0 0 0,-1 0-1 0 0,0 0 1 0 0,-1 1 0 0 0,0-1 0 0 0,0 1-1 0 0,-1 0 1 0 0,0 0 0 0 0,0 0 0 0 0,-1 1-1 0 0,0 0 1 0 0,0 0 0 0 0,-1 0-1 0 0,1 1 1 0 0,-6-4 1 0 0,-2-2 2 0 0,0 1 0 0 0,0 0 0 0 0,-1 1 0 0 0,-1 1 0 0 0,1 0 0 0 0,-2 1 0 0 0,1 0 0 0 0,-1 2 0 0 0,0 0 0 0 0,0 1 0 0 0,-1 0 0 0 0,0 2 1 0 0,1 0-1 0 0,-1 1 0 0 0,0 1 0 0 0,0 0 0 0 0,-1 1 0 0 0,1 1 0 0 0,0 1 0 0 0,1 1 0 0 0,-1 0 0 0 0,0 2 0 0 0,1 0 0 0 0,0 0 0 0 0,0 2 0 0 0,-10 5-2 0 0,-17 15-588 0 0</inkml:trace>
  <inkml:trace contextRef="#ctx0" brushRef="#br0" timeOffset="3764.185">1985 164 652 0 0,'0'0'1389'0'0,"0"0"-538"0"0,0 0-290 0 0,0 0-12 0 0,0 0-40 0 0,0 0-196 0 0,0 0-163 0 0,0 0-39 0 0,0 0 78 0 0,4-1 140 0 0,33-14 1784 0 0,-34-9 3088 0 0,228 229-2778 0 0,-72-69-3378 0 0,-130-104-846 0 0,-25-16-4149 0 0,-4-16 1784 0 0</inkml:trace>
  <inkml:trace contextRef="#ctx0" brushRef="#br0" timeOffset="4127.496">2081 443 5076 0 0,'0'0'2434'0'0,"0"0"-765"0"0,0 0-534 0 0,0 0-186 0 0,0 0 72 0 0,0 0-200 0 0,0 0-252 0 0,0 0 31 0 0,28-17 103 0 0,175-102 595 0 0,-178 104-1199 0 0,19-10-259 0 0,0-2 1 0 0,-1-2 0 0 0,-2-2 0 0 0,-1-1-1 0 0,-2-3 1 0 0,15-18 159 0 0,-32 21-1628 0 0,-13 9-3609 0 0,-7 18-652 0 0</inkml:trace>
  <inkml:trace contextRef="#ctx0" brushRef="#br0" timeOffset="5443.749">2787 468 1996 0 0,'0'0'1724'0'0,"0"0"-294"0"0,0 0-226 0 0,0 0-87 0 0,0 0-131 0 0,0 0-200 0 0,0 0-217 0 0,0 0-173 0 0,0 0-84 0 0,-1 4 21 0 0,-6 13 278 0 0,7-17-381 0 0,0 0-10 0 0,0 0 62 0 0,11-3 1893 0 0,-8 1-4255 0 0,-2 2-3782 0 0,-7 1 612 0 0,5 3 4071 0 0</inkml:trace>
  <inkml:trace contextRef="#ctx0" brushRef="#br0" timeOffset="6065.258">2726 107 1056 0 0,'0'0'1726'0'0,"0"0"-545"0"0,0 0-279 0 0,0 0 44 0 0,0 0 140 0 0,0 0-54 0 0,0 0-223 0 0,0 0-209 0 0,0 0-70 0 0,0 0 78 0 0,-3-2 138 0 0,11 8 1370 0 0,136 119 603 0 0,-127-107-2621 0 0,-1 0 0 0 0,-1 1 0 0 0,-1 0 0 0 0,-1 1 0 0 0,0 1 0 0 0,-2 0 0 0 0,0 1 0 0 0,-1 0 0 0 0,-1 0 0 0 0,-2 1 0 0 0,0 0 0 0 0,-1 1 0 0 0,-1-1 0 0 0,-2 1 1 0 0,0 0-1 0 0,-2 0 0 0 0,0 5-98 0 0,-1-4 37 0 0,-1-1 0 0 0,-2 0 0 0 0,0 1 0 0 0,-2-1 0 0 0,0 0 0 0 0,-1-1 0 0 0,-2 1 0 0 0,0-1 0 0 0,-2-1 0 0 0,-2 2-37 0 0,-172 302-1611 0 0,159-294-103 0 0,4-16-3413 0 0,10-12 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23.3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109 124 1200 0 0,'0'0'2488'0'0,"0"0"-892"0"0,0 0-809 0 0,0 0-265 0 0,0 0-205 0 0,0 0 12 0 0,0 0 483 0 0,0 0 512 0 0,0 0 72 0 0,-3 16 2307 0 0,28 8-3309 0 0,-1 2 0 0 0,-2 0 0 0 0,-1 1 0 0 0,-1 2 0 0 0,-1 0 0 0 0,-2 0 0 0 0,0 2 0 0 0,10 30-394 0 0,44 132-31 0 0,3 6-5497 0 0,-69-178 22 0 0,-5-14 1077 0 0</inkml:trace>
  <inkml:trace contextRef="#ctx0" brushRef="#br0" timeOffset="239.525">0 642 5765 0 0,'0'0'2081'0'0,"0"0"-589"0"0,0 0-290 0 0,0 0-52 0 0,11-15 97 0 0,94-100 1133 0 0,42 16-1453 0 0,4 6-1 0 0,4 7 1 0 0,48-15-927 0 0,-170 85-271 0 0,31-15-464 0 0,20-10-1196 0 0,-30 12-2215 0 0,-29 14-871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24.8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76 2720 0 0,'0'0'2004'0'0,"0"0"-462"0"0,0 0-169 0 0,0 0 135 0 0,0 0-117 0 0,0 0-316 0 0,0 0-329 0 0,0 0-323 0 0,0 0-158 0 0,4 35 1083 0 0,-4-26-1193 0 0,2 64 358 0 0,-4 0-1 0 0,-4 1 1 0 0,-2-1-1 0 0,-7 19-512 0 0,-14 25-35 0 0,11-54-387 0 0,3 1 1 0 0,3 1 0 0 0,2 0-1 0 0,4 0 1 0 0,2 0 0 0 0,3 10 421 0 0,35-9-6898 0 0,-12-54 2983 0 0</inkml:trace>
  <inkml:trace contextRef="#ctx0" brushRef="#br0" timeOffset="332.603">480 685 808 0 0,'0'0'5762'0'0,"0"0"-3697"0"0,0 0-916 0 0,-20 19-138 0 0,-63 65-129 0 0,77-78-788 0 0,1 0-1 0 0,-1 1 1 0 0,2 0 0 0 0,-1 0-1 0 0,1 1 1 0 0,0-1 0 0 0,1 1-1 0 0,0 0 1 0 0,0 0-1 0 0,0 0 1 0 0,1 0 0 0 0,0 1-1 0 0,1-1 1 0 0,0 0 0 0 0,0 1-1 0 0,1-1 1 0 0,0 1 0 0 0,1-1-1 0 0,0 1 1 0 0,1 7-94 0 0,-1-9 12 0 0,1-1 0 0 0,0 1 0 0 0,0-1 0 0 0,0 1 0 0 0,1-1 0 0 0,-1 0 0 0 0,2 0 0 0 0,-1 0 0 0 0,1-1 0 0 0,-1 1 0 0 0,2-1 0 0 0,-1 0 0 0 0,0 0 0 0 0,1 0 0 0 0,0-1 0 0 0,0 1 1 0 0,1-1-1 0 0,-1-1 0 0 0,1 1 0 0 0,0-1 0 0 0,0 0 0 0 0,0 0 0 0 0,0 0 0 0 0,0-1 0 0 0,1 0 0 0 0,1 0-12 0 0,10 3-92 0 0,0 0 0 0 0,0-2 0 0 0,0 0 0 0 0,0-1 0 0 0,1-1 0 0 0,-1 0 0 0 0,0-2 0 0 0,1 0 0 0 0,4-2 92 0 0,-10 0-30 0 0,-1 0 0 0 0,0-1 0 0 0,0 0 0 0 0,0-1-1 0 0,0 0 1 0 0,-1-1 0 0 0,0 0 0 0 0,0-1 0 0 0,0 0 0 0 0,-1-1-1 0 0,0 0 1 0 0,-1-1 0 0 0,0 0 0 0 0,0 0 0 0 0,-1-1 0 0 0,0 0-1 0 0,-1 0 1 0 0,0-1 0 0 0,0 0 0 0 0,-1-1 0 0 0,-1 1 0 0 0,0-1-1 0 0,0 0 1 0 0,-1 0 0 0 0,-1 0 0 0 0,0-1 0 0 0,-1 1 0 0 0,0-1-1 0 0,-1 0 1 0 0,0 0 0 0 0,-1 1 0 0 0,-1-1 0 0 0,-1-11 30 0 0,-4 13 6 0 0,0 0 0 0 0,-1 1 0 0 0,0 0 1 0 0,-1 0-1 0 0,0 1 0 0 0,-1 0 0 0 0,0 0 1 0 0,0 1-1 0 0,0 0 0 0 0,-1 1 0 0 0,-1 0 1 0 0,1 1-1 0 0,-1 0 0 0 0,0 0 0 0 0,0 1 0 0 0,-1 1 1 0 0,1 0-1 0 0,-1 0 0 0 0,0 1 0 0 0,0 1 1 0 0,0 0-1 0 0,-1 0 0 0 0,-8 1-6 0 0,13-1-83 0 0,0 1 0 0 0,0 0 0 0 0,0 1 1 0 0,0-1-1 0 0,0 2 0 0 0,0-1 0 0 0,0 1 0 0 0,1 0 0 0 0,-1 0 0 0 0,0 1 1 0 0,0 0-1 0 0,0 1 0 0 0,1 0 0 0 0,0 0 0 0 0,-1 1 0 0 0,1-1 0 0 0,0 1 0 0 0,1 1 1 0 0,-1 0-1 0 0,1 0 0 0 0,0 0 0 0 0,0 0 0 0 0,0 1 0 0 0,1 0 0 0 0,0 0 0 0 0,0 1 1 0 0,1-1-1 0 0,0 1 0 0 0,0 0 0 0 0,0 0 0 0 0,1 1 0 0 0,0-1 0 0 0,0 1 0 0 0,1-1 1 0 0,0 1-1 0 0,0 0 0 0 0,0 5 83 0 0,0 29-2121 0 0,2-7-607 0 0</inkml:trace>
  <inkml:trace contextRef="#ctx0" brushRef="#br0" timeOffset="919.675">1331 806 3920 0 0,'0'0'2509'0'0,"0"0"-491"0"0,0 0-335 0 0,0 0-352 0 0,0 0-370 0 0,0 0 38 0 0,0 0-82 0 0,0 0-132 0 0,0 0-179 0 0,0 0-212 0 0,-20 1-137 0 0,-60 7-68 0 0,76-7-185 0 0,1 0 1 0 0,0-1 0 0 0,0 1-1 0 0,0 0 1 0 0,0 1 0 0 0,0-1-1 0 0,0 0 1 0 0,1 1 0 0 0,-1 0-1 0 0,0 0 1 0 0,1-1-1 0 0,-1 2 1 0 0,1-1 0 0 0,-1 0-1 0 0,1 0 1 0 0,0 1 0 0 0,0-1-1 0 0,0 1 1 0 0,1 0 0 0 0,-1-1-1 0 0,0 1 1 0 0,1 0-1 0 0,0 0 1 0 0,-1 2-5 0 0,-4 6-18 0 0,2-3 7 0 0,0-1 0 0 0,1 1 0 0 0,-1 0 0 0 0,1 0 0 0 0,1 0 0 0 0,0 1 0 0 0,0-1 0 0 0,0 0 0 0 0,1 1 0 0 0,0-1 1 0 0,1 1-1 0 0,0 0 0 0 0,0-1 0 0 0,1 1 0 0 0,0-1 0 0 0,1 1 0 0 0,0-1 0 0 0,0 0 0 0 0,0 0 0 0 0,1 0 0 0 0,1 0 1 0 0,-1 0-1 0 0,1 0 0 0 0,0-1 0 0 0,1 0 0 0 0,0 0 0 0 0,0 0 0 0 0,1 0 0 0 0,-1-1 0 0 0,2 0 0 0 0,-1 0 0 0 0,0-1 1 0 0,1 1-1 0 0,0-1 0 0 0,0-1 0 0 0,5 3 11 0 0,-1-2-25 0 0,0 0 1 0 0,0-1 0 0 0,0-1-1 0 0,0 1 1 0 0,1-2 0 0 0,-1 1-1 0 0,1-2 1 0 0,0 0 0 0 0,-1 0-1 0 0,1-1 1 0 0,0 0 0 0 0,0-1-1 0 0,-1 0 1 0 0,1-1-1 0 0,-1-1 1 0 0,1 0 0 0 0,-1 0-1 0 0,0-1 1 0 0,0 0 0 0 0,0-1-1 0 0,-1 0 1 0 0,1-1 0 0 0,-1 0-1 0 0,-1-1 1 0 0,1 0-1 0 0,-1 0 1 0 0,0-1 0 0 0,-1 0-1 0 0,0-1 1 0 0,0 0 0 0 0,-1 0-1 0 0,0-1 1 0 0,0 0 0 0 0,-1 0-1 0 0,-1 0 1 0 0,0-1 0 0 0,0 1-1 0 0,-1-1 1 0 0,0-1-1 0 0,-1 1 1 0 0,2-12 24 0 0,-3 14-145 0 0,-1-1 0 0 0,0 1-1 0 0,0-1 1 0 0,-1 0 0 0 0,0 0 0 0 0,0 0 0 0 0,-1 1-1 0 0,-1-1 1 0 0,1 0 0 0 0,-2 1 0 0 0,1 0 0 0 0,-1-1-1 0 0,-1 1 1 0 0,0 0 0 0 0,0 0 0 0 0,-1 1-1 0 0,0-1 1 0 0,0 1 0 0 0,-1 0 0 0 0,-1-1 145 0 0,1 2 9 0 0,-1 1-1 0 0,0 1 1 0 0,1-1 0 0 0,-2 1-1 0 0,1 0 1 0 0,-1 1 0 0 0,1-1-1 0 0,-1 2 1 0 0,0-1 0 0 0,-1 1 0 0 0,1 0-1 0 0,-1 1 1 0 0,1 0 0 0 0,-1 0-1 0 0,1 1 1 0 0,-1 0 0 0 0,0 0 0 0 0,0 1-1 0 0,0 1 1 0 0,0-1 0 0 0,1 1-1 0 0,-1 1 1 0 0,0 0 0 0 0,1 0-1 0 0,-1 0 1 0 0,1 1 0 0 0,0 0 0 0 0,0 1-1 0 0,0 0 1 0 0,0 0 0 0 0,1 1-1 0 0,-1 0 1 0 0,1 0 0 0 0,1 1 0 0 0,-4 3-10 0 0,-1 0-70 0 0,0 0 0 0 0,1 1-1 0 0,0 1 1 0 0,1-1-1 0 0,0 2 1 0 0,0-1-1 0 0,2 1 1 0 0,-1 0-1 0 0,1 1 1 0 0,1 0-1 0 0,1 0 1 0 0,-1 0 0 0 0,2 1-1 0 0,0 1 72 0 0,0 129-5479 0 0,16-113 2836 0 0,10-1-225 0 0</inkml:trace>
  <inkml:trace contextRef="#ctx0" brushRef="#br0" timeOffset="1157.028">1415 1160 2460 0 0,'0'0'2167'0'0,"0"0"-179"0"0,0 0-176 0 0,0 0-159 0 0,0 0-251 0 0,0 0-338 0 0,0 0-195 0 0,0 0-38 0 0,0 0-14 0 0,0 0-115 0 0,9 5-273 0 0,14 14-341 0 0,0 1-1 0 0,-2 1 1 0 0,-1 1-1 0 0,0 1 1 0 0,-2 1 0 0 0,0 0-1 0 0,-2 2 1 0 0,-1 0-1 0 0,-1 0 1 0 0,-1 1 0 0 0,-1 1-1 0 0,-2 0 1 0 0,-1 1-1 0 0,4 21-87 0 0,-4-13 256 0 0,-1 0 0 0 0,-2 1 0 0 0,-2 0 0 0 0,-2 0-1 0 0,-1 0 1 0 0,-2 0 0 0 0,-1 3-256 0 0,0-34-55 0 0,1 1-1 0 0,-1-1 1 0 0,0 0 0 0 0,0 0 0 0 0,-1 0-1 0 0,0 0 1 0 0,-1 0 0 0 0,1 0-1 0 0,-1-1 1 0 0,0 0 0 0 0,-1 0-1 0 0,0 0 1 0 0,0 0 0 0 0,0-1-1 0 0,0 1 1 0 0,-1-1 0 0 0,0-1 0 0 0,0 1-1 0 0,0-1 1 0 0,-1 0 0 0 0,1-1-1 0 0,-1 1 1 0 0,0-1 0 0 0,0-1-1 0 0,0 1 1 0 0,0-1 0 0 0,-1 0 0 0 0,1-1-1 0 0,-1 0 1 0 0,-3 0 55 0 0,-12 2-642 0 0,-1-1 0 0 0,0-1 0 0 0,0-1 0 0 0,1-1 0 0 0,-1-2 0 0 0,0 0 0 0 0,1-1 0 0 0,0-2 0 0 0,-5-1 642 0 0,-34-15-3314 0 0,11 2-1038 0 0</inkml:trace>
  <inkml:trace contextRef="#ctx0" brushRef="#br0" timeOffset="1774.498">2145 1241 1396 0 0,'0'0'5712'0'0,"0"0"-3003"0"0,0 0-1336 0 0,0 0-446 0 0,0 0-119 0 0,0 0-11 0 0,0 0-94 0 0,0 0-190 0 0,0 0-135 0 0,-4-4-4 0 0,-165-141 1021 0 0,143 118-1486 0 0,1-1 1 0 0,2-1-1 0 0,1-1 0 0 0,1-1 1 0 0,2 0-1 0 0,1-2 0 0 0,2 0 1 0 0,1-1-1 0 0,1-1 1 0 0,2 0-1 0 0,2-1 0 0 0,1 0 1 0 0,2 0-1 0 0,1-1 0 0 0,2 0 1 0 0,1-20 90 0 0,4 38-140 0 0,1 0 0 0 0,1 1 0 0 0,1 0 0 0 0,0-1 0 0 0,1 1 0 0 0,1 1 0 0 0,1-1 0 0 0,1 1 1 0 0,0 0-1 0 0,1 1 0 0 0,1 0 0 0 0,0 0 0 0 0,2 1 0 0 0,-1 0 0 0 0,2 1 0 0 0,0 1 0 0 0,0 0 140 0 0,162-141-5450 0 0,-165 146 4911 0 0,49-39-4068 0 0</inkml:trace>
  <inkml:trace contextRef="#ctx0" brushRef="#br0" timeOffset="2635.41">2504 880 1384 0 0,'0'0'2606'0'0,"0"0"-1049"0"0,0 0-419 0 0,0 0-14 0 0,0 0-126 0 0,1-18-318 0 0,23-151 349 0 0,-1 103-714 0 0,-3-1-1 0 0,-3-1 1 0 0,-2-1-1 0 0,-4-1 1 0 0,-3 1-1 0 0,-2-12-314 0 0,6 105 1645 0 0,15 204-1947 0 0,2 396 1025 0 0,-29-622-736 0 0,0-1 0 0 0,0 1-1 0 0,0 0 1 0 0,0-1 0 0 0,0 1-1 0 0,-1-1 1 0 0,1 1 0 0 0,-1 0-1 0 0,1-1 1 0 0,-1 1 0 0 0,0-1-1 0 0,0 1 1 0 0,1-1 0 0 0,-1 0-1 0 0,0 1 1 0 0,0-1 0 0 0,-1 0-1 0 0,1 0 1 0 0,0 1 0 0 0,0-1-1 0 0,0 0 1 0 0,-1 0 0 0 0,1 0-1 0 0,-1-1 1 0 0,1 1 0 0 0,0 0-1 0 0,-1 0 1 0 0,0-1 0 0 0,1 1-1 0 0,-1-1 1 0 0,1 1 0 0 0,-1-1-1 0 0,0 0 1 0 0,1 0 0 0 0,-1 0-1 0 0,1 0 1 0 0,-1 0 0 0 0,0 0-1 0 0,1 0 1 0 0,-1 0 0 0 0,0 0-1 0 0,1-1 1 0 0,-1 1 0 0 0,1-1-1 0 0,-1 0 14 0 0,-77-24-1350 0 0,77 24 1273 0 0,-12-4-28 0 0,3 1 104 0 0,0 0 0 0 0,0-1 1 0 0,1 0-1 0 0,-1 0 0 0 0,1-2 0 0 0,0 1 0 0 0,1-1 0 0 0,-1 0 1 0 0,1-1-1 0 0,1 0 0 0 0,-4-4 1 0 0,13 10 31 0 0,-1 1-1 0 0,1-1 1 0 0,0 0 0 0 0,-1 1 0 0 0,1-1 0 0 0,0 1-1 0 0,0 0 1 0 0,0-1 0 0 0,0 1 0 0 0,0 0 0 0 0,1-1-1 0 0,-1 1 1 0 0,0 0 0 0 0,1 0 0 0 0,-1 0 0 0 0,1 0-1 0 0,-1 0 1 0 0,1 1 0 0 0,-1-1 0 0 0,1 0 0 0 0,-1 1-1 0 0,1-1 1 0 0,0 1 0 0 0,-1-1 0 0 0,1 1 0 0 0,0 0-1 0 0,-1 0 1 0 0,1 0 0 0 0,0 0 0 0 0,0 0 0 0 0,-1 0-1 0 0,1 0 1 0 0,0 0 0 0 0,-1 1 0 0 0,1-1-1 0 0,0 1 1 0 0,-1-1 0 0 0,1 1 0 0 0,-1 0 0 0 0,1 0-1 0 0,-1-1 1 0 0,1 1 0 0 0,-1 1-31 0 0,15-2 83 0 0,55 1-322 0 0,26-1-1552 0 0,-28-1-2486 0 0,-1 0-1999 0 0</inkml:trace>
  <inkml:trace contextRef="#ctx0" brushRef="#br0" timeOffset="2998.734">3113 843 1892 0 0,'0'0'6819'0'0,"0"0"-4794"0"0,-13 16-893 0 0,-39 50-74 0 0,48-61-984 0 0,1 1 1 0 0,1-1-1 0 0,-1 1 1 0 0,1-1-1 0 0,0 1 1 0 0,0 0-1 0 0,0 0 1 0 0,1 0-1 0 0,0 0 1 0 0,0 0-1 0 0,1 0 0 0 0,0 1 1 0 0,0-1-1 0 0,0 0 1 0 0,1 0-1 0 0,0 0 1 0 0,0 0-1 0 0,0 0 1 0 0,1 0-1 0 0,0 0 1 0 0,0 0-1 0 0,1-1 1 0 0,-1 1-1 0 0,1-1 1 0 0,0 1-1 0 0,1-1 1 0 0,-1 0-1 0 0,1 0 0 0 0,0-1 1 0 0,0 1-1 0 0,1-1 1 0 0,-1 0-1 0 0,1 0 1 0 0,0 0-1 0 0,0-1 1 0 0,3 2-75 0 0,15 6-27 0 0,0-1 0 0 0,0-1 0 0 0,1-1 1 0 0,0-2-1 0 0,1 0 0 0 0,-1-1 0 0 0,1-1 0 0 0,0-2 1 0 0,0 0-1 0 0,0-2 0 0 0,0-1 0 0 0,0-1 1 0 0,0-1-1 0 0,0-1 0 0 0,0-1 0 0 0,-1-1 0 0 0,3-2 27 0 0,-12 5-34 0 0,-1 0 0 0 0,1-1 0 0 0,-1-1 0 0 0,0 0 0 0 0,-1-1 0 0 0,1 0-1 0 0,-1-1 1 0 0,0-1 0 0 0,-1 0 0 0 0,0-1 0 0 0,0 0 0 0 0,-1-1 0 0 0,0 0 0 0 0,-1 0-1 0 0,0-2 1 0 0,0 1 0 0 0,-1-1 0 0 0,-1 0 0 0 0,0-1 0 0 0,-1 0 0 0 0,0 0 0 0 0,-1-1-1 0 0,0 1 1 0 0,-1-1 0 0 0,-1-1 0 0 0,-1 1 0 0 0,1-1 0 0 0,-2 1 0 0 0,0-1 0 0 0,-1 0-1 0 0,-1 0 1 0 0,0-11 34 0 0,-7 10 42 0 0,-1-1 0 0 0,-1 1 0 0 0,0 1 0 0 0,-1 0 0 0 0,0 0 0 0 0,-2 1-1 0 0,1 0 1 0 0,-2 1 0 0 0,0 0 0 0 0,0 1 0 0 0,-1 0 0 0 0,0 1 0 0 0,-1 1 0 0 0,-1 1-1 0 0,1 0 1 0 0,-2 0 0 0 0,1 2 0 0 0,-1 0 0 0 0,0 1 0 0 0,0 1 0 0 0,-5-1-42 0 0,7 2 18 0 0,1 1 0 0 0,-1 0 0 0 0,1 1-1 0 0,-1 0 1 0 0,0 1 0 0 0,1 1 0 0 0,-1 1 0 0 0,0 0 0 0 0,0 0 0 0 0,1 2 0 0 0,-1 0 0 0 0,1 0 0 0 0,0 2 0 0 0,0-1 0 0 0,-6 5-18 0 0,-104 90-2595 0 0,101-59 354 0 0,12 14-2070 0 0</inkml:trace>
  <inkml:trace contextRef="#ctx0" brushRef="#br0" timeOffset="3488.573">3754 67 2584 0 0,'0'0'1689'0'0,"0"0"-128"0"0,0 0 173 0 0,0 0 192 0 0,0 0-5 0 0,0 0-305 0 0,40 8-317 0 0,134 29-143 0 0,-156-33-1002 0 0,-1 2 0 0 0,1 0-1 0 0,-1 1 1 0 0,-1 0 0 0 0,1 2 0 0 0,-1 0-1 0 0,-1 0 1 0 0,0 2 0 0 0,9 7-154 0 0,-5-3 110 0 0,14 10 26 0 0,-1 1 0 0 0,-1 2 0 0 0,-1 1 1 0 0,-2 2-1 0 0,-1 0 0 0 0,-2 2 0 0 0,0 1 1 0 0,-3 1-1 0 0,-1 0 0 0 0,-1 2 1 0 0,-3 1-1 0 0,0 0 0 0 0,-3 1 0 0 0,-1 0 1 0 0,-2 1-1 0 0,-2 1 0 0 0,-1-1 0 0 0,-1 14-136 0 0,-2-12-229 0 0,-2 0 0 0 0,-2 0-1 0 0,-1-1 1 0 0,-3 1 0 0 0,-1 0-1 0 0,-2-1 1 0 0,-2 0 0 0 0,-1 0-1 0 0,-2 0 1 0 0,-15 31 229 0 0,-38 49-4755 0 0,23-75-1096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32.1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186 1 1448 0 0,'0'0'3696'0'0,"0"0"-2481"0"0,0 0-637 0 0,0 0 716 0 0,0 0 564 0 0,0 0-495 0 0,0 0-435 0 0,0 0-331 0 0,8 17-123 0 0,24 57 32 0 0,-24 47 897 0 0,-15-74-1317 0 0,-1 0-1 0 0,-2-1 1 0 0,-2 0 0 0 0,-2-1-1 0 0,-2 0 1 0 0,-8 11-86 0 0,-29 90-385 0 0,-19 138-2674 0 0,54-87-5675 0 0,18-157 5526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39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1185 1552 0 0,'0'0'6408'0'0,"0"0"-3516"0"0,0 0-1273 0 0,0 0-65 0 0,0 0 103 0 0,0 0-380 0 0,40-21-453 0 0,128-69-309 0 0,-150 80-446 0 0,0 0 0 0 0,-1-1 1 0 0,0-1-1 0 0,-1-1 0 0 0,0 0 0 0 0,-1-1 1 0 0,-1-1-1 0 0,0 0 0 0 0,-1-1 1 0 0,8-13-70 0 0,-10 14 24 0 0,12-15-73 0 0,-2-1-1 0 0,-1-1 1 0 0,-2 0-1 0 0,-1-2 1 0 0,-1 0 0 0 0,-2-1-1 0 0,-2 0 1 0 0,1-6 49 0 0,-9 25-103 0 0,-1 0-1 0 0,0 0 1 0 0,-1 0 0 0 0,-1 0 0 0 0,0 0 0 0 0,-2-1-1 0 0,1 1 1 0 0,-2 0 0 0 0,0 0 0 0 0,-1 0 0 0 0,-1 0-1 0 0,0 0 1 0 0,-1 1 0 0 0,-1 0 0 0 0,0 0-1 0 0,-1 0 1 0 0,-1 1 0 0 0,0 0 0 0 0,-10-12 103 0 0,-1 2-447 0 0,-1 1 0 0 0,-1 1 0 0 0,-1 0 0 0 0,-1 2 0 0 0,-1 1 0 0 0,-23-14 447 0 0,-100-43-5581 0 0,47 42 709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32.7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196 658 1996 0 0,'0'0'1943'0'0,"0"0"-481"0"0,0 0-152 0 0,0 0 26 0 0,0 0-55 0 0,0 0-238 0 0,0 0-282 0 0,0 0-235 0 0,0 0-188 0 0,-9 2-29 0 0,-2 0-199 0 0,1 1 0 0 0,0 1 0 0 0,-1-1 0 0 0,2 2 0 0 0,-1-1 0 0 0,0 2 0 0 0,1-1 0 0 0,0 1 0 0 0,0 0 0 0 0,1 1 0 0 0,-1 0 0 0 0,2 1 0 0 0,-1-1 0 0 0,-3 6-110 0 0,7-9 36 0 0,0 0 1 0 0,0 1-1 0 0,0 0 1 0 0,0 0 0 0 0,1 0-1 0 0,0 0 1 0 0,0 1-1 0 0,0-1 1 0 0,0 1 0 0 0,1 0-1 0 0,0 0 1 0 0,1-1-1 0 0,-1 1 1 0 0,1 1 0 0 0,0-1-1 0 0,0 0 1 0 0,1 0-1 0 0,0 0 1 0 0,0 0 0 0 0,0 0-1 0 0,1 1 1 0 0,0-1 0 0 0,0 0-1 0 0,1 0 1 0 0,0 0-1 0 0,0-1 1 0 0,0 1 0 0 0,0 0-1 0 0,1-1 1 0 0,0 1-1 0 0,0-1 1 0 0,1 0 0 0 0,-1 0-1 0 0,1 0 1 0 0,0 0-1 0 0,1-1 1 0 0,-1 0 0 0 0,1 0-1 0 0,0 0 1 0 0,0 0-1 0 0,1 0-36 0 0,12 2 14 0 0,1 0-1 0 0,0-1 1 0 0,1-1-1 0 0,-1-1 0 0 0,1 0 1 0 0,-1-2-1 0 0,1 0 1 0 0,0-1-1 0 0,-1-1 0 0 0,1-1 1 0 0,-1-1-1 0 0,1-1 1 0 0,-1 0-1 0 0,0-1 0 0 0,-1-2 1 0 0,1 0-1 0 0,-1 0 1 0 0,0-2-1 0 0,-1 0 0 0 0,4-4-13 0 0,-8 4-51 0 0,0-1-1 0 0,-1 0 0 0 0,0-1 0 0 0,-1 0 0 0 0,0-1 0 0 0,-1 0 1 0 0,0-1-1 0 0,-1 0 0 0 0,-1 0 0 0 0,0-1 0 0 0,3-7 52 0 0,-8 16-38 0 0,-1 0 0 0 0,0-1 0 0 0,1 1 1 0 0,-2-1-1 0 0,1 1 0 0 0,-1-1 0 0 0,0 0 0 0 0,0 1 0 0 0,0-1 0 0 0,-1 0 0 0 0,0 0 0 0 0,0 0 1 0 0,0 0-1 0 0,-1 0 0 0 0,0 1 0 0 0,0-1 0 0 0,-1 0 0 0 0,1 1 0 0 0,-1-1 0 0 0,0 1 0 0 0,-1-1 1 0 0,1 1-1 0 0,-1 0 0 0 0,0 0 0 0 0,-1 0 0 0 0,1 0 0 0 0,-1 1 0 0 0,0-1 0 0 0,0 1 0 0 0,0 0 0 0 0,-1 0 1 0 0,0 0 37 0 0,-11-5 35 0 0,-1 0 1 0 0,0 0-1 0 0,-1 2 1 0 0,1 0-1 0 0,-2 1 1 0 0,1 1 0 0 0,0 0-1 0 0,-1 2 1 0 0,0 0-1 0 0,0 1 1 0 0,0 1-1 0 0,0 1 1 0 0,0 0 0 0 0,0 2-1 0 0,0 0 1 0 0,0 1-1 0 0,0 1 1 0 0,1 1-1 0 0,-1 0 1 0 0,1 2 0 0 0,1 0-1 0 0,-1 0 1 0 0,-5 5-36 0 0,17-7-138 0 0,0-1 0 0 0,1 1 0 0 0,0-1 0 0 0,0 1 0 0 0,0 1 0 0 0,0-1 0 0 0,1 1 0 0 0,0 0 0 0 0,0 0 0 0 0,1 0 0 0 0,-1 0 0 0 0,1 1 0 0 0,1 0 0 0 0,-1-1 0 0 0,1 1 0 0 0,0 0 0 0 0,1 0 0 0 0,-1 0 0 0 0,1 6 138 0 0,25 89-5381 0 0,22-39 719 0 0</inkml:trace>
  <inkml:trace contextRef="#ctx0" brushRef="#br0" timeOffset="442.359">901 745 404 0 0,'0'0'5249'0'0,"0"0"-3194"0"0,-11 16-899 0 0,-37 52-47 0 0,44-63-1028 0 0,0 1 0 0 0,0 1 0 0 0,1-1 0 0 0,-1 0 0 0 0,2 1 0 0 0,-1 0 0 0 0,1 0 0 0 0,0 0 0 0 0,0 0 0 0 0,1 0 0 0 0,-1 0 0 0 0,2 0 0 0 0,-1 0 0 0 0,1 1 0 0 0,0-1 0 0 0,1 0 0 0 0,0 0 0 0 0,0 0 0 0 0,0 1 0 0 0,1-1 0 0 0,0-1 0 0 0,0 1 0 0 0,1 0 0 0 0,0 0 1 0 0,0-1-1 0 0,1 0 0 0 0,0 1 0 0 0,0-1 0 0 0,0-1 0 0 0,0 1 0 0 0,1-1 0 0 0,0 1 0 0 0,0-1 0 0 0,1-1 0 0 0,0 1 0 0 0,-1-1 0 0 0,1 0 0 0 0,1 0 0 0 0,-1-1 0 0 0,7 3-81 0 0,16 6 49 0 0,2-1-1 0 0,-1-1 1 0 0,1-2 0 0 0,1-1-1 0 0,0-2 1 0 0,0-1 0 0 0,0-1-1 0 0,0-2 1 0 0,0-1 0 0 0,0-1-1 0 0,11-4-48 0 0,-33 6 20 0 0,0-1 0 0 0,1-1 0 0 0,-1 0 0 0 0,0 0 0 0 0,0-1-1 0 0,0 0 1 0 0,0-1 0 0 0,0 0 0 0 0,0-1 0 0 0,-1 0 0 0 0,0 0-1 0 0,0-1 1 0 0,0 0 0 0 0,0-1 0 0 0,-1 0 0 0 0,0 0 0 0 0,0-1 0 0 0,0 0-1 0 0,-1 0 1 0 0,0-1 0 0 0,-1 0 0 0 0,0 0 0 0 0,0 0 0 0 0,0-1 0 0 0,-1 0-1 0 0,0 0 1 0 0,-1 0 0 0 0,0-1 0 0 0,-1 0 0 0 0,0 1 0 0 0,0-1 0 0 0,-1 0-1 0 0,0 0 1 0 0,-1-1 0 0 0,0 1 0 0 0,-1 0 0 0 0,0 0 0 0 0,-1-1-1 0 0,0 1 1 0 0,-2-9-20 0 0,-5 5 7 0 0,-2-1 0 0 0,0 2 0 0 0,0-1 0 0 0,-2 1 0 0 0,1 1 0 0 0,-2 0 0 0 0,1 1 0 0 0,-2 0 0 0 0,1 1 0 0 0,-1 1 0 0 0,-1 0 0 0 0,0 1 0 0 0,0 0 0 0 0,-1 1 0 0 0,0 1 0 0 0,0 1 0 0 0,0 0 0 0 0,0 1 0 0 0,-1 0 0 0 0,0 2 0 0 0,-8-1-7 0 0,19 1-80 0 0,0 1 0 0 0,0 0 0 0 0,0 0-1 0 0,0 0 1 0 0,0 1 0 0 0,-1 0 0 0 0,1 0 0 0 0,0 1 0 0 0,0-1 0 0 0,0 1-1 0 0,0 1 1 0 0,0-1 0 0 0,0 1 0 0 0,1 0 0 0 0,-1 0 0 0 0,0 1 0 0 0,1 0-1 0 0,-1 0 1 0 0,1 0 0 0 0,0 0 0 0 0,0 1 0 0 0,1 0 0 0 0,-1 0 0 0 0,1 0-1 0 0,-1 1 1 0 0,1-1 0 0 0,1 1 0 0 0,-1 0 0 0 0,1 0 0 0 0,0 1 0 0 0,0-1-1 0 0,0 0 1 0 0,1 1 0 0 0,0 0 0 0 0,0 0 0 0 0,0 0 0 0 0,1-1 0 0 0,0 2-1 0 0,0-1 81 0 0,3 115-5833 0 0,14-78 2954 0 0</inkml:trace>
  <inkml:trace contextRef="#ctx0" brushRef="#br0" timeOffset="713.305">1381 936 872 0 0,'0'0'5989'0'0,"0"0"-3480"0"0,0 0-1335 0 0,0 0-239 0 0,0 0-243 0 0,5 19-186 0 0,78 320 2982 0 0,-82-324-3291 0 0,-1 0 0 0 0,0 0 0 0 0,-1 0-1 0 0,0 0 1 0 0,-1 0 0 0 0,-1 0 0 0 0,-1 0 0 0 0,0-1 0 0 0,0 0 0 0 0,-2 0 0 0 0,0 0 0 0 0,0 0 0 0 0,-1-1 0 0 0,-4 4-197 0 0,6-11-55 0 0,0 0 1 0 0,-1 0 0 0 0,0-1-1 0 0,0 1 1 0 0,0-1 0 0 0,0-1-1 0 0,-1 1 1 0 0,0-1 0 0 0,0-1-1 0 0,0 1 1 0 0,0-1 0 0 0,0 0-1 0 0,-1-1 1 0 0,1 0 0 0 0,-1 0-1 0 0,0 0 1 0 0,0-1 0 0 0,-7 0 54 0 0,-167-26-4618 0 0,69-33-2853 0 0,66 23 3464 0 0</inkml:trace>
  <inkml:trace contextRef="#ctx0" brushRef="#br0" timeOffset="3909.75">1832 1146 536 0 0,'0'0'800'0'0,"0"0"-312"0"0,0 0 68 0 0,0 0 253 0 0,0 0-17 0 0,0 0-210 0 0,0 0-76 0 0,0 0 96 0 0,0 0 59 0 0,0 0-32 0 0,3-1-145 0 0,8-6-254 0 0,-2 17-7532 0 0,-15-22 6929 0 0</inkml:trace>
  <inkml:trace contextRef="#ctx0" brushRef="#br0" timeOffset="4195.57">1832 1146 248 0 0</inkml:trace>
  <inkml:trace contextRef="#ctx0" brushRef="#br0" timeOffset="4830.199">1832 1146 248 0 0,'8'-25'3653'0'0,"-8"25"-3766"0"0,0 0 11 0 0,25-11 1626 0 0,-72 50-551 0 0,118-76 5803 0 0,-64 35-6699 0 0,-1 0 0 0 0,1 0-1 0 0,0 1 1 0 0,0 0 0 0 0,0 0 0 0 0,0 0-1 0 0,0 1 1 0 0,0 0 0 0 0,0 0 0 0 0,0 1-1 0 0,0 0 1 0 0,0 0 0 0 0,0 1 0 0 0,-1 0-1 0 0,1 0 1 0 0,-1 0 0 0 0,1 1 0 0 0,-1 0-1 0 0,2 1-76 0 0,2 7-27 0 0,0 0 1 0 0,-1 1-1 0 0,0 0 0 0 0,-1 0 0 0 0,0 1 0 0 0,-1 0 0 0 0,-1 0 0 0 0,0 1 1 0 0,0-1-1 0 0,-2 1 0 0 0,1 1 0 0 0,-2-1 0 0 0,0 1 0 0 0,-1-1 0 0 0,0 1 1 0 0,-1 0-1 0 0,-1-1 0 0 0,0 1 0 0 0,-1 0 0 0 0,-1 0 0 0 0,-1 4 27 0 0,3 16-42 0 0,31-5-1301 0 0,-30-30 1435 0 0,-17-53 287 0 0,9 43-373 0 0,-2 1-1 0 0,1 0 1 0 0,-2 1 0 0 0,1 0-1 0 0,-1 0 1 0 0,0 1 0 0 0,0 1-1 0 0,-1-1 1 0 0,0 2 0 0 0,0-1-1 0 0,0 2 1 0 0,-1-1 0 0 0,0 2-1 0 0,0-1 1 0 0,0 2 0 0 0,0 0-1 0 0,0 0 1 0 0,0 1 0 0 0,-12 0-6 0 0,22 3-18 0 0,-1-1 1 0 0,0 1 0 0 0,0-1-1 0 0,1 1 1 0 0,-1 0 0 0 0,1 0 0 0 0,0 1-1 0 0,-1-1 1 0 0,1 0 0 0 0,0 1-1 0 0,0-1 1 0 0,1 1 0 0 0,-1 0 0 0 0,0-1-1 0 0,1 1 1 0 0,0 0 0 0 0,0 0-1 0 0,0 0 1 0 0,0 0 0 0 0,0 0 0 0 0,0 0-1 0 0,1 0 1 0 0,-1 0 0 0 0,1 1-1 0 0,0-1 1 0 0,0 0 0 0 0,0 0 0 0 0,1 0-1 0 0,-1 0 1 0 0,1 1 0 0 0,-1-1-1 0 0,1 0 1 0 0,0 0 0 0 0,0 0 0 0 0,1 0-1 0 0,-1-1 1 0 0,1 1 0 0 0,-1 0-1 0 0,3 2 18 0 0,5 2-104 0 0,0 0 0 0 0,1 0 0 0 0,0-1 0 0 0,1-1 0 0 0,-1 1 0 0 0,1-2 0 0 0,0 0 0 0 0,0 0 0 0 0,0-1 0 0 0,1 0 0 0 0,-1-1 0 0 0,1 0-1 0 0,0-1 1 0 0,-1 0 0 0 0,1-1 0 0 0,0 0 0 0 0,0-1 0 0 0,-1 0 0 0 0,6-2 104 0 0,-7 3-265 0 0,38-6-2042 0 0,9-10-1304 0 0</inkml:trace>
  <inkml:trace contextRef="#ctx0" brushRef="#br0" timeOffset="5670.653">2711 1112 4880 0 0,'0'0'2323'0'0,"0"0"-749"0"0,0 0-213 0 0,0 0-235 0 0,0 0-183 0 0,0 0-215 0 0,0 0-309 0 0,0 0-29 0 0,0 0 124 0 0,-21-20 111 0 0,-67-69-103 0 0,67 65-394 0 0,1-1 0 0 0,1 0 0 0 0,2-2 0 0 0,0 0 0 0 0,2-1-1 0 0,1 0 1 0 0,1-2 0 0 0,2 1 0 0 0,1-1 0 0 0,1-1 0 0 0,1 0 0 0 0,-2-24-128 0 0,5 35-57 0 0,1 0 0 0 0,0-1 0 0 0,1 1 1 0 0,2-1-1 0 0,0 1 0 0 0,1-1 1 0 0,1 0-1 0 0,0 1 0 0 0,2-1 1 0 0,1 1-1 0 0,0 0 0 0 0,2 0 0 0 0,0 0 1 0 0,1 1-1 0 0,1 0 0 0 0,1 0 1 0 0,0 1-1 0 0,1 0 0 0 0,2 1 0 0 0,-1 0 1 0 0,4-2 56 0 0,98-87-2210 0 0,-27 48-4304 0 0,-51 40 1317 0 0</inkml:trace>
  <inkml:trace contextRef="#ctx0" brushRef="#br0" timeOffset="6144.512">3050 374 7089 0 0,'0'0'2233'0'0,"0"0"-671"0"0,0 0-353 0 0,0 0-17 0 0,0 0-95 0 0,0 0-270 0 0,0 0-217 0 0,0 0-135 0 0,0 0-127 0 0,22 15-94 0 0,135 96 132 0 0,-95-69-236 0 0,-2 2 1 0 0,-1 3-1 0 0,-3 3 0 0 0,36 41-150 0 0,11 57-2500 0 0,-89-111-49 0 0,-10-12-2058 0 0,-4-11-236 0 0</inkml:trace>
  <inkml:trace contextRef="#ctx0" brushRef="#br0" timeOffset="6413.281">2913 988 2520 0 0,'0'0'2421'0'0,"0"0"-594"0"0,0 0-381 0 0,0 0-184 0 0,0 0-12 0 0,0 0-29 0 0,31-16-59 0 0,105-55-100 0 0,-73 37-705 0 0,-1-2 0 0 0,-2-3 0 0 0,-2-2 0 0 0,-2-3 0 0 0,-1-3 0 0 0,46-51-357 0 0,-10-17-1542 0 0,-46 30-5853 0 0,-37 66 2575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40.6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 5565 0 0,'0'0'2236'0'0,"0"0"-136"0"0,0 0-452 0 0,0 0-556 0 0,0 0-188 0 0,0 0-140 0 0,210 1 196 0 0,-166 1-432 0 0,0 0-292 0 0,-3-2-236 0 0,-5 1-76 0 0,-8-1-148 0 0,-4 0-316 0 0,0 0-296 0 0,-3-3-292 0 0,-5-4-564 0 0,0 2-992 0 0,-12-4-2161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40.8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 8897 0 0,'0'0'1980'0'0,"0"0"-760"0"0,0 0-476 0 0,0 0 172 0 0,0 0 352 0 0,230 2-980 0 0,-166-1-288 0 0,1-1-276 0 0,-1 0-648 0 0,5-1-760 0 0,-25-3-2516 0 0,17-3-3581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41.6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194 0 2568 0 0,'0'0'2043'0'0,"0"0"-281"0"0,0 0-278 0 0,0 0-106 0 0,0 0-110 0 0,0 0-301 0 0,0 0-324 0 0,0 0-202 0 0,0 0-109 0 0,0 0-81 0 0,2 3-41 0 0,4 14-66 0 0,-1-1-1 0 0,-1 1 1 0 0,-1 0-1 0 0,0 0 1 0 0,-1 0-1 0 0,-1 1 1 0 0,0-1-1 0 0,-2 0 1 0 0,0 1-1 0 0,-1-1 1 0 0,-1 5-144 0 0,2-15 41 0 0,-53 314 458 0 0,42-152-1712 0 0,29-202 1138 0 0,2 1 0 0 0,1 1-1 0 0,1 0 1 0 0,2 2-1 0 0,1 0 1 0 0,1 2-1 0 0,1 1 1 0 0,2 1 0 0 0,1 1-1 0 0,0 2 1 0 0,19-11 75 0 0,-29 22 137 0 0,0 1 1 0 0,0 1 0 0 0,1 1-1 0 0,1 0 1 0 0,-1 2-1 0 0,1 0 1 0 0,0 2 0 0 0,0 0-1 0 0,0 1 1 0 0,1 1-1 0 0,12 1-137 0 0,-31 1 21 0 0,-1 0 0 0 0,1 1-1 0 0,0-1 1 0 0,0 1-1 0 0,-1-1 1 0 0,1 1 0 0 0,0 0-1 0 0,-1 0 1 0 0,1 0-1 0 0,-1 1 1 0 0,1-1 0 0 0,-1 0-1 0 0,0 1 1 0 0,1 0-1 0 0,-1-1 1 0 0,0 1 0 0 0,0 0-1 0 0,0 0 1 0 0,0 0-1 0 0,0 0 1 0 0,-1 1-1 0 0,1-1 1 0 0,-1 0 0 0 0,0 1-1 0 0,1-1 1 0 0,-1 1-1 0 0,0 0 1 0 0,0-1 0 0 0,-1 1-1 0 0,1 0 1 0 0,0-1-1 0 0,-1 1 1 0 0,0 0 0 0 0,1 0-1 0 0,-1 0 1 0 0,0-1-1 0 0,-1 2-20 0 0,-18 106 667 0 0,9-90-659 0 0,-1-1 1 0 0,0 0-1 0 0,-2-1 0 0 0,0 0 1 0 0,-1-1-1 0 0,-1 0 0 0 0,0-1 1 0 0,-1-1-1 0 0,-1 0 0 0 0,-1-2 1 0 0,0 0-1 0 0,0-1 0 0 0,-1 0 1 0 0,-1-2-1 0 0,0 0 0 0 0,0-1 1 0 0,-1-1-1 0 0,0-2 0 0 0,0 0 1 0 0,-1 0-1 0 0,-14 0-8 0 0,1-2-902 0 0,0-2 0 0 0,0-2 1 0 0,0 0-1 0 0,1-3 0 0 0,-1-1 0 0 0,-17-5 902 0 0,-55-17-4761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50.4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186 1 1448 0 0,'0'0'3696'0'0,"0"0"-2481"0"0,0 0-637 0 0,0 0 716 0 0,0 0 564 0 0,0 0-495 0 0,0 0-435 0 0,0 0-331 0 0,8 17-123 0 0,24 57 32 0 0,-24 47 897 0 0,-15-74-1317 0 0,-1 0-1 0 0,-2-1 1 0 0,-2 0 0 0 0,-2-1-1 0 0,-2 0 1 0 0,-8 11-86 0 0,-29 90-385 0 0,-19 138-2674 0 0,54-87-5675 0 0,18-157 5526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50.4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1185 1552 0 0,'0'0'6408'0'0,"0"0"-3516"0"0,0 0-1273 0 0,0 0-65 0 0,0 0 103 0 0,0 0-380 0 0,40-21-453 0 0,128-69-309 0 0,-150 80-446 0 0,0 0 0 0 0,-1-1 1 0 0,0-1-1 0 0,-1-1 0 0 0,0 0 0 0 0,-1-1 1 0 0,-1-1-1 0 0,0 0 0 0 0,-1-1 1 0 0,8-13-70 0 0,-10 14 24 0 0,12-15-73 0 0,-2-1-1 0 0,-1-1 1 0 0,-2 0-1 0 0,-1-2 1 0 0,-1 0 0 0 0,-2-1-1 0 0,-2 0 1 0 0,1-6 49 0 0,-9 25-103 0 0,-1 0-1 0 0,0 0 1 0 0,-1 0 0 0 0,-1 0 0 0 0,0 0 0 0 0,-2-1-1 0 0,1 1 1 0 0,-2 0 0 0 0,0 0 0 0 0,-1 0 0 0 0,-1 0-1 0 0,0 0 1 0 0,-1 1 0 0 0,-1 0 0 0 0,0 0-1 0 0,-1 0 1 0 0,-1 1 0 0 0,0 0 0 0 0,-10-12 103 0 0,-1 2-447 0 0,-1 1 0 0 0,-1 1 0 0 0,-1 0 0 0 0,-1 2 0 0 0,-1 1 0 0 0,-23-14 447 0 0,-100-43-5581 0 0,47 42 709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50.4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196 658 1996 0 0,'0'0'1943'0'0,"0"0"-481"0"0,0 0-152 0 0,0 0 26 0 0,0 0-55 0 0,0 0-238 0 0,0 0-282 0 0,0 0-235 0 0,0 0-188 0 0,-9 2-29 0 0,-2 0-199 0 0,1 1 0 0 0,0 1 0 0 0,-1-1 0 0 0,2 2 0 0 0,-1-1 0 0 0,0 2 0 0 0,1-1 0 0 0,0 1 0 0 0,0 0 0 0 0,1 1 0 0 0,-1 0 0 0 0,2 1 0 0 0,-1-1 0 0 0,-3 6-110 0 0,7-9 36 0 0,0 0 1 0 0,0 1-1 0 0,0 0 1 0 0,0 0 0 0 0,1 0-1 0 0,0 0 1 0 0,0 1-1 0 0,0-1 1 0 0,0 1 0 0 0,1 0-1 0 0,0 0 1 0 0,1-1-1 0 0,-1 1 1 0 0,1 1 0 0 0,0-1-1 0 0,0 0 1 0 0,1 0-1 0 0,0 0 1 0 0,0 0 0 0 0,0 0-1 0 0,1 1 1 0 0,0-1 0 0 0,0 0-1 0 0,1 0 1 0 0,0 0-1 0 0,0-1 1 0 0,0 1 0 0 0,0 0-1 0 0,1-1 1 0 0,0 1-1 0 0,0-1 1 0 0,1 0 0 0 0,-1 0-1 0 0,1 0 1 0 0,0 0-1 0 0,1-1 1 0 0,-1 0 0 0 0,1 0-1 0 0,0 0 1 0 0,0 0-1 0 0,1 0-36 0 0,12 2 14 0 0,1 0-1 0 0,0-1 1 0 0,1-1-1 0 0,-1-1 0 0 0,1 0 1 0 0,-1-2-1 0 0,1 0 1 0 0,0-1-1 0 0,-1-1 0 0 0,1-1 1 0 0,-1-1-1 0 0,1-1 1 0 0,-1 0-1 0 0,0-1 0 0 0,-1-2 1 0 0,1 0-1 0 0,-1 0 1 0 0,0-2-1 0 0,-1 0 0 0 0,4-4-13 0 0,-8 4-51 0 0,0-1-1 0 0,-1 0 0 0 0,0-1 0 0 0,-1 0 0 0 0,0-1 0 0 0,-1 0 1 0 0,0-1-1 0 0,-1 0 0 0 0,-1 0 0 0 0,0-1 0 0 0,3-7 52 0 0,-8 16-38 0 0,-1 0 0 0 0,0-1 0 0 0,1 1 1 0 0,-2-1-1 0 0,1 1 0 0 0,-1-1 0 0 0,0 0 0 0 0,0 1 0 0 0,0-1 0 0 0,-1 0 0 0 0,0 0 0 0 0,0 0 1 0 0,0 0-1 0 0,-1 0 0 0 0,0 1 0 0 0,0-1 0 0 0,-1 0 0 0 0,1 1 0 0 0,-1-1 0 0 0,0 1 0 0 0,-1-1 1 0 0,1 1-1 0 0,-1 0 0 0 0,0 0 0 0 0,-1 0 0 0 0,1 0 0 0 0,-1 1 0 0 0,0-1 0 0 0,0 1 0 0 0,0 0 0 0 0,-1 0 1 0 0,0 0 37 0 0,-11-5 35 0 0,-1 0 1 0 0,0 0-1 0 0,-1 2 1 0 0,1 0-1 0 0,-2 1 1 0 0,1 1 0 0 0,0 0-1 0 0,-1 2 1 0 0,0 0-1 0 0,0 1 1 0 0,0 1-1 0 0,0 1 1 0 0,0 0 0 0 0,0 2-1 0 0,0 0 1 0 0,0 1-1 0 0,0 1 1 0 0,1 1-1 0 0,-1 0 1 0 0,1 2 0 0 0,1 0-1 0 0,-1 0 1 0 0,-5 5-36 0 0,17-7-138 0 0,0-1 0 0 0,1 1 0 0 0,0-1 0 0 0,0 1 0 0 0,0 1 0 0 0,0-1 0 0 0,1 1 0 0 0,0 0 0 0 0,0 0 0 0 0,1 0 0 0 0,-1 0 0 0 0,1 1 0 0 0,1 0 0 0 0,-1-1 0 0 0,1 1 0 0 0,0 0 0 0 0,1 0 0 0 0,-1 0 0 0 0,1 6 138 0 0,25 89-5381 0 0,22-39 719 0 0</inkml:trace>
  <inkml:trace contextRef="#ctx0" brushRef="#br0" timeOffset="1">901 745 404 0 0,'0'0'5249'0'0,"0"0"-3194"0"0,-11 16-899 0 0,-37 52-47 0 0,44-63-1028 0 0,0 1 0 0 0,0 1 0 0 0,1-1 0 0 0,-1 0 0 0 0,2 1 0 0 0,-1 0 0 0 0,1 0 0 0 0,0 0 0 0 0,0 0 0 0 0,1 0 0 0 0,-1 0 0 0 0,2 0 0 0 0,-1 0 0 0 0,1 1 0 0 0,0-1 0 0 0,1 0 0 0 0,0 0 0 0 0,0 0 0 0 0,0 1 0 0 0,1-1 0 0 0,0-1 0 0 0,0 1 0 0 0,1 0 0 0 0,0 0 1 0 0,0-1-1 0 0,1 0 0 0 0,0 1 0 0 0,0-1 0 0 0,0-1 0 0 0,0 1 0 0 0,1-1 0 0 0,0 1 0 0 0,0-1 0 0 0,1-1 0 0 0,0 1 0 0 0,-1-1 0 0 0,1 0 0 0 0,1 0 0 0 0,-1-1 0 0 0,7 3-81 0 0,16 6 49 0 0,2-1-1 0 0,-1-1 1 0 0,1-2 0 0 0,1-1-1 0 0,0-2 1 0 0,0-1 0 0 0,0-1-1 0 0,0-2 1 0 0,0-1 0 0 0,0-1-1 0 0,11-4-48 0 0,-33 6 20 0 0,0-1 0 0 0,1-1 0 0 0,-1 0 0 0 0,0 0 0 0 0,0-1-1 0 0,0 0 1 0 0,0-1 0 0 0,0 0 0 0 0,0-1 0 0 0,-1 0 0 0 0,0 0-1 0 0,0-1 1 0 0,0 0 0 0 0,0-1 0 0 0,-1 0 0 0 0,0 0 0 0 0,0-1 0 0 0,0 0-1 0 0,-1 0 1 0 0,0-1 0 0 0,-1 0 0 0 0,0 0 0 0 0,0 0 0 0 0,0-1 0 0 0,-1 0-1 0 0,0 0 1 0 0,-1 0 0 0 0,0-1 0 0 0,-1 0 0 0 0,0 1 0 0 0,0-1 0 0 0,-1 0-1 0 0,0 0 1 0 0,-1-1 0 0 0,0 1 0 0 0,-1 0 0 0 0,0 0 0 0 0,-1-1-1 0 0,0 1 1 0 0,-2-9-20 0 0,-5 5 7 0 0,-2-1 0 0 0,0 2 0 0 0,0-1 0 0 0,-2 1 0 0 0,1 1 0 0 0,-2 0 0 0 0,1 1 0 0 0,-2 0 0 0 0,1 1 0 0 0,-1 1 0 0 0,-1 0 0 0 0,0 1 0 0 0,0 0 0 0 0,-1 1 0 0 0,0 1 0 0 0,0 1 0 0 0,0 0 0 0 0,0 1 0 0 0,-1 0 0 0 0,0 2 0 0 0,-8-1-7 0 0,19 1-80 0 0,0 1 0 0 0,0 0 0 0 0,0 0-1 0 0,0 0 1 0 0,0 1 0 0 0,-1 0 0 0 0,1 0 0 0 0,0 1 0 0 0,0-1 0 0 0,0 1-1 0 0,0 1 1 0 0,0-1 0 0 0,0 1 0 0 0,1 0 0 0 0,-1 0 0 0 0,0 1 0 0 0,1 0-1 0 0,-1 0 1 0 0,1 0 0 0 0,0 0 0 0 0,0 1 0 0 0,1 0 0 0 0,-1 0 0 0 0,1 0-1 0 0,-1 1 1 0 0,1-1 0 0 0,1 1 0 0 0,-1 0 0 0 0,1 0 0 0 0,0 1 0 0 0,0-1-1 0 0,0 0 1 0 0,1 1 0 0 0,0 0 0 0 0,0 0 0 0 0,0 0 0 0 0,1-1 0 0 0,0 2-1 0 0,0-1 81 0 0,3 115-5833 0 0,14-78 2954 0 0</inkml:trace>
  <inkml:trace contextRef="#ctx0" brushRef="#br0" timeOffset="2">1381 936 872 0 0,'0'0'5989'0'0,"0"0"-3480"0"0,0 0-1335 0 0,0 0-239 0 0,0 0-243 0 0,5 19-186 0 0,78 320 2982 0 0,-82-324-3291 0 0,-1 0 0 0 0,0 0 0 0 0,-1 0-1 0 0,0 0 1 0 0,-1 0 0 0 0,-1 0 0 0 0,-1 0 0 0 0,0-1 0 0 0,0 0 0 0 0,-2 0 0 0 0,0 0 0 0 0,0 0 0 0 0,-1-1 0 0 0,-4 4-197 0 0,6-11-55 0 0,0 0 1 0 0,-1 0 0 0 0,0-1-1 0 0,0 1 1 0 0,0-1 0 0 0,0-1-1 0 0,-1 1 1 0 0,0-1 0 0 0,0-1-1 0 0,0 1 1 0 0,0-1 0 0 0,0 0-1 0 0,-1-1 1 0 0,1 0 0 0 0,-1 0-1 0 0,0 0 1 0 0,0-1 0 0 0,-7 0 54 0 0,-167-26-4618 0 0,69-33-2853 0 0,66 23 3464 0 0</inkml:trace>
  <inkml:trace contextRef="#ctx0" brushRef="#br0" timeOffset="3">1832 1146 536 0 0,'0'0'800'0'0,"0"0"-312"0"0,0 0 68 0 0,0 0 253 0 0,0 0-17 0 0,0 0-210 0 0,0 0-76 0 0,0 0 96 0 0,0 0 59 0 0,0 0-32 0 0,3-1-145 0 0,8-6-254 0 0,-2 17-7532 0 0,-15-22 6929 0 0</inkml:trace>
  <inkml:trace contextRef="#ctx0" brushRef="#br0" timeOffset="4">1832 1146 248 0 0</inkml:trace>
  <inkml:trace contextRef="#ctx0" brushRef="#br0" timeOffset="5">1832 1146 248 0 0,'8'-25'3653'0'0,"-8"25"-3766"0"0,0 0 11 0 0,25-11 1626 0 0,-72 50-551 0 0,118-76 5803 0 0,-64 35-6699 0 0,-1 0 0 0 0,1 0-1 0 0,0 1 1 0 0,0 0 0 0 0,0 0 0 0 0,0 0-1 0 0,0 1 1 0 0,0 0 0 0 0,0 0 0 0 0,0 1-1 0 0,0 0 1 0 0,0 0 0 0 0,0 1 0 0 0,-1 0-1 0 0,1 0 1 0 0,-1 0 0 0 0,1 1 0 0 0,-1 0-1 0 0,2 1-76 0 0,2 7-27 0 0,0 0 1 0 0,-1 1-1 0 0,0 0 0 0 0,-1 0 0 0 0,0 1 0 0 0,-1 0 0 0 0,-1 0 0 0 0,0 1 1 0 0,0-1-1 0 0,-2 1 0 0 0,1 1 0 0 0,-2-1 0 0 0,0 1 0 0 0,-1-1 0 0 0,0 1 1 0 0,-1 0-1 0 0,-1-1 0 0 0,0 1 0 0 0,-1 0 0 0 0,-1 0 0 0 0,-1 4 27 0 0,3 16-42 0 0,31-5-1301 0 0,-30-30 1435 0 0,-17-53 287 0 0,9 43-373 0 0,-2 1-1 0 0,1 0 1 0 0,-2 1 0 0 0,1 0-1 0 0,-1 0 1 0 0,0 1 0 0 0,0 1-1 0 0,-1-1 1 0 0,0 2 0 0 0,0-1-1 0 0,0 2 1 0 0,-1-1 0 0 0,0 2-1 0 0,0-1 1 0 0,0 2 0 0 0,0 0-1 0 0,0 0 1 0 0,0 1 0 0 0,-12 0-6 0 0,22 3-18 0 0,-1-1 1 0 0,0 1 0 0 0,0-1-1 0 0,1 1 1 0 0,-1 0 0 0 0,1 0 0 0 0,0 1-1 0 0,-1-1 1 0 0,1 0 0 0 0,0 1-1 0 0,0-1 1 0 0,1 1 0 0 0,-1 0 0 0 0,0-1-1 0 0,1 1 1 0 0,0 0 0 0 0,0 0-1 0 0,0 0 1 0 0,0 0 0 0 0,0 0 0 0 0,0 0-1 0 0,1 0 1 0 0,-1 0 0 0 0,1 1-1 0 0,0-1 1 0 0,0 0 0 0 0,0 0 0 0 0,1 0-1 0 0,-1 0 1 0 0,1 1 0 0 0,-1-1-1 0 0,1 0 1 0 0,0 0 0 0 0,0 0 0 0 0,1 0-1 0 0,-1-1 1 0 0,1 1 0 0 0,-1 0-1 0 0,3 2 18 0 0,5 2-104 0 0,0 0 0 0 0,1 0 0 0 0,0-1 0 0 0,1-1 0 0 0,-1 1 0 0 0,1-2 0 0 0,0 0 0 0 0,0 0 0 0 0,0-1 0 0 0,1 0 0 0 0,-1-1 0 0 0,1 0-1 0 0,0-1 1 0 0,-1 0 0 0 0,1-1 0 0 0,0 0 0 0 0,0-1 0 0 0,-1 0 0 0 0,6-2 104 0 0,-7 3-265 0 0,38-6-2042 0 0,9-10-1304 0 0</inkml:trace>
  <inkml:trace contextRef="#ctx0" brushRef="#br0" timeOffset="6">2711 1112 4880 0 0,'0'0'2323'0'0,"0"0"-749"0"0,0 0-213 0 0,0 0-235 0 0,0 0-183 0 0,0 0-215 0 0,0 0-309 0 0,0 0-29 0 0,0 0 124 0 0,-21-20 111 0 0,-67-69-103 0 0,67 65-394 0 0,1-1 0 0 0,1 0 0 0 0,2-2 0 0 0,0 0 0 0 0,2-1-1 0 0,1 0 1 0 0,1-2 0 0 0,2 1 0 0 0,1-1 0 0 0,1-1 0 0 0,1 0 0 0 0,-2-24-128 0 0,5 35-57 0 0,1 0 0 0 0,0-1 0 0 0,1 1 1 0 0,2-1-1 0 0,0 1 0 0 0,1-1 1 0 0,1 0-1 0 0,0 1 0 0 0,2-1 1 0 0,1 1-1 0 0,0 0 0 0 0,2 0 0 0 0,0 0 1 0 0,1 1-1 0 0,1 0 0 0 0,1 0 1 0 0,0 1-1 0 0,1 0 0 0 0,2 1 0 0 0,-1 0 1 0 0,4-2 56 0 0,98-87-2210 0 0,-27 48-4304 0 0,-51 40 1317 0 0</inkml:trace>
  <inkml:trace contextRef="#ctx0" brushRef="#br0" timeOffset="7">3050 374 7089 0 0,'0'0'2233'0'0,"0"0"-671"0"0,0 0-353 0 0,0 0-17 0 0,0 0-95 0 0,0 0-270 0 0,0 0-217 0 0,0 0-135 0 0,0 0-127 0 0,22 15-94 0 0,135 96 132 0 0,-95-69-236 0 0,-2 2 1 0 0,-1 3-1 0 0,-3 3 0 0 0,36 41-150 0 0,11 57-2500 0 0,-89-111-49 0 0,-10-12-2058 0 0,-4-11-236 0 0</inkml:trace>
  <inkml:trace contextRef="#ctx0" brushRef="#br0" timeOffset="8">2913 988 2520 0 0,'0'0'2421'0'0,"0"0"-594"0"0,0 0-381 0 0,0 0-184 0 0,0 0-12 0 0,0 0-29 0 0,31-16-59 0 0,105-55-100 0 0,-73 37-705 0 0,-1-2 0 0 0,-2-3 0 0 0,-2-2 0 0 0,-2-3 0 0 0,-1-3 0 0 0,46-51-357 0 0,-10-17-1542 0 0,-46 30-5853 0 0,-37 66 2575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50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 5565 0 0,'0'0'2236'0'0,"0"0"-136"0"0,0 0-452 0 0,0 0-556 0 0,0 0-188 0 0,0 0-140 0 0,210 1 196 0 0,-166 1-432 0 0,0 0-292 0 0,-3-2-236 0 0,-5 1-76 0 0,-8-1-148 0 0,-4 0-316 0 0,0 0-296 0 0,-3-3-292 0 0,-5-4-564 0 0,0 2-992 0 0,-12-4-2161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50.4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 8897 0 0,'0'0'1980'0'0,"0"0"-760"0"0,0 0-476 0 0,0 0 172 0 0,0 0 352 0 0,230 2-980 0 0,-166-1-288 0 0,1-1-276 0 0,-1 0-648 0 0,5-1-760 0 0,-25-3-2516 0 0,17-3-3581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0:59:50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194 0 2568 0 0,'0'0'2043'0'0,"0"0"-281"0"0,0 0-278 0 0,0 0-106 0 0,0 0-110 0 0,0 0-301 0 0,0 0-324 0 0,0 0-202 0 0,0 0-109 0 0,0 0-81 0 0,2 3-41 0 0,4 14-66 0 0,-1-1-1 0 0,-1 1 1 0 0,-1 0-1 0 0,0 0 1 0 0,-1 0-1 0 0,-1 1 1 0 0,0-1-1 0 0,-2 0 1 0 0,0 1-1 0 0,-1-1 1 0 0,-1 5-144 0 0,2-15 41 0 0,-53 314 458 0 0,42-152-1712 0 0,29-202 1138 0 0,2 1 0 0 0,1 1-1 0 0,1 0 1 0 0,2 2-1 0 0,1 0 1 0 0,1 2-1 0 0,1 1 1 0 0,2 1 0 0 0,1 1-1 0 0,0 2 1 0 0,19-11 75 0 0,-29 22 137 0 0,0 1 1 0 0,0 1 0 0 0,1 1-1 0 0,1 0 1 0 0,-1 2-1 0 0,1 0 1 0 0,0 2 0 0 0,0 0-1 0 0,0 1 1 0 0,1 1-1 0 0,12 1-137 0 0,-31 1 21 0 0,-1 0 0 0 0,1 1-1 0 0,0-1 1 0 0,0 1-1 0 0,-1-1 1 0 0,1 1 0 0 0,0 0-1 0 0,-1 0 1 0 0,1 0-1 0 0,-1 1 1 0 0,1-1 0 0 0,-1 0-1 0 0,0 1 1 0 0,1 0-1 0 0,-1-1 1 0 0,0 1 0 0 0,0 0-1 0 0,0 0 1 0 0,0 0-1 0 0,0 0 1 0 0,-1 1-1 0 0,1-1 1 0 0,-1 0 0 0 0,0 1-1 0 0,1-1 1 0 0,-1 1-1 0 0,0 0 1 0 0,0-1 0 0 0,-1 1-1 0 0,1 0 1 0 0,0-1-1 0 0,-1 1 1 0 0,0 0 0 0 0,1 0-1 0 0,-1 0 1 0 0,0-1-1 0 0,-1 2-20 0 0,-18 106 667 0 0,9-90-659 0 0,-1-1 1 0 0,0 0-1 0 0,-2-1 0 0 0,0 0 1 0 0,-1-1-1 0 0,-1 0 0 0 0,0-1 1 0 0,-1-1-1 0 0,-1 0 0 0 0,-1-2 1 0 0,0 0-1 0 0,0-1 0 0 0,-1 0 1 0 0,-1-2-1 0 0,0 0 0 0 0,0-1 1 0 0,-1-1-1 0 0,0-2 0 0 0,0 0 1 0 0,-1 0-1 0 0,-14 0-8 0 0,1-2-902 0 0,0-2 0 0 0,0-2 1 0 0,0 0-1 0 0,1-3 0 0 0,-1-1 0 0 0,-17-5 902 0 0,-55-17-4761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2:30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2256 0 0,'0'0'5019'0'0,"0"0"-2856"0"0,0 0-779 0 0,0 0-58 0 0,0 0-11 0 0,0 0-99 0 0,0 0-296 0 0,0 0-234 0 0,14 16-142 0 0,41 51-122 0 0,-20 55 299 0 0,-33-91-643 0 0,3 82-107 0 0,-4 0 1 0 0,-5 0 0 0 0,-5 0-1 0 0,-5 1 29 0 0,7 207-2729 0 0,21-262-1647 0 0,0-23-4880 0 0,-7-25 8037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2:31.5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321 1074 4784 0 0,'0'0'4257'0'0,"0"0"-2396"0"0,0 0-839 0 0,0 0-133 0 0,0 0-183 0 0,0 0 16 0 0,-23-15-160 0 0,-73-51-20 0 0,-13-49 1280 0 0,79 74-1375 0 0,23 32-389 0 0,0 0 0 0 0,1 0-1 0 0,0 0 1 0 0,0-1 0 0 0,1 0 0 0 0,0 0 0 0 0,1-1 0 0 0,0 1 0 0 0,1-1 0 0 0,0 0 0 0 0,1 0 0 0 0,0 0 0 0 0,0 0 0 0 0,1 0 0 0 0,1 0 0 0 0,0-1 0 0 0,1 1 0 0 0,0 0 0 0 0,0 0 0 0 0,1 0 0 0 0,1 0 0 0 0,-1 0-1 0 0,2 0 1 0 0,4-8-58 0 0,18-18-20 0 0,3 1 0 0 0,1 1 0 0 0,1 2 0 0 0,2 1 0 0 0,1 2 0 0 0,2 1 0 0 0,0 2 0 0 0,7-2 20 0 0,18-16-88 0 0,-2 2-66 0 0,78-67-3205 0 0,-132 107-3093 0 0,-4 3 109 0 0</inkml:trace>
  <inkml:trace contextRef="#ctx0" brushRef="#br0" timeOffset="444.229">691 236 484 0 0,'0'0'3412'0'0,"0"0"331"0"0,0 0-1582 0 0,0 0-565 0 0,0 0-166 0 0,0 0-147 0 0,0 0-169 0 0,0 0-259 0 0,0 0-205 0 0,0 0-130 0 0,27 15-196 0 0,84 48-108 0 0,39 66 503 0 0,-109-92-757 0 0,-2 2 0 0 0,-2 2 1 0 0,-1 1-1 0 0,-3 2 0 0 0,-1 1 0 0 0,-2 1 0 0 0,-3 2 0 0 0,19 45 38 0 0,-14-28-1209 0 0,-2-2-1394 0 0,-16-21-2262 0 0,-13-37 2093 0 0,-1-3 36 0 0,0-2-1283 0 0</inkml:trace>
  <inkml:trace contextRef="#ctx0" brushRef="#br0" timeOffset="713.73">1155 250 10389 0 0,'0'0'2413'0'0,"0"0"-849"0"0,0 0-265 0 0,0 0 40 0 0,0 0-133 0 0,0 0-372 0 0,0 0-420 0 0,-2 19-177 0 0,1-2-182 0 0,-34 99 219 0 0,-211 173-1099 0 0,91-120-592 0 0,112-121 484 0 0,-23 31-3120 0 0,27-24-7086 0 0,29-35 9482 0 0</inkml:trace>
  <inkml:trace contextRef="#ctx0" brushRef="#br0" timeOffset="1216.466">1671 0 392 0 0,'0'0'367'0'0,"0"0"440"0"0,0 0 1887 0 0,0 0 687 0 0,0 0-1479 0 0,0 0-565 0 0,0 0-17 0 0,0 0 30 0 0,0 0-112 0 0,0 0-295 0 0,15 10-212 0 0,143 126 1517 0 0,-140-114-2139 0 0,-2 2 0 0 0,-1 0 0 0 0,-1 0 0 0 0,-1 1 0 0 0,-1 1 0 0 0,-2 0-1 0 0,0 1 1 0 0,-2 0 0 0 0,0 0 0 0 0,-2 1 0 0 0,-2 0 0 0 0,0 0 0 0 0,-2 0 0 0 0,-1 1 0 0 0,-1-1 0 0 0,-1 0 0 0 0,-2 0 0 0 0,-1 0 0 0 0,-1 0 0 0 0,-1 0 0 0 0,-1-1 0 0 0,-2 0 0 0 0,-5 10-109 0 0,-137 260-284 0 0,137-278-182 0 0,1-1 1 0 0,-2 0-1 0 0,0-1 1 0 0,-1-1-1 0 0,-1 0 1 0 0,-1-1-1 0 0,0-1 1 0 0,-8 4 465 0 0,-13 1-3383 0 0,-17-2-2733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2:30.4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10 1564 0 0,'0'0'1882'0'0,"0"0"3290"0"0,0 0-2213 0 0,1 16-1327 0 0,-9 233 1553 0 0,8-84-4088 0 0,14-141 249 0 0,-3-10-2687 0 0,-9-4-4784 0 0,-2-10 4754 0 0</inkml:trace>
  <inkml:trace contextRef="#ctx0" brushRef="#br0" timeOffset="363.371">27 331 548 0 0,'0'0'380'0'0,"0"0"1907"0"0,0 0 1540 0 0,0 0-1878 0 0,0 0-730 0 0,0 0 31 0 0,0 0-32 0 0,9-15-173 0 0,88-106 1223 0 0,-44 77-1991 0 0,-43 31-202 0 0,2 0 1 0 0,0 1-1 0 0,0 0 1 0 0,1 1 0 0 0,0 0-1 0 0,1 1 1 0 0,0 1-1 0 0,1 0 1 0 0,0 1 0 0 0,1 1-1 0 0,-1 0 1 0 0,1 1-1 0 0,0 1 1 0 0,1 0-1 0 0,-1 1 1 0 0,1 1 0 0 0,0 0-1 0 0,0 2 1 0 0,0 0-1 0 0,0 0 1 0 0,0 2-1 0 0,0 0 1 0 0,0 1 0 0 0,2 1-76 0 0,-11 1 14 0 0,1 0 0 0 0,-1 1 0 0 0,0 0 0 0 0,-1 0 0 0 0,1 1 0 0 0,-1 0 0 0 0,0 0 0 0 0,0 0 0 0 0,-1 1 0 0 0,0 0 1 0 0,0 0-1 0 0,-1 1 0 0 0,0 0 0 0 0,0 0 0 0 0,0 0 0 0 0,-1 0 0 0 0,-1 1 0 0 0,1 0 0 0 0,-1 0 0 0 0,-1 0 0 0 0,0 0 0 0 0,0 2-14 0 0,8 209 276 0 0,-26-79-2479 0 0,13-113 188 0 0,-7-11-3363 0 0,-1-6-677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0:03.3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12788 2040 572 0 0,'0'0'2256'0'0,"0"0"-1486"0"0,0 0-66 0 0,0 0 1347 0 0,0 0-106 0 0,0 0-607 0 0,0 0-398 0 0,0 0-220 0 0,37 2 2611 0 0,98-7-196 0 0,-44 57-3379 0 0,-64-38 39 0 0,1 2 0 0 0,-2 1 0 0 0,0 1 0 0 0,-1 1-1 0 0,-1 1 1 0 0,16 18 205 0 0,-34-32-80 0 0,-1-1 0 0 0,0 1 1 0 0,0 0-1 0 0,-1 1 0 0 0,0-1 0 0 0,0 1 0 0 0,0 0 0 0 0,-1 0 0 0 0,0 0 0 0 0,-1 0 0 0 0,1 1 0 0 0,-1-1 0 0 0,-1 1 1 0 0,1-1-1 0 0,-1 1 0 0 0,-1 0 0 0 0,1-1 0 0 0,-1 1 0 0 0,-1 0 0 0 0,1-1 0 0 0,-1 1 0 0 0,-1 0 0 0 0,1-1 0 0 0,-1 1 0 0 0,-1-1 1 0 0,1 0-1 0 0,-1 1 0 0 0,-1-1 0 0 0,1-1 0 0 0,-1 1 80 0 0,-129 141 273 0 0,133-148-96 0 0,0 0 13 0 0,0-30 350 0 0,-3 14-593 0 0,0 0 1 0 0,-1 0-1 0 0,0 0 0 0 0,-1 1 1 0 0,-1-1-1 0 0,0 1 0 0 0,-2 0 1 0 0,1 1-1 0 0,-2 0 0 0 0,0 0 1 0 0,0 1-1 0 0,-1 0 0 0 0,-1 0 1 0 0,-12-10 52 0 0,16 19-58 0 0,-1 1 1 0 0,-1 0 0 0 0,1 1 0 0 0,0-1 0 0 0,-1 1-1 0 0,1 1 1 0 0,-1 0 0 0 0,1 0 0 0 0,-1 1-1 0 0,1 0 1 0 0,-1 0 0 0 0,0 1 0 0 0,1 0 0 0 0,-1 0-1 0 0,1 1 1 0 0,-1 0 0 0 0,1 1 0 0 0,0 0-1 0 0,0 0 1 0 0,0 1 0 0 0,1 0 0 0 0,-1 0 0 0 0,-2 3 57 0 0,1-3-118 0 0,0-2 76 0 0,-1 2 0 0 0,2-1 1 0 0,-1 1-1 0 0,0 1 1 0 0,1-1-1 0 0,0 1 1 0 0,0 1-1 0 0,0 0 1 0 0,1 0-1 0 0,0 0 1 0 0,0 1-1 0 0,0 0 1 0 0,1 0-1 0 0,0 1 1 0 0,1 0-1 0 0,-1 0 1 0 0,2 0-1 0 0,-1 0 1 0 0,1 1-1 0 0,0 0 1 0 0,1 0-1 0 0,0 0 1 0 0,0 0-1 0 0,1 1 0 0 0,0-1 1 0 0,1 1-1 0 0,0-1 1 0 0,1 1-1 0 0,0 4 42 0 0,6-6-15 0 0,0 0 0 0 0,0 0 0 0 0,1 0-1 0 0,1-1 1 0 0,-1 0 0 0 0,1-1 0 0 0,0 0 0 0 0,1 0-1 0 0,-1 0 1 0 0,1-1 0 0 0,0-1 0 0 0,0 0-1 0 0,1 0 1 0 0,-1 0 0 0 0,1-1 0 0 0,0-1 0 0 0,0 1-1 0 0,0-2 1 0 0,0 1 0 0 0,0-2 0 0 0,0 1-1 0 0,1-1 1 0 0,-1-1 0 0 0,0 0 0 0 0,3-1 15 0 0,29 3-695 0 0,0-2 0 0 0,1-1 1 0 0,-1-3-1 0 0,-1-2 1 0 0,1-1-1 0 0,-1-2 0 0 0,26-11 695 0 0,3-6-2675 0 0</inkml:trace>
  <inkml:trace contextRef="#ctx0" brushRef="#br0" timeOffset="841.224">13679 961 940 0 0,'0'0'3770'0'0,"0"0"-1394"0"0,0 0-1054 0 0,0 0-488 0 0,0 0-53 0 0,-6 16 101 0 0,-20 144 1964 0 0,42 106-1012 0 0,-36-125-2008 0 0,16-122 97 0 0,7-25-963 0 0,0-6 949 0 0,0-1 0 0 0,1 1 0 0 0,0 0 1 0 0,1 0-1 0 0,0 1 0 0 0,0-1 0 0 0,2 1 0 0 0,-1 1 0 0 0,1-1 1 0 0,1 1-1 0 0,0 0 0 0 0,0 1 0 0 0,1-1 0 0 0,0 2 0 0 0,1-1 1 0 0,0 1-1 0 0,0 1 0 0 0,1 0 0 0 0,0 0 0 0 0,0 1 0 0 0,0 1 1 0 0,1 0-1 0 0,0 0 0 0 0,0 1 0 0 0,12-2 91 0 0,-17 3 49 0 0,0 0 0 0 0,0 1-1 0 0,1 0 1 0 0,-1 0 0 0 0,1 1 0 0 0,0 0 0 0 0,-1 0-1 0 0,1 1 1 0 0,0-1 0 0 0,-1 2 0 0 0,1-1-1 0 0,-1 1 1 0 0,1 1 0 0 0,0-1 0 0 0,-1 1 0 0 0,0 0-1 0 0,1 1 1 0 0,-1 0 0 0 0,0 0 0 0 0,-1 1-1 0 0,1-1 1 0 0,0 1 0 0 0,-1 1 0 0 0,0-1 0 0 0,0 1-1 0 0,0 0 1 0 0,-1 1 0 0 0,0-1 0 0 0,0 1-1 0 0,0 0 1 0 0,0 1 0 0 0,-1-1 0 0 0,0 1 0 0 0,-1-1-1 0 0,0 1 1 0 0,0 0 0 0 0,0 1 0 0 0,1 6-49 0 0,-3-8 23 0 0,0 0-1 0 0,-1 0 1 0 0,1 1 0 0 0,-2-1 0 0 0,1 0 0 0 0,-1 0 0 0 0,0 0 0 0 0,0 0 0 0 0,0 0 0 0 0,-1 0 0 0 0,0 0 0 0 0,0-1 0 0 0,-1 1 0 0 0,1 0 0 0 0,-1-1-1 0 0,-1 0 1 0 0,1 0 0 0 0,-1 0 0 0 0,0 0 0 0 0,0 0 0 0 0,0-1 0 0 0,0 0 0 0 0,-1 0 0 0 0,0 0 0 0 0,0 0 0 0 0,0-1 0 0 0,0 0 0 0 0,0 0-1 0 0,-1 0 1 0 0,0-1 0 0 0,-1 1-23 0 0,-18 9 18 0 0,0-1 0 0 0,-1-2 1 0 0,0 0-1 0 0,-1-2 0 0 0,1-1 0 0 0,-1-1 0 0 0,-1-1 0 0 0,-15-1-18 0 0,-66-12-3228 0 0,90 2-554 0 0,9-8-1788 0 0</inkml:trace>
  <inkml:trace contextRef="#ctx0" brushRef="#br0" timeOffset="1540.317">14348 2265 5917 0 0,'0'0'3480'0'0,"0"0"-1669"0"0,0 0-487 0 0,0 0 24 0 0,0 0 21 0 0,0 0-208 0 0,0 0-267 0 0,0 0-268 0 0,0 0-210 0 0,42 1-76 0 0,137 3-102 0 0,-157-4-207 0 0,88 4-144 0 0,1-5 1 0 0,-1-4 0 0 0,93-19 112 0 0,-151 6-2173 0 0,-31-10-6631 0 0,-20 18 3055 0 0</inkml:trace>
  <inkml:trace contextRef="#ctx0" brushRef="#br0" timeOffset="1810.861">14461 1949 5064 0 0,'0'0'3736'0'0,"0"0"-2151"0"0,0 0-697 0 0,0 0 178 0 0,0 0 346 0 0,0 0-122 0 0,0 0-378 0 0,0 0-299 0 0,0 0-164 0 0,38 0-166 0 0,240 1-87 0 0,-237-1-584 0 0,246-10-1031 0 0,-101-31-8182 0 0,-153 27 3515 0 0</inkml:trace>
  <inkml:trace contextRef="#ctx0" brushRef="#br0" timeOffset="2286.052">15469 1739 3572 0 0,'0'0'4181'0'0,"0"0"-2466"0"0,0 0-1072 0 0,0 0-96 0 0,17 16 405 0 0,133 129 2187 0 0,138 103-504 0 0,-272-233-2863 0 0,94 93-152 0 0,-50-28-5878 0 0,-53-72 1355 0 0,-6-7 1836 0 0</inkml:trace>
  <inkml:trace contextRef="#ctx0" brushRef="#br0" timeOffset="2570.767">16009 1723 8989 0 0,'0'0'2224'0'0,"0"0"-929"0"0,0 0-444 0 0,0 0 103 0 0,0 0 154 0 0,0 0-99 0 0,0 0-301 0 0,0 0-310 0 0,0 0-140 0 0,-23 18-64 0 0,-125 108 123 0 0,-291 276-1380 0 0,246-239-1882 0 0,156-132 1991 0 0,-10 10-2027 0 0,3 3-2189 0 0</inkml:trace>
  <inkml:trace contextRef="#ctx0" brushRef="#br0" timeOffset="15498.229">7764 10178 80 0 0,'0'0'324'0'0,"0"0"-324"0"0,0 0-184 0 0,0 0 16 0 0,0 0 168 0 0,0 0-52 0 0</inkml:trace>
  <inkml:trace contextRef="#ctx0" brushRef="#br0" timeOffset="17531.647">7248 10140 168 0 0,'0'0'336'0'0,"0"0"-180"0"0,0 0 209 0 0,0 0 1027 0 0,0 0 3 0 0,0 0-405 0 0,0 0-269 0 0,0 0 10 0 0,0 0 142 0 0,0 0-59 0 0,53 19 3005 0 0,261-40-1412 0 0,129-12-2025 0 0,-15-15-446 0 0,-337 44 116 0 0,0-4 0 0 0,0-5 0 0 0,-1-3 0 0 0,7-6-52 0 0,418-109 107 0 0,-131-23-24 0 0,58-4-299 0 0,-206 20 1236 0 0,194-81-1350 0 0,-240 86 660 0 0,181-84-164 0 0,75-60 436 0 0,-173 60-580 0 0,-84 56 443 0 0,223-129-138 0 0,206-159-187 0 0,-568 409-109 0 0,-2-1 1 0 0,-1-3-1 0 0,-3-2 1 0 0,-2-2-1 0 0,-2-2 1 0 0,-2-1-1 0 0,24-45-31 0 0,-41 58-51 0 0,1 2 1 0 0,2 0-1 0 0,1 2 1 0 0,2 1-1 0 0,1 1 1 0 0,1 1-1 0 0,2 1 1 0 0,18-11 50 0 0,331-236-393 0 0,-374 274 217 0 0,-1-1 0 0 0,0 0 1 0 0,1 0-1 0 0,-1-1 1 0 0,-1 0-1 0 0,1 0 0 0 0,-1 0 1 0 0,1 0-1 0 0,-2 0 1 0 0,1-1-1 0 0,-1 0 1 0 0,1 0-1 0 0,-1 0 0 0 0,-1 0 1 0 0,0 0-1 0 0,1-1 1 0 0,-2 0 175 0 0,-43-12-7826 0 0,-8 19 1805 0 0</inkml:trace>
  <inkml:trace contextRef="#ctx0" brushRef="#br0" timeOffset="21629.792">14485 6285 40 0 0,'0'0'61'0'0,"0"0"158"0"0,0 0-124 0 0,0 0 59 0 0,0 0-21 0 0,0 0-48 0 0,0 0-53 0 0,0 0 85 0 0,0 0 364 0 0,-11 5 324 0 0,-61 30 2434 0 0,77-18-2677 0 0,-4-17 24 0 0,40 9 7719 0 0,-27-12-8180 0 0,0 1 1 0 0,-1-2-1 0 0,1 0 0 0 0,-1 0 0 0 0,1-2 1 0 0,-1 1-1 0 0,-1-2 0 0 0,1 1 0 0 0,-1-2 1 0 0,0 0-1 0 0,-1 0 0 0 0,0-1 0 0 0,0 0 1 0 0,4-6-126 0 0,-3 1 59 0 0,-1 1 0 0 0,0-1 0 0 0,-1-1 0 0 0,0 0 1 0 0,-1 0-1 0 0,-1-1 0 0 0,-1 0 0 0 0,0 0 1 0 0,2-9-60 0 0,35-69-27 0 0,-30 65 238 0 0,0-1-1 0 0,-2-1 1 0 0,-1 0-1 0 0,-2 0 0 0 0,-1-1 1 0 0,-1 0-1 0 0,0-20-210 0 0,44-152 187 0 0,-46 188-196 0 0,1-1 0 0 0,1 1 1 0 0,1 0-1 0 0,0 0 0 0 0,1 1 0 0 0,0 0 1 0 0,1 1-1 0 0,1 0 0 0 0,0 1 0 0 0,1 0 1 0 0,1 0-1 0 0,12-9 9 0 0,63-59-243 0 0,-88 80 41 0 0,0 0-1 0 0,0 0 1 0 0,0 0-1 0 0,-1 0 1 0 0,1 0-1 0 0,0 0 1 0 0,0 0-1 0 0,0 0 1 0 0,-1 0-1 0 0,1 0 1 0 0,0 1-1 0 0,-1-1 1 0 0,1 0-1 0 0,-1 0 1 0 0,1 0-1 0 0,-1 0 1 0 0,0 0-1 0 0,1 1 1 0 0,-1-1-1 0 0,0 0 1 0 0,1 1-1 0 0,-1-1 1 0 0,0 0-1 0 0,0 1 1 0 0,0-1-1 0 0,1 1 1 0 0,-1-1-1 0 0,0 1 1 0 0,0-1-1 0 0,0 1 1 0 0,0 0-1 0 0,0 0 1 0 0,0-1-1 0 0,0 1 1 0 0,0 0-1 0 0,0 0 1 0 0,0 0-1 0 0,0 0 1 0 0,0 0-1 0 0,0 0 1 0 0,0 0-1 0 0,0 0 1 0 0,0 1-1 0 0,0-1 1 0 0,0 0-1 0 0,0 1 1 0 0,0-1-1 0 0,0 0 1 0 0,0 1 202 0 0,-8-1-1533 0 0,-11-2-3126 0 0</inkml:trace>
  <inkml:trace contextRef="#ctx0" brushRef="#br0" timeOffset="22642.594">14767 5920 248 0 0,'0'0'113'0'0,"0"0"39"0"0,0 0 16 0 0,0 0 292 0 0,0 0 1089 0 0,0 0-696 0 0,8-15-680 0 0,25-50-173 0 0,-25 8-236 0 0,11 24 2502 0 0,126-66 2800 0 0,-59-42-3390 0 0,6-16-75 0 0,54 0-556 0 0,-93 105-569 0 0,1 3 1 0 0,3 2-1 0 0,60-37-476 0 0,-20 14 335 0 0,145-79-1787 0 0,-241 149 1092 0 0,7-4 257 0 0,-7 3-4702 0 0,-11 1 768 0 0</inkml:trace>
  <inkml:trace contextRef="#ctx0" brushRef="#br0" timeOffset="14755.101">7212 10744 1408 0 0,'0'0'5337'0'0,"0"0"-3527"0"0,0 0-1263 0 0,0 0-247 0 0,0 0 145 0 0,0 0 276 0 0,0 0-29 0 0,0 0-342 0 0,0 0-252 0 0,4 3-47 0 0,4 1 155 0 0,-1 0-1 0 0,1-1 1 0 0,0 0 0 0 0,0 0-1 0 0,0-1 1 0 0,1 0 0 0 0,-1-1-1 0 0,0 0 1 0 0,1 0 0 0 0,-1-1-1 0 0,1 0 1 0 0,-1 0 0 0 0,6-1-206 0 0,48 3 1517 0 0,62 6-934 0 0,0-5 0 0 0,0-5 1 0 0,5-6-584 0 0,257 1 346 0 0,206 93-366 0 0,90-70 167 0 0,124-3-29 0 0,-239-26 81 0 0,294 1-111 0 0,-857 12-88 0 0,221-9 19 0 0,0 10-1 0 0,196 28-18 0 0,-238-15 35 0 0,0-7 0 0 0,1-8 0 0 0,160-23-35 0 0,-325 22 5 0 0,153-7 28 0 0,1 7-1 0 0,-1 8 1 0 0,95 18-33 0 0,340 39 138 0 0,-337-40-95 0 0,-96-2-334 0 0,-168-7-2393 0 0,-43-8-3321 0 0,-16-5-267 0 0</inkml:trace>
  <inkml:trace contextRef="#ctx0" brushRef="#br0" timeOffset="18737.35">7386 10770 416 0 0,'0'0'307'0'0,"0"0"146"0"0,0 0 1186 0 0,0 0 567 0 0,0 0-658 0 0,0 0-639 0 0,0 0-327 0 0,0 0-97 0 0,0 0-111 0 0,0 0-80 0 0,12 5 5520 0 0,-16 1-5767 0 0,0-1 1 0 0,0 0 0 0 0,-1 0 0 0 0,1 0-1 0 0,-1 0 1 0 0,0-1 0 0 0,-1 0 0 0 0,1 0-1 0 0,-1 0 1 0 0,1 0 0 0 0,-1-1-1 0 0,0 0 1 0 0,0-1 0 0 0,-1 1 0 0 0,1-1-1 0 0,-1 0 1 0 0,1-1 0 0 0,-1 1-48 0 0,6-2 5 0 0,-211 20 580 0 0,90-18-651 0 0,66 4 13 0 0,-10-2-129 0 0,1 4 0 0 0,0 2-1 0 0,0 4 1 0 0,-53 18 182 0 0,114-31-1014 0 0,-18 9 1293 0 0,16-5-4397 0 0,4 0-5196 0 0,2-2 8225 0 0</inkml:trace>
  <inkml:trace contextRef="#ctx0" brushRef="#br0" timeOffset="20230.677">15348 10963 156 0 0,'0'0'1115'0'0,"0"0"2314"0"0,0 0-1699 0 0,0 0-1019 0 0,0 0-213 0 0,0 0 8 0 0,0 0 112 0 0,0 0-5 0 0,0 0-138 0 0,12 0-177 0 0,471 6 6075 0 0,-282-7-6604 0 0,-158-6-812 0 0,-43-4-3829 0 0,-13 3-144 0 0</inkml:trace>
  <inkml:trace contextRef="#ctx0" brushRef="#br0" timeOffset="26762.474">10784 10782 184 0 0,'0'0'85'0'0,"0"0"40"0"0,0 0 26 0 0,0 0 14 0 0,0 0 204 0 0,0 0 900 0 0,0 0-638 0 0,-16 45-3075 0 0,12-42 1998 0 0,0-1 357 0 0</inkml:trace>
  <inkml:trace contextRef="#ctx0" brushRef="#br0" timeOffset="27952.192">10784 10782 52 0 0,'2'15'449'0'0,"2"17"-799"0"0,-2-29 2761 0 0,-2-20 3748 0 0,16 33-5302 0 0,-10 0-772 0 0,1 0 0 0 0,0 0-1 0 0,1-1 1 0 0,0 0 0 0 0,1 0-1 0 0,1-1 1 0 0,0-1 0 0 0,1 1-1 0 0,1-2 1 0 0,0 1 0 0 0,13 9-85 0 0,-24-21 21 0 0,0 0 0 0 0,0 0 0 0 0,0 0 0 0 0,0 0 0 0 0,0-1 0 0 0,0 1 0 0 0,1 0 0 0 0,-1-1 0 0 0,0 1 0 0 0,0-1 0 0 0,0 1 0 0 0,1-1 0 0 0,-1 0 0 0 0,0 1 0 0 0,1-1 0 0 0,-1 0 0 0 0,0 0 0 0 0,1 0 0 0 0,-1 0 0 0 0,0 0 0 0 0,1 0 0 0 0,-1 0 0 0 0,0 0 0 0 0,1-1 0 0 0,-1 1 1 0 0,0-1-1 0 0,0 1 0 0 0,1-1 0 0 0,-1 1 0 0 0,0-1 0 0 0,0 1 0 0 0,0-1 0 0 0,0 0 0 0 0,0 0 0 0 0,0 0 0 0 0,0 0 0 0 0,0 0 0 0 0,0 1 0 0 0,0-2 0 0 0,0 1 0 0 0,-1 0 0 0 0,1 0 0 0 0,0 0 0 0 0,-1 0 0 0 0,1 0 0 0 0,-1-1 0 0 0,1 1 0 0 0,-1 0 0 0 0,1 0 0 0 0,-1-1 0 0 0,0 1 0 0 0,0 0 0 0 0,0-1 0 0 0,0 1 0 0 0,0 0 1 0 0,0-1-1 0 0,0 1 0 0 0,0 0 0 0 0,0-1 0 0 0,-1 1-21 0 0,-10-86 439 0 0,4 76-353 0 0,-1 0-1 0 0,1 1 1 0 0,-2 0 0 0 0,1 1-1 0 0,-1 0 1 0 0,-1 0 0 0 0,1 1-1 0 0,-2 0 1 0 0,1 0 0 0 0,-1 1-1 0 0,-7-3-85 0 0,18 10 24 0 0,-4 55 196 0 0,32 70-308 0 0,-9-61 520 0 0,2-102-861 0 0,-22 28 500 0 0,0-1-1 0 0,0 1 1 0 0,-1 0 0 0 0,0 0-1 0 0,-1 0 1 0 0,0 0 0 0 0,0 0-1 0 0,-1 1 1 0 0,-1-1 0 0 0,1 1-1 0 0,-1 0 1 0 0,-1 1 0 0 0,0-1-1 0 0,0 1 1 0 0,-1 0 0 0 0,0 0 0 0 0,0 1-1 0 0,-1 0 1 0 0,-5-4-71 0 0,2 0 190 0 0,7 88 402 0 0,19 123-617 0 0,-15-200 22 0 0,1 0 0 0 0,-1-1 1 0 0,1 1-1 0 0,-1 0 0 0 0,0 0 0 0 0,1 0 0 0 0,-1-1 1 0 0,1 1-1 0 0,-1 0 0 0 0,1 0 0 0 0,-1 0 0 0 0,1 0 0 0 0,-1 0 1 0 0,0 0-1 0 0,1 0 0 0 0,-1 0 0 0 0,1 0 0 0 0,-1 0 0 0 0,1 0 1 0 0,-1 0-1 0 0,1 0 0 0 0,-1 0 0 0 0,0 1 0 0 0,1-1 1 0 0,-1 0-1 0 0,1 0 0 0 0,-1 0 0 0 0,0 1 0 0 0,1-1 0 0 0,-1 0 1 0 0,1 0-1 0 0,-1 1 0 0 0,0-1 0 0 0,1 0 0 0 0,-1 1 0 0 0,0-1 1 0 0,0 0-1 0 0,1 1 0 0 0,-1-1 0 0 0,0 1 3 0 0,2-59 125 0 0,-2 50-116 0 0,0-364 715 0 0,-16 386-908 0 0,12 194-111 0 0,35 32 93 0 0,-31-241 185 0 0,0 1 0 0 0,1 0 0 0 0,-1-1 1 0 0,0 1-1 0 0,1 0 0 0 0,-1-1 0 0 0,0 1 0 0 0,1 0 0 0 0,-1 0 0 0 0,0 0 1 0 0,1-1-1 0 0,-1 1 0 0 0,0 0 0 0 0,1 0 0 0 0,-1 0 0 0 0,1 0 0 0 0,-1 0 1 0 0,0 0-1 0 0,1 0 0 0 0,-1 0 0 0 0,1 0 0 0 0,-1 0 0 0 0,0 0 0 0 0,1 0 0 0 0,-1 0 1 0 0,1 0-1 0 0,-1 0 0 0 0,0 0 0 0 0,1 0 0 0 0,-1 0 0 0 0,1 0 0 0 0,-1 1 1 0 0,0-1-1 0 0,1 0 0 0 0,-1 0 0 0 0,0 0 0 0 0,1 1 0 0 0,-1-1 0 0 0,0 0 0 0 0,0 1 1 0 0,1-1 16 0 0,8-45-299 0 0,0-207 930 0 0,-33 191 715 0 0,12 106-1097 0 0,-29 267-2820 0 0,38-299 701 0 0,-1-8-4036 0 0,3-5 433 0 0</inkml:trace>
  <inkml:trace contextRef="#ctx0" brushRef="#br0" timeOffset="31515.984">8014 16566 144 0 0,'0'0'109'0'0,"0"0"-70"0"0,0 0 5 0 0,0 0 39 0 0,0 0 16 0 0,0 0-7 0 0,0 0-22 0 0,0 0-51 0 0,-8-4-16 0 0,-27-14-16 0 0,21-33-45 0 0,-10-103-573 0 0,17 138 631 0 0</inkml:trace>
  <inkml:trace contextRef="#ctx0" brushRef="#br0" timeOffset="31785.798">7910 16168 28 0 0,'0'0'55'0'0,"0"0"-35"0"0,0 0 1 0 0,0 0 51 0 0,0 0 19 0 0,0 0-30 0 0,0 0-16 0 0,1 16-31 0 0,14 130 371 0 0,-11-16-1143 0 0,-4-119 724 0 0</inkml:trace>
  <inkml:trace contextRef="#ctx0" brushRef="#br0" timeOffset="38351.092">7873 16641 92 0 0,'0'0'52'0'0,"0"0"0"0"0,0 0 5 0 0,0 0 15 0 0,0 0-14 0 0,0 0-27 0 0,0 0 44 0 0,0 0 3 0 0,0 0 1 0 0,9-11 35 0 0,38-51 1668 0 0,-38 23-269 0 0,16-47 69 0 0,6-74 735 0 0,6-8-11 0 0,-21-171-1633 0 0,-12 112-506 0 0,20 36-170 0 0,21 20 447 0 0,-21 108-340 0 0,20-73 55 0 0,-35 62-298 0 0,-8 45 205 0 0,2 1 1 0 0,2-1-1 0 0,0 0 0 0 0,2 1 1 0 0,1 0-1 0 0,1 1 0 0 0,8-17-66 0 0,171-291 656 0 0,8-30-592 0 0,-79 148-205 0 0,-2 64 7 0 0,-13-70 502 0 0,-58 116-65 0 0,-42 96-279 0 0,1 0-1 0 0,0 0 1 0 0,1 0-1 0 0,0 0 0 0 0,0 1 1 0 0,1 0-1 0 0,1 0 1 0 0,-1 0-1 0 0,2 1 1 0 0,-1-1-1 0 0,1 2 0 0 0,1-1 1 0 0,4-4-24 0 0,17-23 69 0 0,37-73 83 0 0,89-75 52 0 0,-97 41-86 0 0,156-229 856 0 0,-143 207-574 0 0,13 53-631 0 0,-31 57 242 0 0,36-69 31 0 0,82-29 159 0 0,53-48 79 0 0,-126 79-117 0 0,-30 51-411 0 0,81-63 157 0 0,-49-12 467 0 0,54-1-249 0 0,-30 46 7 0 0,33-40 177 0 0,-135 116-323 0 0,1 1-1 0 0,1 1 1 0 0,1 1-1 0 0,1 1 1 0 0,0 1 0 0 0,2 2-1 0 0,25-14 13 0 0,72-50 23 0 0,253-155 205 0 0,-196 97-234 0 0,60 27-136 0 0,109-65 125 0 0,92-37-78 0 0,-68 7 239 0 0,-129 70-321 0 0,149-48 162 0 0,82 0-8 0 0,199-30-114 0 0,-365 111 58 0 0,11-21-106 0 0,-8-11 76 0 0,-150 77 238 0 0,3 8 1 0 0,2 7 0 0 0,110-11-130 0 0,-187 37-81 0 0,861-181-334 0 0,-474 99-153 0 0,-108-36-42 0 0,270 24 1035 0 0,-33 26-540 0 0,-252 4 106 0 0,-13 6 83 0 0,136-11-27 0 0,-177 52 529 0 0,181-43 299 0 0,-208 25-561 0 0,-41 3-303 0 0,350-35 321 0 0,9 26 697 0 0,-379 15-942 0 0,265-1 88 0 0,6 16-99 0 0,-140 1-62 0 0,-87 5 347 0 0,-193 21-587 0 0,173-21 202 0 0,-224 20-1749 0 0,-29 7-1456 0 0,-8 0-4447 0 0,59-9 1752 0 0</inkml:trace>
  <inkml:trace contextRef="#ctx0" brushRef="#br0" timeOffset="46261.268">15888 4704 364 0 0,'0'0'229'0'0,"0"0"-149"0"0,0 0-39 0 0,0 0 68 0 0,0 0-8 0 0,0 0 327 0 0,0 0 912 0 0,0 0-166 0 0,-3 13 42 0 0,3-9 5294 0 0,7 13-15951 0 0,-36 20 8259 0 0,28-38 1384 0 0,1 1-1 0 0,-1-1 1 0 0,0 1-1 0 0,0-1 1 0 0,1 1-1 0 0,-1-1 0 0 0,0 0 1 0 0,1 1-1 0 0,-1-1 1 0 0,0 0-1 0 0,1 1 0 0 0,-1-1 1 0 0,1 0-1 0 0,-1 0 1 0 0,1 0-1 0 0,0 1 1 0 0,-1-1-1 0 0,1 0 0 0 0,0 0 1 0 0,-1 0-1 0 0,1 0 1 0 0,0 0-1 0 0,0 0 1 0 0,0 1-1 0 0,0-1 0 0 0,0 0 1 0 0,0 0-1 0 0,0 0 1 0 0,0 0-1 0 0,0 0 1 0 0,1 0-1 0 0,-1 0 0 0 0,0 0 1 0 0,0 1-1 0 0,1-1 1 0 0,-1 0-1 0 0,1 0 1 0 0,-1 0-1 0 0,1 0 0 0 0,-1 1 1 0 0,1-1-1 0 0,-1 0 1 0 0,1 1-1 0 0,0-1 0 0 0,-1 0 1 0 0,1 1-1 0 0,0-1 1 0 0,0 1-1 0 0,-1-1 1 0 0,1 1-1 0 0,0-1 0 0 0,0 1 1 0 0,0 0-1 0 0,0-1 1 0 0,-1 1-1 0 0,2 0-201 0 0,40-59 93 0 0,57-21 213 0 0,-10 9 201 0 0,40-46-189 0 0,140-110 127 0 0,-118 75 206 0 0,-67 64-477 0 0,102-134 314 0 0,-13-60-54 0 0,-154 247-362 0 0,2 0 0 0 0,1 1 0 0 0,2 2 0 0 0,1 0 0 0 0,2 1-1 0 0,0 2 1 0 0,2 1 0 0 0,12-8-72 0 0,-16 13 272 0 0,149-190 181 0 0,-3 18-193 0 0,50-39-214 0 0,7-27 411 0 0,-113 97-600 0 0,93-86 208 0 0,80-102-159 0 0,-227 281 118 0 0,-3-3 0 0 0,-3-2 0 0 0,-4-3 0 0 0,31-64-24 0 0,74-116 41 0 0,38-142 86 0 0,-173 361-112 0 0,-1 0 0 0 0,-2-2-1 0 0,-1 0 1 0 0,-3-1 0 0 0,9-40-15 0 0,1 24-318 0 0,-24 59 144 0 0,0 0-110 0 0,0 0-154 0 0,-44 19-7144 0 0,23-11 2212 0 0</inkml:trace>
  <inkml:trace contextRef="#ctx0" brushRef="#br0" timeOffset="50669.704">7248 9987 416 0 0,'0'0'221'0'0,"0"0"-162"0"0,0 0-7 0 0,0 0-34 0 0,0 0 4 0 0,-2 4 25 0 0,-9 11 1055 0 0,-32 3 8969 0 0,11 14-11824 0 0,-22-28 3460 0 0,-404-4 118 0 0,175 41-1928 0 0,188-23 260 0 0,-1-5 0 0 0,0-3 0 0 0,-39-4-157 0 0,-849 0 1164 0 0,611 29-1273 0 0,109-2 418 0 0,-87 4-183 0 0,-146-11-258 0 0,-330-33 487 0 0,232 39-696 0 0,277-8 296 0 0,2-2 120 0 0,-210-34-54 0 0,25-26 616 0 0,207 20-1342 0 0,226 19 472 0 0,62-2-306 0 0,-14 3 1255 0 0,17 8-7511 0 0,7-2 2108 0 0</inkml:trace>
  <inkml:trace contextRef="#ctx0" brushRef="#br0" timeOffset="52258.178">6228 10862 300 0 0,'0'0'205'0'0,"0"0"-85"0"0,0 0 468 0 0,0 0 1251 0 0,0 0-570 0 0,0 0-808 0 0,0 0-366 0 0,0 0-35 0 0,0 0 249 0 0,0 0 292 0 0,-5 2 33 0 0,-31 7 4243 0 0,-36-6-4113 0 0,7 0-488 0 0,-128 7 373 0 0,-1-8 0 0 0,-144-19-649 0 0,173 6 268 0 0,-1 8 1 0 0,0 7-1 0 0,-18 9-268 0 0,-428 0 206 0 0,551-14-66 0 0,-496-28 352 0 0,-354 30 25 0 0,648 25-869 0 0,196-15 535 0 0,1-2-1 0 0,-1-4 1 0 0,-1-3 0 0 0,1-3 0 0 0,0-2 0 0 0,-38-9-183 0 0,-244-43-3496 0 0,345 53 2957 0 0,4 2-6312 0 0,7 0 2440 0 0</inkml:trace>
  <inkml:trace contextRef="#ctx0" brushRef="#br0" timeOffset="54072.2">7273 4732 152 0 0,'0'0'0'0'0,"0"0"-92"0"0,0 0 32 0 0</inkml:trace>
  <inkml:trace contextRef="#ctx0" brushRef="#br0" timeOffset="54309.566">7273 4732 88 0 0,'4'-93'612'0'0,"0"81"-480"0"0,0 0-16 0 0,-4 0-24 0 0,0 0-92 0 0,0 2-92 0 0,0 1-168 0 0,-4 2-288 0 0,-4 0 408 0 0,4 2 140 0 0,0 0 0 0 0</inkml:trace>
  <inkml:trace contextRef="#ctx0" brushRef="#br0" timeOffset="54818.718">7281 3937 848 0 0,'0'0'342'0'0,"0"0"-185"0"0,0 0 13 0 0,0 0 281 0 0,0 0 884 0 0,0 0-268 0 0,0 0-430 0 0,0 0-300 0 0,0 0 83 0 0,-5 11 201 0 0,-34 71 269 0 0,58 21-960 0 0,-38-19-16 0 0,14-76-81 0 0,1 0-1 0 0,0-1 0 0 0,1 1 1 0 0,-1 1-1 0 0,1-1 0 0 0,1 0 0 0 0,0 1 1 0 0,0 0-1 0 0,1-1 0 0 0,-1 1 1 0 0,2 0-1 0 0,0 0 0 0 0,0-1 1 0 0,0 1-1 0 0,1 0 0 0 0,0 0 0 0 0,1-1 1 0 0,0 1-1 0 0,0-1 0 0 0,1 1 1 0 0,0-1-1 0 0,1 0 0 0 0,0 0 1 0 0,0 0-1 0 0,0-1 0 0 0,1 1 1 0 0,4 3 167 0 0,7 22-484 0 0,-9-17-439 0 0,-2-3 6 0 0</inkml:trace>
  <inkml:trace contextRef="#ctx0" brushRef="#br0" timeOffset="55086.473">7474 4963 52 0 0,'0'0'751'0'0,"4"16"-488"0"0,25 136 1524 0 0,7-31-109 0 0,-51 37-1951 0 0,6-120 306 0 0,-6-13-1440 0 0,13-17-41 0 0</inkml:trace>
  <inkml:trace contextRef="#ctx0" brushRef="#br0" timeOffset="55703.196">7414 5548 404 0 0,'0'0'707'0'0,"0"0"-155"0"0,0 0 383 0 0,0 0-449 0 0,0 0-259 0 0,0 0-12 0 0,0 0-112 0 0,0 0-168 0 0,-12 4-139 0 0,-33 13-154 0 0,33-13-117 0 0,5 17 270 0 0,5 48 722 0 0,-6 99 428 0 0,13-90-846 0 0,-59 10-209 0 0,23-51-49 0 0,23-26 172 0 0,2 1-1 0 0,-1 1 1 0 0,2-1 0 0 0,0 1 0 0 0,0 0 0 0 0,1 0 0 0 0,1 1 0 0 0,0-1 0 0 0,0 1 0 0 0,2-1 0 0 0,0 1-1 0 0,0 0 1 0 0,1 0 0 0 0,1-1 0 0 0,0 1 0 0 0,1 0 0 0 0,1-1 0 0 0,0 1 0 0 0,3 7-13 0 0,114 244 1711 0 0,-99-226-2365 0 0,-4-6 561 0 0,-2 2-1 0 0,-1 0 1 0 0,-1 0-1 0 0,-2 1 0 0 0,-2 1 1 0 0,-1 0-1 0 0,2 25 94 0 0,-2 80-2834 0 0,-8-114 1795 0 0</inkml:trace>
  <inkml:trace contextRef="#ctx0" brushRef="#br0" timeOffset="58616.764">7470 7215 204 0 0,'0'0'122'0'0,"0"0"-68"0"0,0 0 45 0 0,0 0-60 0 0,0 0-120 0 0,0 0-53 0 0,0 0-37 0 0,4 3 116 0 0,12 10 72 0 0,-12-10 117 0 0,-5 2 1872 0 0,-9 18-3931 0 0,-71 30 3263 0 0,-21 45 207 0 0,97-89-1479 0 0,0 1 0 0 0,0-1 0 0 0,1 1 0 0 0,0 0 0 0 0,0 1 0 0 0,2-1 0 0 0,-1 0-1 0 0,1 1 1 0 0,0-1 0 0 0,1 1 0 0 0,1 0 0 0 0,0 0 0 0 0,0-1 0 0 0,1 1 0 0 0,0 0 0 0 0,1 1-66 0 0,0 37 1308 0 0,0-28-1204 0 0,1-1 0 0 0,1 1 1 0 0,1 0-1 0 0,1-1 1 0 0,1 0-1 0 0,0-1 0 0 0,2 0 1 0 0,0 0-1 0 0,1 1-104 0 0,37 90-198 0 0,94 280 469 0 0,-135-377-297 0 0,6 11-31 0 0,-1 1 0 0 0,-1 0-1 0 0,-1 1 1 0 0,-2 0 0 0 0,0 1 0 0 0,-2-1 0 0 0,-1 1 0 0 0,1 24 57 0 0,-3 14-230 0 0,0-51 182 0 0,0 1 1 0 0,-1 0-1 0 0,-1 0 0 0 0,0 0 1 0 0,-1 0-1 0 0,-1-1 0 0 0,0 1 1 0 0,-1 0-1 0 0,0-1 0 0 0,-1 0 1 0 0,-1 1-1 0 0,0-2 0 0 0,-1 1 0 0 0,-1-1 1 0 0,0 0-1 0 0,-1 0 0 0 0,0 0 1 0 0,-8 8 47 0 0,-15 10-142 0 0,23-24 158 0 0,0 0 1 0 0,0 0-1 0 0,1 0 1 0 0,0 1-1 0 0,0 0 1 0 0,0 0-1 0 0,1 1 1 0 0,1 0-1 0 0,0 0 1 0 0,0 1-1 0 0,0-1 1 0 0,1 1-1 0 0,1 0 1 0 0,0 0-1 0 0,0 0 1 0 0,1 0-1 0 0,-1 10-16 0 0,18 79 684 0 0,-10-83-731 0 0,-1 1 0 0 0,-1 0 1 0 0,-1 1-1 0 0,0-1 0 0 0,-1 0 1 0 0,-1 1-1 0 0,-1-1 0 0 0,0 0 0 0 0,-1 1 1 0 0,-1-1-1 0 0,0 0 0 0 0,-2 0 0 0 0,-3 9 47 0 0,7 143 632 0 0,49-7-1539 0 0,-47-108 1483 0 0,0-20-416 0 0,-1 1 0 0 0,-1 0 0 0 0,-2-1 0 0 0,-1 0 0 0 0,-2 1 0 0 0,-5 13-160 0 0,-26 236 978 0 0,-28-45 466 0 0,88-73-1121 0 0,31 48-362 0 0,-9-16-41 0 0,-40 109 419 0 0,-7-175-191 0 0,30 218-466 0 0,-52-140 451 0 0,-44 117 8 0 0,59-295-68 0 0,1 1 0 0 0,2 0 0 0 0,1 0 0 0 0,2 1 0 0 0,1 0 0 0 0,2-1 0 0 0,1 1 0 0 0,2-1 0 0 0,1 1 0 0 0,8 29-73 0 0,-1-1-30 0 0,-2 1 0 0 0,-3 0 1 0 0,-2 1-1 0 0,-5 53 30 0 0,1-63-81 0 0,16 176-279 0 0,-20 115 402 0 0,-162 109 240 0 0,142-220-100 0 0,40 20-245 0 0,-15-221 49 0 0,-1 0 0 0 0,-2 0 0 0 0,-1-1 0 0 0,-1 1 0 0 0,-2-1 0 0 0,-1 0 0 0 0,-2 0 0 0 0,-9 21 14 0 0,10 184 164 0 0,7 53-170 0 0,-36-137 57 0 0,-6 69 271 0 0,35 173-400 0 0,0-57 20 0 0,62-79 85 0 0,-49-69-103 0 0,-7-161 108 0 0,1-1 1 0 0,1 0 0 0 0,1 1-1 0 0,1-1 1 0 0,2 0-1 0 0,1 0 1 0 0,1 0 0 0 0,5 12-33 0 0,4 9 7 0 0,-2 1 1 0 0,-3 0-1 0 0,-1 0 1 0 0,-3 1-1 0 0,-2 1 1 0 0,-2-1 0 0 0,-5 39-8 0 0,3-82 1 0 0,-6 67 112 0 0,-3-1 1 0 0,-4 0-1 0 0,-2-1 1 0 0,-4 0 0 0 0,-20 47-114 0 0,-239 574 1565 0 0,254-620-1790 0 0,3 2-1 0 0,3 0 1 0 0,4 0 0 0 0,3 2-1 0 0,4 0 1 0 0,2 63 225 0 0,4-61-4856 0 0,-2-43 161 0 0</inkml:trace>
  <inkml:trace contextRef="#ctx0" brushRef="#br0" timeOffset="60494.549">7732 4388 236 0 0,'0'0'94'0'0,"0"0"10"0"0,0 0-7 0 0,0 0-48 0 0,0 0 232 0 0,0 0 541 0 0,0 0-479 0 0,0 0-259 0 0,-2-16-48 0 0,-4-51 52 0 0,33 17-182 0 0,-5 14 3082 0 0,-36 31-827 0 0,-4 2-345 0 0,13-6 2820 0 0,38 22-4393 0 0,-23-7-240 0 0,0 1 0 0 0,0 0 0 0 0,-1 1 1 0 0,0 0-1 0 0,-1 1 0 0 0,0 0 0 0 0,0 0 0 0 0,-1 1 0 0 0,0 0 1 0 0,-1 0-1 0 0,0 0 0 0 0,0 1 0 0 0,-1 0 0 0 0,-1 0 0 0 0,1 0 0 0 0,-2 1 1 0 0,0 0-1 0 0,1 8-3 0 0,-3 138-4347 0 0,-30-83-3307 0 0,21-68 6358 0 0</inkml:trace>
  <inkml:trace contextRef="#ctx0" brushRef="#br0" timeOffset="60684.383">7664 4653 444 0 0,'0'0'66'0'0,"0"0"7"0"0,0 0 599 0 0,0 0 1569 0 0,0 0-256 0 0,0 0-413 0 0,0 0-340 0 0,14-17-231 0 0,101-125 1176 0 0,149-133-3739 0 0,-254 252-1270 0 0,-10 15 83 0 0</inkml:trace>
  <inkml:trace contextRef="#ctx0" brushRef="#br0" timeOffset="60952.981">8180 4482 260 0 0,'0'0'1448'0'0,"0"0"1564"0"0,0 0-1707 0 0,0 0-277 0 0,0 0-380 0 0,0 0-556 0 0,0 0-92 0 0,0 0-52 0 0,0 0-92 0 0,209-22-192 0 0,-193 22-680 0 0,-7 0-313 0 0,-9 0-471 0 0,0 0-1108 0 0</inkml:trace>
  <inkml:trace contextRef="#ctx0" brushRef="#br0" timeOffset="61158.748">8119 4359 208 0 0,'0'0'7357'0'0,"0"0"-5761"0"0,0 0-560 0 0,0 0-224 0 0,0 0-196 0 0,0 0-164 0 0,0 0-452 0 0,0 0-104 0 0,0 0-64 0 0,0 0-216 0 0,182-26-480 0 0,-154 34-520 0 0,-12 1-640 0 0,0-2-2065 0 0</inkml:trace>
  <inkml:trace contextRef="#ctx0" brushRef="#br0" timeOffset="61477.71">8458 4338 1632 0 0,'0'0'1307'0'0,"0"0"978"0"0,0 0-1478 0 0,-14 15-765 0 0,-43 51-165 0 0,54-62 128 0 0,1 0-1 0 0,0 0 1 0 0,0-1 0 0 0,0 1-1 0 0,0 0 1 0 0,1 1 0 0 0,0-1 0 0 0,0 0-1 0 0,0 0 1 0 0,0 1 0 0 0,0-1-1 0 0,1 0 1 0 0,0 1 0 0 0,0-1 0 0 0,0 1-1 0 0,1-1 1 0 0,-1 0 0 0 0,1 1-1 0 0,0-1 1 0 0,0 0 0 0 0,1 0 0 0 0,-1 0-1 0 0,1 0 1 0 0,0 0 0 0 0,0 0-1 0 0,0 0 1 0 0,1 0 0 0 0,-1-1 0 0 0,1 1-1 0 0,0-1 1 0 0,0 0 0 0 0,0 0-1 0 0,0 0 1 0 0,0 0 0 0 0,1 0 0 0 0,0-1-1 0 0,-1 0 1 0 0,1 1 0 0 0,0-1 0 0 0,0-1-1 0 0,0 1 1 0 0,0-1 0 0 0,1 1-1 0 0,-1-1 1 0 0,0 0 0 0 0,0-1 0 0 0,1 1-1 0 0,-1-1 1 0 0,0 0 0 0 0,1 0-1 0 0,-1 0 1 0 0,1 0 0 0 0,-1-1 0 0 0,0 0-1 0 0,1 0-4 0 0,5 2 28 0 0,0 0 0 0 0,0-1 0 0 0,0-1 1 0 0,0 1-1 0 0,0-2 0 0 0,0 1 0 0 0,0-1 0 0 0,0-1 0 0 0,-1 0 0 0 0,1 0 0 0 0,-1-1 0 0 0,0 0 0 0 0,0-1 0 0 0,0 1 0 0 0,-1-2 0 0 0,1 1 0 0 0,-1-1 0 0 0,0-1 1 0 0,-1 0-1 0 0,0 0 0 0 0,0 0 0 0 0,0-1 0 0 0,-1 1 0 0 0,0-2 0 0 0,-1 1 0 0 0,0-1 0 0 0,0 0 0 0 0,-1 0 0 0 0,0 0 0 0 0,0 0 0 0 0,1-9-28 0 0,-5 14-22 0 0,-1 0 0 0 0,0 0 0 0 0,0 0 0 0 0,0 0-1 0 0,-1 0 1 0 0,1 0 0 0 0,-1 0 0 0 0,0 0 0 0 0,0 1-1 0 0,0-1 1 0 0,0 1 0 0 0,-1-1 0 0 0,0 1 0 0 0,1 0 0 0 0,-1 0-1 0 0,0 0 1 0 0,-1 0 0 0 0,1 1 0 0 0,0-1 0 0 0,-1 1-1 0 0,1 0 1 0 0,-1 0 0 0 0,0 0 0 0 0,0 0 0 0 0,0 1 0 0 0,0 0-1 0 0,0-1 1 0 0,0 1 0 0 0,0 1 0 0 0,0-1 0 0 0,-3 0 22 0 0,-137-7-371 0 0,112 13 27 0 0,0 0 1 0 0,1 2 0 0 0,0 2 0 0 0,0 0 0 0 0,1 2 0 0 0,1 2 0 0 0,-1 0 0 0 0,2 2 0 0 0,-4 4 343 0 0,-56 30-2293 0 0</inkml:trace>
  <inkml:trace contextRef="#ctx0" brushRef="#br0" timeOffset="62316.723">8039 16468 12 0 0,'0'0'184'0'0,"0"0"-40"0"0,0 0-52 0 0,0 0-28 0 0,0 0-64 0 0,0 0-156 0 0,0 0-184 0 0</inkml:trace>
  <inkml:trace contextRef="#ctx0" brushRef="#br0" timeOffset="62714.138">8039 16468 272 0 0,'-114'-44'674'0'0,"106"42"132"0"0,-39-21-1661 0 0,43 13 4597 0 0,3-3 3650 0 0,8 21-12746 0 0,15-7-192 0 0,-51-7 4415 0 0</inkml:trace>
  <inkml:trace contextRef="#ctx0" brushRef="#br0" timeOffset="64829.719">7934 16362 572 0 0,'0'0'342'0'0,"0"0"-202"0"0,0 0-61 0 0,0 0-7 0 0,0 0 95 0 0,0 0 335 0 0,0 0 60 0 0,0 0-260 0 0,0 4-204 0 0,-16 71 3934 0 0,-16 5-1413 0 0,-12-17 1159 0 0,-10 15-3918 0 0,-17 64 220 0 0,61 40 368 0 0,-9-64-776 0 0,18-108 395 0 0,-1 0-1 0 0,0 0 1 0 0,-1 0 0 0 0,0 0-1 0 0,0 0 1 0 0,-1-1-1 0 0,0 0 1 0 0,-1 1-1 0 0,0-1 1 0 0,-1-1 0 0 0,1 1-1 0 0,-4 2-66 0 0,-39 86 28 0 0,39 12 151 0 0,-7-21-640 0 0,16-59 596 0 0,1-14-151 0 0,0-1 1 0 0,-1 1-1 0 0,-1 0 1 0 0,-1 0-1 0 0,0 0 1 0 0,-1 0-1 0 0,0-1 1 0 0,-1 0-1 0 0,-1 1 1 0 0,-4 8 15 0 0,-3 121-477 0 0,15-96 564 0 0,9 83 538 0 0,68-25-1056 0 0,-55-8 733 0 0,-21-56-361 0 0,0 161-47 0 0,-69-81 87 0 0,13-38 226 0 0,44-27-564 0 0,0 53 508 0 0,8 35-499 0 0,11-97 410 0 0,-22 57-19 0 0,9-100-107 0 0,-18 81-989 0 0,45-38-3434 0 0,-1-29 14 0 0,-15-12 1920 0 0</inkml:trace>
  <inkml:trace contextRef="#ctx0" brushRef="#br0" timeOffset="102337.045">10953 10946 132 0 0,'0'0'0'0'0,"0"0"0"0"0,0 0-68 0 0,0 0 68 0 0,0 0 120 0 0,0 0 100 0 0,0 0-128 0 0,0 0-88 0 0,0 0 0 0 0,-96-24 60 0 0,92 24-64 0 0,-8 0-60 0 0,3 3-16 0 0,5-1-356 0 0</inkml:trace>
  <inkml:trace contextRef="#ctx0" brushRef="#br0" timeOffset="103225.515">11046 11447 272 0 0,'0'0'448'0'0,"0"0"-266"0"0,0 0-92 0 0,0 0 361 0 0,0 0 1143 0 0,0 0-377 0 0,0 0-415 0 0,0 0-43 0 0,0 0 175 0 0,1-7 116 0 0,0-15 19 0 0,-1 23 2257 0 0,3 24-1584 0 0,3-7-1755 0 0,0 1 1 0 0,2-1-1 0 0,0 0 1 0 0,1-1 0 0 0,0 0-1 0 0,2 0 1 0 0,0-1-1 0 0,1-1 1 0 0,0 0-1 0 0,1 0 1 0 0,6 4 12 0 0,-2-4-339 0 0,11 13-432 0 0,-20-6-5342 0 0,-8-20 2929 0 0</inkml:trace>
  <inkml:trace contextRef="#ctx0" brushRef="#br0" timeOffset="103494.879">10933 11657 272 0 0,'0'0'482'0'0,"0"0"-178"0"0,0 0 317 0 0,0 0 1444 0 0,0 0-254 0 0,0 0-493 0 0,0 0-201 0 0,0 0 44 0 0,0 0 39 0 0,0 0-84 0 0,9-7-115 0 0,124-118 2137 0 0,-42 37-7119 0 0,-78 69-2556 0 0,-9 13 1761 0 0</inkml:trace>
  <inkml:trace contextRef="#ctx0" brushRef="#br0" timeOffset="103827.541">11316 11602 872 0 0,'0'0'172'0'0,"0"0"324"0"0,0 0 1534 0 0,0 0-141 0 0,0 0-437 0 0,0 0-248 0 0,0 0-150 0 0,0 0-89 0 0,0 0-108 0 0,0 0-182 0 0,16 0-153 0 0,130-4-165 0 0,-122 4-1528 0 0,-12 0-3734 0 0,-12 0 1948 0 0</inkml:trace>
  <inkml:trace contextRef="#ctx0" brushRef="#br0" timeOffset="104049.834">11316 11602 1188 0 0,'-28'-52'5109'0'0,"28"50"-3509"0"0,8 1-264 0 0,4-3-276 0 0,-4 2-172 0 0,8-1-116 0 0,-4 1-508 0 0,5 1-264 0 0,-1-1-116 0 0,-4 2-12 0 0,0 0-12 0 0,0-2-104 0 0,4 0-272 0 0,-4 2-308 0 0,-4 0-640 0 0,-4 0-1340 0 0,-4 0-1761 0 0</inkml:trace>
  <inkml:trace contextRef="#ctx0" brushRef="#br0" timeOffset="108901.405">11784 11493 220 0 0,'0'0'205'0'0,"0"0"-59"0"0,0 0-4 0 0,16-15 661 0 0,44-41 506 0 0,-2-1 2595 0 0,2 9 1848 0 0,-58 94-4998 0 0,-162 283-364 0 0,160-327-388 0 0,0-1-1 0 0,0 0 0 0 0,-1 1 0 0 0,1-1 1 0 0,-1 0-1 0 0,1 1 0 0 0,-1-1 1 0 0,1 0-1 0 0,-1 0 0 0 0,0 0 0 0 0,0 0 1 0 0,1 1-1 0 0,-1-1 0 0 0,0 0 0 0 0,0 0 1 0 0,0 0-1 0 0,0-1 0 0 0,0 1 1 0 0,0 0-1 0 0,0 0 0 0 0,-1 0 0 0 0,1-1 1 0 0,0 1-1 0 0,0-1 0 0 0,-1 1 1 0 0,1-1-1 0 0,0 1 0 0 0,-1-1 0 0 0,1 0 1 0 0,0 0-1 0 0,-1 0 0 0 0,1 0 1 0 0,0 1-1 0 0,-1-2 0 0 0,1 1 0 0 0,-1 0 1 0 0,1 0-1 0 0,0 0 0 0 0,-1-1 1 0 0,1 1-1 0 0,0-1 0 0 0,0 1 0 0 0,-1-1 1 0 0,1 1-1 0 0,0-1 0 0 0,0 0 1 0 0,0 1-1 0 0,0-1 0 0 0,0 0 0 0 0,-1 0 1 0 0,2 0-1 0 0,-1 0 0 0 0,0 0 0 0 0,0 0 1 0 0,0 0-1 0 0,0 0 0 0 0,1-1 1 0 0,-1 1-1 0 0,0 0 0 0 0,1 0 0 0 0,-1-1-1 0 0,-14-11-132 0 0,-38-23 670 0 0,140 48 820 0 0,-1 17-3862 0 0,-73-26 985 0 0,-10-2-1988 0 0,-2-1-3352 0 0,-1 0 5865 0 0</inkml:trace>
  <inkml:trace contextRef="#ctx0" brushRef="#br0" timeOffset="109963.174">10784 10707 600 0 0,'0'0'174'0'0,"0"0"-125"0"0,0 0 111 0 0,0 0 504 0 0,0 0 407 0 0,0 0-26 0 0,0 0-221 0 0,0 0-47 0 0,-7 6 1850 0 0,17 5-2186 0 0,-4-4-226 0 0,-1-1 0 0 0,1 1 0 0 0,-1-1-1 0 0,0 1 1 0 0,-1 1 0 0 0,0-1 0 0 0,0 1 0 0 0,-1 0 0 0 0,1-1 0 0 0,-2 2-1 0 0,1-1 1 0 0,-1 0 0 0 0,0 0 0 0 0,-1 1 0 0 0,0-1 0 0 0,0 4-215 0 0,-9 82-152 0 0,7-107-3151 0 0,-3-44 2561 0 0,7-109-117 0 0,-34 234 3744 0 0,-7 84-505 0 0,36-135-2329 0 0,1-1 1 0 0,-2 0-1 0 0,0-1 1 0 0,-1 1-1 0 0,0-1 1 0 0,-2 1-1 0 0,0-1 1 0 0,0-1-1 0 0,-1 1 1 0 0,-1-1-1 0 0,-1 1-51 0 0,-29 9-4267 0 0,20-23-603 0 0</inkml:trace>
  <inkml:trace contextRef="#ctx0" brushRef="#br0" timeOffset="111760.629">7091 10058 1108 0 0,'0'0'1384'0'0,"0"0"316"0"0,0 0-910 0 0,0 0-362 0 0,0 0-7 0 0,0 0 165 0 0,0 0 126 0 0,0 0-284 0 0,0 0-122 0 0,-2-6 38 0 0,-31-73 3238 0 0,43 70 551 0 0,52 14-2950 0 0,-62-5-1165 0 0,346 72 1351 0 0,-391-57-2475 0 0,-265-25 1078 0 0,411 65 700 0 0,309 105-102 0 0,-409-160-716 0 0,-1 0-96 0 0,0 0-116 0 0,-1-3 301 0 0,-1 0 1 0 0,0 0 0 0 0,0 0-1 0 0,0 0 1 0 0,-1 1 0 0 0,1-1-1 0 0,0 1 1 0 0,-1-1 0 0 0,0 1 0 0 0,0 0-1 0 0,0 0 1 0 0,0 0 0 0 0,0 0-1 0 0,0 1 1 0 0,0-1 0 0 0,0 1-1 0 0,-1 0 1 0 0,1 0 0 0 0,0 0-1 0 0,-1 0 1 0 0,1 1 0 0 0,-3-1 56 0 0,-9-4-75 0 0,-450-173-298 0 0,465 178 387 0 0,-1-1-1 0 0,1 1 1 0 0,0-1 0 0 0,-1 1 0 0 0,1-1-1 0 0,-1 1 1 0 0,1-1 0 0 0,-1 1 0 0 0,1 0 0 0 0,-1-1-1 0 0,1 1 1 0 0,-1 0 0 0 0,1-1 0 0 0,-1 1-1 0 0,1 0 1 0 0,-1 0 0 0 0,0-1 0 0 0,1 1 0 0 0,-1 0-1 0 0,0 0 1 0 0,1 0 0 0 0,-1 0 0 0 0,1 0-1 0 0,-1 0 1 0 0,0 0 0 0 0,1 0 0 0 0,-1 0-1 0 0,0 0 1 0 0,1 0 0 0 0,-1 0 0 0 0,1 1 0 0 0,-1-1-1 0 0,0 0 1 0 0,1 0 0 0 0,-1 1 0 0 0,1-1-1 0 0,-1 0 1 0 0,1 1 0 0 0,-1-1 0 0 0,1 1 0 0 0,-1-1-1 0 0,1 0 1 0 0,-1 1 0 0 0,1-1 0 0 0,-1 1-1 0 0,1-1 1 0 0,0 1 0 0 0,-1 0 0 0 0,1-1-1 0 0,0 1 1 0 0,0-1 0 0 0,-1 1 0 0 0,1 0 0 0 0,0-1-1 0 0,0 1 1 0 0,0-1 0 0 0,0 1 0 0 0,0 0-1 0 0,0-1 1 0 0,0 1 0 0 0,0 0 0 0 0,0-1 0 0 0,0 1-1 0 0,0-1 1 0 0,0 1 0 0 0,0 0 0 0 0,1-1-1 0 0,-1 1 1 0 0,0 0 0 0 0,1 0-14 0 0,75 42 45 0 0,-56-32 70 0 0,1-1-1 0 0,1-1 0 0 0,0-1 1 0 0,0 0-1 0 0,1-2 1 0 0,0-1-1 0 0,0-1 0 0 0,0 0 1 0 0,11-1-115 0 0,-36-35-594 0 0,-153-82-30 0 0,103 79 802 0 0,54 58 353 0 0,78 49-324 0 0,-47-49-171 0 0,2-1 1 0 0,1-2-1 0 0,0-1 0 0 0,2-2 0 0 0,0-1 0 0 0,13 2-36 0 0,75 19-4686 0 0,-127-37 2402 0 0,-3 0-3129 0 0,-7-3 1771 0 0,-25-10 2202 0 0</inkml:trace>
  <inkml:trace contextRef="#ctx0" brushRef="#br0" timeOffset="112776.057">6595 9087 248 0 0,'0'0'213'0'0,"0"0"-9"0"0,0 0 312 0 0,0 0 1562 0 0,0 0 66 0 0,0 0-437 0 0,0 0-200 0 0,0 0 21 0 0,0 0 50 0 0,5 4-188 0 0,63 53 2316 0 0,25 49-2703 0 0,-6 57-1019 0 0,-78-81-2467 0 0,-25-80-9237 0 0,8-8 8237 0 0</inkml:trace>
  <inkml:trace contextRef="#ctx0" brushRef="#br0" timeOffset="113077.707">6680 9525 940 0 0,'0'0'2650'0'0,"0"0"209"0"0,0 0-843 0 0,0 0-651 0 0,0 0-205 0 0,0 0-70 0 0,0 0-49 0 0,0 0-159 0 0,0 0-177 0 0,27-15-114 0 0,86-49-27 0 0,34-65 1042 0 0,-121 99-1402 0 0,76-137-233 0 0,-86 38-5147 0 0,-45 94-5859 0 0,14 31 10042 0 0</inkml:trace>
  <inkml:trace contextRef="#ctx0" brushRef="#br0" timeOffset="113347.114">7099 9277 116 0 0,'0'0'248'0'0,"0"0"-168"0"0,0 0-80 0 0,0 0-80 0 0,0 0-204 0 0,0 0 204 0 0</inkml:trace>
  <inkml:trace contextRef="#ctx0" brushRef="#br0" timeOffset="113934.511">7099 9277 156 0 0,'-153'-29'179'0'0,"152"29"-174"0"0,1 0 0 0 0,-1 0 0 0 0,0 0 0 0 0,1 0 1 0 0,-1 0-1 0 0,0 0 0 0 0,0 0 0 0 0,1 0 0 0 0,-1-1 0 0 0,0 1 1 0 0,1 0-1 0 0,-1 0 0 0 0,0-1 0 0 0,1 1 0 0 0,-1 0 0 0 0,1-1 1 0 0,-1 1-1 0 0,1-1 0 0 0,-1 1 0 0 0,1-1 0 0 0,-1 1 1 0 0,1-1-1 0 0,-1 1 0 0 0,1-1 0 0 0,-1 1 0 0 0,1-1 0 0 0,0 1 1 0 0,-1-1-1 0 0,1 0 0 0 0,0 1 0 0 0,0-1 0 0 0,-1 0 0 0 0,1 1 1 0 0,0-1-1 0 0,0 0 0 0 0,0 0 0 0 0,0 1 0 0 0,0-1 0 0 0,0 0 1 0 0,0 1-1 0 0,0-1 0 0 0,0 0 0 0 0,0 1 0 0 0,0-1 1 0 0,1 0-1 0 0,-1 1 0 0 0,0-1 0 0 0,0 0 0 0 0,1 1 0 0 0,-1-1 1 0 0,0 0-1 0 0,1 1 0 0 0,-1-1 0 0 0,1 1 0 0 0,-1-1 0 0 0,1 1 1 0 0,-1-1-1 0 0,1 1 0 0 0,-1-1 0 0 0,1 1 0 0 0,-1-1 0 0 0,1 1 1 0 0,0 0-1 0 0,-1-1 0 0 0,1 1 0 0 0,-1 0 0 0 0,1 0 1 0 0,0-1-1 0 0,0 1-5 0 0,5-2 3230 0 0,-3 5 3312 0 0,-19 76-227 0 0,-219 196-4710 0 0,228-268-1653 0 0,-7 7-129 0 0,0 0 0 0 0,-1 0 0 0 0,0-1 1 0 0,-1-1-1 0 0,0-1 0 0 0,-1 0 0 0 0,0-1 0 0 0,-1-1 0 0 0,0 0 0 0 0,-1-2 0 0 0,-8 3 177 0 0,0-9-3579 0 0,6-26-8497 0 0,21 11 11341 0 0</inkml:trace>
  <inkml:trace contextRef="#ctx0" brushRef="#br0" timeOffset="114821.887">7047 9401 1216 0 0,'0'0'1022'0'0,"0"0"3457"0"0,0 0-1416 0 0,0 0-1119 0 0,0 0-577 0 0,0 0-396 0 0,0 0-311 0 0,0 0-355 0 0,44 10-3676 0 0,-41-7 2745 0 0,11 0-9145 0 0,-17-4 8599 0 0,-39-6 1085 0 0</inkml:trace>
  <inkml:trace contextRef="#ctx0" brushRef="#br0" timeOffset="115186.094">7111 9296 4760 0 0,'0'0'4015'0'0,"0"0"-2161"0"0,0 0-865 0 0,0 0-218 0 0,0 0-13 0 0,0 0-128 0 0,0 0-270 0 0,0 0-204 0 0,0 0-68 0 0,0 0 15 0 0,6 1 28 0 0,26 0 16 0 0,21 3-134 0 0,-23 3-9041 0 0,-47-9 4444 0 0,-87-9 3421 0 0</inkml:trace>
  <inkml:trace contextRef="#ctx0" brushRef="#br0" timeOffset="116044.491">7047 9559 468 0 0,'0'0'123'0'0,"0"0"-71"0"0,0 0 722 0 0,0 0 2425 0 0,0 0-756 0 0,0 0-844 0 0,0 0-347 0 0,0 0-50 0 0,0 0 20 0 0,19-6-35 0 0,155-69 1535 0 0,-121 40-2099 0 0,-109 81-2911 0 0,41-30 2319 0 0,1 2-1 0 0,1 0 1 0 0,1 0-1 0 0,0 1 1 0 0,2 1 0 0 0,0-1-1 0 0,1 2 1 0 0,1 0-1 0 0,0 0 1 0 0,2 0-31 0 0,-7-13 183 0 0,-19-19-368 0 0,64 27 484 0 0,64 10-1021 0 0,-92-22-18 0 0,-3-3-2885 0 0,-2-1-3682 0 0,-2 0 5372 0 0</inkml:trace>
  <inkml:trace contextRef="#ctx0" brushRef="#br0" timeOffset="139986.623">19287 13126 1240 0 0,'0'0'5377'0'0,"0"0"-3123"0"0,0 0-1061 0 0,0 0-205 0 0,0 0-12 0 0,0 0-41 0 0,0 0-173 0 0,6 15-237 0 0,-5-13-522 0 0,3 7 75 0 0,0-1 0 0 0,0 1 0 0 0,-1 0-1 0 0,0 0 1 0 0,-1 0 0 0 0,0 0 0 0 0,0 0 0 0 0,-1 0 0 0 0,0 0-1 0 0,-1 1 1 0 0,0-1 0 0 0,0 1 0 0 0,-1-1 0 0 0,0 0 0 0 0,-1 0-1 0 0,0 0 1 0 0,0 0 0 0 0,-4 8-78 0 0,-118 186 1209 0 0,91-156-1062 0 0,2 1 0 0 0,2 1 0 0 0,2 1 0 0 0,3 2 0 0 0,2 1 1 0 0,-12 43-148 0 0,26 35-1299 0 0,11-129 1084 0 0,0 0-1 0 0,-1-1 1 0 0,1 1 0 0 0,0-1-1 0 0,0 0 1 0 0,0 1 0 0 0,0-1-1 0 0,0-1 1 0 0,0 1 0 0 0,0 0-1 0 0,1-1 1 0 0,-1 0 0 0 0,0 1-1 0 0,0-1 1 0 0,0 0 0 0 0,1-1-1 0 0,-1 1 1 0 0,0-1 0 0 0,0 1-1 0 0,0-1 1 0 0,0 0 0 0 0,0 0-1 0 0,0 0 1 0 0,0-1 0 0 0,0 1-1 0 0,0-1 1 0 0,1-1 215 0 0,43-31-6631 0 0,-33 17 2629 0 0</inkml:trace>
  <inkml:trace contextRef="#ctx0" brushRef="#br0" timeOffset="140461.427">19432 13863 92 0 0,'0'0'1557'0'0,"0"0"2631"0"0,0 0-1456 0 0,0 0-1153 0 0,0 0-540 0 0,0 0-334 0 0,0 0-41 0 0,0 0 51 0 0,-6 8-251 0 0,3-5-451 0 0,0 1-1 0 0,0 0 1 0 0,0 0 0 0 0,0 0 0 0 0,0 1 0 0 0,1-1 0 0 0,0 1 0 0 0,0-1 0 0 0,0 1 0 0 0,0 0 0 0 0,1 0 0 0 0,0 0 0 0 0,0 0 0 0 0,0 0 0 0 0,1 0 0 0 0,-1 0 0 0 0,1 0 0 0 0,1 0 0 0 0,-1 0 0 0 0,1 0 0 0 0,-1 0 0 0 0,1 0 0 0 0,1 0-1 0 0,-1-1 1 0 0,1 1 0 0 0,0 0 0 0 0,0-1 0 0 0,1 2-13 0 0,11 5 0 0 0,1 0 1 0 0,0-1-1 0 0,1-1 0 0 0,0-1 0 0 0,0 0 0 0 0,1-1 0 0 0,0-1 0 0 0,0 0 0 0 0,1-1 1 0 0,-1-1-1 0 0,1-1 0 0 0,0 0 0 0 0,0-2 0 0 0,0 0 0 0 0,0-1 0 0 0,1 0 1 0 0,-1-2-1 0 0,0 0 0 0 0,0-1 0 0 0,-1-1 0 0 0,1-1 0 0 0,-1 0 0 0 0,0-1 1 0 0,0-1-1 0 0,11-6 0 0 0,-22 11-29 0 0,0 0 1 0 0,1 0 0 0 0,-1 0-1 0 0,0-1 1 0 0,0 0-1 0 0,-1 0 1 0 0,1-1 0 0 0,-1 0-1 0 0,1 0 1 0 0,-1 0 0 0 0,0-1-1 0 0,-1 1 1 0 0,1-1-1 0 0,-1 0 1 0 0,0 0 0 0 0,0-1-1 0 0,0 1 1 0 0,-1-1 0 0 0,0 0-1 0 0,0 0 1 0 0,0 0 0 0 0,-1 0-1 0 0,0-1 1 0 0,0 1-1 0 0,-1-1 1 0 0,0 1 0 0 0,0-1-1 0 0,0 1 1 0 0,-1-1 0 0 0,0 0-1 0 0,0 1 1 0 0,-1-1 0 0 0,0 1-1 0 0,0-1 1 0 0,0 1-1 0 0,-1-1 1 0 0,0 1 0 0 0,0 0-1 0 0,0-1 1 0 0,-1 1 0 0 0,0 1-1 0 0,-3-5 29 0 0,-7-3 40 0 0,-2 1 1 0 0,1 1-1 0 0,-1 0 0 0 0,-1 0 0 0 0,0 2 0 0 0,-1 0 1 0 0,0 1-1 0 0,0 0 0 0 0,0 2 0 0 0,-1 0 0 0 0,0 1 1 0 0,0 0-1 0 0,-1 2 0 0 0,1 0 0 0 0,-1 1 0 0 0,0 1 1 0 0,-11 1-41 0 0,23 1-37 0 0,0 0 1 0 0,0 1 0 0 0,0-1 0 0 0,1 1 0 0 0,-1 1-1 0 0,0-1 1 0 0,1 1 0 0 0,-1 1 0 0 0,1-1 0 0 0,0 1 0 0 0,0 0-1 0 0,0 0 1 0 0,1 1 0 0 0,0-1 0 0 0,-1 1 0 0 0,1 0-1 0 0,1 1 1 0 0,-1-1 0 0 0,1 1 0 0 0,0 0 0 0 0,1 0 0 0 0,-1 1-1 0 0,1-1 1 0 0,0 1 0 0 0,-1 5 36 0 0,-2 3-716 0 0,1 1 1 0 0,1-1-1 0 0,1 1 1 0 0,0 0-1 0 0,1 0 0 0 0,1 0 1 0 0,0 0-1 0 0,1 0 1 0 0,1 0-1 0 0,0 0 0 0 0,1 0 716 0 0,32 37-4126 0 0,7-35 3548 0 0</inkml:trace>
  <inkml:trace contextRef="#ctx0" brushRef="#br0" timeOffset="140858.224">20073 13994 1160 0 0,'0'0'5477'0'0,"0"0"-2870"0"0,0 0-1093 0 0,-2 17-352 0 0,-2 117 1404 0 0,11-125-2485 0 0,1 0 0 0 0,1 0 0 0 0,-1-1 0 0 0,2 0 1 0 0,-1-1-1 0 0,1 0 0 0 0,0 0 0 0 0,0-1 0 0 0,1 0 0 0 0,-1-1 0 0 0,1 0 0 0 0,1-1 1 0 0,-1 0-1 0 0,1-1 0 0 0,-1 0 0 0 0,1-1 0 0 0,0 0 0 0 0,8 0-81 0 0,13 5 174 0 0,0-1 0 0 0,0-2 1 0 0,1-2-1 0 0,-1 0 0 0 0,1-3 0 0 0,-1 0 0 0 0,0-2 1 0 0,1-2-1 0 0,-2-1 0 0 0,1-2 0 0 0,-1 0 0 0 0,5-5-174 0 0,-30 10-10 0 0,-1-1 0 0 0,0 0 1 0 0,0-1-1 0 0,0 0 0 0 0,-1 1 0 0 0,1-2 0 0 0,-1 1 0 0 0,-1-1 0 0 0,1 0 0 0 0,-1 0 0 0 0,0 0 0 0 0,0 0 0 0 0,-1-1 0 0 0,1 1 1 0 0,-1-1-1 0 0,-1 0 0 0 0,0 0 0 0 0,0 0 0 0 0,0 0 0 0 0,-1-1 0 0 0,0 1 0 0 0,0 0 0 0 0,-1-1 0 0 0,0 1 0 0 0,0-1 0 0 0,0 1 1 0 0,-1 0-1 0 0,-1-1 0 0 0,1 1 0 0 0,-1 0 0 0 0,0 0 0 0 0,-1 0 0 0 0,1 0 0 0 0,-1 0 0 0 0,-1 1 0 0 0,1-1 0 0 0,-1 1 0 0 0,-1 0 1 0 0,1 0-1 0 0,-1 0 0 0 0,0 1 0 0 0,0 0 0 0 0,0 0 0 0 0,-1 0 0 0 0,0 0 0 0 0,0 1 0 0 0,0 0 0 0 0,-2-1 10 0 0,-8-5 0 0 0,0 1 0 0 0,-1 0 0 0 0,0 2 0 0 0,-1-1 0 0 0,1 2 1 0 0,-1 0-1 0 0,-1 2 0 0 0,1 0 0 0 0,-1 1 0 0 0,0 0 0 0 0,1 2 0 0 0,-1 0 0 0 0,0 1 0 0 0,0 1 0 0 0,0 1 0 0 0,1 0 0 0 0,-1 2 0 0 0,1 0 0 0 0,-1 1 0 0 0,1 1 0 0 0,1 0 0 0 0,-1 1 0 0 0,1 2 0 0 0,1-1 0 0 0,-8 7 0 0 0,13-8-241 0 0,0 1-1 0 0,1 1 1 0 0,-1 0-1 0 0,2 0 0 0 0,0 1 1 0 0,0 0-1 0 0,1 1 1 0 0,0-1-1 0 0,0 2 1 0 0,1-1-1 0 0,1 1 0 0 0,0 0 1 0 0,1 1-1 0 0,-4 10 242 0 0,-1 36-3309 0 0,20 29-6091 0 0,5-62 8394 0 0</inkml:trace>
  <inkml:trace contextRef="#ctx0" brushRef="#br0" timeOffset="141126.25">20452 14174 1344 0 0,'0'0'840'0'0,"0"0"2635"0"0,0 0-852 0 0,0 0-1144 0 0,0 0-372 0 0,0 0-145 0 0,0 0-302 0 0,2 18-265 0 0,44 338 3648 0 0,-45-336-3811 0 0,-1 1 1 0 0,-1-1 0 0 0,0 0-1 0 0,-1 1 1 0 0,-2-1-1 0 0,0 0 1 0 0,-1-1 0 0 0,-1 1-1 0 0,0-1 1 0 0,-2 0 0 0 0,0-1-1 0 0,-1 1 1 0 0,-1-2 0 0 0,-1 1-1 0 0,0-1 1 0 0,-1-1 0 0 0,-1 0-1 0 0,-1-1 1 0 0,-3 2-233 0 0,-2 0-153 0 0,0 0 1 0 0,-1-2-1 0 0,-1-1 1 0 0,0 0-1 0 0,-1-2 0 0 0,-1 0 1 0 0,1-1-1 0 0,-2-2 0 0 0,0 0 1 0 0,0-2-1 0 0,0 0 1 0 0,-1-2-1 0 0,0 0 0 0 0,-3-2 153 0 0,-99-7-4044 0 0,8-39-4041 0 0,69 13 1003 0 0</inkml:trace>
  <inkml:trace contextRef="#ctx0" brushRef="#br0" timeOffset="142349.52">21129 14508 808 0 0,'0'0'1424'0'0,"0"0"3385"0"0,0 0-2044 0 0,0 0-1228 0 0,0 0-421 0 0,0 0-175 0 0,0 0-93 0 0,0 0-109 0 0,0 0-142 0 0,0 0-112 0 0,4 0-18 0 0,-1 1-268 0 0,84 4 2497 0 0,126-11-2781 0 0,-207 6 56 0 0,1-1 0 0 0,-1-1 0 0 0,1 1 0 0 0,0-1 0 0 0,-1 0 0 0 0,0-1-1 0 0,0 1 1 0 0,0-1 0 0 0,0-1 0 0 0,0 1 0 0 0,0-1 0 0 0,-1 0 0 0 0,0 0-1 0 0,0-1 1 0 0,0 1 0 0 0,0-1 0 0 0,-1 0 0 0 0,1 0 0 0 0,-1-1-1 0 0,-1 1 1 0 0,1-1 0 0 0,-1 0 0 0 0,0 0 0 0 0,0 0 0 0 0,-1-1 0 0 0,0 1-1 0 0,0 0 1 0 0,0-1 0 0 0,-1 0 0 0 0,0 1 0 0 0,0-1 0 0 0,0-4 29 0 0,-5 8-11 0 0,0 0 0 0 0,0 1 0 0 0,0 0 0 0 0,-1-1 0 0 0,1 1 0 0 0,0 1 0 0 0,-1-1 0 0 0,1 1 0 0 0,-1-1 0 0 0,0 1 0 0 0,1 1 0 0 0,-1-1 0 0 0,0 1 0 0 0,0 0 0 0 0,1 0 1 0 0,-1 0-1 0 0,0 0 0 0 0,0 1 0 0 0,0 0 11 0 0,-1-1-52 0 0,-16 1 99 0 0,-1 1 0 0 0,1 0 0 0 0,0 2 0 0 0,0 1 0 0 0,0 0 0 0 0,1 2 0 0 0,0 0 0 0 0,0 2 0 0 0,1 0 0 0 0,0 1 0 0 0,1 1 0 0 0,0 1 0 0 0,0 1 0 0 0,1 0 0 0 0,1 1 0 0 0,0 1 0 0 0,2 1 0 0 0,-1 0 0 0 0,2 1 0 0 0,0 1 0 0 0,1 0 0 0 0,1 1 0 0 0,1 0 0 0 0,0 1 0 0 0,1 0 0 0 0,2 1 0 0 0,0 0 0 0 0,-4 19-47 0 0,11-35 14 0 0,0 1 0 0 0,0-1 0 0 0,1 1 0 0 0,-1-1 1 0 0,1 1-1 0 0,1-1 0 0 0,-1 1 0 0 0,1-1 0 0 0,0 1 1 0 0,0-1-1 0 0,1 1 0 0 0,-1-1 0 0 0,1 0 0 0 0,1 0 0 0 0,-1 0 1 0 0,1 0-1 0 0,-1 0 0 0 0,1 0 0 0 0,1-1 0 0 0,-1 0 0 0 0,1 1 1 0 0,-1-1-1 0 0,1 0 0 0 0,1-1 0 0 0,-1 1 0 0 0,0-1 1 0 0,1 0-1 0 0,0 0 0 0 0,-1 0 0 0 0,1 0 0 0 0,0-1 0 0 0,1 0 1 0 0,-1 0-1 0 0,0-1 0 0 0,1 1 0 0 0,-1-1 0 0 0,0 0 0 0 0,1 0 1 0 0,0-1-1 0 0,-1 0 0 0 0,1 0 0 0 0,3 0-14 0 0,44 7-140 0 0,0-2-1 0 0,1-3 1 0 0,-1-1-1 0 0,1-3 1 0 0,-1-3-1 0 0,29-6 141 0 0,178-45-6315 0 0,-219 44 1861 0 0,-5-4-1591 0 0</inkml:trace>
  <inkml:trace contextRef="#ctx0" brushRef="#br0" timeOffset="144000.153">22411 14176 900 0 0,'0'0'168'0'0,"0"0"-61"0"0,0 0 668 0 0,0 0 2297 0 0,0 0-972 0 0,0 0-894 0 0,0 0-353 0 0,0 0-180 0 0,0 0-107 0 0,0 0-96 0 0,5 1-55 0 0,26 2 1045 0 0,-48-39 2176 0 0,3 26-3652 0 0,0-1 1 0 0,1 0-1 0 0,1-1 0 0 0,0 0 1 0 0,0-1-1 0 0,1-1 0 0 0,1 0 1 0 0,0 0-1 0 0,1-1 0 0 0,1 0 1 0 0,0 0-1 0 0,1-1 0 0 0,1 0 1 0 0,0 0-1 0 0,1-1 0 0 0,1 1 1 0 0,0-1-1 0 0,2 0 0 0 0,0-1 1 0 0,0 1-1 0 0,2 0 0 0 0,0 0 1 0 0,1-1-1 0 0,1 1 0 0 0,0 0 1 0 0,2 0-1 0 0,-1 0 0 0 0,2 1 1 0 0,1-1-1 0 0,0 1 0 0 0,2-3 16 0 0,16-15-154 0 0,0 0 0 0 0,3 2 0 0 0,0 1-1 0 0,2 2 1 0 0,2 0 0 0 0,0 2-1 0 0,4 0 155 0 0,64-60-1872 0 0,-73 58-5064 0 0,-18 19 1221 0 0</inkml:trace>
  <inkml:trace contextRef="#ctx0" brushRef="#br0" timeOffset="144571.738">23173 13483 1200 0 0,'0'0'1197'0'0,"0"0"3382"0"0,0 0-1996 0 0,0 0-1131 0 0,0 0-203 0 0,0 0-134 0 0,28 15-171 0 0,182 114 827 0 0,-180-108-1719 0 0,-1 1 0 0 0,0 1 0 0 0,-2 1-1 0 0,-1 2 1 0 0,-1 1 0 0 0,-1 0 0 0 0,-2 2 0 0 0,0 1-1 0 0,-2 0 1 0 0,15 33-52 0 0,-19-4-2026 0 0,-15-19-4101 0 0,-7-30 1124 0 0,-12 0 2039 0 0</inkml:trace>
  <inkml:trace contextRef="#ctx0" brushRef="#br0" timeOffset="144810.343">23076 14069 1160 0 0,'0'0'6888'0'0,"0"0"-3833"0"0,0 0-1670 0 0,0 0-261 0 0,0 0 76 0 0,0 0-134 0 0,30-18-218 0 0,197-121 192 0 0,-197 122-981 0 0,40-20-296 0 0,-2-3 0 0 0,-2-2 0 0 0,-1-4-1 0 0,-3-2 1 0 0,-2-3 0 0 0,18-22 237 0 0,-46 21-2769 0 0,-25 14-5309 0 0,-7 27 2623 0 0</inkml:trace>
  <inkml:trace contextRef="#ctx0" brushRef="#br0" timeOffset="145303.063">24233 14152 6305 0 0,'0'0'4068'0'0,"0"0"-1666"0"0,0 0-610 0 0,0 0-298 0 0,0 0-177 0 0,35-11-280 0 0,113-38-392 0 0,-137 45-604 0 0,0 0-1 0 0,-1-2 0 0 0,1 1 0 0 0,-1-1 1 0 0,0-1-1 0 0,0 1 0 0 0,-1-2 0 0 0,0 1 1 0 0,0-2-1 0 0,-1 1 0 0 0,0-1 0 0 0,-1 0 1 0 0,1 0-1 0 0,-2-1 0 0 0,1 0 0 0 0,-2-1 1 0 0,1 1-1 0 0,-1-1 0 0 0,-1 0 0 0 0,1-4-40 0 0,-3 12 3 0 0,5-15-53 0 0,0-1 0 0 0,-2 0 0 0 0,0 0-1 0 0,-1 0 1 0 0,0 0 0 0 0,-2-1 0 0 0,0 1-1 0 0,-2-1 1 0 0,0 1 0 0 0,-1-1-1 0 0,-1 0 1 0 0,-1 1 0 0 0,0 0 0 0 0,-2 0-1 0 0,0 0 1 0 0,-1 0 0 0 0,-1 1-1 0 0,-1 0 1 0 0,0 0 0 0 0,-1 1 0 0 0,-1 0-1 0 0,-1 0 1 0 0,0 1 0 0 0,-7-6 50 0 0,5 6-347 0 0,-81-100-2168 0 0,17 50-3803 0 0,23 35-244 0 0</inkml:trace>
  <inkml:trace contextRef="#ctx0" brushRef="#br0" timeOffset="145716.99">25302 13999 9261 0 0,'0'0'2000'0'0,"0"0"-688"0"0,0 0 392 0 0,0 0-116 0 0,213-24-283 0 0,-136 19-349 0 0,-4-1-252 0 0,3 3-176 0 0,-7 0-212 0 0,-9 3-240 0 0,-7-2-76 0 0,-13 2-220 0 0,-8 0-188 0 0,-8 0-368 0 0,-12 0-400 0 0,-7 2-729 0 0,-5-2-2007 0 0,0 0-1880 0 0</inkml:trace>
  <inkml:trace contextRef="#ctx0" brushRef="#br0" timeOffset="145955.085">25241 13729 4044 0 0,'0'0'1601'0'0,"0"0"4583"0"0,0 0-4612 0 0,0 0-188 0 0,242 0-76 0 0,-157-4-143 0 0,12 2-397 0 0,-9 1-596 0 0,-3 1-172 0 0,-8 0-628 0 0,-13 1-785 0 0,-16 5-2371 0 0,-7 4-4349 0 0</inkml:trace>
  <inkml:trace contextRef="#ctx0" brushRef="#br0" timeOffset="154842.805">15110 17084 144 0 0,'0'0'1241'0'0,"0"0"413"0"0,0 0 1509 0 0,0 0-1452 0 0,0 0-454 0 0,0 0-159 0 0,0 0-77 0 0,0 0-103 0 0,0 0-166 0 0,24 3-104 0 0,174 15 1390 0 0,-16-31 4 0 0,-11-48-3366 0 0,-167 59 1317 0 0,-1-1 0 0 0,0 1 0 0 0,1-1 0 0 0,-1 0 0 0 0,0 0 0 0 0,0 0 0 0 0,-1-1 0 0 0,1 1 0 0 0,-1 0-1 0 0,0-1 1 0 0,0 0 0 0 0,0 1 0 0 0,0-1 0 0 0,0 0 0 0 0,-1 0 0 0 0,0 0 0 0 0,0 0 0 0 0,0-1 0 0 0,0 1 0 0 0,-1 0 0 0 0,1 0 0 0 0,-1 0 0 0 0,0-1 0 0 0,-1 1 0 0 0,1 0 0 0 0,-1 0 0 0 0,1 0 0 0 0,-1 0 0 0 0,0-1 0 0 0,-1 1 0 0 0,1 1 0 0 0,-1-1 0 0 0,0 0 0 0 0,0 0 0 0 0,0 0 0 0 0,0 1 0 0 0,-1-1-1 0 0,1 1 1 0 0,-1 0 0 0 0,0 0 0 0 0,0 0 0 0 0,0 0 0 0 0,0 0 0 0 0,-1 1 0 0 0,1-1 0 0 0,-1 1 0 0 0,-1-1 7 0 0,-10-8 25 0 0,0 0 0 0 0,0 1 0 0 0,-1 0 0 0 0,0 1 1 0 0,-1 1-1 0 0,0 0 0 0 0,-1 2 0 0 0,1 0 0 0 0,-1 1 0 0 0,0 0 0 0 0,0 2 0 0 0,-1 0 0 0 0,1 1 0 0 0,-1 1 0 0 0,1 0 0 0 0,-1 2 0 0 0,1 0 0 0 0,-1 1 1 0 0,1 1-1 0 0,0 1 0 0 0,0 0 0 0 0,0 1 0 0 0,0 1 0 0 0,1 1 0 0 0,0 1 0 0 0,0 0 0 0 0,1 1 0 0 0,-13 9-25 0 0,16-6 43 0 0,1 1 1 0 0,0 0-1 0 0,0 1 0 0 0,2 1 0 0 0,0-1 1 0 0,0 2-1 0 0,1-1 0 0 0,1 1 0 0 0,1 0 1 0 0,0 1-1 0 0,1 0 0 0 0,1 0 0 0 0,1 0 1 0 0,0 1-1 0 0,1 0 0 0 0,1-1 0 0 0,0 1 1 0 0,2 0-1 0 0,0 0 0 0 0,1 0 0 0 0,1 0 1 0 0,2 7-44 0 0,-1-15-14 0 0,0-1 1 0 0,0 1 0 0 0,2-1 0 0 0,-1 0 0 0 0,1-1-1 0 0,0 1 1 0 0,1-1 0 0 0,0 0 0 0 0,0 0 0 0 0,0-1-1 0 0,1 0 1 0 0,1 0 0 0 0,-1-1 0 0 0,1 1 0 0 0,0-2-1 0 0,0 1 1 0 0,1-1 0 0 0,-1 0 0 0 0,1-1-1 0 0,1 0 1 0 0,-1 0 0 0 0,2-1 13 0 0,220 42-1314 0 0,5-44-3198 0 0,-81-22-4047 0 0,-104 10 5729 0 0</inkml:trace>
  <inkml:trace contextRef="#ctx0" brushRef="#br0" timeOffset="155178.192">16126 17265 9585 0 0,'0'0'2024'0'0,"0"0"-932"0"0,0 0-188 0 0,0 0-344 0 0,0 0-284 0 0,218 34-276 0 0,-174-27-24 0 0,4-2-104 0 0,-3 1-376 0 0,-9-5-276 0 0,-4 1-308 0 0,-4-2-468 0 0,-11 0-580 0 0,-13-3-1001 0 0,-4-6-147 0 0,0 0 2540 0 0</inkml:trace>
  <inkml:trace contextRef="#ctx0" brushRef="#br0" timeOffset="155429.905">16122 17053 704 0 0,'0'0'10393'0'0,"0"0"-8665"0"0,0 0-632 0 0,0 0-144 0 0,0 0-8 0 0,0 0-400 0 0,254 30-544 0 0,-190-27-12 0 0,5-1-308 0 0,-9-2-496 0 0,1 0-412 0 0,-9-5-1200 0 0,-19-1-3332 0 0</inkml:trace>
  <inkml:trace contextRef="#ctx0" brushRef="#br0" timeOffset="156082.22">17472 16594 108 0 0,'0'0'3052'0'0,"0"0"596"0"0,0 0-1997 0 0,0 0-792 0 0,0 0-55 0 0,0 0 62 0 0,39 2 24 0 0,121 9-224 0 0,-151-11-621 0 0,-1 1 1 0 0,1 0 0 0 0,0 0-1 0 0,0 1 1 0 0,-1 0 0 0 0,1 1-1 0 0,-1 0 1 0 0,0 0 0 0 0,0 0-1 0 0,0 1 1 0 0,0 1 0 0 0,0-1-1 0 0,-1 1 1 0 0,2 2-46 0 0,9 7 39 0 0,-8-8 15 0 0,0 0 0 0 0,-1 1 0 0 0,0 0 1 0 0,-1 1-1 0 0,1 0 0 0 0,-2 0 0 0 0,1 1 0 0 0,-1 0 1 0 0,0 0-1 0 0,-1 1 0 0 0,0 0 0 0 0,-1 0 0 0 0,0 0 0 0 0,0 0 1 0 0,-1 1-1 0 0,0 0 0 0 0,-1 0 0 0 0,-1 0 0 0 0,1 0 1 0 0,-2 1-1 0 0,0-1 0 0 0,0 6-54 0 0,-1 0 112 0 0,-1 1-1 0 0,-1-1 1 0 0,0 0 0 0 0,-1 1 0 0 0,-1-1-1 0 0,-1-1 1 0 0,0 1 0 0 0,-1-1-1 0 0,-1 1 1 0 0,-1-2 0 0 0,0 1-1 0 0,-1-1 1 0 0,-8 11-112 0 0,0 1 176 0 0,-1 0 0 0 0,-2-2 0 0 0,0 0 0 0 0,-2-1 0 0 0,0-1 0 0 0,-2-1 0 0 0,-1-1 0 0 0,0-2-1 0 0,-1 0 1 0 0,-1-1 0 0 0,-1-2 0 0 0,0-1 0 0 0,-1-1 0 0 0,-1-2 0 0 0,-2 0-176 0 0,25-11-78 0 0,0 0 0 0 0,1-1 0 0 0,-1 0 0 0 0,0 0 0 0 0,0-1 0 0 0,1 0 0 0 0,-1 0 0 0 0,0 0 0 0 0,1-1 0 0 0,-1 0 0 0 0,1 0 0 0 0,0-1 0 0 0,0 0 0 0 0,0 0 0 0 0,0 0 0 0 0,0-1 0 0 0,1 0 0 0 0,-1 0 0 0 0,1 0 0 0 0,0-1 0 0 0,0 1 0 0 0,1-1 0 0 0,-1-1 0 0 0,1 1 0 0 0,0 0 0 0 0,1-1 0 0 0,-1 0 0 0 0,1 0 0 0 0,0 0 0 0 0,1 0 0 0 0,-1-1 0 0 0,1 1 0 0 0,1-1 0 0 0,-1 1 0 0 0,1-1 0 0 0,0 0 0 0 0,0 1 0 0 0,1-1 0 0 0,0 0 0 0 0,0 0 0 0 0,1 1 0 0 0,0-1 0 0 0,0 0 0 0 0,1-1 78 0 0,-2 6 11 0 0,0-1 0 0 0,1 1 1 0 0,-1-1-1 0 0,1 1 0 0 0,0 0 1 0 0,0-1-1 0 0,0 1 0 0 0,0 0 1 0 0,0 0-1 0 0,0 0 0 0 0,1 0 1 0 0,-1 0-1 0 0,1 0 0 0 0,-1 0 1 0 0,1 0-1 0 0,0 0 0 0 0,0 1 1 0 0,0-1-1 0 0,0 0 0 0 0,0 1 1 0 0,0 0-1 0 0,0 0 0 0 0,0-1 1 0 0,1 1-1 0 0,-1 1 0 0 0,0-1 1 0 0,1 0-1 0 0,-1 0 1 0 0,0 1-1 0 0,1 0 0 0 0,-1-1 1 0 0,1 1-1 0 0,-1 0 0 0 0,1 0 1 0 0,-1 0-1 0 0,1 1 0 0 0,-1-1 1 0 0,2 1-12 0 0,97 23 1148 0 0,387 134-2334 0 0,-274-107-5888 0 0,-185-46 2179 0 0,-1-4 2546 0 0</inkml:trace>
  <inkml:trace contextRef="#ctx0" brushRef="#br0" timeOffset="156494.635">18372 17513 288 0 0,'0'0'5365'0'0,"0"0"-2297"0"0,0 0-1336 0 0,0 0-392 0 0,0 0-416 0 0,-57 88-348 0 0,49-75-300 0 0,-4 1-276 0 0,4-4-260 0 0,-4-1-444 0 0,4-4-448 0 0,-4-3-772 0 0,0-2-2461 0 0,3-2-559 0 0,5-10 4744 0 0</inkml:trace>
  <inkml:trace contextRef="#ctx0" brushRef="#br0" timeOffset="157192.219">18823 16862 1136 0 0,'0'0'5224'0'0,"0"0"-2270"0"0,0 0-1337 0 0,0 0-555 0 0,0 0-451 0 0,0 0-203 0 0,0 0-50 0 0,0 0-93 0 0,7-16-155 0 0,34-146-222 0 0,-40 158 148 0 0,-1 1 0 0 0,0-1 0 0 0,0 1-1 0 0,-1-1 1 0 0,1 1 0 0 0,-1 0 0 0 0,1-1 0 0 0,-1 1-1 0 0,0 0 1 0 0,0-1 0 0 0,-1 1 0 0 0,1 0-1 0 0,-1 0 1 0 0,1 0 0 0 0,-1 0 0 0 0,0 0 0 0 0,0 1-1 0 0,-1-1 1 0 0,1 0 0 0 0,0 1 0 0 0,-1 0-1 0 0,-1-2-35 0 0,-2-2 7 0 0,7 6-10 0 0,0 1-1 0 0,-1-1 1 0 0,1 1 0 0 0,0-1 0 0 0,0 0 0 0 0,-1 1 0 0 0,1-1 0 0 0,0 0 0 0 0,0 0 0 0 0,0 1 0 0 0,-1-1 0 0 0,1 0 0 0 0,0 0 0 0 0,0 0-1 0 0,0 0 1 0 0,0 0 0 0 0,-1 0 0 0 0,1-1 0 0 0,0 1 0 0 0,0 0 0 0 0,0 0 0 0 0,-1 0 0 0 0,1-1 0 0 0,0 1 0 0 0,0 0 0 0 0,-1-1 0 0 0,1 1-1 0 0,0-1 1 0 0,-1 1 0 0 0,1-1 0 0 0,0 1 0 0 0,-1-1 0 0 0,1 0 0 0 0,-1 1 0 0 0,1-1 0 0 0,-1 1 0 0 0,1-1 0 0 0,-1 0 0 0 0,1 0-1 0 0,-1 1 1 0 0,0-1 0 0 0,1 0 0 0 0,-1 0 0 0 0,0 0 0 0 0,0 1 0 0 0,1-1 0 0 0,-1 0 0 0 0,0 0 0 0 0,0 0 0 0 0,0 0 0 0 0,0 1 0 0 0,0-1-1 0 0,0 0 1 0 0,0 0 0 0 0,-1 0 0 0 0,1 1 0 0 0,0-1 0 0 0,0 0 0 0 0,-1 0 0 0 0,1 0 0 0 0,0 1 0 0 0,-1-1 0 0 0,1 0 0 0 0,-1 1 0 0 0,0-2 3 0 0,76 15 916 0 0,-39-4-868 0 0,0 1 0 0 0,-1 2 0 0 0,0 2 0 0 0,-1 1-1 0 0,0 1 1 0 0,-1 2 0 0 0,17 13-48 0 0,-46-28-21 0 0,0 0 0 0 0,0 1 0 0 0,0 0-1 0 0,0-1 1 0 0,0 1 0 0 0,-1 1 0 0 0,0-1 0 0 0,0 0-1 0 0,0 1 1 0 0,-1-1 0 0 0,1 1 0 0 0,-1 0 0 0 0,0 0-1 0 0,0 0 1 0 0,-1 0 0 0 0,1 0 0 0 0,-1 1 0 0 0,-1-1 0 0 0,1 0-1 0 0,-1 0 1 0 0,1 1 0 0 0,-2-1 0 0 0,1 0 0 0 0,0 1-1 0 0,-1-1 1 0 0,0 0 0 0 0,0 0 0 0 0,-2 5 21 0 0,-77 133 390 0 0,62-117-238 0 0,-153 186 228 0 0,-3 2-4662 0 0,173-210 2305 0 0,3-5-6777 0 0,8-8 7960 0 0</inkml:trace>
  <inkml:trace contextRef="#ctx0" brushRef="#br0" timeOffset="157444.062">18896 17268 1016 0 0,'0'0'6761'0'0,"0"0"-4481"0"0,0 0-1000 0 0,0 0-356 0 0,0 0-300 0 0,0 0-328 0 0,233 14-296 0 0,-188-14-632 0 0,-1 0-1076 0 0,-12-5-1360 0 0,-7 0-3525 0 0,-5-2 6213 0 0</inkml:trace>
  <inkml:trace contextRef="#ctx0" brushRef="#br0" timeOffset="158014.696">19698 16845 7497 0 0,'0'0'2410'0'0,"0"0"-763"0"0,0 0-546 0 0,0 0-303 0 0,7-14-242 0 0,114-186 102 0 0,-120 199-620 0 0,0 1 0 0 0,0 0 0 0 0,0 0 0 0 0,0 0 1 0 0,0 0-1 0 0,0 0 0 0 0,0 0 0 0 0,0 1 0 0 0,-1-1 0 0 0,1 0 1 0 0,0 0-1 0 0,0 1 0 0 0,0-1 0 0 0,0 0 0 0 0,0 1 0 0 0,-1-1 1 0 0,1 1-1 0 0,0-1 0 0 0,0 1 0 0 0,-1 0 0 0 0,1-1 1 0 0,0 1-1 0 0,-1 0 0 0 0,1-1 0 0 0,-1 1 0 0 0,1 0 0 0 0,-1 0 1 0 0,1-1-1 0 0,-1 1 0 0 0,1 0 0 0 0,-1 0 0 0 0,0 0 0 0 0,1 0 1 0 0,-1 0-1 0 0,0-1 0 0 0,0 1 0 0 0,0 0 0 0 0,0 0 0 0 0,0 0 1 0 0,0 0-1 0 0,0 0 0 0 0,0 0 0 0 0,0 0 0 0 0,0 0 1 0 0,0 0-1 0 0,-1-1 0 0 0,1 1 0 0 0,0 0 0 0 0,0 0 0 0 0,-1 0 1 0 0,1 0-1 0 0,-1 0 0 0 0,1-1 0 0 0,-1 1 0 0 0,1 0 0 0 0,-1-1 1 0 0,0 1-1 0 0,1 0 0 0 0,-1-1 0 0 0,0 1-38 0 0,-7 79-569 0 0,-18 76-711 0 0,19-99 1374 0 0,-1-1-1 0 0,-4 0 1 0 0,-2-1 0 0 0,-2-1-1 0 0,-2 0 1 0 0,-25 48-94 0 0,33-82 405 0 0,1-5-1946 0 0,7-40 1656 0 0,4 21-46 0 0,0 1 0 0 0,1-1 0 0 0,0 1 0 0 0,0 0 0 0 0,0 0 0 0 0,0 0 0 0 0,0 0 0 0 0,0 1 0 0 0,1-1 0 0 0,-1 1 0 0 0,1 0-1 0 0,0 0 1 0 0,0 0 0 0 0,-1 0 0 0 0,1 1 0 0 0,0 0 0 0 0,1 0 0 0 0,-1 0 0 0 0,0 0 0 0 0,0 0 0 0 0,0 1 0 0 0,1 0 0 0 0,-1 0 0 0 0,0 0 0 0 0,0 0 0 0 0,3 1-69 0 0,6-2 96 0 0,99-6-258 0 0,-40 16-4790 0 0,-55-2-1208 0 0</inkml:trace>
  <inkml:trace contextRef="#ctx0" brushRef="#br0" timeOffset="158397.082">20557 17237 5825 0 0,'0'0'5980'0'0,"0"0"-3972"0"0,0 0-1452 0 0,0 0-492 0 0,0 0-64 0 0,0 0-392 0 0,0 0-1008 0 0,0 0-2632 0 0,0 0-3289 0 0,0 0 6877 0 0</inkml:trace>
  <inkml:trace contextRef="#ctx0" brushRef="#br0" timeOffset="158635.172">20932 17122 3100 0 0,'0'0'4697'0'0,"0"0"507"0"0,0 0-3540 0 0,0 0-516 0 0,0 0-515 0 0,0 0-285 0 0,0 0-348 0 0,0 0-252 0 0,0 0-677 0 0,0 0-611 0 0,0 0-900 0 0,12 54-1836 0 0,-12-49-1013 0 0,0-4 4353 0 0,0-1-108 0 0</inkml:trace>
  <inkml:trace contextRef="#ctx0" brushRef="#br0" timeOffset="158794.101">21472 17179 2796 0 0,'0'0'11717'0'0,"0"0"-9612"0"0,0 0-1145 0 0,0 0 176 0 0,0 0-216 0 0,0 0-612 0 0,0 0-308 0 0,0 0-676 0 0,0 0-516 0 0,0 0-1157 0 0,97-22-3459 0 0</inkml:trace>
  <inkml:trace contextRef="#ctx0" brushRef="#br0" timeOffset="158953.12">22258 17215 5380 0 0,'0'0'9385'0'0,"0"0"-6640"0"0,0 0-1445 0 0,0 0-528 0 0,0 0-588 0 0,0 0-184 0 0,0 0-588 0 0,0 0-496 0 0,0 0-745 0 0,0 0-2199 0 0,0 0-2997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3:15.3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1 182 432 0 0,'0'0'120'0'0,"0"0"-26"0"0,0 0 705 0 0,0 0 2345 0 0,0 0-994 0 0,0 0-555 0 0,0 0-227 0 0,0 0-49 0 0,0 0 34 0 0,0 0-62 0 0,11 2-159 0 0,343 9 3945 0 0,-152-10-4908 0 0,108 0-3643 0 0,-276-13-485 0 0,-26-9-5229 0 0,-8 14 6338 0 0</inkml:trace>
  <inkml:trace contextRef="#ctx0" brushRef="#br0" timeOffset="237.598">472 0 3664 0 0,'0'0'3905'0'0,"0"0"-1154"0"0,0 0-1239 0 0,0 0-406 0 0,0 0-92 0 0,9 16 217 0 0,54 153 1150 0 0,-61-133-2437 0 0,-2-1 0 0 0,0 0 0 0 0,-3 0 0 0 0,-1 1 0 0 0,-1-2 0 0 0,-2 1 1 0 0,-2-1-1 0 0,-1 0 0 0 0,-1 0 56 0 0,-36 93-2598 0 0,30-83-1415 0 0,1 1-4118 0 0,7-16 6204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3:17.6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49 902 640 0 0,'0'0'5773'0'0,"0"0"-2984"0"0,0 0-1457 0 0,0 0-446 0 0,0 0-38 0 0,0 0 177 0 0,0 0-9 0 0,0 0-202 0 0,0 0-173 0 0,17 4-48 0 0,90 34 305 0 0,-81-18-644 0 0,153 116-256 0 0,-6 7 0 0 0,34 47 2 0 0,-163-133-1601 0 0,-40-11-6910 0 0,-11-40 2199 0 0,3-6 5519 0 0</inkml:trace>
  <inkml:trace contextRef="#ctx0" brushRef="#br0" timeOffset="287.424">674 861 300 0 0,'0'0'1377'0'0,"0"0"2187"0"0,0 0-1236 0 0,0 0-703 0 0,0 0-106 0 0,0 0-144 0 0,0 0-15 0 0,0 0-34 0 0,0 0-286 0 0,-3 18-244 0 0,2-7-686 0 0,0-3-24 0 0,0 1 0 0 0,0 0-1 0 0,-1-1 1 0 0,0 1 0 0 0,-1-1 0 0 0,0 0-1 0 0,0 0 1 0 0,-1 0 0 0 0,0 0-1 0 0,0 0 1 0 0,-1-1 0 0 0,1 0 0 0 0,-2 0-1 0 0,-5 6-85 0 0,-151 149 1129 0 0,-100 106-1677 0 0,105-76-5525 0 0,125-139-4466 0 0,30-32 8978 0 0</inkml:trace>
  <inkml:trace contextRef="#ctx0" brushRef="#br0" timeOffset="1986.228">1283 0 628 0 0,'0'0'5170'0'0,"0"0"-3051"0"0,0 0-800 0 0,0 0 68 0 0,0 0 61 0 0,0 0-6 0 0,0 0-148 0 0,0 0-268 0 0,39 21-251 0 0,131 71-130 0 0,-146-76-544 0 0,-2 0 1 0 0,0 2-1 0 0,-1 0 1 0 0,0 2-1 0 0,-2 0 1 0 0,0 1-1 0 0,-2 1 0 0 0,0 1 1 0 0,-1 0-1 0 0,-2 1 1 0 0,0 1-1 0 0,-2 0 1 0 0,0 0-1 0 0,-2 1 1 0 0,-1 1-1 0 0,-1 0 0 0 0,-1 0 1 0 0,-2 1-1 0 0,-1 0 1 0 0,-1-1-1 0 0,-1 1 1 0 0,-1 0-1 0 0,-2 1 1 0 0,0-1-1 0 0,-2-1 1 0 0,-4 16-103 0 0,-7 25-69 0 0,-3-2 0 0 0,-2 0-1 0 0,-3-1 1 0 0,-3-1-1 0 0,-3-1 1 0 0,-3-1-1 0 0,-2-2 1 0 0,-3-2-1 0 0,-3-1 1 0 0,-1-1 0 0 0,-4-3-1 0 0,-7 5 71 0 0,21-22-410 0 0,-165 191-953 0 0,49-85-3933 0 0,81-91-447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3:14.2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1380 1185 1268 0 0,'0'0'2210'0'0,"0"0"1431"0"0,0 0-2007 0 0,0 0-712 0 0,0 0-149 0 0,0 0-116 0 0,0 0 56 0 0,0 0-59 0 0,0 0-178 0 0,6-1-153 0 0,18-5-175 0 0,0-2 1 0 0,-1 0-1 0 0,0-2 0 0 0,-1-1 0 0 0,0 0 0 0 0,0-2 0 0 0,-1 0 0 0 0,-1-2 1 0 0,0 0-1 0 0,-1-1 0 0 0,3-5-148 0 0,5 0-54 0 0,41-33-8 0 0,-2-2 1 0 0,-2-4-1 0 0,-4-2 1 0 0,32-43 61 0 0,-105 162-2 0 0,-34 58-220 0 0,5 2 0 0 0,5 1 0 0 0,-1 27 222 0 0,27-104-66 0 0,-110 471 380 0 0,104-466-390 0 0,-13-74 152 0 0,-241-120-358 0 0,178 133 590 0 0,122 38-68 0 0,44-3-263 0 0,2-4 0 0 0,0-3 0 0 0,0-3 0 0 0,40-1 23 0 0,159-11-5770 0 0,-207-5 660 0 0,4-6 2491 0 0</inkml:trace>
  <inkml:trace contextRef="#ctx0" brushRef="#br0" timeOffset="4678.612">1106 1 860 0 0,'0'0'4010'0'0,"0"0"-2125"0"0,0 0-491 0 0,0 0 13 0 0,0 0-52 0 0,0 0 18 0 0,0 0-75 0 0,0 0-325 0 0,-4 5 152 0 0,-148 132 1192 0 0,94-95-2020 0 0,-53 40-208 0 0,4 5-1 0 0,4 5 1 0 0,5 4 0 0 0,3 4 0 0 0,5 4 0 0 0,-64 98-89 0 0,137-180-120 0 0,2 1-1 0 0,0 1 1 0 0,2 1-1 0 0,0 0 1 0 0,2 0-1 0 0,1 1 1 0 0,1 1-1 0 0,1-1 1 0 0,1 2 0 0 0,1-1-1 0 0,2 1 1 0 0,1-1-1 0 0,1 1 1 0 0,1 0-1 0 0,2 0 1 0 0,1 0-1 0 0,1 0 1 0 0,1-1-1 0 0,1 1 1 0 0,2-1-1 0 0,6 18 121 0 0,2-21-712 0 0,1-2 0 0 0,1 1 0 0 0,1-2-1 0 0,1 0 1 0 0,0-1 0 0 0,2-1-1 0 0,0-1 1 0 0,2-1 0 0 0,-1-1 0 0 0,2-1-1 0 0,0-1 1 0 0,2 0 712 0 0,85 37-5061 0 0,52-2 3244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3:42.5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0 555 3024 0 0,'0'0'4974'0'0,"0"0"-2220"0"0,0 0-1367 0 0,0 0-841 0 0,0 0-318 0 0,0 0 295 0 0,0 0 104 0 0,0 0-143 0 0,35 4-248 0 0,112 11-200 0 0,-133-13-129 0 0,0-1-1 0 0,0 1 0 0 0,0-2 0 0 0,0 0 0 0 0,0-1 0 0 0,0-1 0 0 0,0 0 1 0 0,-1 0-1 0 0,1-1 0 0 0,0-1 0 0 0,-1-1 0 0 0,12-5 94 0 0,-15-18-4848 0 0,-14 13 319 0 0</inkml:trace>
  <inkml:trace contextRef="#ctx0" brushRef="#br0" timeOffset="191.589">186 376 9581 0 0,'0'0'2012'0'0,"0"0"-884"0"0,0 0-352 0 0,0 0-140 0 0,-28 117 212 0 0,19-81-128 0 0,-3-1-632 0 0,4 1-88 0 0,0-2-504 0 0,8-1-380 0 0,0-2-144 0 0,0-4-304 0 0,0-3-624 0 0,0-3-572 0 0,8-5-737 0 0,-4-6-739 0 0,8-1 3820 0 0</inkml:trace>
  <inkml:trace contextRef="#ctx0" brushRef="#br0" timeOffset="681.52">633 681 3604 0 0,'0'0'1280'0'0,"0"0"2831"0"0,0 0-2059 0 0,0 0-1041 0 0,0 0-148 0 0,0 0 83 0 0,25-16-93 0 0,79-50-302 0 0,-89 57-543 0 0,-1-2 0 0 0,-1 1 0 0 0,0-2 0 0 0,0 0 0 0 0,-1 0 0 0 0,0-1 0 0 0,-1-1 0 0 0,-1 0 0 0 0,4-6-8 0 0,12-17-1 0 0,11-21-467 0 0,-30 43-237 0 0,-26 38 87 0 0,5 4 598 0 0,1 1 0 0 0,2 0 0 0 0,1 0 1 0 0,1 1-1 0 0,1 1 0 0 0,2-1 1 0 0,1 1-1 0 0,1 0 0 0 0,1 0 1 0 0,2 0-1 0 0,1 1 0 0 0,2-1 1 0 0,2 11 19 0 0,-3 31 186 0 0,3 119 1374 0 0,-57-182-643 0 0,-139-23-4663 0 0,191 14 2902 0 0,1 0-112 0 0,34-1-4304 0 0,11-3 783 0 0,-11 2 3842 0 0</inkml:trace>
  <inkml:trace contextRef="#ctx0" brushRef="#br0" timeOffset="1045.491">1210 1140 2768 0 0,'0'0'1273'0'0,"0"0"3225"0"0,0 0-1926 0 0,0 0-973 0 0,0 0-264 0 0,0 0-227 0 0,35-18-260 0 0,111-64-348 0 0,-139 78-488 0 0,1-1 1 0 0,-1 0-1 0 0,0 0 1 0 0,0-1-1 0 0,0 0 0 0 0,-1 0 1 0 0,0-1-1 0 0,0 1 1 0 0,0-1-1 0 0,-1-1 1 0 0,0 1-1 0 0,-1-1 1 0 0,1 0-1 0 0,0-3-12 0 0,4-7-4 0 0,-1 0-49 0 0,-1 0 0 0 0,0-1-1 0 0,-1 1 1 0 0,-1-2 0 0 0,-1 1 0 0 0,0 0 0 0 0,-2-1 0 0 0,0 0 0 0 0,-1 1 0 0 0,-1-1-1 0 0,-1 0 1 0 0,-1 0 0 0 0,-1 1 0 0 0,0-1 0 0 0,-2 1 0 0 0,-5-18 53 0 0,-10-18-372 0 0,-1 1 1 0 0,-3 1 0 0 0,-3 2-1 0 0,-1 0 1 0 0,-7-4 371 0 0,-98-125-5068 0 0,49 102-832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3:41.2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0 238 928 0 0,'0'0'31'0'0,"0"0"537"0"0,0 0 1622 0 0,0 0-408 0 0,0 0-609 0 0,0 0-350 0 0,0 0-95 0 0,0 0 123 0 0,13 7 4073 0 0,216-9-1601 0 0,113-18-3884 0 0,-338 20 95 0 0,33-5 603 0 0,-32-7-7163 0 0,-18 3 2041 0 0</inkml:trace>
  <inkml:trace contextRef="#ctx0" brushRef="#br0" timeOffset="239.127">57 59 8949 0 0,'0'0'1684'0'0,"0"0"-604"0"0,0 0-440 0 0,0 0 320 0 0,0 0 396 0 0,0 0-332 0 0,0 0-524 0 0,221-7-432 0 0,-176 4-68 0 0,-5-2-208 0 0,4-1-280 0 0,1 3-392 0 0,-1-4-568 0 0,-4-2-1132 0 0,-11 4-2564 0 0,7-8-289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3:42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553 639 272 0 0,'0'0'6183'0'0,"0"0"-3758"0"0,0 0-1400 0 0,0 0-263 0 0,0 0-213 0 0,0 0-45 0 0,0 0-179 0 0,1-16-162 0 0,2-14-139 0 0,2 1 0 0 0,0 0 0 0 0,2 0 0 0 0,1 1 0 0 0,2 0 0 0 0,0 0 0 0 0,6-8-24 0 0,53-84 1540 0 0,-69 166-983 0 0,-8 0-540 0 0,2 1 1 0 0,2 0-1 0 0,2 0 0 0 0,2 1 0 0 0,3-1 0 0 0,1 0 0 0 0,2 0 0 0 0,3-1 0 0 0,1 0 0 0 0,2 0 0 0 0,16 35-17 0 0,-1 38-809 0 0,-31-115 664 0 0,0-1 1 0 0,-1 0-1 0 0,0 0 1 0 0,0-1-1 0 0,1 0 0 0 0,-1 0 1 0 0,-1 0-1 0 0,1 0 1 0 0,0-1-1 0 0,0 1 0 0 0,-1-1 1 0 0,1-1-1 0 0,-1 1 1 0 0,1-1-1 0 0,0 0 1 0 0,-1 0-1 0 0,1 0 0 0 0,-5-2 145 0 0,6 2-73 0 0,-8 0 149 0 0,0 0-1 0 0,0-1 0 0 0,0 0 0 0 0,0-1 0 0 0,1-1 0 0 0,-1 0 1 0 0,0 0-1 0 0,1-1 0 0 0,0-1 0 0 0,0 0 0 0 0,0 0 0 0 0,-9-7-75 0 0,19 11-48 0 0,39 6 598 0 0,156 9 537 0 0,-69-31-5218 0 0,-99 9-289 0 0</inkml:trace>
  <inkml:trace contextRef="#ctx0" brushRef="#br0" timeOffset="2170.297">436 1 1644 0 0,'0'0'2020'0'0,"0"0"2376"0"0,0 0-2035 0 0,0 0-772 0 0,-28 18-114 0 0,-93 64-242 0 0,99-66-956 0 0,1 0 0 0 0,1 2 0 0 0,0 0 0 0 0,1 1 0 0 0,2 2 0 0 0,-1-1 0 0 0,2 2 0 0 0,1 0 0 0 0,1 1 0 0 0,1 1 0 0 0,1 0 0 0 0,1 0 0 0 0,1 1 0 0 0,1 1 0 0 0,-4 20-277 0 0,-1 26 47 0 0,3 1 0 0 0,4 0-1 0 0,3 0 1 0 0,4 60-47 0 0,0-132 0 0 0,2 58-255 0 0,2 0 0 0 0,3 0 0 0 0,2 0 0 0 0,3-1 0 0 0,6 11 255 0 0,66 160-8151 0 0,-63-180 2747 0 0,-1 7 1174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04.3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28 449 220 0 0,'0'0'3785'0'0,"0"0"-1680"0"0,0 0-527 0 0,0 0-209 0 0,0 0-205 0 0,0 0-41 0 0,0 0-149 0 0,0 0-243 0 0,21 1 525 0 0,22-37-1044 0 0,-2-2 1 0 0,-2-2-1 0 0,-1-1 0 0 0,-2-2 1 0 0,-2-2-1 0 0,-2-1 1 0 0,6-14-213 0 0,-11 20-7 0 0,10-20-102 0 0,-45 92-430 0 0,-6-5 523 0 0,1 1 1 0 0,1 1 0 0 0,1 0 0 0 0,2 0-1 0 0,1 1 1 0 0,1 0 0 0 0,1 10 15 0 0,-14 48-59 0 0,-81 326 341 0 0,102-413-283 0 0,-1 0 1 0 0,0 0 0 0 0,0 0-1 0 0,1 0 1 0 0,-1 0 0 0 0,0 0-1 0 0,0 0 1 0 0,0 1-1 0 0,-1-1 1 0 0,1 0 0 0 0,0 0-1 0 0,0 0 1 0 0,0 0 0 0 0,-1 0-1 0 0,1 0 1 0 0,-1 0 0 0 0,1 0-1 0 0,-1 0 1 0 0,1 0-1 0 0,-1 0 1 0 0,1 0 0 0 0,-1 0-1 0 0,0 0 1 0 0,0 0 0 0 0,1-1-1 0 0,-1 1 1 0 0,0 0 0 0 0,0 0-1 0 0,0-1 1 0 0,0 1-1 0 0,0-1 1 0 0,0 1 0 0 0,0-1-1 0 0,0 1 1 0 0,0-1 0 0 0,0 1-1 0 0,0-1 1 0 0,0 0 0 0 0,0 0-1 0 0,-1 0 1 0 0,1 1-1 0 0,0-1 1 0 0,0 0 0 0 0,0 0-1 0 0,0-1 1 0 0,0 1 0 0 0,0 0-1 0 0,0 0 1 0 0,-1 0 0 0 0,1-1-1 0 0,0 1 1 0 0,0-1-1 0 0,0 1 1 0 0,0-1 0 0 0,0 1 0 0 0,-166-65 619 0 0,168 66-610 0 0,-1-1-1 0 0,0 0 1 0 0,1 0-1 0 0,-1 0 1 0 0,0 1-1 0 0,0-1 0 0 0,1 0 1 0 0,-1 1-1 0 0,0-1 1 0 0,0 0-1 0 0,0 1 1 0 0,1-1-1 0 0,-1 0 1 0 0,0 1-1 0 0,0-1 1 0 0,0 0-1 0 0,0 1 1 0 0,0-1-1 0 0,0 0 1 0 0,0 1-1 0 0,1-1 1 0 0,-1 0-1 0 0,0 1 1 0 0,0-1-1 0 0,0 1 1 0 0,-1-1-1 0 0,1 0 1 0 0,0 1-1 0 0,0-1 0 0 0,0 0 1 0 0,0 1-1 0 0,0-1 1 0 0,0 0-1 0 0,0 1 1 0 0,-1-1-1 0 0,1 0 1 0 0,0 1-1 0 0,0-1 1 0 0,0 0-1 0 0,-1 0 1 0 0,1 1-1 0 0,0-1 1 0 0,-1 0-1 0 0,1 0 1 0 0,0 1-1 0 0,-1-1-8 0 0,233 12-894 0 0,-150-14-1494 0 0,-33 2-627 0 0,16 0-5731 0 0,-34 0 7547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06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606 0 8541 0 0,'0'0'1581'0'0,"0"0"-157"0"0,0 0-300 0 0,-32 16-70 0 0,-107 52 64 0 0,115-54-928 0 0,1 1 0 0 0,0 1-1 0 0,1 1 1 0 0,1 1 0 0 0,1 1 0 0 0,0 0 0 0 0,2 2-1 0 0,0 0 1 0 0,1 1 0 0 0,1 1 0 0 0,1 0 0 0 0,1 2-1 0 0,2-1 1 0 0,0 1 0 0 0,-5 19-190 0 0,-14 40-114 0 0,4 2-1 0 0,3 1 1 0 0,4 0-1 0 0,4 2 1 0 0,4 0 0 0 0,4 1-1 0 0,4 0 1 0 0,3-1 0 0 0,9 56 114 0 0,-6-119-486 0 0,1 0 1 0 0,2 0 0 0 0,1 0 0 0 0,0-1 0 0 0,2 0 0 0 0,1 0 0 0 0,1-1 0 0 0,1 0 0 0 0,1 0 0 0 0,1-2 0 0 0,1 1 485 0 0,-3-8-1061 0 0,0 0-1 0 0,1-1 1 0 0,1 0-1 0 0,0-1 1 0 0,1 0 0 0 0,1-1-1 0 0,-1-1 1 0 0,2 0-1 0 0,-1-1 1 0 0,8 3 1061 0 0,45 15-710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05.2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1 249 7901 0 0,'0'0'1889'0'0,"0"0"-369"0"0,0 0-334 0 0,0 0-182 0 0,0 0 60 0 0,0 0-23 0 0,0 0-347 0 0,0 0-359 0 0,39 1-233 0 0,126 2-79 0 0,48-16-703 0 0,-199 8-683 0 0,-15-10-10348 0 0,-6 8 9741 0 0,-1 0 935 0 0</inkml:trace>
  <inkml:trace contextRef="#ctx0" brushRef="#br0" timeOffset="237.748">303 1 1864 0 0,'0'0'5065'0'0,"0"0"-1316"0"0,-10 16-1829 0 0,-85 192 2604 0 0,13 42-2838 0 0,3-94-5868 0 0,65-136 726 0 0,-4-2-2510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09.3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3616 0 0,'0'0'1402'0'0,"0"0"2926"0"0,0 0-2114 0 0,2 20-1046 0 0,-2-3-932 0 0,31 110 1131 0 0,3-69-1068 0 0,-3 1 1 0 0,-2 1 0 0 0,-4 2 0 0 0,-1 0 0 0 0,-4 2-1 0 0,-2 0 1 0 0,-4 1 0 0 0,-2 1 0 0 0,2 51-300 0 0,-9-53-273 0 0,-4 1 1 0 0,-2 0-1 0 0,-3-1 0 0 0,-3 0 1 0 0,-8 33 272 0 0,-33 34-4466 0 0,-33-12-5791 0 0,46-80 9314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10.1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255 1637 4440 0 0,'0'0'2936'0'0,"0"0"-1287"0"0,0 0-606 0 0,0 0-205 0 0,0 0-21 0 0,-4-16 148 0 0,-64-135 1494 0 0,41 105-2188 0 0,2-2 0 0 0,2 0-1 0 0,2-2 1 0 0,2 0 0 0 0,3-1 0 0 0,2-1-1 0 0,2-1 1 0 0,2 1 0 0 0,3-2-1 0 0,2 1 1 0 0,2-15-271 0 0,3 43-38 0 0,0 0 1 0 0,2 0-1 0 0,1 1 0 0 0,0-1 0 0 0,2 1 1 0 0,1 0-1 0 0,1 0 0 0 0,1 1 0 0 0,1-1 1 0 0,1 2-1 0 0,1-1 0 0 0,1 2 0 0 0,11-16 38 0 0,3 2-203 0 0,2 2-1 0 0,1 1 0 0 0,1 1 1 0 0,1 2-1 0 0,2 1 1 0 0,1 1-1 0 0,2 2 0 0 0,30-16 204 0 0,182-92-5526 0 0,-145 81 496 0 0,-63 32 524 0 0,-4 7 3563 0 0</inkml:trace>
  <inkml:trace contextRef="#ctx0" brushRef="#br0" timeOffset="841.758">1263 1000 2508 0 0,'0'0'5420'0'0,"0"0"-2910"0"0,0 0-1208 0 0,0 0-420 0 0,0 0-3 0 0,0 0 178 0 0,0 0-22 0 0,0 0-280 0 0,22-16-337 0 0,68-55-181 0 0,43-85-3 0 0,49-138-2093 0 0,-183 340 1058 0 0,-128 266 171 0 0,24 30 998 0 0,9-26 874 0 0,95-314-1262 0 0,-1-1 0 0 0,0 1 0 0 0,0-1 0 0 0,0 0 0 0 0,0 1 0 0 0,0-1 0 0 0,0 0 0 0 0,0 0 0 0 0,-1 0 0 0 0,1 0 0 0 0,0-1 0 0 0,0 1 0 0 0,-1-1 0 0 0,1 1 0 0 0,-1-1 0 0 0,1 0 0 0 0,0 0 0 0 0,-1 0 0 0 0,1 0 0 0 0,0 0 0 0 0,-1-1 0 0 0,1 1 0 0 0,0-1 0 0 0,-1 1 0 0 0,1-1 0 0 0,0 0 0 0 0,0 0 0 0 0,-1 0 0 0 0,1 0 0 0 0,0 0 0 0 0,0 0 0 0 0,0-1 0 0 0,0 1 0 0 0,1-1 0 0 0,-1 1 0 0 0,0-1 0 0 0,1 0 0 0 0,-2-1 20 0 0,-17-9-77 0 0,8 8 26 0 0,8 3 79 0 0,0 1-1 0 0,1-1 0 0 0,-1 0 0 0 0,1 0 0 0 0,0 0 0 0 0,-1-1 0 0 0,1 1 0 0 0,0-1 0 0 0,-1 0 0 0 0,1 0 0 0 0,0 0 0 0 0,1 0 0 0 0,-1 0 0 0 0,0-1 0 0 0,0 1 0 0 0,1-1 0 0 0,0 0 0 0 0,-1 0 0 0 0,1 0 0 0 0,0 0 0 0 0,1 0 0 0 0,-1 0 0 0 0,-1-4-27 0 0,68-26-226 0 0,225-37-559 0 0,-162 50-3876 0 0,-62 10-552 0 0,-19 4 807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08.2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1 282 496 0 0,'0'0'1118'0'0,"0"0"765"0"0,0 0 713 0 0,0 0-684 0 0,0 0-343 0 0,0 0-209 0 0,0 0-92 0 0,0 0-179 0 0,0 0-283 0 0,0 0-194 0 0,19-4-22 0 0,63-13-6 0 0,-70 14-501 0 0,0-1-1 0 0,-1-1 1 0 0,1 0 0 0 0,-1-1 0 0 0,0 0-1 0 0,-1-1 1 0 0,1 0 0 0 0,-1 0 0 0 0,-1-1-1 0 0,0 0 1 0 0,8-9-83 0 0,0 1-7 0 0,116-140-1357 0 0,-133 156 1346 0 0,-1 0-1 0 0,1 0 1 0 0,0 0-1 0 0,-1 1 1 0 0,1-1-1 0 0,-1 0 1 0 0,1 0-1 0 0,0 0 1 0 0,-1 0-1 0 0,1 0 1 0 0,0 0-1 0 0,-1 0 1 0 0,1 0-1 0 0,-1 0 1 0 0,1 0 0 0 0,0 0-1 0 0,-1 0 1 0 0,1 0-1 0 0,-1-1 1 0 0,1 1-1 0 0,0 0 1 0 0,-1 0-1 0 0,1 0 1 0 0,0 0-1 0 0,-1-1 1 0 0,1 1-1 0 0,0 0 1 0 0,0 0-1 0 0,-1-1 1 0 0,1 1 0 0 0,0 0-1 0 0,-1-1 1 0 0,1 1-1 0 0,0 0 1 0 0,0 0-1 0 0,0-1 1 0 0,-1 1-1 0 0,1-1 1 0 0,0 1 18 0 0,-34 27-497 0 0,26-15 426 0 0,0 0-1 0 0,0 1 0 0 0,2 0 1 0 0,0 0-1 0 0,0 0 1 0 0,1 1-1 0 0,1-1 0 0 0,0 1 1 0 0,0 1-1 0 0,2-1 1 0 0,-1 8 71 0 0,-2 5-121 0 0,-35 336 1199 0 0,39-314-1424 0 0,-24-53-148 0 0,-106-42 967 0 0,130 46-544 0 0,1 0-42 0 0,0 0 18 0 0,156-9-1804 0 0,-54-8-7169 0 0,-129 17 7333 0 0,-204 26 708 0 0</inkml:trace>
  <inkml:trace contextRef="#ctx0" brushRef="#br0" timeOffset="315.345">339 938 3180 0 0,'0'0'5299'0'0,"0"0"-3183"0"0,0 0-1021 0 0,0 0-282 0 0,0 0 50 0 0,31-17-41 0 0,102-60-279 0 0,80-93-7 0 0,-37 34-366 0 0,160-145-2737 0 0,-301 235-167 0 0,-24 11-2822 0 0,-10 17 1404 0 0</inkml:trace>
  <inkml:trace contextRef="#ctx0" brushRef="#br0" timeOffset="758.54">1283 523 2612 0 0,'0'0'2574'0'0,"0"0"1311"0"0,0 0-1863 0 0,0 0-669 0 0,0 0-266 0 0,0 0-252 0 0,0 0-280 0 0,0 0-185 0 0,0 0-98 0 0,24-5-84 0 0,75-11-26 0 0,-98 16-154 0 0,1 0-1 0 0,0 0 0 0 0,0-1 1 0 0,-1 1-1 0 0,1 1 0 0 0,0-1 0 0 0,-1 0 1 0 0,1 0-1 0 0,0 1 0 0 0,-1-1 0 0 0,1 1 1 0 0,0-1-1 0 0,-1 1 0 0 0,1 0 0 0 0,-1-1 1 0 0,1 1-1 0 0,-1 0 0 0 0,1 0 0 0 0,-1 0 1 0 0,0 0-1 0 0,1 1 0 0 0,-1-1 0 0 0,0 0 1 0 0,0 0-1 0 0,0 1 0 0 0,0-1 0 0 0,0 1 1 0 0,0-1-1 0 0,0 1 0 0 0,0-1 1 0 0,-1 1-1 0 0,1 0 0 0 0,-1-1 0 0 0,1 1 1 0 0,-1 0-1 0 0,1 0-7 0 0,1 5 17 0 0,1 7-31 0 0,1 0 0 0 0,-2 0 0 0 0,0 0 0 0 0,-1 0 0 0 0,0 0 0 0 0,-1 0 0 0 0,-1 0 0 0 0,0 0 0 0 0,-1 0 0 0 0,0 0 0 0 0,-1 0 0 0 0,-1 0 0 0 0,0-1 0 0 0,-1 1 0 0 0,0-1 0 0 0,-1 0-1 0 0,-1-1 1 0 0,-2 4 14 0 0,-11 16 10 0 0,-1-1-1 0 0,-2-1 1 0 0,-1-1-1 0 0,-2 0 1 0 0,0-3-1 0 0,-2 0 1 0 0,0-1-1 0 0,-2-2 1 0 0,-1-1-1 0 0,-1-1 1 0 0,0-2-1 0 0,-2-2 1 0 0,-17 7-10 0 0,43-20-120 0 0,-1 0 0 0 0,0-1 1 0 0,0 0-1 0 0,0 0 0 0 0,0-1 1 0 0,0 0-1 0 0,-1-1 0 0 0,1 0 1 0 0,0 0-1 0 0,-1-1 0 0 0,1 0 1 0 0,-1-1-1 0 0,1 0 0 0 0,0-1 1 0 0,-1 1-1 0 0,1-2 0 0 0,0 1 1 0 0,0-2-1 0 0,1 1 0 0 0,-2-1 120 0 0,9 1-35 0 0,0-1-1 0 0,0 1 0 0 0,1 0 1 0 0,-1 0-1 0 0,1 0 1 0 0,0-1-1 0 0,0 1 0 0 0,0 0 1 0 0,0 0-1 0 0,1-1 0 0 0,-1 1 1 0 0,1 0-1 0 0,0 0 1 0 0,0 0-1 0 0,0-1 0 0 0,0 1 1 0 0,0 0-1 0 0,1 1 0 0 0,-1-1 1 0 0,1 0-1 0 0,0 0 1 0 0,0 1-1 0 0,0-1 0 0 0,0 1 1 0 0,0-1-1 0 0,1 1 0 0 0,-1 0 1 0 0,1 0-1 0 0,-1 0 1 0 0,1 0-1 0 0,0 1 0 0 0,0-1 1 0 0,0 1-1 0 0,0-1 0 0 0,0 1 1 0 0,0 0-1 0 0,0 0 1 0 0,0 1-1 0 0,0-1 0 0 0,1 0 1 0 0,-1 1-1 0 0,3 0 36 0 0,12-4 223 0 0,-1 1-1 0 0,1 0 1 0 0,0 2 0 0 0,0 0-1 0 0,0 1 1 0 0,-1 1 0 0 0,1 0-1 0 0,0 1 1 0 0,-1 2 0 0 0,1-1-1 0 0,-1 2 1 0 0,0 0 0 0 0,0 1-1 0 0,0 1 1 0 0,-1 1 0 0 0,0 0 0 0 0,10 8-223 0 0,71 25-635 0 0,-78-34 303 0 0,68 20-2719 0 0,-22-17-5505 0 0,-13-9 6269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16.7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1 28 0 0,'0'0'1408'0'0,"0"0"2993"0"0,0 0-1647 0 0,0 0-1039 0 0,34 1-32 0 0,112 7-65 0 0,-130-7-1241 0 0,1 1 0 0 0,-1 0 0 0 0,1 1 1 0 0,-1 1-1 0 0,0 1 0 0 0,0 0 0 0 0,-1 1 1 0 0,1 0-1 0 0,-1 2 0 0 0,11 6-377 0 0,-14-7 197 0 0,2 0-61 0 0,-1 1 1 0 0,0 0-1 0 0,-1 1 1 0 0,0 1 0 0 0,0 0-1 0 0,-1 0 1 0 0,0 1 0 0 0,-1 1-1 0 0,0 0 1 0 0,-1 0-1 0 0,0 1 1 0 0,-1 0 0 0 0,0 0-1 0 0,-1 1 1 0 0,-1 0 0 0 0,0 0-1 0 0,-1 0 1 0 0,0 1-1 0 0,-2 0 1 0 0,1 0 0 0 0,-2 0-1 0 0,0 1-136 0 0,0 11 98 0 0,-1 0-1 0 0,-1 0 1 0 0,-1 0-1 0 0,-2 0 1 0 0,-1-1-1 0 0,-1 1 1 0 0,-1-1-1 0 0,-1 0 1 0 0,-1 0-1 0 0,-1-1 1 0 0,-2 0-1 0 0,-11 19-97 0 0,-42 59-581 0 0,-4-4 1 0 0,-4-2-1 0 0,-58 57 581 0 0,26-30-3312 0 0,63-75-615 0 0,-6 0-1366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15.2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196 439 8885 0 0,'0'0'1525'0'0,"0"0"-635"0"0,0 0-216 0 0,0 0-18 0 0,0 0 38 0 0,26-17-229 0 0,84-55-395 0 0,-92 59-113 0 0,0 0 1 0 0,-1-1-1 0 0,-1-1 1 0 0,0-1-1 0 0,-1 0 1 0 0,-1-1-1 0 0,-1 0 1 0 0,0-1-1 0 0,-1-1 1 0 0,-1 0 0 0 0,-1-1-1 0 0,0 1 1 0 0,-2-2-1 0 0,0 0 1 0 0,-1 0-1 0 0,0-6 43 0 0,-42 134 910 0 0,2 43-544 0 0,16-82 66 0 0,3 1 0 0 0,3-1 0 0 0,3 2 0 0 0,2 22-432 0 0,6-85-54 0 0,1-4 40 0 0,0 0 0 0 0,0 0 0 0 0,0 0 0 0 0,-1 0 1 0 0,0 0-1 0 0,1 0 0 0 0,-1 0 0 0 0,0 0 0 0 0,-1 0 1 0 0,1 1-1 0 0,-1-1 0 0 0,1 0 0 0 0,-1 0 0 0 0,0 0 1 0 0,0 0-1 0 0,0-1 0 0 0,0 1 0 0 0,0 0 0 0 0,-1 0 1 0 0,0-1-1 0 0,1 1 0 0 0,-1-1 0 0 0,0 1 0 0 0,0-1 1 0 0,0 0-1 0 0,-1 1 0 0 0,1-1 0 0 0,0 0 0 0 0,-1-1 1 0 0,1 1-1 0 0,-1 0 0 0 0,0-1 0 0 0,0 1 0 0 0,1-1 1 0 0,-1 0-1 0 0,0 0 0 0 0,-1 0 14 0 0,-368-39-3459 0 0,388 28 3114 0 0,413-36 1507 0 0,-250 32-11316 0 0,-128 10 7944 0 0</inkml:trace>
  <inkml:trace contextRef="#ctx0" brushRef="#br0" timeOffset="539.044">571 933 9437 0 0,'0'0'2379'0'0,"0"0"-670"0"0,0 0-530 0 0,0 0-347 0 0,13-14 56 0 0,221-183 862 0 0,323-183-1512 0 0,-406 239-942 0 0,-96 20-4388 0 0,-55 95 749 0 0,-7 0-2022 0 0</inkml:trace>
  <inkml:trace contextRef="#ctx0" brushRef="#br0" timeOffset="1015.014">1796 1 9461 0 0,'0'0'1793'0'0,"0"0"-492"0"0,0 0-73 0 0,0 0-74 0 0,40 0-88 0 0,126 7-103 0 0,-155-7-881 0 0,-1 1 0 0 0,0 0 0 0 0,0 0-1 0 0,0 1 1 0 0,-1 0 0 0 0,1 1 0 0 0,0 0 0 0 0,-1 1 0 0 0,0 0-1 0 0,0 0 1 0 0,0 1 0 0 0,0 0 0 0 0,-1 1 0 0 0,1 0-1 0 0,-2 0 1 0 0,7 6-82 0 0,-5-4 41 0 0,2 3-30 0 0,0 1 0 0 0,-1 1 0 0 0,0 0 0 0 0,-1 0 0 0 0,-1 1 0 0 0,0 0 0 0 0,0 0 1 0 0,-2 1-1 0 0,0 0 0 0 0,0 0 0 0 0,-2 0 0 0 0,0 1 0 0 0,0 0 0 0 0,-2 0 0 0 0,0 0 0 0 0,-1 0 1 0 0,0 0-1 0 0,-1 0 0 0 0,-1 0 0 0 0,-1 0 0 0 0,-2 11-11 0 0,-3-4-32 0 0,0-1-1 0 0,-2 0 1 0 0,-1-1 0 0 0,0 0 0 0 0,-1-1-1 0 0,-2 0 1 0 0,0-1 0 0 0,-1 0 0 0 0,-1-1-1 0 0,0 0 1 0 0,-1-2 0 0 0,-1 0 0 0 0,-1 0-1 0 0,0-2 1 0 0,-1 0 0 0 0,-1-1-1 0 0,0-1 1 0 0,0-1 0 0 0,-1-1 0 0 0,-16 5 32 0 0,-2 3-124 0 0,-1-2 1 0 0,0-2 0 0 0,-1-1 0 0 0,0-2 0 0 0,-1-2-1 0 0,0-2 1 0 0,-1-2 0 0 0,1-1 0 0 0,-16-3 123 0 0,56-1-22 0 0,1 0-1 0 0,-1 0 1 0 0,1 0-1 0 0,0 0 1 0 0,-1 0 0 0 0,1-1-1 0 0,-1 1 1 0 0,1-1 0 0 0,-1 1-1 0 0,1-1 1 0 0,0 0-1 0 0,-1 1 1 0 0,1-1 0 0 0,0 0-1 0 0,0 0 1 0 0,-1 0 0 0 0,1 0-1 0 0,0 0 1 0 0,0 0-1 0 0,0 0 1 0 0,0 0 0 0 0,0 0-1 0 0,1-1 1 0 0,-1 1 0 0 0,0 0-1 0 0,0-1 1 0 0,1 1-1 0 0,-1 0 1 0 0,1-1 0 0 0,-1 1-1 0 0,1-1 1 0 0,0 1 0 0 0,0-1-1 0 0,-1 1 1 0 0,1-1 0 0 0,0 1-1 0 0,0-1 1 0 0,1 1-1 0 0,-1-1 1 0 0,0 1 0 0 0,0-1-1 0 0,1 1 1 0 0,-1-1 0 0 0,1 1-1 0 0,-1 0 1 0 0,1-1-1 0 0,-1 1 1 0 0,1 0 0 0 0,0-1-1 0 0,0 1 1 0 0,0 0 0 0 0,0 0-1 0 0,0 0 1 0 0,0 0-1 0 0,0 0 1 0 0,0-1 22 0 0,13-4 49 0 0,1 0 0 0 0,0 1 0 0 0,0 1 0 0 0,0 0-1 0 0,0 1 1 0 0,1 1 0 0 0,-1 0 0 0 0,1 1 0 0 0,0 1 0 0 0,-1 0 0 0 0,1 1-1 0 0,2 1-48 0 0,14-1 284 0 0,321 41 1920 0 0,-105-5-5038 0 0,-79-31-8602 0 0,-139-7 7090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14.4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1 319 860 0 0,'0'0'5787'0'0,"0"0"-3661"0"0,0 0-1317 0 0,0 0-215 0 0,0 0 0 0 0,0 0 193 0 0,0 0 20 0 0,0 0-120 0 0,0 0-47 0 0,23-7 45 0 0,74-21 34 0 0,45 21 2451 0 0,-89 19-3208 0 0,7-2-4304 0 0,-43-34-7258 0 0,-10 4 10187 0 0</inkml:trace>
  <inkml:trace contextRef="#ctx0" brushRef="#br0" timeOffset="238.896">376 0 3544 0 0,'0'0'946'0'0,"0"0"2991"0"0,0 0-2168 0 0,0 0-1088 0 0,-5 18-150 0 0,-64 152 1723 0 0,-16 43-3686 0 0,71-138-2152 0 0,9 5-4127 0 0,5-61 6812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17.6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0 324 1604 0 0,'0'0'4522'0'0,"0"0"-2301"0"0,0 0-950 0 0,0 0-101 0 0,0 0 130 0 0,0 0 103 0 0,0 0-251 0 0,0 0-396 0 0,0 0-217 0 0,35-1-93 0 0,209-13 285 0 0,25 4-525 0 0,-152 9-4143 0 0,-112-2-82 0 0,-10-2-2956 0 0,-19-4 5253 0 0</inkml:trace>
  <inkml:trace contextRef="#ctx0" brushRef="#br0" timeOffset="158.069">121 1 7537 0 0,'0'0'3004'0'0,"0"0"-1744"0"0,0 0-184 0 0,0 0 260 0 0,214 15 104 0 0,-129-6-483 0 0,15 1-621 0 0,1 1-336 0 0,4-1-224 0 0,4 0-445 0 0,-8-5-727 0 0,-25-1-1484 0 0,13-4-3284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21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52 5957 0 0,'0'0'1928'0'0,"0"0"-738"0"0,0 0-57 0 0,0 0 188 0 0,0 0 136 0 0,37-7-236 0 0,125-21-305 0 0,69 22 944 0 0,-221 4-1822 0 0,0 2-1 0 0,0-1 1 0 0,-1 1-1 0 0,1 1 1 0 0,0 0 0 0 0,0 0-1 0 0,-1 1 1 0 0,1 0-1 0 0,-1 1 1 0 0,1 0 0 0 0,-1 0-1 0 0,0 1 1 0 0,0 0 0 0 0,-1 0-1 0 0,1 1 1 0 0,-1 1-1 0 0,0-1 1 0 0,0 1 0 0 0,-1 1-1 0 0,0-1 1 0 0,0 1 0 0 0,0 1-1 0 0,-1-1 1 0 0,0 1-1 0 0,-1 0 1 0 0,1 0 0 0 0,-2 1-1 0 0,3 3-37 0 0,-6 3-10 0 0,0 0-1 0 0,-1 0 1 0 0,-1-1-1 0 0,0 1 0 0 0,-1-1 1 0 0,-1 1-1 0 0,0-1 1 0 0,-1 1-1 0 0,0-1 0 0 0,-1-1 1 0 0,-1 1-1 0 0,0-1 1 0 0,-1 0-1 0 0,0 0 0 0 0,-1-1 1 0 0,-8 10 10 0 0,-169 174-256 0 0,169-182 259 0 0,-434 338 555 0 0,423-337-1138 0 0,37-30-737 0 0,37-34 242 0 0,-46 49 1130 0 0,183-195-330 0 0,-136 220 2259 0 0,-10 3-1976 0 0,1-2-1 0 0,2-1 1 0 0,0-2-1 0 0,1-2 1 0 0,1-2 0 0 0,1-1-1 0 0,1-3 1 0 0,2-1-8 0 0,231 44-3594 0 0,-256-54 2346 0 0,0-1 1 0 0,1-2-1 0 0,-1 0 1 0 0,1-1-1 0 0,-1-1 0 0 0,0-1 1 0 0,1-1-1 0 0,-1-1 1 0 0,0-1-1 0 0,3-2 1248 0 0,18-12-903 0 0</inkml:trace>
  <inkml:trace contextRef="#ctx0" brushRef="#br0" timeOffset="778.468">2038 1 1552 0 0,'0'0'1322'0'0,"0"0"4078"0"0,0 0-2416 0 0,0 0-1339 0 0,0 0-162 0 0,0 0-142 0 0,0 0-264 0 0,0 0-391 0 0,0 0-320 0 0,-30 15-166 0 0,-96 46-68 0 0,107-52-37 0 0,-1 0 0 0 0,0-1 1 0 0,0-2-1 0 0,0 0 1 0 0,-1-1-1 0 0,0-1 1 0 0,0 0-1 0 0,0-2 0 0 0,-1-1 1 0 0,1 0-1 0 0,-14-3-95 0 0,-3 2-20 0 0,19-1-202 0 0,0-1 0 0 0,0-1-1 0 0,1 0 1 0 0,-1-1 0 0 0,1-1-1 0 0,0-1 1 0 0,0-1 0 0 0,1 0 0 0 0,0-1-1 0 0,-14-9 223 0 0,14 76-927 0 0,13 29 869 0 0,5-66 167 0 0,-1 0 0 0 0,-1 1-1 0 0,-1-1 1 0 0,-1 0 0 0 0,-1-1 0 0 0,-1 1 0 0 0,-1-1-1 0 0,-1 0 1 0 0,0 0 0 0 0,-3 2-109 0 0,11-22-26 0 0,0 1 1 0 0,0-1-1 0 0,0 0 0 0 0,0 0 1 0 0,0 0-1 0 0,1 0 1 0 0,-1-1-1 0 0,0 1 0 0 0,1 0 1 0 0,-1 0-1 0 0,0-1 0 0 0,1 1 1 0 0,-1-1-1 0 0,1 1 1 0 0,-1-1-1 0 0,1 0 0 0 0,-1 0 1 0 0,1 1-1 0 0,-1-1 1 0 0,1 0-1 0 0,-1 0 0 0 0,1-1 1 0 0,-1 1-1 0 0,1 0 0 0 0,-1 0 1 0 0,1-1-1 0 0,-1 1 1 0 0,1-1-1 0 0,-1 1 0 0 0,0-1 1 0 0,1 0-1 0 0,-1 1 1 0 0,0-1-1 0 0,1 0 0 0 0,-1 0 1 0 0,0 0-1 0 0,0 0 0 0 0,0 0 1 0 0,1-1 25 0 0,12-1-43 0 0,3-3 108 0 0,1 1-1 0 0,0 1 1 0 0,0 0 0 0 0,0 2 0 0 0,0 0-1 0 0,1 1 1 0 0,-1 1 0 0 0,1 0 0 0 0,-1 2-1 0 0,0 0 1 0 0,0 1 0 0 0,0 1 0 0 0,0 0-1 0 0,0 1 1 0 0,-1 2 0 0 0,14 5-65 0 0,79 44 101 0 0,-84-46 3 0 0,0 1 0 0 0,-1 1 0 0 0,0 2 0 0 0,-1 0 0 0 0,-1 1 0 0 0,0 2 0 0 0,-1 0 0 0 0,-1 2 0 0 0,0 0 0 0 0,-1 1 0 0 0,-2 1 0 0 0,15 21-104 0 0,-29-35 67 0 0,0-1 0 0 0,0 1-1 0 0,-1 0 1 0 0,0 0 0 0 0,-1 1 0 0 0,1-1 0 0 0,-1 0 0 0 0,-1 1 0 0 0,1-1 0 0 0,-1 1 0 0 0,-1 0 0 0 0,1-1 0 0 0,-1 1 0 0 0,-1 0 0 0 0,1-1 0 0 0,-1 1 0 0 0,-1 0-1 0 0,0-1 1 0 0,0 1 0 0 0,0-1 0 0 0,0 0 0 0 0,-1 0 0 0 0,-1 0 0 0 0,1 0 0 0 0,-1 0 0 0 0,0-1 0 0 0,-1 0 0 0 0,1 1 0 0 0,-1-2 0 0 0,-1 1 0 0 0,1 0 0 0 0,-1-1-1 0 0,0 0 1 0 0,0-1 0 0 0,0 1 0 0 0,-5 1-67 0 0,-33 13 1 0 0,-1-3 1 0 0,0-1-1 0 0,-1-2 0 0 0,-1-3 0 0 0,0-1 0 0 0,0-3 0 0 0,-1-1 1 0 0,-23-3-2 0 0,48 0-129 0 0,-233 9-2217 0 0,147-9-2910 0 0,49-1-477 0 0,14 1-1662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20.5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53 692 0 0,'0'0'5301'0'0,"0"0"-3066"0"0,0 0-1051 0 0,0 0-272 0 0,0 0 0 0 0,0 0 0 0 0,0 0-93 0 0,0 0-199 0 0,0 0-181 0 0,38-2-138 0 0,123-7-93 0 0,152-33-38 0 0,-309 42-161 0 0,-1 0 0 0 0,0 0 0 0 0,0 1 0 0 0,0-1 0 0 0,1 1 0 0 0,-1 0 0 0 0,0-1 0 0 0,0 1 0 0 0,0 1 0 0 0,0-1 0 0 0,0 0 0 0 0,0 1 0 0 0,-1-1 0 0 0,1 1 0 0 0,0 0 0 0 0,-1 0 0 0 0,1 0 0 0 0,-1 0 0 0 0,0 1 0 0 0,1-1 0 0 0,-1 1-1 0 0,0-1 1 0 0,-1 1 0 0 0,1 0 0 0 0,0-1 0 0 0,-1 1 0 0 0,0 0 0 0 0,1 0 0 0 0,-1 0 0 0 0,0 0 0 0 0,-1 1 0 0 0,1-1 0 0 0,0 0 0 0 0,-1 0 0 0 0,0 0 0 0 0,0 1-9 0 0,-10 123-237 0 0,-2-98 92 0 0,-1 0 0 0 0,0-1 0 0 0,-3-1 0 0 0,0 0 0 0 0,-1-2 0 0 0,-2 0 0 0 0,0 0-1 0 0,-8 4 146 0 0,7-4-158 0 0,-31 34-123 0 0,-3-4 0 0 0,-2-1 1 0 0,-2-3-1 0 0,-2-3 0 0 0,-3-2 0 0 0,-1-3 0 0 0,-17 6 281 0 0,80-48-21 0 0,0 0 0 0 0,0 0 0 0 0,0 0-1 0 0,-1 0 1 0 0,1 0 0 0 0,0 0 0 0 0,0 0-1 0 0,-1-1 1 0 0,1 1 0 0 0,-1 0 0 0 0,1-1-1 0 0,0 1 1 0 0,-1-1 0 0 0,1 0 0 0 0,-1 1-1 0 0,0-1 1 0 0,1 0 0 0 0,-1 0 0 0 0,1 0-1 0 0,-1 0 1 0 0,1 0 0 0 0,-1 0 0 0 0,1-1-1 0 0,-1 1 1 0 0,1 0 0 0 0,-1-1-1 0 0,1 1 1 0 0,-1-1 0 0 0,1 1 0 0 0,0-1-1 0 0,-1 0 1 0 0,1 0 0 0 0,0 0 0 0 0,0 0-1 0 0,-1 0 1 0 0,1 0 0 0 0,0 0 0 0 0,0 0-1 0 0,0 0 1 0 0,0 0 0 0 0,0 0 0 0 0,0-1-1 0 0,1 1 1 0 0,-1 0 0 0 0,0-1 0 0 0,1 1-1 0 0,-1-1 1 0 0,1 1 0 0 0,-1-1 0 0 0,1 1-1 0 0,0-1 1 0 0,-1 1 0 0 0,1-1 0 0 0,0 1-1 0 0,0-1 1 0 0,0 1 0 0 0,0-1 0 0 0,1 1-1 0 0,-1-1 1 0 0,0 1 0 0 0,0-1 0 0 0,1 1-1 0 0,-1-1 1 0 0,1 1 0 0 0,0-1 0 0 0,-1 1-1 0 0,1 0 1 0 0,0-1 0 0 0,0 1 0 0 0,0-1 21 0 0,-1 0-7 0 0,0-7 2 0 0,-1 0 1 0 0,1 1-1 0 0,0-1 0 0 0,0 1 0 0 0,0-1 0 0 0,1 1 0 0 0,1-1 0 0 0,-1 1 0 0 0,1 0 1 0 0,1-1-1 0 0,0 1 0 0 0,0 0 0 0 0,0 1 0 0 0,1-1 0 0 0,0 1 0 0 0,1-1 1 0 0,2-3 4 0 0,-2 4 150 0 0,0 0 0 0 0,1 0 0 0 0,0 0 0 0 0,0 1 1 0 0,0 0-1 0 0,1 0 0 0 0,-1 0 0 0 0,1 1 1 0 0,1 0-1 0 0,-1 1 0 0 0,1-1 0 0 0,0 1 0 0 0,0 1 1 0 0,0 0-1 0 0,0 0 0 0 0,1 0 0 0 0,-1 1 1 0 0,1 0-1 0 0,0 1 0 0 0,-1 0 0 0 0,1 0 0 0 0,0 1 1 0 0,0 0-1 0 0,-1 1 0 0 0,1 0 0 0 0,0 0 1 0 0,0 1-1 0 0,-1 0 0 0 0,8 3-150 0 0,310 184 433 0 0,-292-171-970 0 0,0-2 0 0 0,2-1-1 0 0,-1-1 1 0 0,2-2 0 0 0,0-2 0 0 0,4-1 537 0 0,139 9-8628 0 0,-134-18 6192 0 0</inkml:trace>
  <inkml:trace contextRef="#ctx0" brushRef="#br0" timeOffset="238.373">1363 857 12953 0 0,'0'0'2600'0'0,"0"0"-1107"0"0,0 0-625 0 0,0 0-288 0 0,0 0-256 0 0,0 0-324 0 0,0 0-456 0 0,0 0-572 0 0,0 0-313 0 0,0 0-731 0 0,0 0-2076 0 0,28-14-2361 0 0,-20-5 3473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18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0 520 2584 0 0,'0'0'1381'0'0,"0"0"2393"0"0,0 0-1817 0 0,0 0-789 0 0,0 0-110 0 0,0 0-256 0 0,35 3-303 0 0,175 15-359 0 0,-178-15-346 0 0,45-2-2814 0 0,-84-28-4164 0 0,-17 5 4231 0 0</inkml:trace>
  <inkml:trace contextRef="#ctx0" brushRef="#br0" timeOffset="237.461">28 326 7161 0 0,'0'0'1428'0'0,"0"0"-408"0"0,0 0-100 0 0,0 0-380 0 0,206 3-308 0 0,-146-3-232 0 0,5 2-108 0 0,4-2-304 0 0,-1 0-556 0 0,-7 0-780 0 0,-1 0-1493 0 0,-16-5-1483 0 0</inkml:trace>
  <inkml:trace contextRef="#ctx0" brushRef="#br0" timeOffset="617.54">1318 0 7613 0 0,'0'0'1441'0'0,"0"0"-461"0"0,0 0-138 0 0,0 0-72 0 0,0 0-112 0 0,36 13-203 0 0,112 42-234 0 0,-143-53-217 0 0,1 0-1 0 0,-1 0 1 0 0,0 0 0 0 0,0 1 0 0 0,0 0 0 0 0,0 0-1 0 0,0 0 1 0 0,-1 1 0 0 0,0 0 0 0 0,1 0 0 0 0,-1 0-1 0 0,-1 0 1 0 0,1 0 0 0 0,0 1 0 0 0,-1 0-1 0 0,0-1 1 0 0,0 1 0 0 0,1 5-4 0 0,4 5-14 0 0,1 3-39 0 0,-1-1 0 0 0,0 2 0 0 0,-2-1 0 0 0,0 1 0 0 0,-1 0-1 0 0,-1 0 1 0 0,-1 1 0 0 0,0-1 0 0 0,-1 1 0 0 0,-2 0 0 0 0,0-1 0 0 0,-2 18 53 0 0,-4-21 63 0 0,0 0-1 0 0,-1-1 0 0 0,-1 1 1 0 0,0-2-1 0 0,-1 1 1 0 0,0-1-1 0 0,-1 0 0 0 0,-1-1 1 0 0,0 0-1 0 0,-1-1 1 0 0,-1 0-1 0 0,1-1 1 0 0,-2-1-1 0 0,0 0 0 0 0,0 0 1 0 0,0-2-1 0 0,-1 0 1 0 0,-1 0-1 0 0,1-1 0 0 0,-1-1 1 0 0,-9 2-63 0 0,-21 11 55 0 0,-1-1 0 0 0,0-2 0 0 0,-1-3 0 0 0,-1-1 0 0 0,0-3-1 0 0,0-2 1 0 0,-1-2 0 0 0,-11-2-55 0 0,59-4-31 0 0,0 1 0 0 0,0-1 0 0 0,0 0 0 0 0,0 0 1 0 0,0 0-1 0 0,0 0 0 0 0,0-1 0 0 0,0 1 0 0 0,0 0 0 0 0,1-1 0 0 0,-1 0 0 0 0,1 1 0 0 0,-1-1 0 0 0,1 0 0 0 0,-1 0 0 0 0,1 0 0 0 0,0 1 0 0 0,0-2 0 0 0,0 1 0 0 0,0 0 0 0 0,0 0 0 0 0,0 0 0 0 0,1 0 0 0 0,-1 0 0 0 0,1-1 0 0 0,-1 1 0 0 0,1 0 0 0 0,0 0 1 0 0,0-1-1 0 0,0 1 0 0 0,0 0 0 0 0,1-1 0 0 0,-1 1 0 0 0,0 0 0 0 0,1 0 0 0 0,0 0 0 0 0,-1-1 0 0 0,1 1 0 0 0,0 0 0 0 0,0 0 0 0 0,0 0 0 0 0,1 0 0 0 0,-1 0 0 0 0,0 1 0 0 0,1-1 0 0 0,-1 0 0 0 0,1 0 0 0 0,-1 1 0 0 0,1-1 0 0 0,0 1 0 0 0,0 0 0 0 0,0-1 1 0 0,0 1-1 0 0,0 0 0 0 0,0 0 0 0 0,0 0 0 0 0,0 0 0 0 0,0 1 0 0 0,0-1 0 0 0,1 0 31 0 0,9-9 57 0 0,1 1-1 0 0,-1 0 1 0 0,2 0 0 0 0,-1 1 0 0 0,1 1 0 0 0,0 0 0 0 0,0 1 0 0 0,1 1-1 0 0,0 0 1 0 0,0 1 0 0 0,0 0 0 0 0,1 1 0 0 0,-1 1 0 0 0,1 1-1 0 0,-1 0 1 0 0,1 1 0 0 0,0 1 0 0 0,-1 0 0 0 0,1 1 0 0 0,-1 0 0 0 0,0 2-1 0 0,0 0 1 0 0,10 3-57 0 0,304 164 1270 0 0,-260-144-1468 0 0,1-4 0 0 0,1-2 0 0 0,1-4 0 0 0,1-2 0 0 0,52 2 198 0 0,42-7-3653 0 0,4-10-3781 0 0,-44-8 5308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32.6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343 1175 4632 0 0,'0'0'548'0'0,"0"0"-27"0"0,0 0 1143 0 0,0 0 301 0 0,0 0-583 0 0,0 0-433 0 0,0 0-310 0 0,0 0-192 0 0,0 0 55 0 0,-14-5 36 0 0,-43-20-142 0 0,30-21 132 0 0,-52-104 622 0 0,56 110-1168 0 0,0-1 0 0 0,3-1 0 0 0,2-1 0 0 0,1-1 0 0 0,-7-31 18 0 0,15 46-171 0 0,0 0 0 0 0,2-1 0 0 0,2 1 0 0 0,0-1 0 0 0,2-1 0 0 0,1 1 1 0 0,2 0-1 0 0,1-1 0 0 0,1 1 0 0 0,1 0 0 0 0,2 0 0 0 0,1 0 0 0 0,1 1 0 0 0,2 0 0 0 0,1 0 1 0 0,8-15 170 0 0,75-71-5854 0 0,-58 86 1111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34.6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194 377 1160 0 0,'0'0'7063'0'0,"0"0"-4114"0"0,0 0-1261 0 0,0 0-341 0 0,10-17-310 0 0,72-135 213 0 0,2-41-1306 0 0,-84 192 52 0 0,0 1 0 0 0,0-1 0 0 0,0 1 0 0 0,0-1 1 0 0,0 0-1 0 0,0 1 0 0 0,0-1 0 0 0,0 1 1 0 0,-1-1-1 0 0,1 1 0 0 0,0-1 0 0 0,0 1 0 0 0,-1-1 1 0 0,1 1-1 0 0,0-1 0 0 0,-1 1 0 0 0,1-1 1 0 0,0 1-1 0 0,-1-1 0 0 0,1 1 0 0 0,-1 0 0 0 0,1-1 1 0 0,-1 1-1 0 0,1 0 0 0 0,-1-1 0 0 0,1 1 1 0 0,-1 0-1 0 0,1 0 0 0 0,-1-1 0 0 0,1 1 1 0 0,-1 0-1 0 0,1 0 0 0 0,-1 0 0 0 0,0 0 0 0 0,1 0 1 0 0,-1 0-1 0 0,1 0 0 0 0,-1 0 0 0 0,1 0 1 0 0,-1 0-1 0 0,0 0 0 0 0,1 0 0 0 0,-1 0 1 0 0,1 0-1 0 0,-1 1 0 0 0,1-1 0 0 0,-1 0 0 0 0,1 0 1 0 0,-1 1-1 0 0,1-1 0 0 0,-1 0 0 0 0,1 1 1 0 0,-1-1-1 0 0,1 0 0 0 0,-1 1 0 0 0,1-1 0 0 0,0 1 1 0 0,-1-1-1 0 0,1 1 0 0 0,0-1 0 0 0,-1 1 1 0 0,1-1-1 0 0,0 1 0 0 0,0-1 0 0 0,0 1 1 0 0,-1-1-1 0 0,1 1 0 0 0,0-1 0 0 0,0 1 0 0 0,0 0 4 0 0,-39 36-191 0 0,32-22 204 0 0,0 1-1 0 0,1 0 1 0 0,0 1 0 0 0,2 0-1 0 0,0 0 1 0 0,1 0 0 0 0,0 0 0 0 0,1 0-1 0 0,1 0 1 0 0,2 13-13 0 0,-10 68 139 0 0,-60 222 569 0 0,66-318-746 0 0,1-1 0 0 0,-1 1 0 0 0,0 0 0 0 0,0-1-1 0 0,0 1 1 0 0,0-1 0 0 0,0 0 0 0 0,0 0 0 0 0,0 0 0 0 0,0-1-1 0 0,0 1 1 0 0,0-1 0 0 0,0 1 0 0 0,-1-1 0 0 0,1 0-1 0 0,0 0 1 0 0,0-1 0 0 0,0 1 0 0 0,-1-1 0 0 0,1 1 0 0 0,0-1-1 0 0,0 0 1 0 0,0 0 0 0 0,0 0 0 0 0,0-1 0 0 0,0 1 0 0 0,1-1-1 0 0,-3-1 39 0 0,-90-48 149 0 0,136 34-106 0 0,73-2-173 0 0,27-4-2135 0 0,-45 2-5990 0 0,-58 11 3294 0 0</inkml:trace>
  <inkml:trace contextRef="#ctx0" brushRef="#br0" timeOffset="238.476">395 811 3524 0 0,'0'0'6606'0'0,"0"0"-4137"0"0,0 0-1333 0 0,0 0-92 0 0,0 0 209 0 0,27-18-183 0 0,160-108 117 0 0,-137 87-1174 0 0,-3-2 0 0 0,-1-2 1 0 0,-2-2-1 0 0,25-34-13 0 0,69-113-5854 0 0,-124 165 2413 0 0,-11 5-1690 0 0</inkml:trace>
  <inkml:trace contextRef="#ctx0" brushRef="#br0" timeOffset="888.473">1056 630 3312 0 0,'0'0'1885'0'0,"0"0"-432"0"0,0 0-359 0 0,0 0-333 0 0,0 0-223 0 0,0 0-69 0 0,0 0-27 0 0,0 0-6 0 0,0 0 51 0 0,0 0 82 0 0,12-5-27 0 0,37-13-84 0 0,-48 19-435 0 0,-1 0-1 0 0,1 0 0 0 0,0 0 0 0 0,-1 0 1 0 0,1 1-1 0 0,-1-1 0 0 0,1 0 0 0 0,-1 1 0 0 0,0-1 1 0 0,1 0-1 0 0,-1 1 0 0 0,0-1 0 0 0,0 0 1 0 0,0 1-1 0 0,0-1 0 0 0,0 0 0 0 0,0 1 1 0 0,-1-1-1 0 0,1 0 0 0 0,0 1 0 0 0,-1-1 0 0 0,1 0 1 0 0,-1 1-1 0 0,1-1 0 0 0,-1 0 0 0 0,0 0 1 0 0,1 0-1 0 0,-1 1 0 0 0,0-1 0 0 0,0 0 0 0 0,0 0 1 0 0,0 0-1 0 0,0 0 0 0 0,0-1 0 0 0,0 1 1 0 0,0 0-1 0 0,0 0 0 0 0,0-1 0 0 0,-1 2-22 0 0,-211 268 2600 0 0,193-248-2594 0 0,12-15-14 0 0,0 0 0 0 0,1 1-1 0 0,0 0 1 0 0,0 0 0 0 0,1 1 0 0 0,0-1 0 0 0,0 1 0 0 0,1 1-1 0 0,0-1 1 0 0,1 1 0 0 0,0 0 0 0 0,1 0 0 0 0,-3 9 8 0 0,72-1-396 0 0,-37-15 404 0 0,0-1 1 0 0,1-1-1 0 0,-1-1 0 0 0,0-2 0 0 0,0-1 0 0 0,0-2 0 0 0,0 0 0 0 0,-1-2 0 0 0,0-1 0 0 0,0-2 0 0 0,-1 0 0 0 0,0-2 0 0 0,-1-1 0 0 0,0-1 0 0 0,-1-1 0 0 0,-1-1 0 0 0,0-1 0 0 0,-1-1 0 0 0,-1-1 1 0 0,-1-2-1 0 0,-1 0 0 0 0,0-1 0 0 0,-2 0 0 0 0,13-22-8 0 0,-179 251 2107 0 0,60 6-1682 0 0,71-59-4703 0 0,18-143 1132 0 0,2-3-2245 0 0</inkml:trace>
  <inkml:trace contextRef="#ctx0" brushRef="#br0" timeOffset="1254.168">1879 78 7809 0 0,'0'0'2818'0'0,"0"0"-922"0"0,0 0-380 0 0,8 22-140 0 0,40 152 835 0 0,-36 558 304 0 0,-13-683-2962 0 0,-2-1 1 0 0,-2 0-1 0 0,-2 0 0 0 0,-2 0 0 0 0,-6 12 447 0 0,-61 126-6821 0 0,52-150 2225 0 0,-13 1-1794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33.5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120 441 6929 0 0,'0'0'2435'0'0,"0"0"-717"0"0,0 0-658 0 0,0 0-219 0 0,0 0 105 0 0,0 0-46 0 0,0 0-210 0 0,16-15-272 0 0,230-212-163 0 0,-179 170-265 0 0,-51 46-97 0 0,-1-1-1 0 0,0 0 0 0 0,-1-1 1 0 0,0-1-1 0 0,-1 0 0 0 0,-1-1 1 0 0,0 0-1 0 0,-1-1 0 0 0,1-2 108 0 0,-12 17-72 0 0,-41 32-587 0 0,20-8 584 0 0,0 2 0 0 0,2 0 1 0 0,1 2-1 0 0,1 0 0 0 0,1 1 0 0 0,1 0 0 0 0,2 1 1 0 0,-7 22 74 0 0,-13 25 111 0 0,-172 362 915 0 0,201-437-1006 0 0,0 0 0 0 0,0 1 0 0 0,0-1 0 0 0,0 0 0 0 0,0-1-1 0 0,0 1 1 0 0,-1-1 0 0 0,1 0 0 0 0,0 0 0 0 0,0 0 0 0 0,0 0 0 0 0,0-1-1 0 0,0 0 1 0 0,0 0 0 0 0,0 0 0 0 0,0 0 0 0 0,0 0 0 0 0,0-1-1 0 0,0 0 1 0 0,0 0 0 0 0,1 0 0 0 0,-1 0 0 0 0,1-1 0 0 0,0 1 0 0 0,-1-1-1 0 0,1 0 1 0 0,0 0 0 0 0,0-1-20 0 0,2 4 8 0 0,0 0 9 0 0,-1-1-1 0 0,0 1 0 0 0,1-1 1 0 0,-1 1-1 0 0,1-1 0 0 0,-1 0 1 0 0,1 1-1 0 0,0-1 0 0 0,-1 0 0 0 0,1 0 1 0 0,0 0-1 0 0,-1 0 0 0 0,1 0 1 0 0,0 0-1 0 0,0 0 0 0 0,0-1 1 0 0,0 1-1 0 0,0 0 0 0 0,0-1 1 0 0,0 1-1 0 0,1 0 0 0 0,-1-1 0 0 0,0 1 1 0 0,1-1-1 0 0,-1 1 0 0 0,1-1 1 0 0,-1 0-1 0 0,1 1 0 0 0,0-1 1 0 0,0 1-1 0 0,0-1 0 0 0,0 0 0 0 0,0 1 1 0 0,0-1-1 0 0,0 0 0 0 0,0 1 1 0 0,1-1-1 0 0,-1 1 0 0 0,1-1 1 0 0,-1 1-1 0 0,1-1 0 0 0,0 1 1 0 0,-1-1-1 0 0,1 1 0 0 0,0 0 0 0 0,0-1 1 0 0,0 1-1 0 0,0 0 0 0 0,0-1 1 0 0,0 1-1 0 0,0 0 0 0 0,1 0 1 0 0,-1 0-1 0 0,0 0 0 0 0,1 0 0 0 0,-1 1 1 0 0,0-1-1 0 0,1 0 0 0 0,-1 1 1 0 0,1-1-1 0 0,0 1 0 0 0,-1-1 1 0 0,1 1-1 0 0,-1-1 0 0 0,1 1 1 0 0,0 0-17 0 0,289-30-633 0 0,-133 23-4646 0 0,-112 3 614 0 0</inkml:trace>
  <inkml:trace contextRef="#ctx0" brushRef="#br0" timeOffset="300.212">898 531 7809 0 0,'0'0'4057'0'0,"0"0"-2292"0"0,0 0-913 0 0,0 0-10 0 0,0 0 246 0 0,0 0-228 0 0,37 0-382 0 0,236-7-717 0 0,-263 7 3 0 0,125-23-2718 0 0,-132 22 2476 0 0,1-1-1 0 0,-1 1 1 0 0,0-1 0 0 0,0 0 0 0 0,0 1 0 0 0,0-2 0 0 0,0 1-1 0 0,0 0 1 0 0,0 0 0 0 0,0-1 0 0 0,-1 0 0 0 0,1 1-1 0 0,-1-1 1 0 0,0 0 0 0 0,0 0 0 0 0,0 0 0 0 0,0-1-1 0 0,-1 1 1 0 0,1 0 0 0 0,-1-1 0 0 0,0 1 0 0 0,0-2 478 0 0,1-19-3802 0 0</inkml:trace>
  <inkml:trace contextRef="#ctx0" brushRef="#br0" timeOffset="536.93">1204 266 8673 0 0,'0'0'2456'0'0,"0"0"-980"0"0,0 0-456 0 0,-97 100-168 0 0,69-62 144 0 0,8 3-23 0 0,-4 4-213 0 0,12 1-216 0 0,4-1-172 0 0,4 3-188 0 0,4-3-184 0 0,0-4-168 0 0,12-3-276 0 0,8-7-240 0 0,4-7-509 0 0,-8-9-803 0 0,4-4-2560 0 0,4-8-2961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37.8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295 1465 7445 0 0,'0'0'1981'0'0,"0"0"-618"0"0,0 0-446 0 0,0 0-86 0 0,0 0 25 0 0,-28-18-164 0 0,-87-60-282 0 0,107 71-382 0 0,0 1 1 0 0,1-1-1 0 0,0 0 1 0 0,0-1-1 0 0,0 1 1 0 0,1-2-1 0 0,0 1 1 0 0,1 0-1 0 0,0-1 1 0 0,0 0-1 0 0,1 0 1 0 0,0-1-1 0 0,0 1 0 0 0,1-1 1 0 0,0-3-29 0 0,-6-15 77 0 0,-5-19 54 0 0,2 0 0 0 0,2-2 0 0 0,3 1 0 0 0,1-1 0 0 0,3 0 0 0 0,2 0 0 0 0,2 0 0 0 0,4-17-131 0 0,4 5 20 0 0,4 0 0 0 0,2 1 1 0 0,2 1-1 0 0,4 0 0 0 0,1 2 1 0 0,25-43-21 0 0,7-26-1354 0 0,-16 34-994 0 0,-14 33-2222 0 0,-16 41 573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38.5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1 387 7989 0 0,'0'0'2059'0'0,"0"0"-523"0"0,0 0-327 0 0,9-16-71 0 0,91-130 913 0 0,-78 122-2135 0 0,-2-2 1 0 0,0 0-1 0 0,-2-1 0 0 0,0-1 1 0 0,-2 0-1 0 0,-2-2 0 0 0,2-6 84 0 0,-23 98-1309 0 0,-29 251-315 0 0,-32 93 2779 0 0,31-298 504 0 0,37-108-1401 0 0,0 0-4 0 0,0 0-2 0 0,0 0 7 0 0,0 0-39 0 0,-26-13-290 0 0,-28-13-776 0 0,53 26 591 0 0,1 0-13 0 0,29 0-58 0 0,118-11-594 0 0,-44-8-3878 0 0,-35 2-679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38.8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0 274 3980 0 0,'0'0'8377'0'0,"0"0"-6553"0"0,0 0-572 0 0,0 0-420 0 0,0 0-147 0 0,0 0-137 0 0,0 0-288 0 0,230 23-260 0 0,-185-22-360 0 0,-9 1-412 0 0,-4 0-309 0 0,-4-2-755 0 0,-3 0-1056 0 0,-5 0-2513 0 0</inkml:trace>
  <inkml:trace contextRef="#ctx0" brushRef="#br0" timeOffset="254.732">311 94 9461 0 0,'0'0'3280'0'0,"0"0"-1788"0"0,0 0-560 0 0,-89 125-328 0 0,61-77 93 0 0,4 4-61 0 0,8 1-288 0 0,-1 2-348 0 0,5-3-64 0 0,4-4-136 0 0,4-1-160 0 0,4-6-381 0 0,0-3-467 0 0,0-7-980 0 0,4-11-2112 0 0,12 1-2749 0 0</inkml:trace>
  <inkml:trace contextRef="#ctx0" brushRef="#br0" timeOffset="668.012">783 288 9481 0 0,'0'0'1705'0'0,"0"0"-518"0"0,0 0-157 0 0,0 0-61 0 0,0 0-279 0 0,25-16-319 0 0,81-52-281 0 0,-98 63-138 0 0,0 0 0 0 0,0-1 0 0 0,-1 0 0 0 0,0-1 0 0 0,0 0 0 0 0,-1 0 0 0 0,0 0 0 0 0,0-1 0 0 0,0 0 0 0 0,-1 0 0 0 0,0 0 0 0 0,-1-1 0 0 0,2-5 48 0 0,7-11-440 0 0,12-48-450 0 0,-25 73 1180 0 0,-18 28 367 0 0,5-10-751 0 0,0 0 0 0 0,1 1 0 0 0,1 0 0 0 0,0 1-1 0 0,2 0 1 0 0,0 1 0 0 0,2 0 0 0 0,0 0 0 0 0,1 1 0 0 0,1 0 0 0 0,2-1 0 0 0,-1 10 94 0 0,2 101-81 0 0,-17 96 1390 0 0,17-225-1355 0 0,-1 0 1 0 0,0 1-1 0 0,0-1 0 0 0,0 0 0 0 0,0-1 0 0 0,0 1 0 0 0,0 0 1 0 0,-1-1-1 0 0,1 0 0 0 0,-1 0 0 0 0,0 0 0 0 0,1 0 0 0 0,-1-1 0 0 0,0 1 1 0 0,0-1-1 0 0,0 0 0 0 0,0 0 0 0 0,0-1 0 0 0,-1 1 0 0 0,1-1 0 0 0,0 0 1 0 0,0 0-1 0 0,0 0 0 0 0,0 0 0 0 0,-1-1 0 0 0,1 0 0 0 0,0 0 0 0 0,0 0 1 0 0,0 0-1 0 0,0 0 0 0 0,1-1 0 0 0,-1 0 0 0 0,0 0 0 0 0,1 0 0 0 0,-1 0 1 0 0,1-1-1 0 0,-1 1 0 0 0,1-1 0 0 0,0 0 0 0 0,-1-1 46 0 0,3 4-1 0 0,0-1 1 0 0,0 1-1 0 0,0-1 0 0 0,1 1 1 0 0,-1-1-1 0 0,0 0 0 0 0,0 1 0 0 0,0-1 1 0 0,1 0-1 0 0,-1 0 0 0 0,0 0 1 0 0,1 1-1 0 0,-1-1 0 0 0,1 0 1 0 0,-1 0-1 0 0,1 0 0 0 0,-1 0 0 0 0,1 0 1 0 0,0 0-1 0 0,-1 0 0 0 0,1 0 1 0 0,0 0-1 0 0,0 0 0 0 0,-1 0 0 0 0,1 0 1 0 0,0 0-1 0 0,0 0 0 0 0,1 0 1 0 0,-1 0-1 0 0,0 0 0 0 0,0 0 0 0 0,0 0 1 0 0,1 0-1 0 0,-1 0 0 0 0,0 0 1 0 0,1 0-1 0 0,-1 0 0 0 0,1 0 0 0 0,-1 0 1 0 0,1 0-1 0 0,-1 0 0 0 0,1 0 1 0 0,0 1-1 0 0,0-1 0 0 0,-1 0 0 0 0,1 0 1 0 0,0 1-1 0 0,0-1 0 0 0,0 0 1 0 0,0 1-1 0 0,-1-1 0 0 0,1 1 0 0 0,0 0 1 0 0,0-1-1 0 0,1 1 1 0 0,57-29 483 0 0,164-14-67 0 0,-71 44-5968 0 0,-109 5-237 0 0</inkml:trace>
  <inkml:trace contextRef="#ctx0" brushRef="#br0" timeOffset="937.366">948 1045 9657 0 0,'0'0'2796'0'0,"0"0"-900"0"0,0 0-496 0 0,173-100-295 0 0,-104 57-221 0 0,7-8-328 0 0,-3-8-272 0 0,3-3-280 0 0,1-3-4 0 0,-4 0-148 0 0,-13-1-100 0 0,-7 6-208 0 0,-9 5-204 0 0,-8 5-405 0 0,-12 7-775 0 0,-3 14-896 0 0,-9-1-2156 0 0</inkml:trace>
  <inkml:trace contextRef="#ctx0" brushRef="#br0" timeOffset="1446.342">1835 574 4864 0 0,'0'0'3531'0'0,"0"0"-1789"0"0,0 0-519 0 0,0 0-37 0 0,0 0-168 0 0,7 17-253 0 0,23 58-222 0 0,-28-66-498 0 0,-1-1 0 0 0,1 1 1 0 0,-2 0-1 0 0,1-1 0 0 0,-1 1 0 0 0,0 0 1 0 0,-1-1-1 0 0,0 1 0 0 0,0-1 0 0 0,-1 1 0 0 0,0-1 1 0 0,-1 1-1 0 0,0-1 0 0 0,0 0 0 0 0,0 0 1 0 0,-1-1-1 0 0,0 1 0 0 0,-1-1 0 0 0,0 1 0 0 0,0-2 1 0 0,-1 1-1 0 0,1 0 0 0 0,-1-1 0 0 0,-1 0 0 0 0,1-1 1 0 0,-6 4-46 0 0,-51 72 667 0 0,61-80-657 0 0,1 1 1 0 0,0 0-1 0 0,0-1 1 0 0,0 1-1 0 0,0 0 0 0 0,0 0 1 0 0,0 0-1 0 0,1 0 1 0 0,-1 0-1 0 0,1 0 0 0 0,-1 0 1 0 0,1 0-1 0 0,0 0 1 0 0,0 0-1 0 0,0 0 1 0 0,0 0-1 0 0,0 0 0 0 0,0 0 1 0 0,0 0-1 0 0,1 0 1 0 0,-1 0-1 0 0,1 0 1 0 0,0 0-1 0 0,-1 0 0 0 0,1 0 1 0 0,0 0-1 0 0,0 0 1 0 0,0 0-1 0 0,0-1 0 0 0,0 1 1 0 0,1 0-1 0 0,-1-1 1 0 0,1 1-1 0 0,-1-1 1 0 0,1 0-1 0 0,-1 1 0 0 0,1-1 1 0 0,0 0-1 0 0,-1 0 1 0 0,1 0-1 0 0,0 0 0 0 0,0 0 1 0 0,0 0-1 0 0,0-1 1 0 0,0 1-1 0 0,0-1 1 0 0,0 1-1 0 0,0-1 0 0 0,0 0 1 0 0,0 0-1 0 0,1 0-10 0 0,112-1 470 0 0,-84-5-585 0 0,-1-2 1 0 0,0-1 0 0 0,-1-1 0 0 0,0-1-1 0 0,-1-2 1 0 0,0-1 0 0 0,-1-1 0 0 0,0-2-1 0 0,-1 0 1 0 0,-1-2 0 0 0,-1-1 0 0 0,-1-1-1 0 0,-1 0 1 0 0,17-22 114 0 0,38-83-3495 0 0,-124 176 5783 0 0,21-18-1928 0 0,1 2 0 0 0,2 0-1 0 0,1 2 1 0 0,2 0 0 0 0,2 1 0 0 0,1 1 0 0 0,2 1 0 0 0,-9 36-360 0 0,-12 196-1950 0 0,37-143-3846 0 0,6-93 522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0.9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1461 6189 0 0,'0'0'2768'0'0,"0"0"-615"0"0,0 0-607 0 0,0 0-312 0 0,0 0-115 0 0,0 0-80 0 0,19-20-25 0 0,62-70-272 0 0,-63 65-715 0 0,0-2 0 0 0,-2 0 0 0 0,-1-2 0 0 0,-1 1 1 0 0,-2-2-1 0 0,0 1 0 0 0,-2-2 0 0 0,-2 1 0 0 0,-1-1 0 0 0,-1-1 0 0 0,-1 1 0 0 0,-2-1 0 0 0,-1 0 0 0 0,-2 1 0 0 0,-1-1 0 0 0,-2-2-27 0 0,1-16-270 0 0,-2 0 1 0 0,-3 0-1 0 0,-2 1 1 0 0,-1 0-1 0 0,-3 0 1 0 0,-3 2-1 0 0,-1-1 1 0 0,-3 0 269 0 0,-63-154-2545 0 0,22 55-2840 0 0,37 96 858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1.4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459 1348 1344 0 0,'0'0'7043'0'0,"0"0"-4323"0"0,0 0-1667 0 0,0 0-523 0 0,0 0 92 0 0,-23-20-81 0 0,-71-65-275 0 0,73 64-256 0 0,1-1 1 0 0,1-1-1 0 0,2 0 1 0 0,0-1-1 0 0,1-1 1 0 0,1-1-1 0 0,1-2-10 0 0,-8-12 127 0 0,-4-3-135 0 0,2-1 0 0 0,1-1 0 0 0,3-1 0 0 0,2-1 0 0 0,2-1 0 0 0,2 0 0 0 0,2-1 0 0 0,2-1 0 0 0,2 0 0 0 0,3 0 0 0 0,1 0 0 0 0,3 0 0 0 0,3-9 8 0 0,0 43-163 0 0,1 0 1 0 0,1 1-1 0 0,0-1 0 0 0,1 1 1 0 0,1 0-1 0 0,0 0 1 0 0,1 1-1 0 0,0 0 1 0 0,1 0-1 0 0,1 1 1 0 0,0 0-1 0 0,7-7 163 0 0,92-80-4185 0 0,-51 64 550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1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0 637 8233 0 0,'0'0'2173'0'0,"0"0"-448"0"0,0 0-291 0 0,15-19-229 0 0,230-320 769 0 0,-123 61-2304 0 0,-116 307-307 0 0,-143 396-620 0 0,29 68 2777 0 0,102-409-1240 0 0,-42-97-1753 0 0,46 12 1454 0 0,-3-1-13 0 0,-1-1-1 0 0,0 0 1 0 0,1-1 0 0 0,-1 1 0 0 0,1-1 0 0 0,0 0-1 0 0,0 0 1 0 0,1-1 0 0 0,-1 1 0 0 0,1-1-1 0 0,0 0 1 0 0,0 0 0 0 0,1-1 0 0 0,0 1 0 0 0,-1-1-1 0 0,2 1 1 0 0,-1-1 0 0 0,1 0 0 0 0,0 0 0 0 0,0 0-1 0 0,0-2 33 0 0,47-8 716 0 0,165 11-2165 0 0,-153 5-727 0 0,26 0-2865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4.3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2636 0 0,'0'0'1569'0'0,"0"0"-216"0"0,0 0 168 0 0,0 0-118 0 0,0 0-168 0 0,0 0 0 0 0,0 0 17 0 0,41 1-27 0 0,135 6-53 0 0,-28 36 502 0 0,-124-30-1427 0 0,30 15-25 0 0,-1 2-1 0 0,-2 2 1 0 0,-1 3-1 0 0,-1 1 1 0 0,-3 3-1 0 0,-1 2 1 0 0,-2 2-1 0 0,-2 1 1 0 0,-1 2 0 0 0,-3 2-1 0 0,-2 2 1 0 0,-2 1-1 0 0,-3 1 1 0 0,-1 2-1 0 0,-4 1 1 0 0,-1 1-1 0 0,-3 0 1 0 0,-1 6-222 0 0,-11-13-164 0 0,-1 0 1 0 0,-3 0-1 0 0,-2 1 0 0 0,-2 0 1 0 0,-2 0-1 0 0,-2 0 0 0 0,-3-1 1 0 0,-2 1-1 0 0,-2-2 0 0 0,-2 1 1 0 0,-5 8 163 0 0,-32 45-3413 0 0,-9-54-4705 0 0,25-37 3423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3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1 679 732 0 0,'0'0'8574'0'0,"0"0"-5156"0"0,0 0-1823 0 0,14-18-239 0 0,234-313 1921 0 0,-224 292-3498 0 0,-2-1 0 0 0,-2 0-1 0 0,-1-2 1 0 0,-2 0 0 0 0,-2-1-1 0 0,8-41 222 0 0,-63 126-137 0 0,20-15 56 0 0,1 2 0 0 0,1 0 0 0 0,2 2 0 0 0,1-1-1 0 0,2 2 1 0 0,0 0 0 0 0,3 0 0 0 0,0 1 0 0 0,2 1 0 0 0,2-1 0 0 0,-2 26 81 0 0,-1 39 115 0 0,8-56-25 0 0,-2 0 0 0 0,-2 0 0 0 0,-2-1-1 0 0,-2 0 1 0 0,-2 0 0 0 0,-1-1 0 0 0,-2 0 0 0 0,-2-1-90 0 0,13-38 2 0 0,0-1 0 0 0,0 1 0 0 0,0-1-1 0 0,-1 0 1 0 0,1 0 0 0 0,0-1 0 0 0,0 1 0 0 0,0-1 0 0 0,0 1 0 0 0,-1-1 0 0 0,1 0 0 0 0,0 0-1 0 0,0 0 1 0 0,0-1 0 0 0,1 1 0 0 0,-1-1 0 0 0,0 0 0 0 0,0 1 0 0 0,1-1 0 0 0,-1 0 0 0 0,1-1-1 0 0,0 1 1 0 0,0 0 0 0 0,-1-1 0 0 0,1 1 0 0 0,1-1 0 0 0,-1 1 0 0 0,0-1 0 0 0,-1-3-2 0 0,2 1-3 0 0,0 0 1 0 0,0 0-1 0 0,1 0 1 0 0,-1 0-1 0 0,1 0 1 0 0,0 0-1 0 0,0 0 1 0 0,1 0-1 0 0,-1 0 1 0 0,1 0-1 0 0,0 0 1 0 0,1 0-1 0 0,-1 0 1 0 0,1 0-1 0 0,0 1 1 0 0,0-1-1 0 0,1 0 1 0 0,-1 1-1 0 0,1 0 1 0 0,0 0-1 0 0,0 0 1 0 0,0 0 0 0 0,1 0-1 0 0,-1 0 1 0 0,1 1-1 0 0,0 0 1 0 0,0 0-1 0 0,0 0 1 0 0,1 0-1 0 0,-1 1 1 0 0,1-1-1 0 0,-1 1 1 0 0,4-1 2 0 0,167-49 293 0 0,-167 51-461 0 0,98-1-349 0 0,-47 33-5906 0 0,-47-15 412 0 0</inkml:trace>
  <inkml:trace contextRef="#ctx0" brushRef="#br0" timeOffset="253.433">364 1230 7445 0 0,'0'0'2476'0'0,"0"0"-1096"0"0,125-99-328 0 0,-73 50-296 0 0,17-12-284 0 0,3-4-208 0 0,1-7-260 0 0,-1-4-4 0 0,1-3-176 0 0,-5 0-104 0 0,-3 1-192 0 0,-9 4-284 0 0,-11 9-604 0 0,-13 17-1244 0 0,-8-4-2757 0 0</inkml:trace>
  <inkml:trace contextRef="#ctx0" brushRef="#br0" timeOffset="794.526">1247 588 9293 0 0,'0'0'2665'0'0,"0"0"-1032"0"0,0 0-671 0 0,0 0-349 0 0,1 18-128 0 0,4 63-51 0 0,-7-68-368 0 0,1 0 0 0 0,-2-1 0 0 0,0 1-1 0 0,0-1 1 0 0,-1 0 0 0 0,0 1 0 0 0,-2-2 0 0 0,1 1-1 0 0,-1-1 1 0 0,-1 1 0 0 0,0-2 0 0 0,0 1-1 0 0,-1-1 1 0 0,0 0 0 0 0,-9 7-66 0 0,12-11 34 0 0,-45 49 309 0 0,39-46-287 0 0,0 1 0 0 0,1 0 1 0 0,0 1-1 0 0,1 0 0 0 0,0 1 1 0 0,0 0-1 0 0,2 0 0 0 0,-1 1 1 0 0,1 0-1 0 0,1 0 1 0 0,1 0-1 0 0,0 1 0 0 0,0 0 1 0 0,1 0-1 0 0,1 0 0 0 0,0 10-56 0 0,5-20 4 0 0,1 0 0 0 0,-1-1 0 0 0,1 1 0 0 0,0 0-1 0 0,1-1 1 0 0,-1 0 0 0 0,1 0 0 0 0,-1 0 0 0 0,1 0 0 0 0,0 0-1 0 0,0-1 1 0 0,0 0 0 0 0,0 0 0 0 0,1 0 0 0 0,-1 0-1 0 0,1 0 1 0 0,-1-1 0 0 0,1 0 0 0 0,-1 0 0 0 0,1 0 0 0 0,0-1-1 0 0,-1 0 1 0 0,1 1 0 0 0,0-2 0 0 0,-1 1 0 0 0,1 0-1 0 0,0-1 1 0 0,1-1-4 0 0,2 3 7 0 0,34 2-61 0 0,-1-1 0 0 0,0-3 1 0 0,0-1-1 0 0,1-2 1 0 0,-2-1-1 0 0,1-3 0 0 0,-1-1 1 0 0,0-2-1 0 0,-1-2 0 0 0,0-1 1 0 0,-1-2-1 0 0,-1-2 1 0 0,0-1-1 0 0,14-12 54 0 0,-42 25-122 0 0,-1-1 0 0 0,0 0 0 0 0,0-1 0 0 0,-1 1 0 0 0,0-2 0 0 0,0 1 0 0 0,-1-1 0 0 0,0 0 0 0 0,-1 0 1 0 0,0 0-1 0 0,0-1 0 0 0,-1 0 0 0 0,0 0 0 0 0,-1 0 0 0 0,0 0 0 0 0,0-1 0 0 0,-1 1 0 0 0,-1-1 0 0 0,0 1 0 0 0,0-4 122 0 0,-46 32 1571 0 0,4 26-1350 0 0,2 2 1 0 0,2 2-1 0 0,3 1 0 0 0,1 2 1 0 0,3 2-1 0 0,2 0 0 0 0,2 2 1 0 0,3 0-1 0 0,-15 55-221 0 0,11 22-1312 0 0,20-74-1745 0 0,3-15-2091 0 0,-3-6-3252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2.1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0 202 7613 0 0,'0'0'1972'0'0,"0"0"-396"0"0,0 0-64 0 0,234-17-276 0 0,-153 6-372 0 0,3 1-460 0 0,-11 0-404 0 0,4-4-732 0 0,-9 2-728 0 0,1-2-632 0 0,-25 4-1156 0 0,0-2-2741 0 0</inkml:trace>
  <inkml:trace contextRef="#ctx0" brushRef="#br0" timeOffset="238.206">452 1 6977 0 0,'0'0'5008'0'0,"0"0"-3740"0"0,0 0 28 0 0,-85 122-248 0 0,65-74 33 0 0,4 5-101 0 0,8 4-248 0 0,8 2-288 0 0,0-1-252 0 0,0 1-192 0 0,16-3-172 0 0,4-2-284 0 0,0-6-412 0 0,0-7-112 0 0,5-6-333 0 0,3-9-791 0 0,-8-9-1160 0 0,16-3-3489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5.5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421 1546 5853 0 0,'0'0'2620'0'0,"0"0"-1263"0"0,-17-15-463 0 0,-32-31 235 0 0,2-2 0 0 0,1-2 0 0 0,3-2-1 0 0,-18-31-1128 0 0,33 26-3 0 0,3-2 1 0 0,3-1-1 0 0,2-1 0 0 0,3 0 0 0 0,2-1 0 0 0,4-1 0 0 0,2-1 0 0 0,2 1 0 0 0,4-1 0 0 0,2 0 0 0 0,7-48 3 0 0,-4 88-132 0 0,1 0-1 0 0,0 0 0 0 0,2 1 1 0 0,1 0-1 0 0,1 0 0 0 0,1 0 1 0 0,1 1-1 0 0,1 0 0 0 0,1 0 1 0 0,0 1-1 0 0,2 1 0 0 0,1-1 133 0 0,0 1-1180 0 0,1 2-1 0 0,0 0 0 0 0,1 1 1 0 0,1 0-1 0 0,1 1 1 0 0,0 1-1 0 0,19-11 1181 0 0,5 3-4943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46.1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1 756 8369 0 0,'0'0'1733'0'0,"0"0"-755"0"0,0 0-311 0 0,15-15 75 0 0,204-205 189 0 0,-20-4-1449 0 0,-199 207-277 0 0,-31 42 430 0 0,6 5 336 0 0,3 2-1 0 0,0 0 0 0 0,2 2 0 0 0,1 0 0 0 0,2 1 0 0 0,2 1 0 0 0,1 0 0 0 0,1 1 0 0 0,2 0 0 0 0,2 1 0 0 0,2 1 1 0 0,1-1-1 0 0,2 1 0 0 0,1 37 30 0 0,-18 273 3789 0 0,4-298-3083 0 0,17-50-712 0 0,-1 0 1 0 0,1-1-1 0 0,-1 1 0 0 0,1-1 1 0 0,-1 1-1 0 0,1-1 1 0 0,-1 1-1 0 0,0-1 0 0 0,1 1 1 0 0,-1-1-1 0 0,0 0 1 0 0,1 1-1 0 0,-1-1 1 0 0,0 0-1 0 0,0 0 0 0 0,1 1 1 0 0,-1-1-1 0 0,0 0 1 0 0,0 0-1 0 0,1 0 0 0 0,-1 0 1 0 0,0 0-1 0 0,0 0 1 0 0,1 0-1 0 0,-1 0 0 0 0,0 0 1 0 0,0 0-1 0 0,0-1 1 0 0,1 1-1 0 0,-1 0 1 0 0,0 0-1 0 0,1-1 0 0 0,-1 1 1 0 0,0 0-1 0 0,1-1 1 0 0,-1 1-1 0 0,0-1 0 0 0,1 1 1 0 0,-1-1-1 0 0,1 1 1 0 0,-1-1-1 0 0,1 0 0 0 0,-1 1 1 0 0,1-1-1 0 0,-1 1 1 0 0,1-1-1 0 0,0 0 0 0 0,-1 1 1 0 0,1-1-1 0 0,0 0 1 0 0,0 0-1 0 0,-1 0 6 0 0,0-1-4 0 0,-78-95-911 0 0,125 83-35 0 0,104 10-4568 0 0,-69 3 521 0 0</inkml:trace>
  <inkml:trace contextRef="#ctx0" brushRef="#br0" timeOffset="253.927">872 758 1396 0 0,'0'0'4305'0'0,"0"0"-4305"0"0,0 0-1985 0 0,0 0-859 0 0</inkml:trace>
  <inkml:trace contextRef="#ctx0" brushRef="#br0" timeOffset="523.443">872 758 9581 0 0,'-141'40'2021'0'0,"268"-33"2062"0"0,-39-13-4183 0 0,0-4 0 0 0,-1-4-1 0 0,0-4 1 0 0,-1-3-1 0 0,7-7 101 0 0,-89 27-277 0 0,34-14-568 0 0,-27-2-4063 0 0,-15 9 935 0 0</inkml:trace>
  <inkml:trace contextRef="#ctx0" brushRef="#br0" timeOffset="776.996">1045 582 8189 0 0,'0'0'4304'0'0,"0"0"-2936"0"0,0 0-92 0 0,0 0-152 0 0,36 95-3 0 0,-24-59-129 0 0,5 4-232 0 0,-5 1-244 0 0,0 2-232 0 0,-4 0-284 0 0,0 0-52 0 0,-8-2-300 0 0,0-3-348 0 0,4 0-388 0 0,0-4-685 0 0,0-9-2315 0 0,12 4-2749 0 0</inkml:trace>
  <inkml:trace contextRef="#ctx0" brushRef="#br0" timeOffset="1809.618">1735 570 7525 0 0,'0'0'2732'0'0,"0"0"-953"0"0,0 0-568 0 0,0 0-302 0 0,0 0-142 0 0,38-2-305 0 0,122-10-462 0 0,-62-23-476 0 0,-84 23 358 0 0,5-1-166 0 0,-1-1 1 0 0,0-1 0 0 0,-1 0-1 0 0,0-1 1 0 0,-2-1 0 0 0,0-1 0 0 0,0 0-1 0 0,-2-1 1 0 0,-1-1 0 0 0,0 0-1 0 0,-1 0 1 0 0,-1-1 0 0 0,2-8 283 0 0,-7-72 362 0 0,-6 99-317 0 0,0 1 0 0 0,0 0 0 0 0,0 0 0 0 0,0-1 0 0 0,0 1 0 0 0,-1 0 0 0 0,1 0 0 0 0,0 0 0 0 0,0 0 0 0 0,-1 1 0 0 0,1-1 0 0 0,-1 0 0 0 0,1 0-1 0 0,-1 1 1 0 0,1-1 0 0 0,-1 1 0 0 0,1 0 0 0 0,-1-1 0 0 0,0 1 0 0 0,1 0 0 0 0,-1 0 0 0 0,1 0 0 0 0,-1 0 0 0 0,0 0 0 0 0,1 0 0 0 0,-1 0 0 0 0,1 1-1 0 0,-1-1 1 0 0,1 1 0 0 0,-1-1 0 0 0,1 1 0 0 0,-1-1 0 0 0,1 1 0 0 0,-1 0 0 0 0,1 0 0 0 0,-1 0 0 0 0,1 0 0 0 0,0 0 0 0 0,0 0 0 0 0,0 0 0 0 0,-1 0 0 0 0,1 0-1 0 0,0 0 1 0 0,0 1 0 0 0,1-1 0 0 0,-1 0 0 0 0,0 1 0 0 0,0-1 0 0 0,1 1 0 0 0,-1-1 0 0 0,1 1 0 0 0,-1-1 0 0 0,1 1 0 0 0,-1 0 0 0 0,1-1 0 0 0,0 1-45 0 0,-15 20 91 0 0,2 1 1 0 0,0 0-1 0 0,1 1 1 0 0,2 1-1 0 0,0-1 1 0 0,2 2-1 0 0,1-1 1 0 0,0 1-1 0 0,2 0 1 0 0,1 1-1 0 0,2-1 1 0 0,0 1-1 0 0,2-1 1 0 0,0 1-1 0 0,2-1 1 0 0,1 1-1 0 0,1-1 1 0 0,2 0-1 0 0,2 8-91 0 0,8 11 98 0 0,-2 0 0 0 0,-2 1 0 0 0,-3 1 0 0 0,-1 0 0 0 0,-2 0 0 0 0,-2 11-98 0 0,-6-56-17 0 0,-1 1-1 0 0,1-1 1 0 0,-1 1-1 0 0,0-1 0 0 0,1 0 1 0 0,-1 0-1 0 0,0 0 0 0 0,0 0 1 0 0,0 0-1 0 0,-1-1 0 0 0,1 1 1 0 0,0-1-1 0 0,-1 0 1 0 0,1 0-1 0 0,-1 0 0 0 0,1-1 1 0 0,-1 1-1 0 0,1-1 0 0 0,-1 1 1 0 0,1-1-1 0 0,-1-1 0 0 0,1 1 1 0 0,-1 0-1 0 0,-2-2 18 0 0,-3 3 15 0 0,-20 0 19 0 0,0 0-1 0 0,0-2 0 0 0,0-1 0 0 0,1-1 0 0 0,-1-2 0 0 0,1-1 0 0 0,0-1 0 0 0,-6-3-33 0 0,35 10 11 0 0,0-1-1 0 0,-1 1 1 0 0,1 0 0 0 0,0-1-1 0 0,-1 1 1 0 0,1 0 0 0 0,0-1-1 0 0,-1 1 1 0 0,1-1 0 0 0,-1 1-1 0 0,1-1 1 0 0,-1 1-1 0 0,1-1 1 0 0,-1 1 0 0 0,0-1-1 0 0,1 0 1 0 0,-1 1 0 0 0,0-1-1 0 0,1 0 1 0 0,-1 1 0 0 0,0-1-1 0 0,0 0 1 0 0,0 1-1 0 0,1-1 1 0 0,-1 0 0 0 0,0 1-1 0 0,0-1 1 0 0,0 0 0 0 0,0 0-1 0 0,0 1 1 0 0,0-1 0 0 0,0 0-1 0 0,-1 1 1 0 0,1-1-1 0 0,0 0 1 0 0,0 0 0 0 0,-1 1-1 0 0,1-1 1 0 0,0 1 0 0 0,0-1-1 0 0,-1 0 1 0 0,1 1 0 0 0,-1-1-1 0 0,1 1 1 0 0,-1-1 0 0 0,1 0-1 0 0,-1 1 1 0 0,1 0-1 0 0,-1-1 1 0 0,1 1 0 0 0,-1-1-1 0 0,0 1 1 0 0,1 0 0 0 0,-1-1-1 0 0,0 1 1 0 0,1 0 0 0 0,-1 0-1 0 0,0-1 1 0 0,1 1-1 0 0,-1 0 1 0 0,0 0 0 0 0,1 0-1 0 0,-1 0 1 0 0,0 0 0 0 0,0 0-11 0 0,64-20 180 0 0,-55 18-227 0 0,23-6-198 0 0,147-34-1497 0 0,-56 28-4727 0 0,-79 13 1330 0 0</inkml:trace>
  <inkml:trace contextRef="#ctx0" brushRef="#br0" timeOffset="2047.581">2113 1400 5945 0 0,'0'0'6432'0'0,"0"0"-4864"0"0,0 0-620 0 0,146-109-4 0 0,-86 65-211 0 0,17-6-337 0 0,3-4-208 0 0,5-4-188 0 0,4-4-44 0 0,3-5-68 0 0,-3-2-52 0 0,-8 2-184 0 0,-13 3-221 0 0,-7 6-211 0 0,-17 8-524 0 0,-8 7-688 0 0,-19 15-952 0 0,-9 6-2597 0 0</inkml:trace>
  <inkml:trace contextRef="#ctx0" brushRef="#br0" timeOffset="2538.998">2771 978 732 0 0,'0'0'6693'0'0,"0"0"-3786"0"0,0 0-1335 0 0,0 0-54 0 0,0 0-131 0 0,0 0-301 0 0,0 0-300 0 0,0 0-253 0 0,0 0-145 0 0,0 0-51 0 0,7 8 14 0 0,-3-5-323 0 0,-1 1-1 0 0,0 0 0 0 0,0-1 1 0 0,0 1-1 0 0,0 0 0 0 0,-1 1 1 0 0,0-1-1 0 0,0 0 0 0 0,0 1 1 0 0,0-1-1 0 0,0 1 0 0 0,-1-1 1 0 0,0 1-1 0 0,0 0 0 0 0,0 0 1 0 0,-1-1-1 0 0,0 1 0 0 0,1 0 1 0 0,-2 0-1 0 0,1 0 0 0 0,0-1 1 0 0,-1 1-1 0 0,0 0 0 0 0,0 0 1 0 0,-1-1-1 0 0,0 2-27 0 0,-88 135 423 0 0,25-54-585 0 0,64-85 156 0 0,-1 0 1 0 0,1 0-1 0 0,0 0 0 0 0,-1 0 0 0 0,1 0 0 0 0,0 0 0 0 0,1 1 0 0 0,-1-1 0 0 0,0 0 0 0 0,0 0 0 0 0,1 1 0 0 0,0-1 0 0 0,-1 0 0 0 0,1 1 0 0 0,0-1 1 0 0,0 0-1 0 0,0 1 0 0 0,0-1 0 0 0,1 0 0 0 0,-1 1 0 0 0,1-1 0 0 0,-1 0 0 0 0,1 0 0 0 0,0 0 0 0 0,0 1 0 0 0,0-1 0 0 0,0 0 0 0 0,0 0 0 0 0,0 0 1 0 0,1 0-1 0 0,-1 0 0 0 0,1-1 0 0 0,-1 1 0 0 0,1 0 0 0 0,0-1 0 0 0,0 1 0 0 0,0-1 0 0 0,-1 0 0 0 0,1 1 0 0 0,1-1 0 0 0,-1 0 0 0 0,0 0 0 0 0,0 0 1 0 0,1 0 5 0 0,110 25-57 0 0,-102-24 22 0 0,16 2-24 0 0,0-1-1 0 0,0-2 1 0 0,1 0-1 0 0,-1-2 1 0 0,0-1-1 0 0,1-1 0 0 0,-1-1 1 0 0,0-1-1 0 0,-1-2 1 0 0,1-1-1 0 0,-2 0 1 0 0,1-2-1 0 0,-1-1 0 0 0,0-2 1 0 0,-1 0-1 0 0,-1-1 1 0 0,0-1-1 0 0,-1-2 1 0 0,-1 0-1 0 0,1-2 60 0 0,-15 11-78 0 0,0 0-1 0 0,-1 0 1 0 0,0 0-1 0 0,-1-1 1 0 0,1 1 0 0 0,-2-1-1 0 0,1-1 1 0 0,-1 1-1 0 0,-1-1 1 0 0,0 1 0 0 0,0-1-1 0 0,-1 0 1 0 0,0 0-1 0 0,-1 0 1 0 0,0 0 0 0 0,0 0-1 0 0,-1-6 79 0 0,-50 29 1022 0 0,15 21-743 0 0,2 1 0 0 0,1 2-1 0 0,2 1 1 0 0,2 1-1 0 0,-16 30-278 0 0,34-54 98 0 0,-1 2-362 0 0,-100 179-138 0 0,79-53-7455 0 0,32-124 2565 0 0</inkml:trace>
  <inkml:trace contextRef="#ctx0" brushRef="#br0" timeOffset="2871.873">3565 1 2492 0 0,'0'0'5063'0'0,"0"0"-2983"0"0,0 0-1021 0 0,0 0 137 0 0,0 0 349 0 0,0 0-80 0 0,0 0-409 0 0,36 21-439 0 0,116 71-299 0 0,-143-86-296 0 0,-1 0 0 0 0,0 0 0 0 0,0 0 0 0 0,-1 1 0 0 0,0 0 0 0 0,0 1 0 0 0,0-1 0 0 0,-1 1 0 0 0,0 0 0 0 0,-1 1 1 0 0,0 0-1 0 0,0 0 0 0 0,0 3-22 0 0,9 14 42 0 0,13 24-47 0 0,-1 2 1 0 0,-3 0 0 0 0,-2 2 0 0 0,-3 0 0 0 0,-2 1 0 0 0,-2 1-1 0 0,-3 0 1 0 0,-3 1 0 0 0,-1 0 0 0 0,-4 0 0 0 0,-2 1 0 0 0,-2-1 0 0 0,-7 38 4 0 0,0-60-229 0 0,-1 0 0 0 0,-2-1 0 0 0,-2 0 0 0 0,-1-1-1 0 0,-2-1 1 0 0,-1 0 0 0 0,-1-1 0 0 0,-1-1 0 0 0,-2-1 0 0 0,-1-1 0 0 0,-2 0 0 0 0,-21 18 229 0 0,-113 98-9765 0 0,100-98 6149 0 0</inkml:trace>
  <inkml:trace contextRef="#ctx0" brushRef="#br0" timeOffset="3187.637">4291 1171 11309 0 0,'0'0'4248'0'0,"0"0"-3003"0"0,0 0-225 0 0,0 0-356 0 0,0 0-220 0 0,233 24-208 0 0,-172-28-236 0 0,-1-8-88 0 0,-3-1-356 0 0,-1-5-284 0 0,-3-2-140 0 0,-9 1-285 0 0,-12-2-627 0 0,-12 1-956 0 0,-8 4-2068 0 0,-12-6-1761 0 0</inkml:trace>
  <inkml:trace contextRef="#ctx0" brushRef="#br0" timeOffset="3345.908">4254 577 7021 0 0,'0'0'7772'0'0,"0"0"-6159"0"0,0 0-665 0 0,274 33-180 0 0,-149-23-128 0 0,4-1-172 0 0,4-1-368 0 0,-16-2-100 0 0,-16-1-728 0 0,-20-2-892 0 0,-29-1-2509 0 0,-3 5-3920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50.9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1 151 4316 0 0,'0'0'926'0'0,"0"0"-655"0"0,0 0 132 0 0,0 0 934 0 0,0 0 432 0 0,0 0-629 0 0,0 0-562 0 0,0 0-238 0 0,20-6 22 0 0,161-54 404 0 0,-140 41-572 0 0,-30 11-177 0 0,0 0-1 0 0,0 1 1 0 0,1 1-1 0 0,-1 0 1 0 0,1 0 0 0 0,1 1-1 0 0,-1 1 1 0 0,1 0-1 0 0,0 1 1 0 0,0 0 0 0 0,0 1-1 0 0,0 0 1 0 0,0 1-1 0 0,0 1 1 0 0,1 0 0 0 0,-1 1-1 0 0,0 0 1 0 0,0 1 0 0 0,0 0-1 0 0,0 1 1 0 0,0 1-1 0 0,-1 0 1 0 0,1 1 0 0 0,-1 0-1 0 0,10 6-16 0 0,-9 0-74 0 0,-1 1-1 0 0,0 1 0 0 0,0 0 1 0 0,-1 0-1 0 0,-1 1 1 0 0,0 1-1 0 0,-1-1 1 0 0,-1 2-1 0 0,0-1 0 0 0,-1 1 1 0 0,0 0-1 0 0,-2 1 1 0 0,0-1-1 0 0,-1 1 0 0 0,0 0 1 0 0,-2 0-1 0 0,0 1 1 0 0,0-1-1 0 0,-2 0 1 0 0,0 1-1 0 0,-1-1 0 0 0,-4 16 75 0 0,-3-6 53 0 0,-2 1-1 0 0,-2-1 1 0 0,0-1-1 0 0,-2 0 1 0 0,0 0-1 0 0,-2-2 1 0 0,-1 0-1 0 0,-1 0 1 0 0,0-2-1 0 0,-21 18-52 0 0,27-26 97 0 0,-12 16 60 0 0,-1-1-1 0 0,-2-1 1 0 0,-1-1-1 0 0,-1-1 1 0 0,-1-2-1 0 0,-1-1 1 0 0,-16 8-157 0 0,46-31-48 0 0,0 1 1 0 0,0 0-1 0 0,0 0 1 0 0,0-1 0 0 0,-1 1-1 0 0,1 0 1 0 0,0-1-1 0 0,0 1 1 0 0,-1-1-1 0 0,1 0 1 0 0,0 1-1 0 0,-1-1 1 0 0,1 0-1 0 0,0 0 1 0 0,-1 0-1 0 0,1 0 1 0 0,0 0-1 0 0,-1 0 1 0 0,1 0 0 0 0,0-1-1 0 0,-1 1 1 0 0,1 0-1 0 0,0-1 1 0 0,-1 1-1 0 0,1-1 1 0 0,0 1-1 0 0,0-1 1 0 0,0 1-1 0 0,-1-1 1 0 0,1 0-1 0 0,0 0 1 0 0,0 0 0 0 0,0 0-1 0 0,0 0 1 0 0,0 0-1 0 0,0 0 1 0 0,1 0-1 0 0,-1 0 1 0 0,0 0-1 0 0,0 0 1 0 0,1 0-1 0 0,-1-1 1 0 0,1 1-1 0 0,-1 0 1 0 0,1 0-1 0 0,0-1 1 0 0,-1 1 0 0 0,1 0-1 0 0,0-1 48 0 0,-3-75-900 0 0,3 59 924 0 0,-1 12 16 0 0,0 1-1 0 0,1-1 0 0 0,0 1 1 0 0,-1-1-1 0 0,2 1 0 0 0,-1-1 1 0 0,1 0-1 0 0,-1 1 0 0 0,2 0 1 0 0,-1-1-1 0 0,0 1 0 0 0,1 0 1 0 0,0-1-1 0 0,1 1 1 0 0,-1 0-1 0 0,1 0 0 0 0,0 1 1 0 0,0-1-1 0 0,0 1 0 0 0,0-1 1 0 0,1 1-1 0 0,0 0 0 0 0,0 0 1 0 0,0 1-1 0 0,1-1 0 0 0,-1 1 1 0 0,1 0-1 0 0,-1 0 1 0 0,1 0-1 0 0,0 1 0 0 0,0 0 1 0 0,1 0-1 0 0,-1 0 0 0 0,0 0 1 0 0,3 1-40 0 0,269 104 1089 0 0,8-5-2324 0 0,-84-52-3886 0 0,-116-33 810 0 0</inkml:trace>
  <inkml:trace contextRef="#ctx0" brushRef="#br0" timeOffset="669.661">1146 736 4152 0 0,'0'0'7953'0'0,"0"0"-6089"0"0,0 0-800 0 0,0 0-484 0 0,0 0 201 0 0,0 0-57 0 0,0 0-724 0 0,0 0-236 0 0,0 0-329 0 0,0 0-39 0 0,20-10-228 0 0,-16 5-412 0 0,4-1-992 0 0,-4-2-2708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4:54.9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64 484 0 0,'0'0'1217'0'0,"0"0"-315"0"0,0 0-185 0 0,0 0 9 0 0,0 0-138 0 0,0 0-164 0 0,0 0-208 0 0,0 0-110 0 0,0 0 14 0 0,5-4-59 0 0,22-15-408 0 0,-26 1 1748 0 0,-2 0 562 0 0,7 13 3794 0 0,33 75-4014 0 0,-28-51-1878 0 0,0 1-1 0 0,-1 0 1 0 0,-1 1-1 0 0,-1 0 1 0 0,0 0-1 0 0,-2 1 1 0 0,-1-1-1 0 0,0 2 1 0 0,-2-1-1 0 0,0 0 1 0 0,-2 7 135 0 0,-33 70-559 0 0,11-59 519 0 0,20-38 23 0 0,0 0-1 0 0,1 0 1 0 0,-1 0 0 0 0,0 0 0 0 0,1 0 0 0 0,0 0 0 0 0,-1 0 0 0 0,1 0 0 0 0,0 0 0 0 0,0 1 0 0 0,0-1 0 0 0,0 0 0 0 0,1 0 0 0 0,-1 0-1 0 0,0 0 1 0 0,1 0 0 0 0,0 0 0 0 0,-1 0 0 0 0,1 0 0 0 0,0 0 0 0 0,0 0 0 0 0,0 0 0 0 0,0 0 0 0 0,0 0 0 0 0,1-1 0 0 0,-1 1 0 0 0,1 0 0 0 0,-1-1-1 0 0,1 1 1 0 0,-1-1 0 0 0,1 0 0 0 0,0 1 0 0 0,0-1 0 0 0,-1 0 0 0 0,1 0 0 0 0,0 0 0 0 0,0 0 0 0 0,0-1 0 0 0,0 1 0 0 0,0 0 0 0 0,0-1-1 0 0,1 0 1 0 0,-1 1 0 0 0,0-1 0 0 0,0 0 0 0 0,0 0 0 0 0,0 0 0 0 0,0 0 0 0 0,1 0 0 0 0,-1-1 0 0 0,0 1 0 0 0,0-1 0 0 0,0 1 0 0 0,0-1 0 0 0,0 0-1 0 0,0 0 1 0 0,0 0 0 0 0,0 0 0 0 0,1-1 17 0 0,15 2-20 0 0,0 0-1 0 0,0-1 1 0 0,1-1-1 0 0,-1-1 1 0 0,-1 0-1 0 0,1-2 1 0 0,0 0 0 0 0,-1-1-1 0 0,0 0 1 0 0,0-1-1 0 0,-1-1 1 0 0,0-1-1 0 0,0-1 1 0 0,-1 0-1 0 0,-1-1 1 0 0,1 0-1 0 0,-2-1 1 0 0,1 0 0 0 0,-2-2-1 0 0,0 1 1 0 0,0-2-1 0 0,5-9 21 0 0,-7 3-429 0 0,-5 12 1061 0 0,-4 31 156 0 0,1 28-808 0 0,1 0 1 0 0,3 0-1 0 0,1-1 1 0 0,3 1-1 0 0,2-2 1 0 0,17 43 19 0 0,35 115-2042 0 0,-38-62-3253 0 0,-19-105 2495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18.1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932 1063 380 0 0,'0'0'3541'0'0,"0"0"-2139"0"0,0 0-774 0 0,0 0 111 0 0,0 0 1439 0 0,0 0-584 0 0,0 0-518 0 0,0 0-215 0 0,0 0-2 0 0,10 5 100 0 0,117 22 2947 0 0,-121-26-3852 0 0,-1-1-1 0 0,1-1 1 0 0,0 1-1 0 0,-1-1 1 0 0,1 0-1 0 0,-1 0 1 0 0,1-1-1 0 0,-1 1 1 0 0,0-1-1 0 0,1 0 1 0 0,-1-1-1 0 0,0 1 1 0 0,0-1-1 0 0,0 0 1 0 0,-1-1 0 0 0,1 1-1 0 0,-1-1 1 0 0,0 0-1 0 0,0 0 1 0 0,0 0-1 0 0,0 0 1 0 0,-1-1-1 0 0,0 1 1 0 0,3-5-54 0 0,10-16-97 0 0,0 0 0 0 0,-2-2 0 0 0,0 0 0 0 0,-2 0 0 0 0,-1-1 0 0 0,-2-1 0 0 0,0 1 0 0 0,-2-2 0 0 0,3-29 97 0 0,-6 30-439 0 0,-3 15-561 0 0,0 34 612 0 0,-5 379 1052 0 0,19-268-758 0 0,-76-110-336 0 0,-251 54 1444 0 0,311-74-1059 0 0,1-1-16 0 0,0 0 33 0 0,21 3-18 0 0,266 21-309 0 0,-97-26-3311 0 0,-129-6-1784 0 0,-39 1 323 0 0</inkml:trace>
  <inkml:trace contextRef="#ctx0" brushRef="#br0" timeOffset="364.606">1831 1090 6989 0 0,'0'0'3956'0'0,"0"0"-1862"0"0,0 0-916 0 0,0 0-368 0 0,0 0-46 0 0,0 0 3 0 0,0 0-70 0 0,0 0-150 0 0,0 0-248 0 0,35 0-193 0 0,240-2-263 0 0,-246 2-83 0 0,97-5-767 0 0,-49-10-3694 0 0,-68 10 1740 0 0,-8-4-1560 0 0</inkml:trace>
  <inkml:trace contextRef="#ctx0" brushRef="#br0" timeOffset="604.393">2182 744 10485 0 0,'0'0'3900'0'0,"0"0"-2048"0"0,0 0-591 0 0,0 0-393 0 0,-4 102-56 0 0,4-59-260 0 0,4 7-236 0 0,0 5-132 0 0,0 3-120 0 0,0 3-64 0 0,-4-5-120 0 0,0-1-64 0 0,0-3-184 0 0,0-4-136 0 0,0-5-380 0 0,0-7-556 0 0,0-12-1397 0 0,-4 4-3895 0 0</inkml:trace>
  <inkml:trace contextRef="#ctx0" brushRef="#br0" timeOffset="3430.52">972 1 5156 0 0,'0'0'2573'0'0,"0"0"-830"0"0,0 0-391 0 0,0 0-59 0 0,-41 16-74 0 0,-134 53-204 0 0,129-50-572 0 0,1 2-1 0 0,1 2 1 0 0,1 2 0 0 0,1 1 0 0 0,2 3 0 0 0,-36 32-443 0 0,71-57 24 0 0,-31 22 53 0 0,1 2-1 0 0,1 2 1 0 0,1 1-1 0 0,2 1 1 0 0,2 1-1 0 0,0 2 1 0 0,3 2-1 0 0,1 0 1 0 0,1 1-1 0 0,3 1 1 0 0,1 1-1 0 0,1 2 1 0 0,3-1-1 0 0,1 2 1 0 0,2 4-77 0 0,8-3-197 0 0,2 1 1 0 0,3-1-1 0 0,1 1 1 0 0,2 0-1 0 0,2-1 1 0 0,2 0-1 0 0,2 0 1 0 0,2-1-1 0 0,2 0 1 0 0,1-1-1 0 0,3 0 1 0 0,1-2-1 0 0,2 0 1 0 0,1-1-1 0 0,3-1 1 0 0,1-1-1 0 0,18 20 197 0 0,104 135-3823 0 0,-28-67-2162 0 0,-12-30 1166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20.0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1492 4744 0 0,'0'0'1813'0'0,"0"0"-493"0"0,0 0-503 0 0,0 0-233 0 0,0 0 54 0 0,0 0 194 0 0,0 0 72 0 0,0 0-59 0 0,0 0-64 0 0,16-10 31 0 0,118-100 2121 0 0,-121 91-2947 0 0,-1-1-1 0 0,-1 0 1 0 0,-1-1 0 0 0,0 0-1 0 0,-2 0 1 0 0,-1-1 0 0 0,0 0-1 0 0,-2 0 1 0 0,0 0 0 0 0,-2-1 0 0 0,0 0-1 0 0,-1 0 1 0 0,-2-4 14 0 0,0 27-13 0 0,-12 78-1542 0 0,7-20 1570 0 0,3 0 0 0 0,2 0-1 0 0,3 0 1 0 0,2 0-1 0 0,3-1 1 0 0,11 42-15 0 0,17 56-94 0 0,-36-152 30 0 0,0 0 1 0 0,0 0 0 0 0,0 1-1 0 0,0-1 1 0 0,-1 0-1 0 0,1 0 1 0 0,-1 0 0 0 0,0 0-1 0 0,0 0 1 0 0,0 0 0 0 0,-1 0-1 0 0,1 0 1 0 0,-1 0-1 0 0,1 0 1 0 0,-1-1 0 0 0,0 1-1 0 0,0 0 1 0 0,0-1 0 0 0,0 0-1 0 0,0 1 1 0 0,-1-1-1 0 0,1 0 1 0 0,-1 0 0 0 0,0-1-1 0 0,1 1 1 0 0,-1 0 0 0 0,0-1-1 0 0,0 0 1 0 0,0 1-1 0 0,0-1 1 0 0,0 0 0 0 0,0-1-1 0 0,0 1 1 0 0,-1-1 0 0 0,1 1-1 0 0,0-1 1 0 0,0 0-1 0 0,0 0 1 0 0,-3 0 63 0 0,-1 1-57 0 0,-225 25 894 0 0,231-26-767 0 0,1 0-219 0 0,18-1 38 0 0,504-64 1574 0 0,-500 62-1889 0 0,41-9-370 0 0,-29-3-5597 0 0,-32 10-828 0 0</inkml:trace>
  <inkml:trace contextRef="#ctx0" brushRef="#br0" timeOffset="329.173">367 2222 8433 0 0,'0'0'2341'0'0,"0"0"-657"0"0,0 0-759 0 0,0 0-241 0 0,0 0 72 0 0,0 0-70 0 0,0 0-218 0 0,42-20-167 0 0,136-69-59 0 0,334-203 186 0 0,-447 270-2107 0 0,-23 32-5776 0 0,-30 4 1425 0 0</inkml:trace>
  <inkml:trace contextRef="#ctx0" brushRef="#br0" timeOffset="630.211">875 2145 5064 0 0,'0'0'5396'0'0,"0"0"-3076"0"0,0 0-1206 0 0,0 0-439 0 0,0 0-84 0 0,0 0-90 0 0,0 0-200 0 0,0 0-140 0 0,0 0 7 0 0,0 0 5 0 0,17 13 23 0 0,126 117 471 0 0,-61-5 51 0 0,22 25-3655 0 0,-93-132-448 0 0,-9-3-3833 0 0,-2-7 3721 0 0</inkml:trace>
  <inkml:trace contextRef="#ctx0" brushRef="#br0" timeOffset="867.43">879 2716 6169 0 0,'0'0'4803'0'0,"0"0"-2489"0"0,0 0-1074 0 0,0 0-451 0 0,0 0-250 0 0,0 0-190 0 0,0 0-54 0 0,13-15 167 0 0,244-256 1121 0 0,-228 242-1705 0 0,-2-1 0 0 0,-1-1-1 0 0,-1-1 1 0 0,-2-2 0 0 0,-1 0 0 0 0,-2-1-1 0 0,6-15 123 0 0,2-95-6857 0 0,-28 120 1624 0 0</inkml:trace>
  <inkml:trace contextRef="#ctx0" brushRef="#br0" timeOffset="2184.723">1609 649 7385 0 0,'0'0'1588'0'0,"0"0"-292"0"0,0 0-275 0 0,0 0-27 0 0,0 0-59 0 0,0 0-192 0 0,31 20-237 0 0,99 67-159 0 0,-121-80-297 0 0,-1-1 0 0 0,0 1 0 0 0,0 1 0 0 0,0 0 0 0 0,-1 0 0 0 0,0 0 0 0 0,-1 1 0 0 0,0 0 0 0 0,0 0 0 0 0,-1 1 0 0 0,0 0 0 0 0,2 6-50 0 0,4 7 124 0 0,13 37 126 0 0,-2 2 1 0 0,-3 0-1 0 0,-3 1 1 0 0,-2 1-1 0 0,-3 0 1 0 0,-3 1-1 0 0,-3 0 1 0 0,-3 0-1 0 0,-2 0 1 0 0,-6 35-251 0 0,-7-2-359 0 0,-5-1 0 0 0,-3-1 0 0 0,-5 0 1 0 0,-4-2-1 0 0,-4-1 0 0 0,-4-2 0 0 0,-3-1 0 0 0,-5-3 1 0 0,-56 80 358 0 0,90-145-557 0 0,-54 63-5260 0 0,43-74 1096 0 0</inkml:trace>
  <inkml:trace contextRef="#ctx0" brushRef="#br0" timeOffset="3357.331">2274 105 40 0 0,'0'0'1464'0'0,"0"0"-247"0"0,0 0-48 0 0,0 0 187 0 0,0 0 156 0 0,0 0-48 0 0,0 0-222 0 0,0 0-116 0 0,0 0-83 0 0,1-3-146 0 0,-1 3-867 0 0,0 1 0 0 0,0-1 0 0 0,0 0 0 0 0,0 1 0 0 0,0-1 0 0 0,0 1 0 0 0,1-1 0 0 0,-1 1 0 0 0,0-1 0 0 0,0 0 0 0 0,1 1 0 0 0,-1-1 0 0 0,0 1 0 0 0,0-1 0 0 0,1 0 0 0 0,-1 1 0 0 0,0-1 0 0 0,1 0 0 0 0,-1 0 0 0 0,1 1 0 0 0,-1-1 0 0 0,0 0 0 0 0,1 0 0 0 0,-1 0 0 0 0,1 1 0 0 0,-1-1 0 0 0,1 0 0 0 0,-1 0 0 0 0,0 0 0 0 0,1 0 0 0 0,-1 0 0 0 0,1 0 0 0 0,-1 0 0 0 0,1 0 0 0 0,-1 0 0 0 0,1 0 0 0 0,-1 0 0 0 0,1 0 0 0 0,-1 0 0 0 0,1 0 0 0 0,-1 0 0 0 0,0-1 0 0 0,1 1 0 0 0,-1 0 0 0 0,1 0 0 0 0,-1-1 1 0 0,0 1-1 0 0,1 0 0 0 0,-1 0 0 0 0,1-1 0 0 0,-1 1 0 0 0,0 0 0 0 0,0-1 0 0 0,1 1 0 0 0,-1 0 0 0 0,0-1 0 0 0,1 1 0 0 0,-1-1 0 0 0,0 1 0 0 0,0 0 0 0 0,0-1 0 0 0,0 1 0 0 0,1-1 0 0 0,-1 1 0 0 0,0-1-30 0 0,11 12 244 0 0,266 300 2116 0 0,-212-212-3550 0 0,-34-28-4279 0 0,-27-55 1714 0 0,-3 1-544 0 0</inkml:trace>
  <inkml:trace contextRef="#ctx0" brushRef="#br0" timeOffset="3548.673">2225 585 6201 0 0,'0'0'1468'0'0,"0"0"-388"0"0,109-94-112 0 0,-44 42 144 0 0,15-11 96 0 0,9-1-428 0 0,0-3-420 0 0,-4 5-360 0 0,-5 5-144 0 0,-15 11-368 0 0,-17 9-684 0 0,-8 12-272 0 0,-19 9-724 0 0,-13 14-1061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25.1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 1 4180 0 0,'0'0'722'0'0,"0"0"-47"0"0,0 0 1227 0 0,0 0-211 0 0,0 0-453 0 0,0 0-263 0 0,0 0-87 0 0,0 0 25 0 0,0 0-88 0 0,0 0-163 0 0,-3 11-124 0 0,-21 358 1945 0 0,17-303-2641 0 0,-3 54-438 0 0,14-42-3429 0 0,0-67 1004 0 0,3-4-1843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26.7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1 5825 0 0,'0'0'2360'0'0,"0"0"-690"0"0,0 0-583 0 0,0 0-294 0 0,0 0-157 0 0,0 0-146 0 0,0 0-112 0 0,0 0-26 0 0,0 0 20 0 0,0 0 0 0 0,17 13 4 0 0,136 138 906 0 0,-9 83 426 0 0,-79-121-3084 0 0,7-4-4777 0 0,-63-98 1730 0 0,-1-5-894 0 0</inkml:trace>
  <inkml:trace contextRef="#ctx0" brushRef="#br0" timeOffset="253.315">0 524 2508 0 0,'0'0'5773'0'0,"0"0"-3356"0"0,0 0-1257 0 0,0 0-416 0 0,0 0-201 0 0,0 0-210 0 0,0 0-222 0 0,16-12 82 0 0,306-230 848 0 0,-318 239-1126 0 0,161-104-188 0 0,-107 78-2130 0 0,1 5-3456 0 0,-42 21 192 0 0</inkml:trace>
  <inkml:trace contextRef="#ctx0" brushRef="#br0" timeOffset="745.486">653 398 3648 0 0,'0'0'2803'0'0,"0"0"-995"0"0,0 0-757 0 0,0 0-251 0 0,0 0 45 0 0,0 0 33 0 0,0 0-109 0 0,0 0-110 0 0,0 0 17 0 0,0 0 36 0 0,8-9-5 0 0,23-26-62 0 0,29 23 935 0 0,744 8-1628 0 0,-804 4 45 0 0,0 0-1 0 0,0 0-1 0 0,0 0 1 0 0,0 0 23 0 0,0 0 55 0 0,0 0 48 0 0,0 0 32 0 0,-26-4 145 0 0,-419-134-1448 0 0,445 138 1002 0 0,-7-2 68 0 0,6 3-9352 0 0,1 4 4348 0 0</inkml:trace>
  <inkml:trace contextRef="#ctx0" brushRef="#br0" timeOffset="1048.212">1431 321 4912 0 0,'0'0'2497'0'0,"0"0"-826"0"0,0 0-563 0 0,0 0-134 0 0,0 0-50 0 0,0 0-123 0 0,0 0-60 0 0,0 0 32 0 0,0 0 57 0 0,0 0-46 0 0,-6 17-93 0 0,-25 57-50 0 0,-54 15 914 0 0,54-68-1298 0 0,-18 16-362 0 0,-38 32-409 0 0,42-14-7161 0 0,45-52 2783 0 0</inkml:trace>
  <inkml:trace contextRef="#ctx0" brushRef="#br0" timeOffset="1808.743">1581 596 3332 0 0,'0'0'3054'0'0,"0"0"-894"0"0,0 0-848 0 0,0 0-510 0 0,0 0-355 0 0,0 0-222 0 0,0 0-46 0 0,0 0 126 0 0,2-16 81 0 0,8-50-37 0 0,-7 59-249 0 0,-1 0 0 0 0,1 0-1 0 0,0 1 1 0 0,1 0 0 0 0,-1-1-1 0 0,1 1 1 0 0,1 0 0 0 0,-1 1-1 0 0,1-1 1 0 0,0 1 0 0 0,0 0 0 0 0,0 0-1 0 0,1 1 1 0 0,0-1 0 0 0,5-2-100 0 0,3-4 344 0 0,136-82 1492 0 0,-145 94-1867 0 0,0-1 0 0 0,0 1 0 0 0,0 0 0 0 0,1 0 0 0 0,-1 0 0 0 0,0 1-1 0 0,-1 0 1 0 0,1 0 0 0 0,0 0 0 0 0,0 1 0 0 0,-1-1 0 0 0,1 1 0 0 0,-1 0-1 0 0,0 1 1 0 0,0-1 0 0 0,0 1 0 0 0,0-1 0 0 0,-1 1 0 0 0,0 0 0 0 0,1 1-1 0 0,-2-1 1 0 0,1 1 0 0 0,0-1 0 0 0,-1 1 0 0 0,0 0 0 0 0,0-1 0 0 0,0 1-1 0 0,0 0 1 0 0,-1 1 0 0 0,0-1 0 0 0,0 0 0 0 0,-1 0 0 0 0,1 0 0 0 0,-1 1-1 0 0,0 1 32 0 0,9 47-126 0 0,-9-46 135 0 0,0 1-1 0 0,0-1 1 0 0,1 0 0 0 0,0 1 0 0 0,0-1-1 0 0,0 1 1 0 0,2-1 0 0 0,-1 0 0 0 0,1 0 0 0 0,0 0-1 0 0,0 0 1 0 0,1-1 0 0 0,0 1 0 0 0,0-1-1 0 0,1 0 1 0 0,0 0 0 0 0,0-1 0 0 0,1 1-1 0 0,0-1 1 0 0,0 0 0 0 0,0-1 0 0 0,1 0 0 0 0,0 0-1 0 0,0 0 1 0 0,0-1 0 0 0,1 1 0 0 0,-1-2-1 0 0,1 1 1 0 0,0-1 0 0 0,0-1 0 0 0,1 1-9 0 0,3-1 4 0 0,0 0 0 0 0,0-1-1 0 0,0-1 1 0 0,1 0 0 0 0,-1 0 0 0 0,0-1 0 0 0,0-1 0 0 0,0 0 0 0 0,0 0 0 0 0,0-1 0 0 0,0-1-1 0 0,-1 0 1 0 0,1-1 0 0 0,-1 0 0 0 0,0-1 0 0 0,-1 0 0 0 0,1 0 0 0 0,-1-1 0 0 0,-1-1 0 0 0,1 1-1 0 0,-1-2 1 0 0,0 1 0 0 0,-1-1 0 0 0,0-1 0 0 0,-1 1 0 0 0,0-1 0 0 0,0-1 0 0 0,-1 1 0 0 0,0-1 0 0 0,-1 0-1 0 0,0-2-3 0 0,-2 4-106 0 0,0 0 0 0 0,-1 0-1 0 0,0 0 1 0 0,-1 0 0 0 0,0 0-1 0 0,0 0 1 0 0,-1 0 0 0 0,0-1-1 0 0,-1 1 1 0 0,0 0 0 0 0,-1 0-1 0 0,0 0 1 0 0,0 0 0 0 0,-1-2 106 0 0,-1 8-67 0 0,0 2-1 0 0,0-1 1 0 0,0 0 0 0 0,0 1 0 0 0,0 0 0 0 0,0 0 0 0 0,0 0 0 0 0,-1 0 0 0 0,1 0 0 0 0,0 1-1 0 0,0 0 1 0 0,-1 0 0 0 0,1 0 0 0 0,0 1 0 0 0,-1-1 0 0 0,1 1 0 0 0,0 0 0 0 0,0 0 0 0 0,0 1 0 0 0,0-1-1 0 0,0 1 1 0 0,0 0 0 0 0,0 0 0 0 0,0 0 0 0 0,1 1 0 0 0,-1-1 0 0 0,1 1 0 0 0,-2 2 67 0 0,-140 156 1512 0 0,131-140-1098 0 0,-1 0 0 0 0,0-1 0 0 0,-1-1-1 0 0,-1-1 1 0 0,-1 0 0 0 0,-1-1 0 0 0,0-1 0 0 0,-1-1 0 0 0,-1 0 0 0 0,-2 0-414 0 0,7-11-59 0 0,0-1 0 0 0,0 0 1 0 0,0-1-1 0 0,0-1 0 0 0,-1 0 0 0 0,1-1 1 0 0,0-1-1 0 0,0-1 0 0 0,0 0 0 0 0,0-1 1 0 0,0 0-1 0 0,0-2 0 0 0,1 0 0 0 0,-1 0 0 0 0,1-2 1 0 0,1 0-1 0 0,-1 0 0 0 0,1-1 0 0 0,1-1 1 0 0,-1-1-1 0 0,-3-4 59 0 0,-67-55-1950 0 0,51 8-5378 0 0,32 54 2441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25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1 6169 0 0,'0'0'2392'0'0,"0"0"-840"0"0,0 0-364 0 0,0 0-200 0 0,0 0 24 0 0,0 0-288 0 0,-12 111-356 0 0,4-78-204 0 0,4 1-88 0 0,0-1-76 0 0,0-2-48 0 0,4-2-128 0 0,0-4-116 0 0,0-3-204 0 0,0-5-384 0 0,0-1-492 0 0,0-8-720 0 0,0 4-2577 0 0</inkml:trace>
  <inkml:trace contextRef="#ctx0" brushRef="#br0" timeOffset="251.698">246 448 8433 0 0,'0'0'2392'0'0,"0"0"-852"0"0,0 0-528 0 0,0 0-124 0 0,0 0-532 0 0,0 0-332 0 0,0 0-24 0 0,8-98-176 0 0,-4 60-40 0 0,8-2-192 0 0,0 3-292 0 0,-4 0-180 0 0,0 5 20 0 0,1 6-108 0 0,-5 4-220 0 0,0 6-680 0 0,-4 6-985 0 0,0 5-339 0 0</inkml:trace>
  <inkml:trace contextRef="#ctx0" brushRef="#br0" timeOffset="520.709">452 131 3740 0 0,'0'0'3748'0'0,"0"0"-1837"0"0,0 0-798 0 0,0 0-277 0 0,0 0 106 0 0,0 0-12 0 0,0 0-221 0 0,0 0-235 0 0,0 0-214 0 0,0 0-97 0 0,21 4-72 0 0,69 15-22 0 0,-84-17-72 0 0,0 1 0 0 0,1 0 0 0 0,-1 1 0 0 0,0-1 0 0 0,0 1 0 0 0,-1 0 0 0 0,1 1 1 0 0,-1-1-1 0 0,0 1 0 0 0,0 0 0 0 0,-1 1 0 0 0,1-1 0 0 0,-1 1 0 0 0,0 0 0 0 0,-1 0 0 0 0,1 0 0 0 0,-1 0 0 0 0,0 0 0 0 0,-1 1 0 0 0,0 0 0 0 0,0-1 0 0 0,0 1 0 0 0,-1 0 1 0 0,0 0-1 0 0,0 0 0 0 0,-1 0 0 0 0,0 0 0 0 0,0 0 0 0 0,0 0 0 0 0,-1 0 0 0 0,0 0 0 0 0,0 0 0 0 0,-1 0 3 0 0,1 16-108 0 0,1 91-1942 0 0,0-114 1152 0 0,0 0-253 0 0,-4-17-5421 0 0,-4 5 3810 0 0</inkml:trace>
  <inkml:trace contextRef="#ctx0" brushRef="#br0" timeOffset="839.197">746 174 5032 0 0,'0'0'4710'0'0,"0"0"-2452"0"0,0 0-1021 0 0,0 0-492 0 0,0 0-276 0 0,0 0 76 0 0,0 0-10 0 0,0 0-127 0 0,0 0-178 0 0,28-16-180 0 0,89-53-48 0 0,-113 66 32 0 0,0-1 0 0 0,0 0 0 0 0,1 1 0 0 0,-1 0 0 0 0,1 0 0 0 0,0 0 0 0 0,-1 0 0 0 0,1 1 0 0 0,0 0 0 0 0,1 0 0 0 0,-1 0 0 0 0,0 1-1 0 0,1 0 1 0 0,-1 0 0 0 0,0 0 0 0 0,1 0 0 0 0,-1 1 0 0 0,1 0 0 0 0,-1 0 0 0 0,1 1 0 0 0,-1 0 0 0 0,1 0 0 0 0,-1 0 0 0 0,1 0 0 0 0,-1 1 0 0 0,0 0 0 0 0,0 0 0 0 0,0 0 0 0 0,0 1 0 0 0,0-1 0 0 0,-1 1 0 0 0,1 0 0 0 0,-1 1 0 0 0,1-1 0 0 0,-1 1 0 0 0,0 0 0 0 0,-1 0 0 0 0,1 0 0 0 0,-1 1 0 0 0,0-1 0 0 0,0 1 0 0 0,0-1 0 0 0,0 1 0 0 0,-1 0 0 0 0,1 2-34 0 0,6 14-129 0 0,0 0 1 0 0,-2 0 0 0 0,0 1 0 0 0,-2 0 0 0 0,0 0 0 0 0,-1 0-1 0 0,-1 1 1 0 0,-2-1 0 0 0,0 1 0 0 0,-1 0 0 0 0,-1-1-1 0 0,-1 1 1 0 0,-2 0 0 0 0,0-1 0 0 0,-1 0 0 0 0,-1 0-1 0 0,-1-1 1 0 0,-1 1 0 0 0,-1-1 0 0 0,-1-1 0 0 0,0 0 0 0 0,-2 0-1 0 0,-6 6 129 0 0,-4 8-2764 0 0,4-15-3428 0 0,6-10 347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29.7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3040 0 0,'0'0'4077'0'0,"0"0"-1502"0"0,0 0-1103 0 0,0 0-304 0 0,0 0-193 0 0,0 0-246 0 0,0 0-176 0 0,35-2 71 0 0,116-4-54 0 0,307 38 229 0 0,-217-6-3426 0 0,-232-23 1415 0 0,-9-1-2217 0 0,-3-2-1657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29.9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11641 0 0,'0'0'1728'0'0,"0"0"-1528"0"0,0 0 248 0 0,0 0-296 0 0,278 26-152 0 0,-173-16-48 0 0,4 0-204 0 0,4 1-524 0 0,-28-5-1304 0 0,32 3-2668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30.6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635 1 4060 0 0,'0'0'1081'0'0,"0"0"-159"0"0,0 0-116 0 0,0 0-244 0 0,0 0 74 0 0,32 15 160 0 0,98 51-80 0 0,-51 10 247 0 0,-70-61-807 0 0,-1 0 0 0 0,0 1-1 0 0,-1 0 1 0 0,-1 0 0 0 0,-1 1 0 0 0,0 0-1 0 0,-1 0 1 0 0,-1 0 0 0 0,-1 0-1 0 0,0 0 1 0 0,-1 1 0 0 0,-1-1-1 0 0,-1 0 1 0 0,0 1 0 0 0,-1-1 0 0 0,-1 0-1 0 0,0 0 1 0 0,-2 0 0 0 0,0 0-1 0 0,-1-1 1 0 0,0 0 0 0 0,-1 0-1 0 0,-1 0 1 0 0,-1-1 0 0 0,0 0 0 0 0,-1-1-1 0 0,0 0 1 0 0,-2-1 0 0 0,1 0-1 0 0,-9 7-155 0 0,-9 12 61 0 0,-1-2 0 0 0,-1-1 0 0 0,-2-1 0 0 0,-1-2 0 0 0,-1-2 0 0 0,-1-1 0 0 0,0-1-1 0 0,-2-2 1 0 0,-1-2 0 0 0,0-1 0 0 0,-1-3 0 0 0,-1-1 0 0 0,0-1 0 0 0,-1-3 0 0 0,0-1-1 0 0,-16-1-60 0 0,52-6-50 0 0,0 0-1 0 0,0-1 0 0 0,0 0 0 0 0,0 0 1 0 0,0 0-1 0 0,0-1 0 0 0,1 1 0 0 0,-1-2 0 0 0,0 1 1 0 0,0-1-1 0 0,0 1 0 0 0,1-2 0 0 0,-1 1 0 0 0,1 0 1 0 0,0-1-1 0 0,0 0 0 0 0,0-1 0 0 0,0 1 0 0 0,0-1 1 0 0,1 0-1 0 0,-1 0 0 0 0,1 0 0 0 0,0 0 0 0 0,0-1 1 0 0,1 0-1 0 0,-1 0 0 0 0,1 0 0 0 0,0 0 1 0 0,1 0-1 0 0,-1-1 0 0 0,1 1 0 0 0,0-1 0 0 0,0 0 1 0 0,1 1-1 0 0,-1-1 0 0 0,1 0 0 0 0,1 0 0 0 0,-1 0 1 0 0,1-1 50 0 0,-1 3-11 0 0,1-1 0 0 0,-1 0 0 0 0,1 1 0 0 0,0-1 0 0 0,1 0 0 0 0,-1 0 0 0 0,1 1 0 0 0,0-1 0 0 0,0 1 0 0 0,0-1 0 0 0,0 1 0 0 0,1-1 0 0 0,0 1 0 0 0,0 0 0 0 0,0-1 0 0 0,1 1 0 0 0,-1 0 0 0 0,1 1 0 0 0,0-1 0 0 0,0 0 0 0 0,0 1 0 0 0,0 0 0 0 0,1-1 0 0 0,0 1 0 0 0,-1 1 0 0 0,1-1 0 0 0,0 0 0 0 0,0 1 0 0 0,1 0 0 0 0,-1 0 0 0 0,0 0 0 0 0,1 1 0 0 0,-1-1 0 0 0,1 1 0 0 0,2 0 11 0 0,16 1 78 0 0,-1 1 1 0 0,1 1-1 0 0,-1 1 0 0 0,1 1 0 0 0,-1 1 1 0 0,0 1-1 0 0,-1 1 0 0 0,1 1 1 0 0,14 8-79 0 0,44 14 114 0 0,259 57-368 0 0,-111-60-4531 0 0,-168-24 283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30.9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235 1 10393 0 0,'0'0'2148'0'0,"0"0"-616"0"0,0 0-524 0 0,0 0-152 0 0,0 0 37 0 0,0 0-357 0 0,-93 105-536 0 0,73-73-136 0 0,4 5-312 0 0,-13-1-409 0 0,9 0-463 0 0,-4-4-896 0 0,12-9-2000 0 0,-8-1-1921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32.3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6857 0 0,'0'0'3948'0'0,"0"0"-2204"0"0,0 0-620 0 0,0 0-488 0 0,0 0-180 0 0,0 0-456 0 0,0 0-408 0 0,0 0-1168 0 0,0 0-1332 0 0,0 0-3065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32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9277 0 0,'0'0'3272'0'0,"0"0"-2048"0"0,0 0-1148 0 0,0 0-76 0 0,0 0-4 0 0,0 0-388 0 0,0 0-1348 0 0,0 0-3168 0 0,0 0-1897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32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28 4120 0 0,'0'0'7405'0'0,"0"0"-6241"0"0,0 0-1164 0 0,0 0-972 0 0,0 0-136 0 0,0 0-548 0 0,0 0-4857 0 0</inkml:trace>
  <inkml:trace contextRef="#ctx0" brushRef="#br0" timeOffset="1">1068 1 13893 0 0,'0'0'2476'0'0,"0"0"-1915"0"0,0 0-561 0 0,0 0-1141 0 0,0 0-1071 0 0,0 0-5032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5:31.4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1 390 9157 0 0,'0'0'2698'0'0,"0"0"-973"0"0,0 0-948 0 0,0 0-497 0 0,0 0-106 0 0,0 0-154 0 0,12-15-70 0 0,6-5-56 0 0,-2-1-1 0 0,0 0 0 0 0,-1-2 0 0 0,-2 1 0 0 0,0-2 0 0 0,-1 0 1 0 0,-1 0-1 0 0,-2-1 0 0 0,0-1 0 0 0,3-19 107 0 0,-9-54 149 0 0,94 179-281 0 0,235 134 643 0 0,-325-208-435 0 0,0 0 0 0 0,0 0-1 0 0,-1 0 1 0 0,1 1 0 0 0,-1 0-1 0 0,-1 0 1 0 0,0 1-1 0 0,0-1 1 0 0,0 1 0 0 0,-1 0-1 0 0,0 1 1 0 0,0-1 0 0 0,-1 1-1 0 0,0-1 1 0 0,-1 1 0 0 0,0 0-1 0 0,0 0 1 0 0,-1 0 0 0 0,0 0-1 0 0,-1 0 1 0 0,0 1-1 0 0,0-1 1 0 0,-1 0 0 0 0,0 0-1 0 0,0 0 1 0 0,-1 0 0 0 0,-1 0-1 0 0,1 0 1 0 0,-1-1 0 0 0,-1 1-1 0 0,0-1 1 0 0,0 0 0 0 0,-5 7-76 0 0,-292 398-2345 0 0,297-408 1954 0 0,-27 34-2098 0 0,4-24-3880 0 0,8-14 3077 0 0</inkml:trace>
  <inkml:trace contextRef="#ctx0" brushRef="#br0" timeOffset="254.383">319 923 8493 0 0,'0'0'1760'0'0,"0"0"-368"0"0,0 0-660 0 0,0 0-388 0 0,226-37-88 0 0,-157 16-256 0 0,3-3-116 0 0,-3-2-728 0 0,-21 5-1568 0 0,17-11-3369 0 0</inkml:trace>
  <inkml:trace contextRef="#ctx0" brushRef="#br0" timeOffset="635.125">1343 488 9913 0 0,'0'0'2395'0'0,"0"0"-1337"0"0,0 0-622 0 0,0 0-215 0 0,15-16-88 0 0,107-131-1072 0 0,-104 120 593 0 0,-76 128 934 0 0,47-73-540 0 0,1 0 0 0 0,1 1 0 0 0,1 0 0 0 0,2 0 0 0 0,1 1 0 0 0,1 0 1 0 0,2-1-1 0 0,1 1 0 0 0,1 2-48 0 0,0-20-27 0 0,2 4 227 0 0,-1-1-1 0 0,0 1 1 0 0,-1-1 0 0 0,0 1 0 0 0,-1 0 0 0 0,-1-1 0 0 0,-1 1 0 0 0,0-1 0 0 0,-1 0 0 0 0,-1 0 0 0 0,0 0 0 0 0,-1-1 0 0 0,0 0 0 0 0,-1 0 0 0 0,-1 0 0 0 0,0-1 0 0 0,-1 0 0 0 0,-1 0 0 0 0,-1 0-200 0 0,-114-5-1653 0 0,124-8 1354 0 0,1 0-135 0 0,6-2-697 0 0,151-8-835 0 0,-132 10-5419 0 0,-209 12 2589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9:38.5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303 1148 3148 0 0,'0'0'1998'0'0,"0"0"2427"0"0,0 0-2178 0 0,0 0-1115 0 0,0 0-256 0 0,0 0-102 0 0,19-17 75 0 0,200-201 1307 0 0,-101 92-1890 0 0,-6-5 0 0 0,-5-5 1 0 0,43-79-267 0 0,-123 170-81 0 0,-9 13-41 0 0,1 0 1 0 0,1 2-1 0 0,1 0 0 0 0,2 1 1 0 0,1 1-1 0 0,2 2 0 0 0,0 0 1 0 0,4 0 121 0 0,-26 83 193 0 0,-1-23-241 0 0,1 0-1 0 0,2 0 1 0 0,1-1 0 0 0,2 0-1 0 0,1-1 1 0 0,2 0 0 0 0,7 14 48 0 0,106 174-252 0 0,-102-189 327 0 0,-2 0 0 0 0,-1 2-1 0 0,-2 0 1 0 0,-1 1 0 0 0,-1 1-1 0 0,-3 1 1 0 0,0 0 0 0 0,-2 1 0 0 0,5 33-75 0 0,-16-67-9 0 0,0-1-1 0 0,1 1 1 0 0,-1-1 0 0 0,0 1 0 0 0,0-1 0 0 0,0 1 0 0 0,-1 0 0 0 0,1-1 0 0 0,0 1 0 0 0,-1-1 0 0 0,0 1 0 0 0,0-1 0 0 0,1 0 0 0 0,-1 1 0 0 0,-1-1 0 0 0,1 0 0 0 0,0 0 0 0 0,-1 1-1 0 0,1-1 1 0 0,-1 0 0 0 0,1 0 0 0 0,-1-1 0 0 0,0 1 0 0 0,0 0 0 0 0,0 0 0 0 0,0-1 0 0 0,0 1 0 0 0,0-1 0 0 0,0 0 0 0 0,-1 0 0 0 0,1 0 0 0 0,-1 0 0 0 0,1 0 0 0 0,0 0-1 0 0,-1-1 1 0 0,1 1 0 0 0,-1-1 0 0 0,1 1 0 0 0,-1-1 0 0 0,0 0 0 0 0,1 0 0 0 0,-1 0 0 0 0,1-1 0 0 0,-1 1 0 0 0,1 0 0 0 0,-2-2 9 0 0,1 3-12 0 0,-203 15-300 0 0,-1-8 0 0 0,-30-11 312 0 0,109 2-239 0 0,-453-3-1546 0 0,478 20-1604 0 0,38 2-5036 0 0,40-10 6242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9:41.7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0 615 3980 0 0,'0'0'3843'0'0,"0"0"-1982"0"0,0 0-683 0 0,0 0-188 0 0,0 0-93 0 0,0 0-173 0 0,0 0-269 0 0,0 0 18 0 0,0 0 208 0 0,20-13 143 0 0,129-94 583 0 0,218-275-262 0 0,-266 270-1513 0 0,-68 215 293 0 0,180 394 292 0 0,-152-415-268 0 0,-184-108-707 0 0,10-3 487 0 0,-1 6 0 0 0,0 4-1 0 0,-2 6 1 0 0,-29 3 271 0 0,67 20-1232 0 0,54 1-1993 0 0,4 5-4130 0 0,16-13 3829 0 0</inkml:trace>
  <inkml:trace contextRef="#ctx0" brushRef="#br0" timeOffset="680.933">1073 399 1188 0 0,'0'0'4230'0'0,"0"0"-1633"0"0,0 0-935 0 0,0 0-419 0 0,0 0-177 0 0,0 0-83 0 0,0 0-97 0 0,0 0-119 0 0,0 0-92 0 0,0 0-63 0 0,8-1-61 0 0,347 4 1859 0 0,15 52-2550 0 0,-314-60 48 0 0,-55 5 72 0 0,-1 0-24 0 0,-24-11 14 0 0,-254-146-555 0 0,236 132 324 0 0,-82-26-1925 0 0,114 54-1481 0 0,4 14-7221 0 0,6-5 9931 0 0</inkml:trace>
  <inkml:trace contextRef="#ctx0" brushRef="#br0" timeOffset="981.834">1770 494 664 0 0,'0'0'1054'0'0,"0"0"1202"0"0,0 0 365 0 0,0 0-885 0 0,0 0-735 0 0,0 0-271 0 0,0 0 30 0 0,0 0 4 0 0,0 0-92 0 0,0 0-87 0 0,-4 5-24 0 0,-11 11-160 0 0,-1-2 1 0 0,-1 0-1 0 0,0-1 1 0 0,-1 0-1 0 0,-1-1 1 0 0,0-2-1 0 0,0 0 1 0 0,-1 0-1 0 0,0-2 0 0 0,-13 3-401 0 0,-112 60-1024 0 0,99-32-1713 0 0,35-22-1219 0 0,7 0-4168 0 0,4-13 7199 0 0</inkml:trace>
  <inkml:trace contextRef="#ctx0" brushRef="#br0" timeOffset="1394.428">2407 320 3816 0 0,'0'0'1457'0'0,"0"0"2884"0"0,0 0-2212 0 0,0 0-1242 0 0,0 0-222 0 0,0 0 106 0 0,0 0 92 0 0,0 0-165 0 0,0 0-232 0 0,-20 1-167 0 0,-65 3-69 0 0,5 41 130 0 0,63-29-337 0 0,2-5-67 0 0,1 0 0 0 0,0 1 0 0 0,1 1 1 0 0,0 0-1 0 0,1 1 0 0 0,1 0 0 0 0,0 1 0 0 0,1 0 0 0 0,1 1 0 0 0,0 0 1 0 0,1 0-1 0 0,0 1 0 0 0,2 0 0 0 0,0 0 0 0 0,1 1 0 0 0,1-1 1 0 0,0 1-1 0 0,1 0 0 0 0,1 0 0 0 0,1 1 0 0 0,1 12 44 0 0,5-21-38 0 0,1 0 0 0 0,1-1 0 0 0,0 0 0 0 0,0-1 0 0 0,0 0 0 0 0,1 0 0 0 0,0 0 0 0 0,1-1 0 0 0,0 0 0 0 0,0-1 0 0 0,0 0 0 0 0,1 0 0 0 0,0-1 0 0 0,0 0 0 0 0,0-1 0 0 0,1 0 0 0 0,-1 0 0 0 0,1-2 0 0 0,0 1 0 0 0,0-1 0 0 0,0-1 0 0 0,0 0 0 0 0,0 0 0 0 0,1-1 0 0 0,1-1 38 0 0,9 5 70 0 0,1 0-1 0 0,-1-2 1 0 0,1-1 0 0 0,-1-1 0 0 0,1-1-1 0 0,0 0 1 0 0,-1-2 0 0 0,0-1 0 0 0,0-1-1 0 0,0 0 1 0 0,0-2 0 0 0,-1 0-1 0 0,0-2 1 0 0,0 0 0 0 0,-1-2 0 0 0,0 0-1 0 0,-1-1 1 0 0,-1 0 0 0 0,0-2-1 0 0,0 0 1 0 0,-1-2 0 0 0,-1 1 0 0 0,1-4-70 0 0,-12 10-23 0 0,0 0 1 0 0,-1-1 0 0 0,0 0 0 0 0,0 0 0 0 0,-1 0-1 0 0,0 0 1 0 0,-1 0 0 0 0,0-1 0 0 0,-1 1 0 0 0,0-1 0 0 0,0 1-1 0 0,-1-1 1 0 0,-1 0 0 0 0,0 1 0 0 0,0-1 0 0 0,-1 1-1 0 0,0 0 1 0 0,-1 0 0 0 0,0-1 0 0 0,-1 2 0 0 0,0-1 0 0 0,-1 0-1 0 0,0 1 1 0 0,0 0 0 0 0,-1 0 0 0 0,-1-2 22 0 0,-9-11-10 0 0,-2 0 1 0 0,0 0-1 0 0,-1 2 0 0 0,-1 0 1 0 0,-1 2-1 0 0,-1 0 0 0 0,0 1 1 0 0,-1 1-1 0 0,-10-4 10 0 0,23 14-39 0 0,-1 1-1 0 0,1-1 1 0 0,-1 2-1 0 0,0-1 1 0 0,-1 2 0 0 0,1-1-1 0 0,-1 2 1 0 0,1-1-1 0 0,-1 2 1 0 0,0-1-1 0 0,0 2 1 0 0,0-1 0 0 0,1 2-1 0 0,-1 0 1 0 0,0 0-1 0 0,0 1 1 0 0,0 0-1 0 0,1 1 1 0 0,-1 0 0 0 0,1 1-1 0 0,0 1 1 0 0,0-1-1 0 0,1 2 1 0 0,-1 0-1 0 0,1 0 1 0 0,0 0 0 0 0,1 1-1 0 0,-1 1 1 0 0,1 0-1 0 0,-4 5 40 0 0,-34 34-2934 0 0,9-6-2534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9:39.4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1772 0 0,'0'0'1775'0'0,"0"0"2075"0"0,0 0-1703 0 0,0 19-858 0 0,13 230 1789 0 0,5-154-3233 0 0,-4 0 1 0 0,-3 1 0 0 0,-6 0 0 0 0,-3 1 0 0 0,-6 24 154 0 0,-7-70-1645 0 0,3-21-979 0 0,4-1-3486 0 0,4-16 3465 0 0</inkml:trace>
  <inkml:trace contextRef="#ctx0" brushRef="#br0" timeOffset="302.795">286 1083 468 0 0,'0'0'6965'0'0,"0"0"-4245"0"0,0 0-852 0 0,0 0-844 0 0,0 0-504 0 0,0 0-148 0 0,25-93-20 0 0,-21 57-352 0 0,0-3-112 0 0,0-4-168 0 0,0 0-252 0 0,0 0-32 0 0,4 1-112 0 0,-4 6-200 0 0,0 5-284 0 0,-4 5-340 0 0,0 6-840 0 0,0 8-473 0 0</inkml:trace>
  <inkml:trace contextRef="#ctx0" brushRef="#br0" timeOffset="750.349">573 1082 4900 0 0,'0'0'3516'0'0,"0"0"-1814"0"0,0 0-592 0 0,0 0-106 0 0,0 0-125 0 0,3-17-7 0 0,14-145 1180 0 0,-45 14-3119 0 0,14 85-2490 0 0,8 21-4005 0 0,5 26 4105 0 0</inkml:trace>
  <inkml:trace contextRef="#ctx0" brushRef="#br0" timeOffset="1260.121">524 822 756 0 0,'0'0'885'0'0,"0"0"-2"0"0,0 0 1746 0 0,0 0 198 0 0,0 0-629 0 0,0 0-366 0 0,0 0-275 0 0,0 0-350 0 0,0 0-366 0 0,38-12-187 0 0,166-51 226 0 0,-195 64-879 0 0,0 1 1 0 0,-1 0 0 0 0,1 1-1 0 0,0 0 1 0 0,-1 0-1 0 0,0 1 1 0 0,0 0-1 0 0,0 0 1 0 0,0 1-1 0 0,-1 0 1 0 0,0 0-1 0 0,0 1 1 0 0,0 0 0 0 0,-1 0-1 0 0,1 1 1 0 0,-1-1-1 0 0,-1 1 1 0 0,0 1-1 0 0,0-1 1 0 0,0 1-1 0 0,-1 0 1 0 0,2 5-2 0 0,0-3-54 0 0,0 1 1 0 0,-1-1-1 0 0,0 1 0 0 0,-1 0 0 0 0,0 1 1 0 0,-1-1-1 0 0,0 1 0 0 0,-1-1 1 0 0,0 1-1 0 0,-1 0 0 0 0,0 0 1 0 0,-1 0-1 0 0,-1 0 0 0 0,1 0 1 0 0,-2-1-1 0 0,0 1 0 0 0,-2 9 54 0 0,-11 7-1406 0 0,5-41 602 0 0,14-3 773 0 0,0-1-1 0 0,1 0 1 0 0,0 1 0 0 0,2 0 0 0 0,0 0 0 0 0,0 1-1 0 0,1 0 1 0 0,1 0 0 0 0,1 1 0 0 0,0 0-1 0 0,1 1 1 0 0,0 0 0 0 0,1 0 0 0 0,3-1 31 0 0,-6 6 224 0 0,-1 0 0 0 0,1 1 1 0 0,1 0-1 0 0,-1 0 1 0 0,1 1-1 0 0,0 0 1 0 0,0 1-1 0 0,1 0 1 0 0,0 1-1 0 0,0 0 0 0 0,0 1 1 0 0,0 0-1 0 0,0 1 1 0 0,1 0-1 0 0,-1 0 1 0 0,1 1-1 0 0,-1 1 0 0 0,9 1-224 0 0,-10-1 14 0 0,1 0 0 0 0,-1 1-1 0 0,0 0 1 0 0,0 1 0 0 0,0 0-1 0 0,0 1 1 0 0,-1 0 0 0 0,1 1-1 0 0,-1 0 1 0 0,1 0 0 0 0,-1 1-1 0 0,-1 0 1 0 0,1 0-1 0 0,-1 1 1 0 0,0 1 0 0 0,0-1-1 0 0,0 1 1 0 0,-1 0 0 0 0,0 1-1 0 0,-1 0 1 0 0,0 0 0 0 0,0 0-1 0 0,0 1 1 0 0,-1 0 0 0 0,-1 0-1 0 0,1 0 1 0 0,-1 0-1 0 0,-1 1 1 0 0,0 0 0 0 0,0 0-1 0 0,-1 0 1 0 0,0 0-14 0 0,-1 3-213 0 0,0 1 1 0 0,-1 0-1 0 0,0 0 1 0 0,-1 0-1 0 0,0-1 1 0 0,-1 1-1 0 0,-1 0 1 0 0,0-1-1 0 0,-1 0 1 0 0,0 0-1 0 0,-1 0 1 0 0,-1 0-1 0 0,0-1 1 0 0,0 0-1 0 0,-7 9 213 0 0,-9 3-2739 0 0,3-15-5159 0 0,8-8 4928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9:33.6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6511 1414 520 0 0,'0'0'486'0'0,"0"0"-213"0"0,0 0 264 0 0,0 0 1481 0 0,0 0 330 0 0,0 0-602 0 0,0 0-454 0 0,0 0-154 0 0,0 0 35 0 0,0 4-49 0 0,1-3-919 0 0,-1 0 0 0 0,1 1 1 0 0,-1-1-1 0 0,1 0 0 0 0,-1 0 0 0 0,1 1 0 0 0,0-1 0 0 0,0 0 1 0 0,-1 0-1 0 0,1 0 0 0 0,0 0 0 0 0,0 0 0 0 0,0 0 0 0 0,0 0 1 0 0,0 0-1 0 0,0-1 0 0 0,1 1 0 0 0,-1 0 0 0 0,0 0 0 0 0,0-1 1 0 0,1 1-1 0 0,-1-1 0 0 0,0 1 0 0 0,0-1 0 0 0,1 0 0 0 0,-1 0 1 0 0,1 1-1 0 0,-1-1 0 0 0,0 0 0 0 0,1 0 0 0 0,-1 0 0 0 0,0 0 1 0 0,1 0-1 0 0,-1-1 0 0 0,0 1 0 0 0,1 0 0 0 0,-1-1 0 0 0,0 1 1 0 0,1-1-1 0 0,0 0-205 0 0,15 1 112 0 0,243 10 1414 0 0,-126-3-3613 0 0,-1-4-5023 0 0,-86-3 316 0 0</inkml:trace>
  <inkml:trace contextRef="#ctx0" brushRef="#br0" timeOffset="887.88">7664 1923 1056 0 0,'0'0'1873'0'0,"0"0"2587"0"0,0 0-1935 0 0,0 0-843 0 0,0 0-251 0 0,0 0-293 0 0,0 0-228 0 0,0 0-193 0 0,0 0-254 0 0,0 0-180 0 0,21-6-73 0 0,-12 3-198 0 0,13-2 105 0 0,-1-1-1 0 0,0-1 0 0 0,-1-1 0 0 0,0-1 0 0 0,0-1 1 0 0,-1-1-1 0 0,0 0 0 0 0,-1-2 0 0 0,14-11-116 0 0,-9-5 53 0 0,-2-2 0 0 0,-1 0-1 0 0,-1-1 1 0 0,-2 0-1 0 0,-1-2 1 0 0,-1 0 0 0 0,-3-1-1 0 0,0 0 1 0 0,-3-1 0 0 0,0 0-1 0 0,-3 0 1 0 0,-1-1 0 0 0,-1 1-1 0 0,-3-1 1 0 0,0 0-1 0 0,-3 0 1 0 0,-1 0 0 0 0,-4-14-53 0 0,-76-279-379 0 0,30 155 206 0 0,53 174 173 0 0,-20-68-51 0 0,4 0-1 0 0,3-1 1 0 0,3 0-1 0 0,-1-54 52 0 0,13 121-11 0 0,0 0-1 0 0,0 0 0 0 0,0 1 0 0 0,1-1 1 0 0,-1 1-1 0 0,1-1 0 0 0,0 1 0 0 0,0 0 0 0 0,-1 0 1 0 0,1 0-1 0 0,0 0 0 0 0,1 1 0 0 0,-1-1 1 0 0,0 1-1 0 0,0 0 0 0 0,1 0 0 0 0,-1 0 1 0 0,1 0-1 0 0,-1 0 0 0 0,1 1 0 0 0,-1 0 1 0 0,1 0-1 0 0,-1 0 0 0 0,1 0 0 0 0,-1 0 1 0 0,1 0-1 0 0,-1 1 0 0 0,1 0 0 0 0,-1 0 1 0 0,0 0-1 0 0,1 0 0 0 0,-1 0 0 0 0,0 1 0 0 0,0 0 1 0 0,0-1-1 0 0,1 2 12 0 0,12 0-22 0 0,364 62-67 0 0,7 1-1163 0 0,-133-19-2748 0 0,-192-34 507 0 0,-2 2-2212 0 0</inkml:trace>
  <inkml:trace contextRef="#ctx0" brushRef="#br0" timeOffset="1125.512">7757 1135 11181 0 0,'0'0'1796'0'0,"0"0"-932"0"0,0 0-508 0 0,0 0 304 0 0,0 0 472 0 0,0 0-167 0 0,0 0-269 0 0,270 7-4 0 0,-181-7-344 0 0,8 0-348 0 0,-5 0-124 0 0,-3 0-308 0 0,-4-4-324 0 0,-5 1-773 0 0,-19-1-1179 0 0,3-1-2540 0 0</inkml:trace>
  <inkml:trace contextRef="#ctx0" brushRef="#br0" timeOffset="1681.668">9358 1832 3160 0 0,'0'0'4822'0'0,"0"0"-2556"0"0,0 0-836 0 0,0 0-329 0 0,0 0-121 0 0,0 0-106 0 0,0 0-274 0 0,-33-17-315 0 0,-104-53-182 0 0,125 63-77 0 0,1 0-1 0 0,0-1 0 0 0,0 0 1 0 0,1 0-1 0 0,0-1 0 0 0,1-1 0 0 0,0 0 1 0 0,0 0-1 0 0,1-1 0 0 0,0 0 1 0 0,1 0-1 0 0,0-1 0 0 0,1 0 0 0 0,1 0 1 0 0,-1 0-1 0 0,2-1 0 0 0,0 0 1 0 0,0 0-1 0 0,2 0 0 0 0,-1 0 0 0 0,2 0 1 0 0,-1-1-1 0 0,2 1 0 0 0,0-1 1 0 0,1 1-1 0 0,0 0 0 0 0,1-1 1 0 0,2-9-27 0 0,4-2-213 0 0,1 1-1 0 0,1 0 1 0 0,1 1-1 0 0,1 0 1 0 0,1 1-1 0 0,1 0 1 0 0,1 1-1 0 0,1 1 0 0 0,0 0 1 0 0,2 1-1 0 0,0 1 1 0 0,1 1-1 0 0,1 1 1 0 0,1 0-1 0 0,0 1 1 0 0,1 2-1 0 0,0 0 0 0 0,1 1 1 0 0,0 1-1 0 0,1 2 1 0 0,20-6 214 0 0,-9 2-3083 0 0,1 2-1974 0 0</inkml:trace>
  <inkml:trace contextRef="#ctx0" brushRef="#br0" timeOffset="2363.456">10124 1042 2480 0 0,'0'0'3928'0'0,"0"0"-840"0"0,0 0-1232 0 0,0 0-502 0 0,0 0-345 0 0,0 0-271 0 0,0 0-168 0 0,36 10-236 0 0,114 35-242 0 0,-145-44-106 0 0,0 0 0 0 0,-1 1 0 0 0,1-1 0 0 0,0 1 0 0 0,-1 1 0 0 0,1-1 0 0 0,-1 1 0 0 0,0-1 0 0 0,0 1 0 0 0,0 0 0 0 0,0 1 0 0 0,0-1 0 0 0,-1 1 0 0 0,1-1 0 0 0,-1 1 0 0 0,0 0 0 0 0,0 0 0 0 0,0 1 0 0 0,-1-1 0 0 0,0 0 0 0 0,0 1 0 0 0,0 0 0 0 0,1 3 14 0 0,5 11-133 0 0,3 15 89 0 0,-1 1 1 0 0,-2 1-1 0 0,-1-1 1 0 0,-2 1-1 0 0,-1 1 1 0 0,-2-1-1 0 0,-1 0 0 0 0,-4 22 44 0 0,3-25 130 0 0,1-18-44 0 0,0-11-66 0 0,0 0 0 0 0,-1 0 0 0 0,1 1 0 0 0,-1-1 0 0 0,0 0-1 0 0,0 0 1 0 0,0 1 0 0 0,-1-1 0 0 0,1 0 0 0 0,-1 0 0 0 0,0 0 0 0 0,0 0 0 0 0,-1 0-1 0 0,1 0 1 0 0,-1 0 0 0 0,0 0 0 0 0,0 0 0 0 0,0-1 0 0 0,0 1 0 0 0,-1-1-20 0 0,-108-37-794 0 0,-293-133-1177 0 0,398 164 2014 0 0,0 0 0 0 0,-1 0 0 0 0,1 1 0 0 0,-1 0 0 0 0,1 0 0 0 0,-1 0 0 0 0,1 1 0 0 0,-1 0 0 0 0,0 0 0 0 0,0 1 0 0 0,0 0 0 0 0,1 0 0 0 0,-1 0 0 0 0,0 1-1 0 0,0 0 1 0 0,0 0 0 0 0,1 1 0 0 0,-1 0 0 0 0,1 0 0 0 0,-1 1 0 0 0,1-1 0 0 0,0 2 0 0 0,0-1 0 0 0,0 0 0 0 0,1 1 0 0 0,-1 0 0 0 0,1 1 0 0 0,0-1-1 0 0,0 1 1 0 0,0 0 0 0 0,0 0 0 0 0,1 0 0 0 0,0 1 0 0 0,0-1 0 0 0,1 1 0 0 0,0 0 0 0 0,0 0 0 0 0,0 1 0 0 0,0-1 0 0 0,1 1 0 0 0,0 0-43 0 0,2-1 12 0 0,0-1 1 0 0,0 0 0 0 0,0 1 0 0 0,1-1 0 0 0,0 0 0 0 0,0 1-1 0 0,0-1 1 0 0,0 0 0 0 0,1 0 0 0 0,0 0 0 0 0,0 0 0 0 0,1 0-1 0 0,-1 0 1 0 0,1-1 0 0 0,0 1 0 0 0,0-1 0 0 0,1 0 0 0 0,-1 0-1 0 0,1 0 1 0 0,0 0 0 0 0,0-1 0 0 0,0 1 0 0 0,1-1 0 0 0,-1 0 0 0 0,1-1-1 0 0,-1 1 1 0 0,1-1 0 0 0,0 0 0 0 0,0 0 0 0 0,0 0 0 0 0,0 0-1 0 0,5 0-12 0 0,39 15 31 0 0,0-2-1 0 0,0-3 0 0 0,1-1 1 0 0,1-3-1 0 0,0-2 1 0 0,28-1-31 0 0,84-8-3248 0 0,-55-17-4786 0 0,-56-1 4516 0 0</inkml:trace>
  <inkml:trace contextRef="#ctx0" brushRef="#br0" timeOffset="2681.138">10845 971 508 0 0,'0'0'8553'0'0,"0"0"-5468"0"0,25 16-2026 0 0,147 109 641 0 0,-155-108-1573 0 0,0 1 0 0 0,-2 0 0 0 0,1 1-1 0 0,-2 1 1 0 0,-1 0 0 0 0,-1 1 0 0 0,0 1 0 0 0,-2 0 0 0 0,0 0 0 0 0,-1 1 0 0 0,-2 0 0 0 0,0 1 0 0 0,-2-1 0 0 0,0 1 0 0 0,-2 0 0 0 0,0 1 0 0 0,-2-1 0 0 0,-1 0-1 0 0,0 1 1 0 0,-2-1 0 0 0,-1 0 0 0 0,-1 0 0 0 0,-1 0 0 0 0,-1-1 0 0 0,-1 1 0 0 0,-2 1-127 0 0,-5 2-88 0 0,-2-1-1 0 0,0 0 1 0 0,-2-1-1 0 0,-1-1 1 0 0,-1 0 0 0 0,0-2-1 0 0,-2 0 1 0 0,-1-2-1 0 0,-21 15 89 0 0,-157 75-7674 0 0,104-77 227 0 0</inkml:trace>
  <inkml:trace contextRef="#ctx0" brushRef="#br0" timeOffset="-5714.01">400 1727 304 0 0,'0'0'69'0'0,"0"0"225"0"0,0 0 456 0 0,0 0 1681 0 0,0 0-258 0 0,0 0-711 0 0,0 0-438 0 0,0 0-293 0 0,0 0-91 0 0,5 9 4 0 0,130 169 5055 0 0,-130-172-5679 0 0,1 0 1 0 0,-1-1-1 0 0,1 0 1 0 0,0 0 0 0 0,1 0-1 0 0,-1-1 1 0 0,1 1-1 0 0,0-2 1 0 0,0 1-1 0 0,0-1 1 0 0,0 0-1 0 0,1-1 1 0 0,-1 1-1 0 0,1-1 1 0 0,0-1 0 0 0,0 0-1 0 0,-1 0 1 0 0,1 0-1 0 0,0-1 1 0 0,0 0-1 0 0,0-1 1 0 0,0 0-1 0 0,-1 0 1 0 0,1 0 0 0 0,0-1-1 0 0,-1 0 1 0 0,1-1-1 0 0,-1 0 1 0 0,0 0-1 0 0,0 0 1 0 0,0-1-1 0 0,0 0 1 0 0,0-1-1 0 0,-1 1 1 0 0,0-1 0 0 0,0 0-1 0 0,0-1 1 0 0,-1 1-1 0 0,0-1 1 0 0,0 0-1 0 0,0-1 1 0 0,-1 1-1 0 0,0-1 1 0 0,0 0-21 0 0,40-222-136 0 0,-31 118 139 0 0,16-10 493 0 0,4 1 0 0 0,6 1 0 0 0,5 3 0 0 0,51-96-496 0 0,35-93 539 0 0,-116 268-544 0 0,9-31 22 0 0,3 1 0 0 0,3 1 1 0 0,3 2-1 0 0,2 1 0 0 0,3 1 0 0 0,3 3 0 0 0,4-1-17 0 0,-42 59-167 0 0,0 1-1 0 0,1 0 0 0 0,-1-1 0 0 0,0 1 1 0 0,1 0-1 0 0,-1 0 0 0 0,0 0 0 0 0,0 0 0 0 0,1 0 1 0 0,-1 1-1 0 0,0-1 0 0 0,1 1 0 0 0,-1-1 0 0 0,0 1 1 0 0,0 0-1 0 0,0 0 0 0 0,0 0 0 0 0,0 0 0 0 0,0 0 1 0 0,0 1-1 0 0,0-1 0 0 0,0 0 0 0 0,0 1 0 0 0,-1 0 1 0 0,1-1-1 0 0,-1 1 0 0 0,1 0 0 0 0,-1 0 1 0 0,1 1 167 0 0,7 5-466 0 0,90 69-6045 0 0,-58-47 2247 0 0</inkml:trace>
  <inkml:trace contextRef="#ctx0" brushRef="#br0" timeOffset="-4571.732">779 1085 1708 0 0,'0'0'1004'0'0,"0"0"3089"0"0,0 0-2313 0 0,0 0-36 0 0,0 0-84 0 0,0 0-508 0 0,233 34-220 0 0,-184-28-400 0 0,-1-1-380 0 0,0-4-152 0 0,-3 3-72 0 0,-1-1-232 0 0,-3-3-432 0 0,-1 0-516 0 0,-16 0-960 0 0,4-1-3213 0 0</inkml:trace>
  <inkml:trace contextRef="#ctx0" brushRef="#br0" timeOffset="-3983.709">2032 1749 1280 0 0,'0'0'2120'0'0,"0"0"275"0"0,0 0-322 0 0,0 0-604 0 0,0 0-386 0 0,0 0-129 0 0,0 0-84 0 0,0 0-153 0 0,0 0-145 0 0,0 0-52 0 0,-10-4-6 0 0,-5 0-397 0 0,0-2-1 0 0,0 0 1 0 0,1-1-1 0 0,0-1 1 0 0,0 0 0 0 0,1-1-1 0 0,0 0 1 0 0,0-1-1 0 0,1-1 1 0 0,0 0-1 0 0,1 0 1 0 0,0-1-1 0 0,1 0 1 0 0,0-1-1 0 0,1 0 1 0 0,1-1-1 0 0,0 0 1 0 0,1 0-1 0 0,0-1 1 0 0,1 0 0 0 0,1 0-1 0 0,0 0 1 0 0,1-3-117 0 0,3 8-2 0 0,0 0 0 0 0,1 1 1 0 0,1-1-1 0 0,-1 0 1 0 0,1 0-1 0 0,1 0 0 0 0,0 0 1 0 0,0 1-1 0 0,1-1 0 0 0,1 1 1 0 0,-1-1-1 0 0,1 1 1 0 0,1 0-1 0 0,0 1 0 0 0,0-1 1 0 0,0 1-1 0 0,1 0 1 0 0,1 0-1 0 0,2-2 2 0 0,40-37-291 0 0,2 3 0 0 0,1 2 1 0 0,3 2-1 0 0,1 2 0 0 0,2 3 0 0 0,1 3 0 0 0,13-3 291 0 0,-50 24-654 0 0,52-25-851 0 0,-24 19-5656 0 0,-37 16 1300 0 0</inkml:trace>
  <inkml:trace contextRef="#ctx0" brushRef="#br0" timeOffset="-3237.384">2685 1037 1384 0 0,'0'0'1809'0'0,"0"0"2661"0"0,0 0-2205 0 0,0 0-810 0 0,0 0-200 0 0,37-3-220 0 0,116-6-302 0 0,-140 8-727 0 0,0 0 1 0 0,0 0-1 0 0,0 1 1 0 0,0 1-1 0 0,0 0 1 0 0,0 1-1 0 0,0 0 1 0 0,-1 1-1 0 0,1 1 0 0 0,-1 0 1 0 0,1 0-1 0 0,-1 1 1 0 0,-1 1-1 0 0,1 0 1 0 0,-1 0-1 0 0,0 1 1 0 0,0 1-1 0 0,-1 0 0 0 0,0 0 1 0 0,0 1-1 0 0,-1 1 1 0 0,0-1-1 0 0,-1 1 1 0 0,0 1-1 0 0,-1-1 1 0 0,0 1-1 0 0,0 1 0 0 0,-1-1 1 0 0,-1 1-1 0 0,0 0 1 0 0,-1 1-1 0 0,0-1 1 0 0,-1 1-1 0 0,0-1 1 0 0,-1 1-1 0 0,0 0 0 0 0,-1 0 1 0 0,0 0-1 0 0,-2 11-6 0 0,1 4-89 0 0,0 0 0 0 0,-2-1-1 0 0,-2 1 1 0 0,0-1-1 0 0,-1 0 1 0 0,-2 0 0 0 0,-1-1-1 0 0,-1 0 1 0 0,-1 0-1 0 0,-2-1 1 0 0,0 0 0 0 0,-11 15 89 0 0,14-33-443 0 0,13-30 461 0 0,-6 8 20 0 0,-1 0 0 0 0,0 0 1 0 0,-1 1-1 0 0,-1-1 0 0 0,0 1 0 0 0,-1 0 0 0 0,0 0 1 0 0,-1 1-1 0 0,-1 0 0 0 0,0 0 0 0 0,-1 1 1 0 0,0 0-1 0 0,-1 0 0 0 0,-1 1 0 0 0,1 0 0 0 0,-2 1 1 0 0,1 0-1 0 0,-1 1 0 0 0,-1 1 0 0 0,0 0 1 0 0,0 0-1 0 0,-1 1 0 0 0,1 1 0 0 0,-1 0 1 0 0,-1 1-1 0 0,1 1 0 0 0,-9-2-38 0 0,9 3 13 0 0,-1 0 1 0 0,1 1 0 0 0,0 0-1 0 0,-1 2 1 0 0,1-1-1 0 0,0 2 1 0 0,-1 0-1 0 0,1 1 1 0 0,0 0-1 0 0,0 1 1 0 0,0 1-1 0 0,0 0 1 0 0,0 1-1 0 0,1 0 1 0 0,0 1-1 0 0,0 0 1 0 0,0 1-1 0 0,1 1 1 0 0,0 0-1 0 0,1 1 1 0 0,-1 0 0 0 0,2 1-1 0 0,-1 0 1 0 0,2 0-1 0 0,-1 1 1 0 0,1 0-1 0 0,1 1 1 0 0,-2 4-14 0 0,8-12-25 0 0,0 1 0 0 0,0 0 0 0 0,0 0-1 0 0,1 0 1 0 0,0 0 0 0 0,0 1 0 0 0,0-1 0 0 0,0 0 0 0 0,1 0 0 0 0,0 1 0 0 0,0-1 0 0 0,1 0 0 0 0,-1 0 0 0 0,1 0 0 0 0,0 1 0 0 0,1-1 0 0 0,-1 0 0 0 0,1 0 0 0 0,0 0 0 0 0,0-1 0 0 0,0 1-1 0 0,1 0 1 0 0,0-1 0 0 0,0 0 0 0 0,0 1 0 0 0,0-1 0 0 0,1-1 0 0 0,0 1 0 0 0,-1 0 0 0 0,1-1 0 0 0,1 0 0 0 0,-1 0 0 0 0,0 0 0 0 0,1 0 0 0 0,-1-1 0 0 0,1 1 0 0 0,0-1 25 0 0,194 63-2129 0 0,21-40 0 0 0,-76-22-2786 0 0,-75-3 444 0 0</inkml:trace>
  <inkml:trace contextRef="#ctx0" brushRef="#br0" timeOffset="-2160.791">3609 1515 1500 0 0,'0'0'7413'0'0,"0"0"-4458"0"0,0 0-1653 0 0,0 0-423 0 0,0 0-147 0 0,0 0 112 0 0,0 0-55 0 0,38 2-350 0 0,125 7-312 0 0,135-2-1839 0 0,-238-8-787 0 0,-57 1 1961 0 0,3-3-4640 0 0,-6-2-627 0 0</inkml:trace>
  <inkml:trace contextRef="#ctx0" brushRef="#br0" timeOffset="-1970.376">4000 1181 5076 0 0,'0'0'6161'0'0,"0"0"-4253"0"0,0 0-1028 0 0,0 0-220 0 0,-33 114 32 0 0,33-76 280 0 0,0 3-323 0 0,0 4-405 0 0,0-4-244 0 0,0 2-100 0 0,0-3 0 0 0,-4-1 0 0 0,0-1-136 0 0,4-3-317 0 0,-4-4-379 0 0,0 0-652 0 0,0-7-1360 0 0,4-9-2993 0 0</inkml:trace>
  <inkml:trace contextRef="#ctx0" brushRef="#br0" timeOffset="-1335.566">4467 1753 3148 0 0,'0'0'1341'0'0,"0"0"2933"0"0,0 0-2201 0 0,0 0-1024 0 0,17-19-129 0 0,97-111 617 0 0,155-255-922 0 0,-213 299 76 0 0,3 3 0 0 0,5 2 0 0 0,58-57-691 0 0,-108 198 884 0 0,10 341-1552 0 0,-24-398 663 0 0,2 99 117 0 0,4 0 0 0 0,5-1 1 0 0,10 30-113 0 0,31 57 287 0 0,-86-186-522 0 0,-244-67 507 0 0,202 43-340 0 0,-1-1-208 0 0,-1 2 1 0 0,-1 4-1 0 0,-1 4 0 0 0,0 3 0 0 0,-16 2 276 0 0,94 8-189 0 0,-28 4-1643 0 0,17 10-4947 0 0,9-6-124 0 0</inkml:trace>
  <inkml:trace contextRef="#ctx0" brushRef="#br0" timeOffset="-668.286">5891 1840 9309 0 0,'0'0'2159'0'0,"0"0"-678"0"0,0 0-233 0 0,0 0-59 0 0,0 0-177 0 0,14-17-176 0 0,5-3-627 0 0,53-94 439 0 0,-61 80-694 0 0,-2-2 0 0 0,-1 1 1 0 0,-2-1-1 0 0,-1 0 0 0 0,-2 0 0 0 0,-2-1 0 0 0,-1 1 1 0 0,-1 0-1 0 0,-3 0 0 0 0,0-1 0 0 0,-3 2 0 0 0,-1-1 1 0 0,-1 1-1 0 0,-2 0 0 0 0,-8-14 46 0 0,0 3-687 0 0,-2 1 0 0 0,-1 1 0 0 0,-3 1-1 0 0,-1 1 1 0 0,-3 1 0 0 0,-1 2 0 0 0,-2 0 687 0 0,-9-3-4291 0 0,-5 8-2776 0 0</inkml:trace>
  <inkml:trace contextRef="#ctx0" brushRef="#br0" timeOffset="3873.238">0 2219 1488 0 0,'0'0'1092'0'0,"0"0"640"0"0,0 0 1436 0 0,0 0-1268 0 0,0 0-570 0 0,0 0-48 0 0,0 0-44 0 0,37 0 42 0 0,226-2 808 0 0,-81-2-847 0 0,497-6 989 0 0,22 31-2230 0 0,851 38 246 0 0,2-67 0 0 0,938-148-246 0 0,-1906 115-209 0 0,59 25 209 0 0,742 36 405 0 0,-1137-14-831 0 0,0 12 1 0 0,11 12 425 0 0,-244-26-193 0 0,-7-1-1643 0 0,-4-3-3861 0 0,-12 0 378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09:59.9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1027 416 0 0,'0'0'493'0'0,"0"0"255"0"0,0 0 851 0 0,0 0 519 0 0,0 0-890 0 0,0 0-327 0 0,0 0-150 0 0,0 0 35 0 0,-15-19 5471 0 0,-2 83-5529 0 0,17-59-711 0 0,0 0 0 0 0,0 0-1 0 0,0 0 1 0 0,0 0-1 0 0,1 0 1 0 0,0 0-1 0 0,0 0 1 0 0,0-1 0 0 0,1 1-1 0 0,-1 0 1 0 0,1-1-1 0 0,1 1 1 0 0,-1-1-1 0 0,0 1 1 0 0,1-1 0 0 0,0 0-1 0 0,0 0 1 0 0,0 0-1 0 0,1-1 1 0 0,-1 1-1 0 0,1-1 1 0 0,0 0 0 0 0,0 0-1 0 0,0 0 1 0 0,0 0-1 0 0,0-1 1 0 0,1 1 0 0 0,0-1-17 0 0,43 21 71 0 0,1-2 1 0 0,0-2 0 0 0,2-3-1 0 0,0-1 1 0 0,0-3 0 0 0,1-2 0 0 0,1-3-1 0 0,-1-1 1 0 0,1-3 0 0 0,10-3-72 0 0,-58 0-2 0 0,10 2 4 0 0,0-1 0 0 0,1 0 0 0 0,-1-2 0 0 0,0 1 0 0 0,0-2 0 0 0,0 0 0 0 0,0-1 0 0 0,-1-1 0 0 0,1 0 0 0 0,-1-1-1 0 0,0 0 1 0 0,0-1 0 0 0,0-1 0 0 0,4-3-2 0 0,-15 8 4 0 0,-1 0 0 0 0,0 0-1 0 0,0 0 1 0 0,-1 0 0 0 0,1 0 0 0 0,0-1-1 0 0,-1 1 1 0 0,1-1 0 0 0,-1 1-1 0 0,0-1 1 0 0,0 1 0 0 0,0-1 0 0 0,0 0-1 0 0,0 0 1 0 0,-1 1 0 0 0,1-1-1 0 0,-1 0 1 0 0,0 0 0 0 0,0 0-1 0 0,0 0 1 0 0,0 0 0 0 0,0 1 0 0 0,-1-1-1 0 0,1 0 1 0 0,-1 0 0 0 0,1 0-1 0 0,-1 1 1 0 0,0-1 0 0 0,-1 0 0 0 0,1 1-1 0 0,0-1 1 0 0,-1 1 0 0 0,1-1-1 0 0,-1 1 1 0 0,0 0 0 0 0,1 0 0 0 0,-1 0-1 0 0,0 0 1 0 0,-1 0 0 0 0,0-1-4 0 0,-98-71 24 0 0,99 72-19 0 0,-236-128 35 0 0,-162-107 280 0 0,397 237-304 0 0,0-1-1 0 0,1 0 0 0 0,0 0 0 0 0,-1 0 0 0 0,1 0 1 0 0,-1 0-1 0 0,1 0 0 0 0,0-1 0 0 0,0 1 0 0 0,0-1 1 0 0,0 0-1 0 0,0 1 0 0 0,0-1 0 0 0,0 0 1 0 0,1 0-1 0 0,-1 0 0 0 0,1 0 0 0 0,-1-1 0 0 0,1 1 1 0 0,0 0-1 0 0,0-1 0 0 0,0 1 0 0 0,0-1 0 0 0,0 1 1 0 0,1-1-1 0 0,-1 1 0 0 0,1-1 0 0 0,-1 1 1 0 0,1-1-1 0 0,0 1 0 0 0,0-1 0 0 0,0 0 0 0 0,0 1 1 0 0,1-1-1 0 0,-1 1 0 0 0,1-1 0 0 0,-1 1 0 0 0,1-1 1 0 0,0 1-1 0 0,0-1 0 0 0,0 1 0 0 0,1 0 1 0 0,-1-1-1 0 0,1 0-15 0 0,27-11 16 0 0,1 1 0 0 0,0 1 0 0 0,1 2 0 0 0,0 1 0 0 0,0 2 1 0 0,1 0-1 0 0,0 3 0 0 0,0 0 0 0 0,19 2-16 0 0,222 3-1723 0 0,-184 13-1501 0 0,-1 5-3813 0 0,-70-14 3644 0 0</inkml:trace>
  <inkml:trace contextRef="#ctx0" brushRef="#br0" timeOffset="332.742">1134 664 3088 0 0,'0'0'1217'0'0,"0"0"3570"0"0,0 0-2454 0 0,0 0-1116 0 0,0 0-272 0 0,0 0-29 0 0,-9 18 4 0 0,-41 139 278 0 0,34 81-1496 0 0,14-78-2760 0 0,4-129 57 0 0,0 1-6324 0 0,-2-21 8386 0 0</inkml:trace>
  <inkml:trace contextRef="#ctx0" brushRef="#br0" timeOffset="696.543">1396 1317 7629 0 0,'0'0'2005'0'0,"0"0"-665"0"0,0 0-275 0 0,0 0 13 0 0,0 0 38 0 0,0 0-240 0 0,3-19-414 0 0,45-323-734 0 0,-46 213-1207 0 0,-14 100 70 0 0,-62 16-10832 0 0,55 21 12071 0 0</inkml:trace>
  <inkml:trace contextRef="#ctx0" brushRef="#br0" timeOffset="934.265">1396 874 184 0 0,'0'0'669'0'0,"0"0"1406"0"0,0 0 1828 0 0,0 0-1885 0 0,0 0-718 0 0,0 0-213 0 0,0 0-53 0 0,0 0 47 0 0,38-5-35 0 0,175-29 492 0 0,-187 30-1279 0 0,0 0-1 0 0,0 2 1 0 0,0 0-1 0 0,1 2 0 0 0,-1 1 1 0 0,0 1-1 0 0,0 2 1 0 0,15 3-259 0 0,-32-5 13 0 0,0 1 1 0 0,0-1 0 0 0,0 1 0 0 0,0 1 0 0 0,-1 0 0 0 0,0 0 0 0 0,1 1 0 0 0,-2-1 0 0 0,1 2-1 0 0,-1-1 1 0 0,1 1 0 0 0,-1 0 0 0 0,-1 1 0 0 0,1 0 0 0 0,-1 0 0 0 0,-1 0 0 0 0,1 1-1 0 0,-1 0 1 0 0,-1 0 0 0 0,1 0 0 0 0,-1 0 0 0 0,-1 1 0 0 0,1-1 0 0 0,-1 1 0 0 0,0 6-14 0 0,4 26-591 0 0,-2 0 1 0 0,-1 0 0 0 0,-3 0-1 0 0,-1 0 1 0 0,-5 34 590 0 0,-4-41-3766 0 0,-3-17-6085 0 0,1-13 8474 0 0</inkml:trace>
  <inkml:trace contextRef="#ctx0" brushRef="#br0" timeOffset="1520.991">3025 1538 5336 0 0,'0'0'3942'0'0,"0"0"-2020"0"0,0 0-639 0 0,0 0-385 0 0,0 0 14 0 0,0 0-58 0 0,0 0-228 0 0,0 0-230 0 0,-35-14-95 0 0,-110-49-29 0 0,33-14 293 0 0,89 54-444 0 0,0 3-115 0 0,1 0-1 0 0,0-1 1 0 0,2-1-1 0 0,0-1 0 0 0,2-1 1 0 0,1-1-1 0 0,0 0 1 0 0,2-1-1 0 0,1-1 0 0 0,1 0 1 0 0,1-1-1 0 0,2 0 1 0 0,1-1-1 0 0,1 0 1 0 0,0-7-6 0 0,6 16-59 0 0,2-1 1 0 0,0 0 0 0 0,1 1 0 0 0,1-1 0 0 0,1 1 0 0 0,1-1 0 0 0,1 1 0 0 0,0 0-1 0 0,2 1 1 0 0,0 0 0 0 0,1 0 0 0 0,1 0 0 0 0,1 1 0 0 0,1 0 0 0 0,0 1 0 0 0,5-5 58 0 0,49-53-316 0 0,3 3 1 0 0,3 3-1 0 0,3 3 1 0 0,3 3-1 0 0,64-38 316 0 0,8-11-2408 0 0,-142 107 1844 0 0,21-20-1856 0 0,-17 5-3628 0 0,-10 12 2486 0 0</inkml:trace>
  <inkml:trace contextRef="#ctx0" brushRef="#br0" timeOffset="2204.86">3819 688 744 0 0,'0'0'4819'0'0,"0"0"-2613"0"0,0 0-865 0 0,38-9-185 0 0,121-27-78 0 0,18 20 1451 0 0,-171 19-2499 0 0,0 0 0 0 0,-1 0 0 0 0,1 0 0 0 0,-1 1 0 0 0,0-1 0 0 0,0 1 0 0 0,-1 0 0 0 0,1 1 0 0 0,-1-1 0 0 0,0 1 1 0 0,0 0-1 0 0,0 0 0 0 0,-1 0 0 0 0,1 1 0 0 0,-1-1 0 0 0,-1 1 0 0 0,1 0 0 0 0,-1 0 0 0 0,0-1 0 0 0,0 2 0 0 0,-1-1 0 0 0,0 0 1 0 0,0 0-1 0 0,0 0 0 0 0,-1 1 0 0 0,1-1 0 0 0,-2 0 0 0 0,1 0 0 0 0,-1 1 0 0 0,0-1 0 0 0,0 0 0 0 0,-2 6-30 0 0,3 3-2 0 0,-45 285 201 0 0,24-48 570 0 0,-4-262-2123 0 0,20 4 1382 0 0,-27-22 3 0 0,-1 1 0 0 0,-1 2 0 0 0,-1 2 0 0 0,-1 1-1 0 0,-1 1 1 0 0,-1 3 0 0 0,-1 1 0 0 0,-1 1 0 0 0,0 3 0 0 0,0 1 0 0 0,-1 2 0 0 0,-1 1 0 0 0,0 3 0 0 0,0 1 0 0 0,0 2 0 0 0,-25 3-31 0 0,-44 24 595 0 0,109-23-579 0 0,-1 1 0 0 0,1-1-1 0 0,0 1 1 0 0,-1-1 0 0 0,1 1 0 0 0,0 0-1 0 0,0-1 1 0 0,0 1 0 0 0,0 0 0 0 0,0 1-1 0 0,0-1 1 0 0,1 0 0 0 0,-1 0 0 0 0,1 1-1 0 0,-1-1 1 0 0,1 1 0 0 0,0-1 0 0 0,0 1-1 0 0,0-1 1 0 0,0 1 0 0 0,1 0 0 0 0,-1 0-1 0 0,1-1 1 0 0,0 1 0 0 0,-1 0 0 0 0,1 0-1 0 0,0 0 1 0 0,1-1 0 0 0,-1 1 0 0 0,0 0-1 0 0,1 0 1 0 0,0-1 0 0 0,0 1 0 0 0,-1 0-1 0 0,1-1 1 0 0,1 1 0 0 0,-1-1 0 0 0,0 1-1 0 0,1 0-15 0 0,8 8 17 0 0,1 0-1 0 0,0 0 0 0 0,0-1 1 0 0,1 0-1 0 0,1-1 0 0 0,-1 0 0 0 0,1-1 1 0 0,1-1-1 0 0,0 0 0 0 0,0 0 1 0 0,0-2-1 0 0,6 2-16 0 0,-14-5-15 0 0,300 92-1592 0 0,-91-61-3354 0 0,-146-27 361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10.2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9049 0 0,'0'0'5672'0'0,"0"0"-4664"0"0,0 0-844 0 0,0 0-164 0 0,0 0-52 0 0,0 0-348 0 0,0 0-952 0 0,0 0-3488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06.9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1 776 468 0 0,'0'0'6731'0'0,"0"0"-3504"0"0,0 0-1709 0 0,0 0-529 0 0,0 0-149 0 0,0 0 185 0 0,0 0-9 0 0,0 0-190 0 0,39 11-215 0 0,133 36-96 0 0,192 3 1209 0 0,80-32-1538 0 0,-441-17-201 0 0,0-1-1 0 0,0 0 0 0 0,0 0 0 0 0,0 0 0 0 0,0 0 0 0 0,0-1 0 0 0,0 1 0 0 0,0-1 0 0 0,0 0 0 0 0,0 0 0 0 0,0 0 0 0 0,0 0 0 0 0,0 0 1 0 0,-1-1-1 0 0,1 1 0 0 0,-1-1 0 0 0,1 0 0 0 0,-1 0 0 0 0,1 0 0 0 0,-1 0 0 0 0,0 0 0 0 0,0 0 0 0 0,0-1 0 0 0,0 1 0 0 0,0-1 0 0 0,-1 1 0 0 0,1-1 1 0 0,-1 0-1 0 0,0 1 0 0 0,1-1 0 0 0,-1 0 0 0 0,-1 0 0 0 0,1 0 0 0 0,0 0 0 0 0,-1 0 0 0 0,1 0 0 0 0,-1 0 0 0 0,0 0 0 0 0,0 0 0 0 0,0 0 1 0 0,0-1-1 0 0,-1 1 0 0 0,1 0 0 0 0,-1 0 0 0 0,0 1 0 0 0,0-1 0 0 0,0 0 0 0 0,0 0 0 0 0,-1 0 0 0 0,1 0 0 0 0,-1 1 0 0 0,1-1 0 0 0,-1 0 16 0 0,-17-22-74 0 0,-2 1-1 0 0,0 0 0 0 0,-1 2 1 0 0,-1 1-1 0 0,-1 0 0 0 0,-1 2 1 0 0,-1 0-1 0 0,-11-4 75 0 0,19 11-18 0 0,-395-249-335 0 0,495 239-165 0 0,-38 18-120 0 0,234-17-2365 0 0,-88 11-7230 0 0,-132 9 7265 0 0</inkml:trace>
  <inkml:trace contextRef="#ctx0" brushRef="#br0" timeOffset="443.575">1512 864 456 0 0,'0'0'119'0'0,"0"0"698"0"0,0 0 2520 0 0,0 0-430 0 0,0 0-997 0 0,0 0-420 0 0,0 0-185 0 0,0 0-183 0 0,0 0-140 0 0,0 0 5 0 0,6-17-87 0 0,37-156 743 0 0,-59-62-1829 0 0,-42 90-3156 0 0,35 115-982 0 0,2 16-2889 0 0,6 10 4399 0 0</inkml:trace>
  <inkml:trace contextRef="#ctx0" brushRef="#br0" timeOffset="730.107">1803 860 8325 0 0,'0'0'2347'0'0,"0"0"-1226"0"0,0 0-727 0 0,-1-16 35 0 0,-26-185 592 0 0,8 85-1303 0 0,-1-8-375 0 0,-7 45-3665 0 0,21 68 150 0 0,1 2-12 0 0</inkml:trace>
  <inkml:trace contextRef="#ctx0" brushRef="#br0" timeOffset="1000.485">1827 382 1448 0 0,'0'0'1296'0'0,"0"0"3443"0"0,0 0-2438 0 0,0 0-1233 0 0,35-3-241 0 0,243-21 1217 0 0,-262 21-1901 0 0,1 0 0 0 0,-1 2 0 0 0,1 0-1 0 0,0 1 1 0 0,-1 0 0 0 0,1 1 0 0 0,0 1-1 0 0,-1 1 1 0 0,0 0 0 0 0,1 1 0 0 0,-1 1-1 0 0,-1 1 1 0 0,1 0 0 0 0,-1 1 0 0 0,0 0-1 0 0,0 1 1 0 0,-1 1 0 0 0,-1 0 0 0 0,1 1 0 0 0,-1 1-1 0 0,-1 0 1 0 0,0 1 0 0 0,0 0 0 0 0,0 2-143 0 0,-2 2 13 0 0,-1 0 0 0 0,-1 1 0 0 0,-1 0 0 0 0,0 0 0 0 0,-1 1 0 0 0,-1-1 0 0 0,0 1 0 0 0,-2 0 0 0 0,0 1 0 0 0,-1-1 0 0 0,-1 1 0 0 0,0-1 0 0 0,-2 0 0 0 0,0 1 0 0 0,-1-1 0 0 0,-2 7-13 0 0,-39 99-4479 0 0,38-119 1513 0 0,2-4-5984 0 0,3-5 8007 0 0</inkml:trace>
  <inkml:trace contextRef="#ctx0" brushRef="#br0" timeOffset="1715.504">3286 972 468 0 0,'0'0'1947'0'0,"0"0"2393"0"0,0 0-1208 0 0,0 0-1215 0 0,0 0-423 0 0,0 0-193 0 0,0 0-133 0 0,0 0-236 0 0,0 0-287 0 0,-8-1-261 0 0,-21-7-304 0 0,2-1-1 0 0,-1-1 0 0 0,2-1 0 0 0,-1-1 0 0 0,1-2 1 0 0,1 0-1 0 0,1-2 0 0 0,0 0 0 0 0,1-2 1 0 0,1-1-1 0 0,0-1 0 0 0,-1-3-79 0 0,13 12-57 0 0,1 0-1 0 0,1 0 1 0 0,0-1 0 0 0,0 0-1 0 0,1 0 1 0 0,1-1 0 0 0,0 1-1 0 0,0-2 1 0 0,2 1 0 0 0,0 0-1 0 0,0-1 1 0 0,1 0 0 0 0,1 0-1 0 0,0 0 1 0 0,1 0 0 0 0,0 0-1 0 0,1 0 1 0 0,1 0 0 0 0,0 0-1 0 0,1 0 1 0 0,1 0 0 0 0,0 0-1 0 0,1 0 1 0 0,0 1 0 0 0,1-1-1 0 0,1 1 1 0 0,0 1 0 0 0,0-1-1 0 0,1 1 1 0 0,1 0 0 0 0,0 1-1 0 0,1-1 1 0 0,0 2 0 0 0,8-8 57 0 0,17-12-662 0 0,1 1 0 0 0,2 2 0 0 0,1 1 0 0 0,1 2 0 0 0,1 2 0 0 0,38-15 662 0 0,145-55-6652 0 0,-171 72 4111 0 0,-9 4-572 0 0</inkml:trace>
  <inkml:trace contextRef="#ctx0" brushRef="#br0" timeOffset="2492.906">4101 251 1108 0 0,'0'0'1882'0'0,"0"0"2925"0"0,0 0-2324 0 0,0 0-1140 0 0,0 0-296 0 0,0 0-74 0 0,0 0 9 0 0,38 9-162 0 0,120 31-365 0 0,-150-39-429 0 0,0 1-1 0 0,0 0 1 0 0,-1 0-1 0 0,1 0 1 0 0,-1 1-1 0 0,0 0 1 0 0,0 1 0 0 0,0-1-1 0 0,0 1 1 0 0,0 1-1 0 0,-1-1 1 0 0,0 1-1 0 0,0 0 1 0 0,0 1-1 0 0,0 1-25 0 0,10 9 56 0 0,-8-7-23 0 0,0 0 1 0 0,-1 1 0 0 0,0 0-1 0 0,-1 0 1 0 0,0 0 0 0 0,0 1-1 0 0,-1 0 1 0 0,0 0 0 0 0,-1 1-1 0 0,-1-1 1 0 0,0 1 0 0 0,0 0-1 0 0,-1 0 1 0 0,0-1 0 0 0,-1 2-1 0 0,-1-1 1 0 0,0 0 0 0 0,-1 0-1 0 0,0 0 1 0 0,0 0 0 0 0,-2 1-34 0 0,-63 140-364 0 0,62-151 300 0 0,-1-1 1 0 0,1 0 0 0 0,-1 0 0 0 0,1 0 0 0 0,-1 0 0 0 0,1-1 0 0 0,-1 1 0 0 0,1-1 0 0 0,-1 0 0 0 0,1-1 0 0 0,-1 1 0 0 0,1-1-1 0 0,-1 0 1 0 0,1 0 0 0 0,-1 0 0 0 0,1-1 0 0 0,0 0 0 0 0,-1 0 0 0 0,1 0 0 0 0,0 0 0 0 0,1 0 0 0 0,-1-1 0 0 0,0 1 0 0 0,1-1-1 0 0,-1 0 1 0 0,1-1 0 0 0,0 1 0 0 0,0 0 0 0 0,0-1 0 0 0,0 0 0 0 0,1 0 0 0 0,-1 0 63 0 0,-18-14-228 0 0,-17-10 230 0 0,-1 2-1 0 0,-1 1 1 0 0,-1 2-1 0 0,-1 2 1 0 0,-1 2-1 0 0,-26-8-1 0 0,62 24 75 0 0,0 0 0 0 0,0 0 0 0 0,0 1 0 0 0,0 0 0 0 0,0 0 0 0 0,-1 1 0 0 0,1 0-1 0 0,0 0 1 0 0,-1 0 0 0 0,1 1 0 0 0,-1 0 0 0 0,1 1 0 0 0,0 0 0 0 0,-1 0 0 0 0,1 0 0 0 0,0 1 0 0 0,0 0 0 0 0,0 1 0 0 0,0-1 0 0 0,0 1 0 0 0,0 1 0 0 0,1-1 0 0 0,-1 1-1 0 0,1 0 1 0 0,0 1 0 0 0,0-1 0 0 0,1 1 0 0 0,-1 0 0 0 0,1 1 0 0 0,0-1 0 0 0,1 1 0 0 0,-1 0 0 0 0,-2 5-75 0 0,5-7 21 0 0,-1 1 0 0 0,1 0 1 0 0,0 0-1 0 0,0 0 0 0 0,0 0 0 0 0,0 0 1 0 0,1 1-1 0 0,0-1 0 0 0,0 0 1 0 0,1 1-1 0 0,0-1 0 0 0,-1 0 0 0 0,2 1 1 0 0,-1-1-1 0 0,1 1 0 0 0,-1-1 0 0 0,2 0 1 0 0,-1 1-1 0 0,0-1 0 0 0,1 0 0 0 0,0 0 1 0 0,0 0-1 0 0,1 0 0 0 0,-1-1 0 0 0,1 1 1 0 0,0 0-1 0 0,1-1 0 0 0,-1 0 1 0 0,1 0-1 0 0,-1 0 0 0 0,1 0 0 0 0,0-1 1 0 0,1 1-1 0 0,-1-1 0 0 0,1 0 0 0 0,4 2-21 0 0,184 87-414 0 0,-12-47-2604 0 0,-59-33-7314 0 0,-91-12 6994 0 0</inkml:trace>
  <inkml:trace contextRef="#ctx0" brushRef="#br0" timeOffset="2810.145">4693 10 1280 0 0,'0'0'1086'0'0,"0"0"3140"0"0,0 0-1751 0 0,0 0-1128 0 0,0 0-165 0 0,0 0-35 0 0,0 0-100 0 0,0 0-116 0 0,0 0-303 0 0,26-2-222 0 0,85-6-29 0 0,-106 8-342 0 0,0 0 0 0 0,1 1 0 0 0,-1-1 0 0 0,0 1 0 0 0,1 0 0 0 0,-1 1 0 0 0,0-1 0 0 0,0 1 0 0 0,0 0 0 0 0,0 0 0 0 0,0 1 0 0 0,-1-1 0 0 0,1 1 0 0 0,-1 0 0 0 0,1 1 0 0 0,-1-1 0 0 0,0 1-1 0 0,0-1 1 0 0,-1 1 0 0 0,3 4-35 0 0,12 9 31 0 0,0 1 3 0 0,-1 1 1 0 0,0 0-1 0 0,-2 1 0 0 0,0 1 0 0 0,-1 1 0 0 0,-1 0 0 0 0,-1 0 0 0 0,-1 1 1 0 0,-2 1-1 0 0,0 0 0 0 0,-1 0 0 0 0,-1 1 0 0 0,-2 0 0 0 0,0 0 0 0 0,-2 0 1 0 0,0 1-1 0 0,-2-1 0 0 0,-1 1 0 0 0,-1-1 0 0 0,-1 1 0 0 0,-1-1 0 0 0,-2 0 1 0 0,0 0-1 0 0,-1 0 0 0 0,-2 0 0 0 0,-1-1 0 0 0,0-1 0 0 0,-6 10-34 0 0,-82 138-2825 0 0,17-68-7520 0 0,56-79 5745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02.8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1 607 1292 0 0,'0'0'1426'0'0,"0"0"3045"0"0,0 0-2196 0 0,0 0-839 0 0,0 0-145 0 0,35 2-112 0 0,236 11 1328 0 0,-207-12-2510 0 0,106-4 10 0 0,-66-23-3326 0 0,-92 17-1144 0 0,-11 5 168 0 0</inkml:trace>
  <inkml:trace contextRef="#ctx0" brushRef="#br0" timeOffset="227.137">315 354 184 0 0,'0'0'9597'0'0,"0"0"-8245"0"0,0 0-632 0 0,0 0 0 0 0,-56 87 248 0 0,52-56 200 0 0,-4 6-112 0 0,0 4-399 0 0,8 4-381 0 0,0 1-196 0 0,0 1-80 0 0,-4-1-276 0 0,4-1-165 0 0,-4 1-391 0 0,0-4-660 0 0,0-15-1224 0 0,0 11-3537 0 0</inkml:trace>
  <inkml:trace contextRef="#ctx0" brushRef="#br0" timeOffset="1716.018">1013 982 768 0 0,'0'0'614'0'0,"0"0"1078"0"0,0 0 111 0 0,0 0-388 0 0,6-17-150 0 0,134-301 3673 0 0,-1 22-3297 0 0,-78 100-380 0 0,-61 196-1257 0 0,1 1-1 0 0,-1-1 1 0 0,1 0-1 0 0,-1 1 1 0 0,1-1 0 0 0,-1 0-1 0 0,1 1 1 0 0,0-1-1 0 0,-1 0 1 0 0,1 0-1 0 0,-1 0 1 0 0,1 1-1 0 0,0-1 1 0 0,-1 0-1 0 0,1 0 1 0 0,0 0-1 0 0,-1 0 1 0 0,1 0-1 0 0,0 0 1 0 0,-1 0-1 0 0,1 0 1 0 0,-1 0-1 0 0,1-1 1 0 0,0 1-1 0 0,-1 0 1 0 0,1 0-1 0 0,-1 0 1 0 0,1-1 0 0 0,0 1-1 0 0,-1 0 1 0 0,1-1-1 0 0,-1 1 1 0 0,1 0-1 0 0,-1-1 1 0 0,1 1-1 0 0,-1-1 1 0 0,0 1-1 0 0,1-1 1 0 0,-1 1-1 0 0,1-1 1 0 0,-1 1-1 0 0,0-1 1 0 0,0 0-1 0 0,1 1 1 0 0,-1-1-1 0 0,0 1 1 0 0,0-1-1 0 0,1 0 1 0 0,-1 1-1 0 0,0-1-3 0 0,16 37 97 0 0,1-2 0 0 0,2 0 0 0 0,2 0-1 0 0,1-2 1 0 0,1-1 0 0 0,2-1 0 0 0,1-1-1 0 0,28 24-96 0 0,61 76 348 0 0,180 245 571 0 0,-394-363-1055 0 0,-771-83-768 0 0,862 72 548 0 0,-30 1-549 0 0,22 8-2655 0 0,15 5-1460 0 0</inkml:trace>
  <inkml:trace contextRef="#ctx0" brushRef="#br0" timeOffset="2707.481">2323 1133 404 0 0,'0'0'2045'0'0,"0"0"2273"0"0,0 0-2122 0 0,0 0-1116 0 0,0 0-127 0 0,0 0 31 0 0,0 0 65 0 0,0 0-127 0 0,27-14-188 0 0,87-50-144 0 0,86-98 1378 0 0,-182 147-2013 0 0,-1-1 1 0 0,0-1-1 0 0,-2 0 0 0 0,0-1 1 0 0,-1-1-1 0 0,0-1 0 0 0,-2 0 1 0 0,0 0-1 0 0,-2-1 0 0 0,0-1 1 0 0,-1 1-1 0 0,-2-2 1 0 0,0 1-1 0 0,-1-1 0 0 0,-1 0 1 0 0,-1 0-1 0 0,-2-1 0 0 0,0 1 1 0 0,-1-1-1 0 0,-1 1 0 0 0,-2 0 1 0 0,0-1-1 0 0,-1 1 0 0 0,-2 0 1 0 0,0 0-1 0 0,-2 0 0 0 0,-6-15 45 0 0,-1 14-560 0 0,-1 0-1 0 0,-1 0 1 0 0,-1 2-1 0 0,-1 0 0 0 0,-2 1 1 0 0,1 1-1 0 0,-5-2 561 0 0,-105-60-9518 0 0,69 62 6931 0 0</inkml:trace>
  <inkml:trace contextRef="#ctx0" brushRef="#br0" timeOffset="3228.487">3347 737 8173 0 0,'0'0'2020'0'0,"0"0"-592"0"0,0 0-272 0 0,0 0-188 0 0,0 0 236 0 0,0 0 132 0 0,0 0-287 0 0,0 0-381 0 0,250 4-336 0 0,-181-1-184 0 0,-5 1-88 0 0,5 1-60 0 0,-5 2-64 0 0,-3 3-220 0 0,-9-1-420 0 0,-4-1-493 0 0,-11-1-835 0 0,-13 0-3076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12.6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1 210 220 0 0,'0'0'2290'0'0,"0"0"1851"0"0,0 0-2380 0 0,0 0-1142 0 0,0 0-316 0 0,0 0-65 0 0,0 0 155 0 0,0 0 140 0 0,0 0-9 0 0,12 1-60 0 0,507-42 2859 0 0,-111 1-3149 0 0,994-7 1165 0 0,195-36-1283 0 0,-193 100 444 0 0,-251 9-559 0 0,233 34 55 0 0,-296-11 199 0 0,288-7-339 0 0,-88 14 114 0 0,-49-6 67 0 0,-51-81-265 0 0,-512 30 157 0 0,-106 57-161 0 0,-480-51-1313 0 0,-84-10-196 0 0,-8-5-2306 0 0,-4-2-1902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14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1335 404 0 0,'0'0'2019'0'0,"0"0"2165"0"0,0 0-1607 0 0,0 0-1233 0 0,0 0-580 0 0,0 0-200 0 0,0 0 62 0 0,0 0 72 0 0,0 0-55 0 0,13-3-115 0 0,-6 2-589 0 0,115-51 3014 0 0,23-99-2176 0 0,-125 127-793 0 0,90-109-475 0 0,-6-3 0 0 0,68-121 491 0 0,94-139-889 0 0,-177 226 709 0 0,-74 160 164 0 0,-14 9 73 0 0,-1 1 44 0 0,5 44-16 0 0,1 0-1 0 0,2 0 1 0 0,2-1-1 0 0,1 0 0 0 0,3-1 1 0 0,1 0-1 0 0,7 7-84 0 0,8 30 18 0 0,76 232-104 0 0,-91-270 114 0 0,2-1 0 0 0,2 0 0 0 0,2-1 0 0 0,1-2-1 0 0,2 0 1 0 0,2-1 0 0 0,1-2 0 0 0,22 22-28 0 0,113 142-612 0 0,-161-197 606 0 0,1-1-1 0 0,-1 1 1 0 0,0 0-1 0 0,0 0 0 0 0,0 0 1 0 0,0 1-1 0 0,0-1 0 0 0,0 0 1 0 0,0 0-1 0 0,0 0 0 0 0,0 1 1 0 0,0-1-1 0 0,-1 0 0 0 0,1 1 1 0 0,-1-1-1 0 0,1 1 0 0 0,-1-1 1 0 0,1 1-1 0 0,-1-1 0 0 0,0 1 1 0 0,0-1-1 0 0,0 1 0 0 0,0-1 1 0 0,0 1-1 0 0,0-1 0 0 0,0 1 1 0 0,0-1-1 0 0,0 1 0 0 0,-1-1 1 0 0,1 1-1 0 0,-1-1 1 0 0,1 1-1 0 0,-1-1 0 0 0,0 1 1 0 0,1-1-1 0 0,-1 0 0 0 0,0 0 1 0 0,0 1-1 0 0,0-1 0 0 0,0 0 1 0 0,0 0-1 0 0,0 0 0 0 0,0 0 1 0 0,0 0-1 0 0,-1 0 0 0 0,1 0 1 0 0,0 0-1 0 0,-1-1 0 0 0,1 1 1 0 0,0 0-1 0 0,-1-1 0 0 0,1 1 1 0 0,-1-1-1 0 0,1 0 0 0 0,-1 1 1 0 0,1-1-1 0 0,-2 0 7 0 0,-190 12-904 0 0,168-14 1167 0 0,-421-39 1282 0 0,233 16-568 0 0,-199 4-977 0 0,373 23-2 0 0,0 2 0 0 0,1 1 1 0 0,0 2-1 0 0,0 2 0 0 0,1 1 0 0 0,-26 12 2 0 0,-56 25-4884 0 0,99-39-237 0 0,-10-1-2594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47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280 1003 144 0 0,'0'0'677'0'0,"0"0"1828"0"0,0 0 124 0 0,0 0-729 0 0,0 0-579 0 0,0 0-342 0 0,0 0-158 0 0,0 0-97 0 0,0 0-119 0 0,0 0-105 0 0,4 0-30 0 0,-4 0-430 0 0,-1-1-1 0 0,0 1 1 0 0,1 0-1 0 0,-1-1 0 0 0,0 1 1 0 0,1-1-1 0 0,-1 1 1 0 0,0-1-1 0 0,1 1 1 0 0,-1-1-1 0 0,1 1 0 0 0,-1-1 1 0 0,1 1-1 0 0,-1-1 1 0 0,1 0-1 0 0,-1 1 1 0 0,1-1-1 0 0,0 0 0 0 0,-1 1 1 0 0,1-1-1 0 0,0 0 1 0 0,0 0-1 0 0,-1 1 1 0 0,1-1-1 0 0,0 0 0 0 0,0 0 1 0 0,0 0-1 0 0,0 1 1 0 0,0-1-1 0 0,0 0 1 0 0,0 0-1 0 0,0 1 0 0 0,0-1 1 0 0,1 0-1 0 0,-1 0 1 0 0,0 1-1 0 0,0-1 1 0 0,1 0-1 0 0,-1 0 0 0 0,0 1 1 0 0,1-1-1 0 0,-1 0 1 0 0,1 1-1 0 0,-1-1 1 0 0,1 1-1 0 0,-1-1 0 0 0,1 0 1 0 0,0 1-1 0 0,-1-1 1 0 0,1 1-1 0 0,-1 0 1 0 0,1-1-1 0 0,0 1 0 0 0,-1-1 1 0 0,1 1-1 0 0,0 0 1 0 0,0 0-1 0 0,-1-1 1 0 0,1 1-1 0 0,0 0 0 0 0,0 0 1 0 0,0 0-1 0 0,-1 0 1 0 0,1 0-40 0 0,-26-21 12 0 0,0-2 0 0 0,1 0 0 0 0,1-1-1 0 0,1-1 1 0 0,1-2 0 0 0,2 0 0 0 0,0-1 0 0 0,2 0 0 0 0,1-2 0 0 0,2 0 0 0 0,1-1 0 0 0,1 0 0 0 0,1-1 0 0 0,2 0 0 0 0,2 0-1 0 0,-4-34-11 0 0,10 50-31 0 0,0 0 1 0 0,2 0-1 0 0,0 0 0 0 0,1 0 0 0 0,0 0 0 0 0,1 0 0 0 0,1 0 0 0 0,1 1 0 0 0,0-1 0 0 0,1 1 0 0 0,1 1 0 0 0,0-1 0 0 0,1 1 0 0 0,0 0 0 0 0,5-4 31 0 0,3-4-441 0 0,1 0 0 0 0,1 1-1 0 0,1 2 1 0 0,1 0 0 0 0,1 0 0 0 0,0 2 0 0 0,1 1 0 0 0,1 1 0 0 0,0 0 0 0 0,4 1 441 0 0,-24 12-364 0 0,0 1-1 0 0,0 0 1 0 0,0-1 0 0 0,0 2 0 0 0,1-1 0 0 0,-1 0 0 0 0,0 1-1 0 0,0-1 1 0 0,1 1 0 0 0,-1 0 0 0 0,0 0 0 0 0,1 0 0 0 0,-1 0-1 0 0,0 1 1 0 0,0-1 0 0 0,0 1 0 0 0,1 0 0 0 0,-1 0 0 0 0,0 0-1 0 0,0 1 1 0 0,0-1 0 0 0,0 1 0 0 0,0-1 0 0 0,-1 1 0 0 0,1 0-1 0 0,2 2 365 0 0,11 10-1057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48.3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36 118 1956 0 0,'0'0'3975'0'0,"0"0"-2065"0"0,0 0-562 0 0,0 0-99 0 0,0 0-92 0 0,0 0-153 0 0,0 0-209 0 0,40-16-188 0 0,128-48-137 0 0,-151 56-347 0 0,1 2 1 0 0,0 0-1 0 0,0 1 1 0 0,0 1 0 0 0,1 1-1 0 0,-1 0 1 0 0,1 1-1 0 0,0 1 1 0 0,0 1-1 0 0,6 2-123 0 0,11-1 177 0 0,-24 0-160 0 0,-1 0 0 0 0,1 2 0 0 0,0-1 0 0 0,-1 1 0 0 0,0 1 0 0 0,1 0 0 0 0,-1 0 0 0 0,-1 1 0 0 0,1 1 0 0 0,-1 0 0 0 0,0 0 0 0 0,0 1 0 0 0,-1 0 0 0 0,0 1 1 0 0,0 0-1 0 0,-1 0 0 0 0,0 1 0 0 0,0 0 0 0 0,-1 1 0 0 0,0-1 0 0 0,-1 1 0 0 0,0 1 0 0 0,0-1 0 0 0,-1 1 0 0 0,-1 0 0 0 0,0 0 0 0 0,0 0 0 0 0,-1 1 0 0 0,-1-1 0 0 0,0 1 0 0 0,0 0 0 0 0,-1 0 0 0 0,-1-1 0 0 0,0 1 1 0 0,0 5-18 0 0,-1 49-109 0 0,-2 0 0 0 0,-3 0 1 0 0,-3 0-1 0 0,-8 23 109 0 0,1 107-592 0 0,16-196 406 0 0,0 0 45 0 0,2-5 111 0 0,0 0 1 0 0,-1-1-1 0 0,1 1 0 0 0,-1 0 1 0 0,0-1-1 0 0,-1 1 0 0 0,1-1 0 0 0,-1 1 1 0 0,0 0-1 0 0,0-1 0 0 0,-1 1 1 0 0,0-1-1 0 0,0 1 0 0 0,0 0 1 0 0,0-1-1 0 0,-1 1 0 0 0,0 0 0 0 0,0 0 1 0 0,0 0-1 0 0,-3-4 30 0 0,-4-7-125 0 0,-1 1 0 0 0,0-1-1 0 0,-1 2 1 0 0,-1-1 0 0 0,0 2 0 0 0,-1-1 0 0 0,-1 2 0 0 0,0 0-1 0 0,0 0 1 0 0,-1 2 0 0 0,0-1 0 0 0,-1 2 0 0 0,0 0-1 0 0,-1 1 1 0 0,-11-3 125 0 0,12 5 84 0 0,0 1 1 0 0,0 1-1 0 0,0 1 0 0 0,0 0 0 0 0,-1 2 0 0 0,1-1 0 0 0,-1 2 0 0 0,1 0 1 0 0,-1 1-1 0 0,1 1 0 0 0,0 0 0 0 0,-1 1 0 0 0,1 1 0 0 0,0 1 0 0 0,1 0 0 0 0,-1 1 1 0 0,-8 5-85 0 0,15-9-6 0 0,1 1 0 0 0,0-1 0 0 0,-1 2 0 0 0,1 0 1 0 0,0 0-1 0 0,1 0 0 0 0,-1 1 0 0 0,1 0 0 0 0,0 0 1 0 0,0 1-1 0 0,0 0 0 0 0,1 0 0 0 0,0 0 0 0 0,0 1 1 0 0,1 0-1 0 0,0 0 0 0 0,0 1 0 0 0,1-1 0 0 0,-1 1 1 0 0,2 0-1 0 0,-1 0 0 0 0,1 1 0 0 0,0-1 0 0 0,1 1 1 0 0,0-1-1 0 0,0 1 0 0 0,1 5 6 0 0,5-7-111 0 0,1-1-1 0 0,0 0 1 0 0,0 0-1 0 0,1 0 1 0 0,0-1-1 0 0,0 0 1 0 0,0 0 0 0 0,1-1-1 0 0,-1 1 1 0 0,1-1-1 0 0,0-1 1 0 0,0 1-1 0 0,0-1 1 0 0,1-1 0 0 0,-1 1-1 0 0,1-1 1 0 0,0 0-1 0 0,-1-1 1 0 0,1 0-1 0 0,4 0 112 0 0,-4 1-221 0 0,195 19-3782 0 0,-63-36-1995 0 0,-82 1 5069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45.4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43 723 116 0 0,'0'0'111'0'0,"0"0"178"0"0,0 0-155 0 0,0 0-11 0 0,0 0 142 0 0,0 0 389 0 0,0 0-140 0 0,0 0-142 0 0,0 0 88 0 0,-4-8 148 0 0,-13-23 99 0 0,1 77 4769 0 0,10-6-1665 0 0,6-37-3742 0 0,1 1 1 0 0,0-1 0 0 0,-1 0 0 0 0,1 0-1 0 0,0 0 1 0 0,1 0 0 0 0,-1 0 0 0 0,0 0 0 0 0,1 0-1 0 0,0 0 1 0 0,0 0 0 0 0,-1-1 0 0 0,2 1 0 0 0,-1-1-1 0 0,0 1 1 0 0,0-1 0 0 0,1 0 0 0 0,-1 0-1 0 0,1 0 1 0 0,0 0 0 0 0,0 0 0 0 0,0-1 0 0 0,-1 1-1 0 0,1-1 1 0 0,3 1-70 0 0,57 25 1070 0 0,-12-2-1161 0 0,1-2 0 0 0,0-3-1 0 0,2-2 1 0 0,0-2-1 0 0,1-2 1 0 0,0-3 0 0 0,1-3-1 0 0,28 0 92 0 0,-83-8-10 0 0,1 0-1 0 0,0 0 0 0 0,0 0 1 0 0,-1 0-1 0 0,1-1 0 0 0,0 1 1 0 0,-1-1-1 0 0,1 0 0 0 0,0 1 1 0 0,-1-1-1 0 0,1 0 0 0 0,-1 0 1 0 0,1 0-1 0 0,-1 0 0 0 0,1 0 1 0 0,-1 0-1 0 0,0 0 0 0 0,0-1 1 0 0,1 1-1 0 0,-1 0 0 0 0,0-1 1 0 0,0 1-1 0 0,0-1 0 0 0,-1 1 1 0 0,1-1-1 0 0,0 1 0 0 0,0-1 1 0 0,-1 0-1 0 0,1 1 0 0 0,-1-1 1 0 0,0 0-1 0 0,1 1 0 0 0,-1-1 1 0 0,0 0-1 0 0,0 0 0 0 0,0 1 1 0 0,0-1-1 0 0,0 0 0 0 0,0 0 1 0 0,-1 1-1 0 0,1-1 0 0 0,-1 0 1 0 0,0-1 10 0 0,-30-76 268 0 0,-290-262-138 0 0,112 140 226 0 0,208 201-365 0 0,1 0-1 0 0,-1-1 0 0 0,0 1 0 0 0,0-1 0 0 0,1 1 0 0 0,-1 0 1 0 0,0-1-1 0 0,1 0 0 0 0,-1 1 0 0 0,0-1 0 0 0,1 1 0 0 0,-1-1 1 0 0,1 0-1 0 0,-1 1 0 0 0,1-1 0 0 0,-1 0 0 0 0,1 1 0 0 0,0-1 0 0 0,-1 0 1 0 0,1 0-1 0 0,0 1 0 0 0,0-1 0 0 0,-1 0 0 0 0,1 0 0 0 0,0 0 1 0 0,0 0-1 0 0,0 1 0 0 0,0-1 0 0 0,0 0 0 0 0,0 0 0 0 0,0 0 1 0 0,0 1-1 0 0,1-1 0 0 0,-1 0 0 0 0,0 0 0 0 0,0 0 0 0 0,1 1 0 0 0,-1-1 1 0 0,0 0-1 0 0,1 0 0 0 0,-1 1 0 0 0,1-1 0 0 0,-1 0 0 0 0,1 1 1 0 0,-1-1-1 0 0,1 0 0 0 0,-1 1 0 0 0,1-1 0 0 0,0 1 0 0 0,-1-1 1 0 0,1 1-1 0 0,0-1 0 0 0,-1 1 0 0 0,1 0 0 0 0,0-1 0 0 0,0 1 1 0 0,0 0-1 0 0,-1 0 0 0 0,1-1 0 0 0,0 1 0 0 0,0 0 0 0 0,0 0 0 0 0,0 0 10 0 0,62-4-448 0 0,-55 4 382 0 0,229 40-3351 0 0,-143-16-5951 0 0,-83-20 8173 0 0,-3 2 646 0 0</inkml:trace>
  <inkml:trace contextRef="#ctx0" brushRef="#br0" timeOffset="364.222">741 343 1068 0 0,'0'0'517'0'0,"0"0"1676"0"0,0 0 1178 0 0,0 0-1808 0 0,0 0-629 0 0,0 0-243 0 0,11 16-48 0 0,66 122 1011 0 0,-65-81-1294 0 0,-3 0 0 0 0,-2 0 0 0 0,-2 1-1 0 0,-3 0 1 0 0,-3 0 0 0 0,-2 9-360 0 0,0 53-1947 0 0,3-110 988 0 0,0 15-1763 0 0,5-12-4575 0 0,-2-12 6413 0 0</inkml:trace>
  <inkml:trace contextRef="#ctx0" brushRef="#br0" timeOffset="712.325">1184 1141 1632 0 0,'0'0'5464'0'0,"0"0"-3258"0"0,0 0-1236 0 0,0 0-264 0 0,0 0-82 0 0,0 0 2 0 0,9-18-222 0 0,46-148-209 0 0,-53 152-346 0 0,1-257-638 0 0,-40 166-2818 0 0,12 98-2785 0 0,-1 16 4841 0 0,21-3 1214 0 0</inkml:trace>
  <inkml:trace contextRef="#ctx0" brushRef="#br0" timeOffset="965.454">1228 592 116 0 0,'0'0'203'0'0,"0"0"26"0"0,0 0 506 0 0,0 0 1870 0 0,0 0-129 0 0,0 0-637 0 0,0 0-318 0 0,0 0-215 0 0,0 0-154 0 0,34-4-159 0 0,159-19 520 0 0,-176 21-1376 0 0,1 2-1 0 0,0 0 1 0 0,-1 0-1 0 0,1 2 1 0 0,-1 0-1 0 0,1 1 1 0 0,-1 1-1 0 0,0 1 1 0 0,0 0-1 0 0,-1 1 1 0 0,1 1-1 0 0,-1 0 1 0 0,-1 1-1 0 0,0 1 1 0 0,0 0-1 0 0,0 2 1 0 0,-1-1-1 0 0,-1 2 1 0 0,10 9-137 0 0,-13-9 7 0 0,-1 0 0 0 0,-1 1 0 0 0,0 0 0 0 0,0 0 0 0 0,-1 1 0 0 0,-1 0 0 0 0,0 0 0 0 0,-1 1 0 0 0,-1-1 0 0 0,0 1 0 0 0,-1 0 0 0 0,-1 0 0 0 0,0 0 0 0 0,-1 0 0 0 0,-1 1 0 0 0,0-1 0 0 0,-1 0 0 0 0,0 0 0 0 0,-1 1 0 0 0,-2 0-7 0 0,-28 83-604 0 0,-10-49-2672 0 0,-3-45-8356 0 0,25-14 10558 0 0</inkml:trace>
  <inkml:trace contextRef="#ctx0" brushRef="#br0" timeOffset="1204.061">1039 0 4304 0 0,'0'0'6089'0'0,"0"0"-3661"0"0,0 0-848 0 0,0 0-280 0 0,0 0-571 0 0,0 0-65 0 0,0 0-180 0 0,0 0-484 0 0,0 0-52 0 0,28 93-756 0 0,-36-77-613 0 0,-4-4-1335 0 0,-12 2-3884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51.0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54 7353 0 0,'0'0'2621'0'0,"0"0"-917"0"0,0 0-567 0 0,0 0-136 0 0,0 0-77 0 0,0 0-231 0 0,37-1-253 0 0,118-4-191 0 0,362-25 162 0 0,-269 13-3740 0 0,-242 17 597 0 0,-5 0-2267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51.3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2612 0 0,'0'0'10629'0'0,"0"0"-8705"0"0,0 0-812 0 0,262 16-587 0 0,-162-11 35 0 0,1 4-200 0 0,-4 3-360 0 0,-8 0-528 0 0,-5 1-1081 0 0,-23-2-2355 0 0,19 1-4349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2:56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7857 0 0,'0'0'5220'0'0,"0"0"-4200"0"0,0 0-212 0 0,0 0-392 0 0,0 0 112 0 0,0 0-84 0 0,0 0-444 0 0,0 0-292 0 0,0 0-600 0 0,0 0-780 0 0,4 81-892 0 0,-4-73-2945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2:55.7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0 498 1488 0 0,'0'0'1046'0'0,"0"0"-194"0"0,0 0-142 0 0,0 0-502 0 0,0 0-38 0 0,0 0 640 0 0,0 0 953 0 0,0 0-575 0 0,12 26 4526 0 0,-11-22-5622 0 0,-1 0 1 0 0,1 1 0 0 0,0-1 0 0 0,0 0-1 0 0,0 0 1 0 0,1 0 0 0 0,-1 0 0 0 0,1 0-1 0 0,0 0 1 0 0,0 0 0 0 0,1 0-1 0 0,-1-1 1 0 0,1 1 0 0 0,-1-1 0 0 0,1 0-1 0 0,0 0 1 0 0,1 0 0 0 0,-1 0 0 0 0,0 0-1 0 0,1-1 1 0 0,-1 0 0 0 0,1 1 0 0 0,0-1-1 0 0,0 0 1 0 0,0-1 0 0 0,0 1 0 0 0,0-1-1 0 0,0 0 1 0 0,1 0 0 0 0,1 0-93 0 0,137 16-1175 0 0,-138-16 1144 0 0,9-1-12 0 0,-3 2 62 0 0,1 0 1 0 0,0 0 0 0 0,-1-1-1 0 0,1-1 1 0 0,0 0 0 0 0,0-1-1 0 0,-1 0 1 0 0,1-1 0 0 0,0 0 0 0 0,-1-1-1 0 0,1 0 1 0 0,-1-1 0 0 0,0 0-1 0 0,0-1 1 0 0,-1 0 0 0 0,1 0-1 0 0,-1-1 1 0 0,0-1 0 0 0,-1 0-1 0 0,1 0 1 0 0,-1-1 0 0 0,3-4-20 0 0,-11 4-21 0 0,0 1 0 0 0,-1-1 0 0 0,0 0 1 0 0,-1 0-1 0 0,0 0 0 0 0,0 1 0 0 0,0-1 0 0 0,-1 0 0 0 0,0 1 1 0 0,-1-1-1 0 0,1 1 0 0 0,-1 0 0 0 0,-1 0 0 0 0,0 0 0 0 0,0 0 1 0 0,0 0-1 0 0,-1 1 0 0 0,1 0 0 0 0,-2 0 0 0 0,1 0 1 0 0,-1 1-1 0 0,1-1 0 0 0,-2 2 0 0 0,1-1 0 0 0,0 0 0 0 0,-1 1 1 0 0,0 1-1 0 0,0-1 0 0 0,-5-1 21 0 0,-3-7-7 0 0,-106-69 143 0 0,-78-69-172 0 0,198 149 36 0 0,-1 0 0 0 0,1 0 0 0 0,0 0 0 0 0,0 1 1 0 0,0-1-1 0 0,0 0 0 0 0,0 0 0 0 0,0-1 0 0 0,0 1 0 0 0,0 0 0 0 0,0 0 0 0 0,1 0 0 0 0,-1 0 0 0 0,0-1 0 0 0,1 1 0 0 0,-1 0 1 0 0,1-1-1 0 0,-1 1 0 0 0,1-1 0 0 0,0 1 0 0 0,0 0 0 0 0,-1-1 0 0 0,1 1 0 0 0,0-1 0 0 0,0 1 0 0 0,0-1 0 0 0,1 1 1 0 0,-1 0-1 0 0,0-1 0 0 0,0 1 0 0 0,1-1 0 0 0,-1 1 0 0 0,1 0 0 0 0,-1-1 0 0 0,1 1 0 0 0,0 0 0 0 0,0 0 0 0 0,-1-1 1 0 0,1 1-1 0 0,0 0 0 0 0,0 0 0 0 0,0 0 0 0 0,0 0 0 0 0,0 0 0 0 0,1-1 0 0 0,69-24-33 0 0,-47 20-182 0 0,130-22-1839 0 0,-49 22-4933 0 0,-77 6 3260 0 0</inkml:trace>
  <inkml:trace contextRef="#ctx0" brushRef="#br0" timeOffset="253.565">879 30 2400 0 0,'0'0'756'0'0,"0"0"359"0"0,0 0 2186 0 0,0 0-1212 0 0,0 0-642 0 0,0 0-223 0 0,1 15-291 0 0,-1 130 657 0 0,1 48-1650 0 0,13-68-2935 0 0,-6-94-2204 0 0,-4-17 418 0 0</inkml:trace>
  <inkml:trace contextRef="#ctx0" brushRef="#br0" timeOffset="509.179">1040 599 3636 0 0,'0'0'1124'0'0,"0"0"2081"0"0,0 0-1400 0 0,0 0-807 0 0,0 0-256 0 0,0 0-459 0 0,0-15-118 0 0,0-301-1412 0 0,-16 151-901 0 0,3 137-1114 0 0,6 28 1025 0 0</inkml:trace>
  <inkml:trace contextRef="#ctx0" brushRef="#br0" timeOffset="745.105">1060 209 4036 0 0,'0'0'2211'0'0,"0"0"-532"0"0,0 0-404 0 0,0 0-214 0 0,27-16-79 0 0,87-51-116 0 0,-104 60-734 0 0,1 1 1 0 0,0 0-1 0 0,0 0 1 0 0,1 1-1 0 0,-1 1 0 0 0,1 0 1 0 0,0 1-1 0 0,0 0 1 0 0,0 1-1 0 0,0 0 1 0 0,1 1-1 0 0,-1 0 1 0 0,1 1-1 0 0,-1 0 1 0 0,0 1-1 0 0,1 1 0 0 0,-1 0 1 0 0,0 1-1 0 0,0 0 1 0 0,0 0-1 0 0,0 1 1 0 0,-1 1-1 0 0,1 0 1 0 0,-1 1-1 0 0,-1 0 0 0 0,1 0 1 0 0,-1 1-1 0 0,0 1 1 0 0,0 0-1 0 0,-1 0 1 0 0,0 1-1 0 0,4 6-132 0 0,0-2-65 0 0,0 1 0 0 0,-1 0 0 0 0,-1 1 0 0 0,-1 0 0 0 0,0 1 0 0 0,-1 0 0 0 0,-1 1 0 0 0,0 0 1 0 0,-1 0-1 0 0,-1 1 0 0 0,0 0 0 0 0,-2 0 0 0 0,0 0 0 0 0,-1 0 0 0 0,-1 1 0 0 0,-1-1 0 0 0,0 1 0 0 0,-1-1 0 0 0,-1 1 0 0 0,-1-1 0 0 0,-1 2 65 0 0,-24 12-2419 0 0,-5-25-2255 0 0,0-7-433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2:57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111 840 1384 0 0,'0'0'1491'0'0,"0"0"-252"0"0,0 0 1089 0 0,0 0-332 0 0,0 0-630 0 0,0 0-414 0 0,0 0-333 0 0,0 0-123 0 0,0 0-120 0 0,0 0-189 0 0,-20-19 162 0 0,12 10-182 0 0,0 0-1 0 0,0 0 1 0 0,1 0-1 0 0,0-1 0 0 0,0 0 1 0 0,1-1-1 0 0,1 1 1 0 0,0-1-1 0 0,0 0 1 0 0,1 0-1 0 0,1-1 1 0 0,-1-2-167 0 0,-1-6 52 0 0,2 0 0 0 0,0 0 0 0 0,1 0 0 0 0,1 0 0 0 0,1 0 0 0 0,1 0 0 0 0,1 0 0 0 0,1 0 0 0 0,0 0 0 0 0,1 1 0 0 0,1-1 0 0 0,1 1 0 0 0,1 0-1 0 0,1 0 1 0 0,0 1 0 0 0,2 0 0 0 0,4-6-52 0 0,10-14-186 0 0,1 1-1 0 0,2 1 1 0 0,1 1-1 0 0,2 2 1 0 0,1 1-1 0 0,2 1 1 0 0,15-9 186 0 0,-47 40-63 0 0,44-33-2793 0 0,-10 20-3877 0 0,-19 13 2658 0 0</inkml:trace>
  <inkml:trace contextRef="#ctx0" brushRef="#br0" timeOffset="587.002">954 198 3088 0 0,'0'0'4190'0'0,"0"0"-2191"0"0,0 0-856 0 0,0 0-521 0 0,0 0-187 0 0,0 0 4 0 0,0 0 27 0 0,0 0-22 0 0,35 3-108 0 0,107 11-133 0 0,-139-14-197 0 0,0 0 1 0 0,0 0 0 0 0,-1 0 0 0 0,1 1 0 0 0,0 0-1 0 0,0-1 1 0 0,-1 1 0 0 0,1 0 0 0 0,0 0 0 0 0,-1 0 0 0 0,1 1-1 0 0,-1-1 1 0 0,1 1 0 0 0,-1-1 0 0 0,0 1 0 0 0,0 0-1 0 0,0 0 1 0 0,0 0 0 0 0,0 0 0 0 0,0 0 0 0 0,0 1 0 0 0,0-1-1 0 0,-1 0 1 0 0,0 1 0 0 0,1-1 0 0 0,-1 1 0 0 0,0 0-1 0 0,0 0-6 0 0,4 9 13 0 0,8 21-64 0 0,-2 0 0 0 0,-1 1 0 0 0,-2 0 0 0 0,-2 1-1 0 0,0 0 1 0 0,-3 0 0 0 0,-1 1 0 0 0,-1-1 0 0 0,-2 0 0 0 0,-1 0 0 0 0,-3 2 51 0 0,-50 100 709 0 0,21-168-2343 0 0,15 15 1731 0 0,0 0 0 0 0,-1 2 1 0 0,-1 0-1 0 0,0 2 0 0 0,-1 0 0 0 0,0 1 0 0 0,-1 1 1 0 0,0 1-1 0 0,-1 2 0 0 0,1 0 0 0 0,-1 1 0 0 0,-1 1 0 0 0,1 2 1 0 0,-1 0-1 0 0,0 2 0 0 0,-3 0-97 0 0,19 3 6 0 0,0-1-1 0 0,0 1 1 0 0,0 0 0 0 0,1 1 0 0 0,-1 0-1 0 0,1 0 1 0 0,0 1 0 0 0,0 0 0 0 0,0 1-1 0 0,0 0 1 0 0,1 0 0 0 0,0 0 0 0 0,0 1-1 0 0,0 0 1 0 0,0 0 0 0 0,1 1-1 0 0,0 0 1 0 0,1 0 0 0 0,0 0 0 0 0,0 1-1 0 0,0 0 1 0 0,1 0 0 0 0,0 0 0 0 0,1 0-1 0 0,0 0 1 0 0,0 1 0 0 0,0 0 0 0 0,1 0-1 0 0,1-1 1 0 0,0 1 0 0 0,0 0 0 0 0,0 0-1 0 0,1 1-5 0 0,3-6-19 0 0,1 0 0 0 0,-1 0 0 0 0,0 0 0 0 0,1-1 0 0 0,0 0 1 0 0,0 0-1 0 0,0 0 0 0 0,0 0 0 0 0,1 0 0 0 0,-1-1 0 0 0,1 0 0 0 0,-1 0 0 0 0,1 0 0 0 0,0-1 0 0 0,0 1 0 0 0,0-1 0 0 0,0 0 0 0 0,0-1 0 0 0,0 1 0 0 0,0-1 0 0 0,0 0 0 0 0,0 0 0 0 0,0-1 19 0 0,327-7-1184 0 0,-188-17-2228 0 0,-74 9-249 0 0</inkml:trace>
  <inkml:trace contextRef="#ctx0" brushRef="#br0" timeOffset="1142.389">1470 935 6585 0 0,'0'0'2091'0'0,"0"0"-131"0"0,0 0-365 0 0,21-15-217 0 0,167-119 1160 0 0,-172 123-2557 0 0,-1 0 1 0 0,-1-1-1 0 0,0-1 1 0 0,-1-1-1 0 0,0 0 1 0 0,-1 0-1 0 0,-1-1 1 0 0,0-1-1 0 0,-1 0 1 0 0,-1 0-1 0 0,-1-1 1 0 0,0 0-1 0 0,-1-1 1 0 0,0 1-1 0 0,-2-2 1 0 0,0 1 0 0 0,-1 0-1 0 0,-1-1 1 0 0,-1 0-1 0 0,0 1 1 0 0,-2-1-1 0 0,0 0 1 0 0,-1 0-1 0 0,-1 0 1 0 0,0 1-1 0 0,-3-9 19 0 0,-1 12-263 0 0,0 0 0 0 0,-1 1 0 0 0,0 0-1 0 0,-1 0 1 0 0,-1 1 0 0 0,0 0 0 0 0,-1 0 0 0 0,0 1 0 0 0,-1 0-1 0 0,-1 1 1 0 0,-8-7 263 0 0,-95-55-4840 0 0,50 50 1165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3:12.1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1 599 3180 0 0,'0'0'1480'0'0,"0"0"-810"0"0,0 0-243 0 0,0 0 219 0 0,0 0 784 0 0,0 0-305 0 0,0 0-316 0 0,0 0-268 0 0,0 0-128 0 0,30 9 14 0 0,98 25 147 0 0,-111-30-464 0 0,1-1 0 0 0,-1 0 0 0 0,0-2-1 0 0,1 0 1 0 0,-1-1 0 0 0,1 0 0 0 0,-1-2-1 0 0,0 0 1 0 0,0-1 0 0 0,1-1 0 0 0,-2 0-1 0 0,1-1 1 0 0,10-5-110 0 0,-26 9 7 0 0,4 0-21 0 0,0 0 1 0 0,0 0-1 0 0,0-1 0 0 0,0 0 0 0 0,0 0 1 0 0,-1 0-1 0 0,1 0 0 0 0,-1-1 1 0 0,1 0-1 0 0,-1 0 0 0 0,0 0 1 0 0,0 0-1 0 0,-1-1 0 0 0,1 1 1 0 0,-1-1-1 0 0,1 0 0 0 0,-1 0 1 0 0,-1-1-1 0 0,1 1 0 0 0,0 0 1 0 0,-1-1-1 0 0,0 0 0 0 0,0 1 1 0 0,0-1-1 0 0,-1 0 0 0 0,0 0 1 0 0,0 0-1 0 0,0 0 0 0 0,0 0 1 0 0,-1 0-1 0 0,0-1 0 0 0,0 1 0 0 0,0-3 14 0 0,0 0-41 0 0,0 0-1 0 0,-1 0 0 0 0,0-1 0 0 0,0 1 0 0 0,-1 0 0 0 0,0 0 1 0 0,0 0-1 0 0,-1 1 0 0 0,0-1 0 0 0,0 0 0 0 0,-1 1 0 0 0,0 0 0 0 0,0 0 1 0 0,-1 0-1 0 0,0 1 0 0 0,0-1 0 0 0,-1 1 0 0 0,-4-5 42 0 0,-226-193 622 0 0,236 202-622 0 0,-1-1 0 0 0,1 1 0 0 0,0-1 0 0 0,-1 0 0 0 0,1 1 0 0 0,0-1 0 0 0,0 0 0 0 0,1 1 0 0 0,-1-1 0 0 0,1 0 0 0 0,-1 1 0 0 0,1-1 1 0 0,0 1-1 0 0,0-1 0 0 0,0 1 0 0 0,0-1 0 0 0,0 1 0 0 0,0 0 0 0 0,1 0 0 0 0,-1-1 0 0 0,1 1 0 0 0,0 0 0 0 0,0 0 0 0 0,0 0 0 0 0,0 1 0 0 0,0-1 0 0 0,0 0 0 0 0,0 1 0 0 0,0-1 0 0 0,0 1 0 0 0,1 0 0 0 0,-1 0 0 0 0,1 0 0 0 0,-1 0 0 0 0,1 0 0 0 0,-1 1 0 0 0,1-1 0 0 0,0 1 0 0 0,-1-1 0 0 0,1 1 0 0 0,0 0 0 0 0,-1 0 0 0 0,2 0 0 0 0,11-6 15 0 0,6-3-115 0 0,89-32-398 0 0,-33 29-3430 0 0,-58 15 1530 0 0,7 8-451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3:18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1 6157 0 0,'0'0'1666'0'0,"0"0"-751"0"0,0 0-26 0 0,0 0 364 0 0,0 0 81 0 0,0 0-299 0 0,0 0-353 0 0,0 0-184 0 0,0 0-13 0 0,0 0 41 0 0,7 8-87 0 0,46 97 540 0 0,-40-40-1090 0 0,-3 1 0 0 0,-4 1-1 0 0,-2-1 1 0 0,-2 1 0 0 0,-7 48 111 0 0,0-69-1505 0 0,-2 0 0 0 0,-2-1-1 0 0,-2 0 1 0 0,-2-1 0 0 0,-8 18 1505 0 0,-1-15-4096 0 0,-9-2-584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3:15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91 520 7629 0 0,'0'0'1518'0'0,"0"0"-618"0"0,0 0-151 0 0,0 0 63 0 0,0 0 38 0 0,-16 18-299 0 0,-46 56-369 0 0,60-70-175 0 0,0 1 1 0 0,0-1-1 0 0,0 1 1 0 0,1 0-1 0 0,0 0 1 0 0,0-1-1 0 0,0 1 1 0 0,1 0-1 0 0,-1 0 1 0 0,1 0 0 0 0,0 0-1 0 0,1 0 1 0 0,-1 0-1 0 0,1 0 1 0 0,0-1-1 0 0,0 1 1 0 0,1 0-1 0 0,-1 0 1 0 0,1-1-1 0 0,0 1 1 0 0,0-1 0 0 0,1 0-1 0 0,-1 1 1 0 0,1-1-1 0 0,0 0 1 0 0,0-1-1 0 0,0 1 1 0 0,1 0-1 0 0,-1-1 1 0 0,1 0 0 0 0,0 0-1 0 0,0 0 1 0 0,0 0-1 0 0,0 0 1 0 0,0-1-1 0 0,1 0 1 0 0,-1 0-1 0 0,1 0 1 0 0,-1-1-1 0 0,1 1 1 0 0,0-1 0 0 0,0 0-1 0 0,0 0 1 0 0,0-1-1 0 0,-1 0 1 0 0,2 0-8 0 0,-5 1-1 0 0,22 7 30 0 0,1-1 1 0 0,0 0 0 0 0,0-2 0 0 0,0-1 0 0 0,1-1 0 0 0,-1-1-1 0 0,1-1 1 0 0,-1-1 0 0 0,1-1 0 0 0,5-2-30 0 0,-22 2-14 0 0,0 0-1 0 0,0 0 1 0 0,-1 0 0 0 0,1-1 0 0 0,-1-1 0 0 0,1 1-1 0 0,-1-1 1 0 0,0 0 0 0 0,0-1 0 0 0,0 0 0 0 0,0 0-1 0 0,-1 0 1 0 0,1-1 0 0 0,-1 0 0 0 0,0 0-1 0 0,-1-1 1 0 0,1 1 0 0 0,-1-1 0 0 0,0 0 0 0 0,-1-1-1 0 0,1 1 1 0 0,-1-1 0 0 0,-1 0 0 0 0,1 0 0 0 0,-1 0-1 0 0,0-1 1 0 0,-1 1 0 0 0,0-1 0 0 0,0 1 0 0 0,-1-1-1 0 0,1 0 1 0 0,-2 1 0 0 0,1-3 14 0 0,-1 4-13 0 0,0-1-1 0 0,0 0 1 0 0,0 1 0 0 0,-1-1-1 0 0,0 0 1 0 0,0 1 0 0 0,-1-1 0 0 0,0 1-1 0 0,0-1 1 0 0,-1 1 0 0 0,1 0-1 0 0,-1 0 1 0 0,0 0 0 0 0,-1 0 0 0 0,0 1-1 0 0,0-1 1 0 0,0 1 0 0 0,0 0-1 0 0,-1 0 1 0 0,0 1 0 0 0,0-1 0 0 0,0 1-1 0 0,-1 0 1 0 0,1 0 0 0 0,-1 1-1 0 0,0 0 1 0 0,0 0 0 0 0,0 0 0 0 0,-4-1 13 0 0,-5-2 143 0 0,-1 0 0 0 0,0 1 1 0 0,0 1-1 0 0,-1 0 0 0 0,1 1 1 0 0,-1 1-1 0 0,0 0 0 0 0,0 2 1 0 0,1 0-1 0 0,-1 0 0 0 0,0 2 1 0 0,0 0-1 0 0,-11 3-143 0 0,20-3-53 0 0,0 0 1 0 0,0 0-1 0 0,1 1 0 0 0,-1 0 1 0 0,0 0-1 0 0,1 1 0 0 0,0-1 1 0 0,0 2-1 0 0,0-1 0 0 0,0 1 0 0 0,1 0 1 0 0,0 1-1 0 0,0-1 0 0 0,0 1 1 0 0,0 0-1 0 0,1 1 0 0 0,0-1 1 0 0,1 1-1 0 0,-1 0 0 0 0,2 0 0 0 0,-1 1 1 0 0,0-1-1 0 0,1 1 0 0 0,1 0 1 0 0,-1-1-1 0 0,1 1 0 0 0,1 1 1 0 0,-1 3 52 0 0,1-4-202 0 0,0-1 0 0 0,1 1 0 0 0,0-1 0 0 0,1 1 1 0 0,-1-1-1 0 0,1 1 0 0 0,1-1 0 0 0,-1 0 0 0 0,1 1 0 0 0,1-1 1 0 0,-1 0-1 0 0,1 0 0 0 0,0-1 0 0 0,1 1 0 0 0,0-1 1 0 0,0 1-1 0 0,4 4 202 0 0,76 42-6110 0 0,-40-42 3262 0 0</inkml:trace>
  <inkml:trace contextRef="#ctx0" brushRef="#br0" timeOffset="364.105">623 809 7989 0 0,'0'0'1454'0'0,"0"0"-697"0"0,0 0-274 0 0,0 0 43 0 0,0 0-123 0 0,0 0-185 0 0,29 15-77 0 0,94 46 12 0 0,-112-56-58 0 0,1 0-1 0 0,0-1 0 0 0,-1-1 0 0 0,1 0 0 0 0,1 0 0 0 0,-1-1 1 0 0,0-1-1 0 0,1 0 0 0 0,-1-1 0 0 0,0 0 0 0 0,7-1-94 0 0,16-1 386 0 0,-22 2-197 0 0,-7 2-140 0 0,-1 0 0 0 0,1 0-1 0 0,0-1 1 0 0,0 0-1 0 0,0 0 1 0 0,0-1-1 0 0,0 0 1 0 0,0 0 0 0 0,0 0-1 0 0,1-1 1 0 0,-1 0-1 0 0,-1 0 1 0 0,1 0-1 0 0,0-1 1 0 0,0 0 0 0 0,0 0-1 0 0,-1 0 1 0 0,1-1-1 0 0,-1 0 1 0 0,0 0 0 0 0,0 0-1 0 0,0-1 1 0 0,0 1-1 0 0,0-1 1 0 0,-1-1-1 0 0,0 1 1 0 0,0 0 0 0 0,0-1-1 0 0,0 0 1 0 0,-1 0-1 0 0,0 0 1 0 0,0 0 0 0 0,0-1-1 0 0,0 1 1 0 0,-1-1-1 0 0,0 0 1 0 0,0 1-1 0 0,0-6-48 0 0,-2 2-35 0 0,-1-1-1 0 0,0 1 0 0 0,0 0 0 0 0,-1 0 0 0 0,-1 0 0 0 0,1 1 0 0 0,-2-1 0 0 0,1 1 0 0 0,-1-1 1 0 0,0 1-1 0 0,-1 0 0 0 0,1 0 0 0 0,-2 1 0 0 0,1 0 0 0 0,-1-1 0 0 0,0 2 0 0 0,-5-5 36 0 0,-14-18-33 0 0,17 22 46 0 0,1-1-1 0 0,0 1 1 0 0,0-1 0 0 0,1-1 0 0 0,0 1-1 0 0,0-1 1 0 0,1 0 0 0 0,0 0 0 0 0,1-1-1 0 0,0 1 1 0 0,0-1 0 0 0,1 0 0 0 0,1 0 0 0 0,-1 0-1 0 0,2-1 1 0 0,-1-1-13 0 0,6 7-126 0 0,0 1 0 0 0,0 0 0 0 0,0 1 0 0 0,1-1 0 0 0,-1 1 0 0 0,1 0-1 0 0,0 0 1 0 0,0 0 0 0 0,0 0 0 0 0,0 1 0 0 0,1 0 0 0 0,-1 0 0 0 0,1 1 0 0 0,-1-1 0 0 0,1 1 0 0 0,0 1 0 0 0,-1-1 0 0 0,1 1-1 0 0,3 0 128 0 0,27-3-2975 0 0,-9 4-1902 0 0,-1 4-21 0 0</inkml:trace>
  <inkml:trace contextRef="#ctx0" brushRef="#br0" timeOffset="1490.827">1651 300 3024 0 0,'0'0'2111'0'0,"0"0"-356"0"0,0 0-205 0 0,0 0-71 0 0,0 0-203 0 0,0 0-268 0 0,34-4-188 0 0,170-17 385 0 0,-197 19-1157 0 0,1 0 0 0 0,-1 0 0 0 0,1 1-1 0 0,-1 1 1 0 0,1-1 0 0 0,0 1 0 0 0,-1 0 0 0 0,1 1 0 0 0,0 0 0 0 0,-1 0 0 0 0,1 1 0 0 0,-1 0-1 0 0,0 0 1 0 0,1 1 0 0 0,-1-1 0 0 0,0 2 0 0 0,-1-1 0 0 0,1 1 0 0 0,0 0 0 0 0,-1 0-1 0 0,0 1 1 0 0,0 0 0 0 0,-1 0 0 0 0,1 0 0 0 0,-1 1 0 0 0,0-1 0 0 0,0 2 0 0 0,-1-1-1 0 0,0 0 1 0 0,0 1 0 0 0,0-1 0 0 0,2 8-48 0 0,-4 10-80 0 0,-1-1 1 0 0,-1 1-1 0 0,-1-1 0 0 0,-2 1 0 0 0,0 0 1 0 0,-1-1-1 0 0,-1 0 0 0 0,-2 0 0 0 0,0-1 1 0 0,-1 0-1 0 0,-1 0 0 0 0,-1 0 0 0 0,-3 1 80 0 0,-19 73-146 0 0,31-158-694 0 0,-3 52 879 0 0,0-1 0 0 0,-1 1-1 0 0,0 0 1 0 0,0 1 0 0 0,-1-1-1 0 0,-1 1 1 0 0,1 0 0 0 0,-1 1-1 0 0,-1-1 1 0 0,0 2 0 0 0,0-1-1 0 0,0 1 1 0 0,-1 0 0 0 0,0 1-1 0 0,-1-1 1 0 0,1 2 0 0 0,-1 0-1 0 0,0 0 1 0 0,-1 1 0 0 0,1 0-1 0 0,-1 0 1 0 0,1 1 0 0 0,-1 1-1 0 0,0 0 1 0 0,0 0 0 0 0,0 1-1 0 0,-10 1-38 0 0,9 1 57 0 0,1 1 0 0 0,-1 0 0 0 0,1 1 0 0 0,0 0 0 0 0,0 1-1 0 0,0 0 1 0 0,0 1 0 0 0,1 0 0 0 0,0 0 0 0 0,0 1 0 0 0,0 1 0 0 0,1 0-1 0 0,0 0 1 0 0,0 1 0 0 0,0 0 0 0 0,1 0 0 0 0,1 1 0 0 0,-1 0-1 0 0,2 0 1 0 0,-1 1 0 0 0,1 0 0 0 0,0 0 0 0 0,-1 7-57 0 0,5-13-17 0 0,1 0 0 0 0,0 0 0 0 0,1 0 0 0 0,-1 0 0 0 0,1 0 0 0 0,-1 0 0 0 0,1 0 0 0 0,1 1 0 0 0,-1-1 0 0 0,0 0 0 0 0,1 0 0 0 0,0 0 0 0 0,0 0 0 0 0,0 0 0 0 0,1 0 0 0 0,-1 0-1 0 0,1-1 1 0 0,0 1 0 0 0,0 0 0 0 0,0-1 0 0 0,1 1 0 0 0,-1-1 0 0 0,1 0 0 0 0,0 0 0 0 0,0 0 0 0 0,0 0 0 0 0,0 0 0 0 0,0-1 0 0 0,0 1 0 0 0,1-1 0 0 0,0 0 0 0 0,-1 0 0 0 0,1 0 0 0 0,0-1 0 0 0,0 1 0 0 0,0-1 0 0 0,0 0 0 0 0,3 1 17 0 0,162 26-1385 0 0,-150-27 1007 0 0,33 0-1345 0 0,-18-6-2209 0 0,-9-4-2220 0 0</inkml:trace>
  <inkml:trace contextRef="#ctx0" brushRef="#br0" timeOffset="1981.572">1595 1 2784 0 0,'0'0'2641'0'0,"0"0"-1034"0"0,0 0-596 0 0,0 0-103 0 0,0 0 534 0 0,-22 16-357 0 0,-72 53-560 0 0,79-56-282 0 0,0 1-1 0 0,0 0 1 0 0,2 1 0 0 0,0 0-1 0 0,0 1 1 0 0,2 1-1 0 0,0 0 1 0 0,1 0 0 0 0,1 1-1 0 0,0 1 1 0 0,1-1 0 0 0,1 1-1 0 0,-3 15-242 0 0,7-25 38 0 0,-4 12-45 0 0,0-1-1 0 0,1 1 1 0 0,1 0 0 0 0,1 0 0 0 0,1 0 0 0 0,1 1 0 0 0,1-1 0 0 0,0 1 0 0 0,2-1-1 0 0,1 1 1 0 0,0-1 0 0 0,2 0 0 0 0,0 0 0 0 0,1 0 0 0 0,1 0 0 0 0,2 1 7 0 0,-6-19-78 0 0,76 136-1850 0 0,-2-66-5479 0 0,-35-52 1739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3:03.9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1 423 4912 0 0,'0'0'2929'0'0,"0"0"-1163"0"0,0 0-601 0 0,0 0-174 0 0,0 0 104 0 0,0 0-32 0 0,0 0-328 0 0,0 0-315 0 0,0 0-147 0 0,0 0-107 0 0,21-4-22 0 0,328-33 635 0 0,-286 34-1204 0 0,125-5 619 0 0,-64 11-8274 0 0,-99 0 2037 0 0</inkml:trace>
  <inkml:trace contextRef="#ctx0" brushRef="#br0" timeOffset="21380.272">460 9 456 0 0,'0'0'119'0'0,"0"0"103"0"0,0 0 126 0 0,0 0 1135 0 0,0 0 249 0 0,0 0-460 0 0,0 0-351 0 0,0 0-112 0 0,0-8 4219 0 0,-2 30-4906 0 0,-1 0 0 0 0,0 0 0 0 0,-2 0 0 0 0,-1 0 0 0 0,-1-1 0 0 0,0 0 0 0 0,-2 0 0 0 0,0 0 0 0 0,-2-1 0 0 0,-5 8-122 0 0,-42 96-1068 0 0,43-38-2819 0 0,8-28-1683 0 0,0-34 2485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0:48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0 905 792 0 0,'0'0'5545'0'0,"0"0"-2874"0"0,0 0-1043 0 0,0 0-466 0 0,0 0-148 0 0,0 0 49 0 0,0 0-123 0 0,40 0-291 0 0,129-2-246 0 0,294-28-1948 0 0,-461 30 307 0 0,-2 0-960 0 0,-1 0-3539 0 0,-12-2 2574 0 0,-10-3 1697 0 0</inkml:trace>
  <inkml:trace contextRef="#ctx0" brushRef="#br0" timeOffset="241.955">347 611 3148 0 0,'0'0'4991'0'0,"0"0"-958"0"0,0 0-2404 0 0,-5 20-775 0 0,-26 206 1743 0 0,31-193-2676 0 0,-2-6-413 0 0,2 0 0 0 0,1 0 1 0 0,1 0-1 0 0,2 0 0 0 0,0 0 0 0 0,2-1 1 0 0,6 18 491 0 0,-7-33-650 0 0,15 54-11356 0 0,-20-50 10943 0 0</inkml:trace>
  <inkml:trace contextRef="#ctx0" brushRef="#br0" timeOffset="1398.246">1835 1365 52 0 0,'0'0'2744'0'0,"0"0"2904"0"0,0 0-2840 0 0,0 0-1435 0 0,0 0-357 0 0,35-7-72 0 0,112-23-5 0 0,-134 27-758 0 0,0 0 1 0 0,-1-1-1 0 0,1 0 1 0 0,-1-1-1 0 0,0-1 0 0 0,0 0 1 0 0,0 0-1 0 0,-1-1 0 0 0,0-1 1 0 0,0 1-1 0 0,-1-2 1 0 0,8-8-182 0 0,-6 7 162 0 0,13-13 32 0 0,-1-2 1 0 0,-1 0-1 0 0,-1-1 1 0 0,-1-2-1 0 0,-1 0 1 0 0,-2-1-1 0 0,-1 0 0 0 0,-1-2 1 0 0,2-10-195 0 0,-11 25-58 0 0,-1 0-1 0 0,0-1 1 0 0,-2 1 0 0 0,0-1 0 0 0,0 0-1 0 0,-2 0 1 0 0,0 0 0 0 0,-1 0 0 0 0,-1 0 0 0 0,-1-1-1 0 0,0 1 1 0 0,-1 0 0 0 0,-1 0 0 0 0,0 0-1 0 0,-2 1 1 0 0,0-1 0 0 0,0 1 0 0 0,-2 0-1 0 0,-2-5 59 0 0,-16-18-457 0 0,-1 1 1 0 0,-1 1-1 0 0,-3 1 0 0 0,0 2 0 0 0,-3 1 0 0 0,0 2 0 0 0,-2 1 0 0 0,-1 1 0 0 0,-4 1 457 0 0,-214-138-8113 0 0,153 110 2933 0 0,-8 4 4087 0 0</inkml:trace>
  <inkml:trace contextRef="#ctx0" brushRef="#br0" timeOffset="180648.438">952 1050 3724 0 0,'0'0'640'0'0,"0"0"-367"0"0,0 0-105 0 0,0 0-74 0 0,0 0 166 0 0,0 0 782 0 0,0 0-332 0 0,0 0-109 0 0,0 0 60 0 0,17-9 32 0 0,81-42 426 0 0,-84 39-881 0 0,-1 0 0 0 0,0 0 1 0 0,-1-1-1 0 0,-1 0 0 0 0,0-1 1 0 0,0-1-1 0 0,-2 1 0 0 0,0-2 1 0 0,-1 1-1 0 0,3-8-238 0 0,86-168 1931 0 0,28-78-1378 0 0,-123 264-600 0 0,-3 4 59 0 0,1 1 0 0 0,0-1 0 0 0,-1 0 0 0 0,1 0 0 0 0,0 1 0 0 0,0-1 0 0 0,0 0 0 0 0,-1 0 0 0 0,1 0 0 0 0,0 1 1 0 0,0-1-1 0 0,0 0 0 0 0,0 0 0 0 0,1 0 0 0 0,-1 1 0 0 0,0-1 0 0 0,0 0 0 0 0,0 0 0 0 0,1 1 0 0 0,-1-1 0 0 0,0 0 0 0 0,1 0 0 0 0,-1 1 0 0 0,0-1 1 0 0,1 0-1 0 0,-1 1 0 0 0,1-1 0 0 0,-1 0 0 0 0,1 1 0 0 0,0-1 0 0 0,-1 1 0 0 0,1-1 0 0 0,0 1 0 0 0,-1-1 0 0 0,1 1 0 0 0,0 0 0 0 0,-1-1 0 0 0,1 1 1 0 0,0 0-1 0 0,0-1 0 0 0,-1 1 0 0 0,1 0 0 0 0,0 0 0 0 0,0 0 0 0 0,0 0 0 0 0,-1 0 0 0 0,1 0 0 0 0,0 0 0 0 0,0 0 0 0 0,0 0 0 0 0,-1 0 0 0 0,1 0 1 0 0,0 0-1 0 0,0 1 0 0 0,0-1 0 0 0,-1 0 0 0 0,1 1 0 0 0,0-1 0 0 0,-1 0 0 0 0,1 1 0 0 0,0-1 0 0 0,-1 1 0 0 0,1-1 0 0 0,0 1 0 0 0,-1 0-12 0 0,35 112-54 0 0,-2-33 90 0 0,4-1 1 0 0,4-2-1 0 0,2-2 1 0 0,12 9-37 0 0,-11-3-147 0 0,-101-72 432 0 0,-34 5-209 0 0,0-5 0 0 0,0-4 0 0 0,-1-3-1 0 0,1-5 1 0 0,-67-11-76 0 0,142 10-1360 0 0,39 6-3074 0 0,-4 1 67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2:59.5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588 677 6037 0 0,'0'0'1631'0'0,"0"0"-605"0"0,0 0-337 0 0,0 0 98 0 0,0 0 103 0 0,0 0-105 0 0,0 0-267 0 0,0 0-175 0 0,0 0-59 0 0,-38-5 78 0 0,-121-11 0 0 0,58 34 349 0 0,84-13-715 0 0,1 0 1 0 0,0 2 0 0 0,0 0 0 0 0,1 0 0 0 0,0 2 0 0 0,0 0-1 0 0,1 0 1 0 0,0 2 0 0 0,0 0 0 0 0,1 0 0 0 0,1 1 0 0 0,0 0-1 0 0,1 2 1 0 0,0-1 0 0 0,1 1 0 0 0,0 0 0 0 0,2 1-1 0 0,-1 0 1 0 0,2 1 0 0 0,0 0 0 0 0,1 0 0 0 0,0 0 0 0 0,1 1-1 0 0,1-1 1 0 0,1 1 0 0 0,-1 13 3 0 0,8-24-37 0 0,-1 0 1 0 0,1 0-1 0 0,1-1 1 0 0,-1 0-1 0 0,1 0 1 0 0,0 0-1 0 0,0 0 1 0 0,0-1-1 0 0,1 0 1 0 0,-1 0-1 0 0,1 0 1 0 0,0-1-1 0 0,0 1 1 0 0,1-2-1 0 0,-1 1 1 0 0,1-1-1 0 0,-1 0 1 0 0,1 0-1 0 0,0-1 1 0 0,0 1-1 0 0,-1-2 0 0 0,1 1 1 0 0,0-1-1 0 0,0 0 1 0 0,0 0-1 0 0,0-1 1 0 0,5-1 36 0 0,17 5-4 0 0,0-2 0 0 0,1-1 0 0 0,-1-2 0 0 0,0-1 0 0 0,0-1 0 0 0,0-1 0 0 0,0-2 0 0 0,-1 0-1 0 0,0-2 1 0 0,-1-2 0 0 0,0 0 0 0 0,0-2 0 0 0,-1 0 0 0 0,8-8 4 0 0,-33 22 13 0 0,0-1-1 0 0,0 0 0 0 0,0 1 0 0 0,0-1 1 0 0,-1 1-1 0 0,1-1 0 0 0,0 1 1 0 0,0-1-1 0 0,0 1 0 0 0,0 0 0 0 0,-1-1 1 0 0,1 1-1 0 0,0 0 0 0 0,-1 0 1 0 0,1-1-1 0 0,-1 1 0 0 0,1 0 0 0 0,0 0 1 0 0,-1 0-1 0 0,0 0 0 0 0,1 0 1 0 0,-1 0-1 0 0,0 0 0 0 0,1 0 1 0 0,-1-1-1 0 0,0 1 0 0 0,0 0 0 0 0,0 0 1 0 0,0 0-1 0 0,0 0 0 0 0,0 1 1 0 0,0-1-1 0 0,0 0 0 0 0,0-1 0 0 0,0 1 1 0 0,-1 0-1 0 0,1 0 0 0 0,0 0 1 0 0,-1 0-1 0 0,1 0 0 0 0,-1 0 1 0 0,1 0-1 0 0,-1 0 0 0 0,1 0 0 0 0,-1-1 1 0 0,1 1-1 0 0,-1 0 0 0 0,0 0 1 0 0,0-1-1 0 0,1 1 0 0 0,-1 0-12 0 0,-2 14-91 0 0,3-7 35 0 0,0-1 0 0 0,0 0 0 0 0,1 1 0 0 0,0-1-1 0 0,0 0 1 0 0,0 1 0 0 0,1-1 0 0 0,0 0 0 0 0,1 0 0 0 0,0 0-1 0 0,0-1 1 0 0,0 1 0 0 0,1 0 0 0 0,0-1 0 0 0,0 0 0 0 0,0 0-1 0 0,1 0 1 0 0,0-1 0 0 0,0 0 0 0 0,0 0 0 0 0,1 0-1 0 0,0 0 1 0 0,0-1 0 0 0,6 4 56 0 0,12 3 110 0 0,0 0-1 0 0,1-1 1 0 0,0-2-1 0 0,0 0 1 0 0,1-2-1 0 0,0 0 1 0 0,0-2-1 0 0,0-1 1 0 0,0-1-1 0 0,1-2 1 0 0,-1 0-1 0 0,26-4-109 0 0,-40 4 56 0 0,0-1 1 0 0,0 0-1 0 0,1 0 0 0 0,-1-1 0 0 0,0-1 1 0 0,0 0-1 0 0,-1-1 0 0 0,1 0 0 0 0,-1-1 1 0 0,0 0-1 0 0,0-1 0 0 0,0 0 0 0 0,-1 0 0 0 0,0-1 1 0 0,0-1-1 0 0,-1 0 0 0 0,0 0 0 0 0,0-1 1 0 0,-1 0-1 0 0,0 0 0 0 0,0-1 0 0 0,-1 0 1 0 0,0 0-1 0 0,-1-1 0 0 0,-1 1 0 0 0,1-2 0 0 0,-2 1 1 0 0,1 0-1 0 0,-2-1 0 0 0,2-8-56 0 0,-4 12-15 0 0,-1-1-1 0 0,0 0 1 0 0,0 0-1 0 0,-1 1 1 0 0,-1-1-1 0 0,1 0 1 0 0,-1 1-1 0 0,-1-1 1 0 0,1 1-1 0 0,-1 0 1 0 0,-1 0-1 0 0,0 0 1 0 0,0 0-1 0 0,0 1 1 0 0,-1-1-1 0 0,0 1 1 0 0,-1 1-1 0 0,1-1 1 0 0,-1 1-1 0 0,-1-1 1 0 0,1 2-1 0 0,-1-1 1 0 0,0 1-1 0 0,0 0 1 0 0,-1 0-1 0 0,1 1 1 0 0,-1 0-1 0 0,0 0 16 0 0,-8-4 8 0 0,0 1-1 0 0,0 1 1 0 0,0 0-1 0 0,-1 1 1 0 0,0 0-1 0 0,0 2 1 0 0,0 0-1 0 0,0 1 1 0 0,-1 0-1 0 0,1 2 1 0 0,0 0-1 0 0,-1 1 1 0 0,-15 2-8 0 0,22-1-217 0 0,0 1-1 0 0,1 0 1 0 0,-1 0 0 0 0,1 1 0 0 0,-1 0 0 0 0,1 1-1 0 0,0 0 1 0 0,1 1 0 0 0,-1 0 0 0 0,1 0 0 0 0,0 1-1 0 0,1 0 1 0 0,0 1 0 0 0,-3 3 217 0 0,-21 57-2165 0 0,38-17-2581 0 0,18-20 266 0 0</inkml:trace>
  <inkml:trace contextRef="#ctx0" brushRef="#br0" timeOffset="380.937">1523 1183 680 0 0,'0'0'4392'0'0,"0"0"-2560"0"0,0 0-1043 0 0,0 0-46 0 0,0 0 203 0 0,0 0 0 0 0,0 0-386 0 0,15 17-373 0 0,50 53-62 0 0,-56-62-21 0 0,-1-2 0 0 0,1 1-1 0 0,0-1 1 0 0,0 0-1 0 0,1-1 1 0 0,0 0-1 0 0,0-1 1 0 0,0 0 0 0 0,0-1-1 0 0,1 1 1 0 0,0-2-1 0 0,9 2-103 0 0,11 3 432 0 0,27 8 265 0 0,0-2 1 0 0,0-3 0 0 0,1-3-1 0 0,45 0-697 0 0,-101-7 12 0 0,-1-1 0 0 0,0 1-1 0 0,0 0 1 0 0,0-1-1 0 0,0 0 1 0 0,1 1-1 0 0,-1-1 1 0 0,0 0-1 0 0,0 0 1 0 0,0 0-1 0 0,-1 0 1 0 0,1-1-1 0 0,0 1 1 0 0,0 0-1 0 0,0-1 1 0 0,-1 1-1 0 0,1-1 1 0 0,-1 0 0 0 0,0 1-1 0 0,1-1 1 0 0,-1 0-1 0 0,0 0 1 0 0,0 0-1 0 0,0 0 1 0 0,0 0-1 0 0,0 0 1 0 0,0 0-1 0 0,-1 0 1 0 0,1-1-1 0 0,-1 1 1 0 0,0 0-1 0 0,1 0 1 0 0,-1 0 0 0 0,0-1-1 0 0,0 1 1 0 0,0 0-1 0 0,-1 0 1 0 0,1 0-1 0 0,-1-1-11 0 0,-22-88-28 0 0,-229-193-706 0 0,251 283 736 0 0,0 0-1 0 0,0 0 1 0 0,0-1-1 0 0,0 1 1 0 0,0 0-1 0 0,0-1 1 0 0,1 1-1 0 0,-1-1 1 0 0,0 1-1 0 0,1-1 1 0 0,-1 1-1 0 0,1-1 1 0 0,0 1-1 0 0,-1-1 0 0 0,1 0 1 0 0,0 1-1 0 0,0-1 1 0 0,0 0-1 0 0,0 1 1 0 0,0-1-1 0 0,1 1 1 0 0,-1-1-1 0 0,0 1 1 0 0,1-1-1 0 0,-1 1 1 0 0,1-1-1 0 0,0 1 1 0 0,-1-1-1 0 0,1 1 1 0 0,0-1-1 0 0,0 1 0 0 0,0 0 1 0 0,0-1-1 0 0,0 1 1 0 0,0 0-1 0 0,0 0 1 0 0,0 0-1 0 0,1 0 1 0 0,-1 0-1 0 0,0 0 1 0 0,1 0-1 0 0,-1 0 1 0 0,1 1-1 0 0,-1-1 1 0 0,1 1-1 0 0,-1-1 1 0 0,1 1-1 0 0,-1-1 1 0 0,1 1-1 0 0,-1 0 0 0 0,1 0-1 0 0,87-18-4366 0 0,-67 18 38 0 0,8 0-2114 0 0</inkml:trace>
  <inkml:trace contextRef="#ctx0" brushRef="#br0" timeOffset="1635.438">3455 1338 5953 0 0,'0'0'2063'0'0,"0"0"-332"0"0,0 0-138 0 0,0 0-107 0 0,0 0-185 0 0,0 0-225 0 0,0 0-172 0 0,36-12-154 0 0,116-39-111 0 0,-138 46-526 0 0,0 0 1 0 0,0-1-1 0 0,0 0 1 0 0,-1-1-1 0 0,0-1 1 0 0,0 0-1 0 0,-1-1 1 0 0,0 0-1 0 0,0-1 1 0 0,-1 0-1 0 0,0-1 1 0 0,-1 0-1 0 0,3-6-113 0 0,1 1 75 0 0,-2 2-108 0 0,-1-2-1 0 0,0 0 1 0 0,-1 0 0 0 0,-1 0 0 0 0,-1-2-1 0 0,0 1 1 0 0,-1-1 0 0 0,-1 0 0 0 0,0 0 0 0 0,-2 0-1 0 0,0-1 1 0 0,-1 0 0 0 0,-1 0 0 0 0,-1 0 0 0 0,0 0-1 0 0,-1 0 1 0 0,-2 0 0 0 0,0 0 0 0 0,0 0 0 0 0,-2 1-1 0 0,-1-1 1 0 0,0 1 0 0 0,-1 0 0 0 0,-1 0-1 0 0,0 1 1 0 0,-2 0 0 0 0,-8-14 33 0 0,-22-26-672 0 0,-3 2 1 0 0,-2 2-1 0 0,-2 1 1 0 0,-2 3-1 0 0,-3 2 0 0 0,-1 2 1 0 0,-4 2 671 0 0,-35-27-2949 0 0,-13 8-1517 0 0</inkml:trace>
  <inkml:trace contextRef="#ctx0" brushRef="#br0" timeOffset="2843.97">2406 1 1696 0 0,'0'0'1740'0'0,"0"0"-984"0"0,0 0-515 0 0,0 0 240 0 0,0 0 1106 0 0,0 0-327 0 0,0 0-555 0 0,-11 16-290 0 0,-58 82 286 0 0,57-72-451 0 0,0 1-1 0 0,1 1 0 0 0,2 0 1 0 0,1 0-1 0 0,1 1 1 0 0,2 0-1 0 0,1 0 1 0 0,1 1-1 0 0,1-1 1 0 0,2 1-1 0 0,1-1 0 0 0,2 10-249 0 0,-3 19-174 0 0,3-17 80 0 0,3 0 1 0 0,0 0-1 0 0,3-1 0 0 0,1 0 1 0 0,3-1-1 0 0,0 0 0 0 0,3-1 0 0 0,1 0 1 0 0,2-2-1 0 0,1 0 0 0 0,2-1 1 0 0,2-1-1 0 0,0-1 0 0 0,3-1 0 0 0,0-2 1 0 0,2-1-1 0 0,1 0 0 0 0,5 0 94 0 0,89 84-3259 0 0,-82-72 432 0 0</inkml:trace>
  <inkml:trace contextRef="#ctx0" brushRef="#br0" timeOffset="58510.656">2689 1023 300 0 0,'0'0'2518'0'0,"0"0"-611"0"0,0 0-540 0 0,0 0-398 0 0,0 0-336 0 0,0 0-70 0 0,-2-5 90 0 0,0 2-557 0 0,1 1 0 0 0,0-1 0 0 0,1 1 0 0 0,-1-1 0 0 0,0 0 0 0 0,1 0 0 0 0,0 1 0 0 0,0-1 0 0 0,-1 0 0 0 0,1 0 0 0 0,1 0 0 0 0,-1 1 0 0 0,0-1 0 0 0,1 0 0 0 0,0 0 0 0 0,-1 1 0 0 0,1-1 0 0 0,0 0 0 0 0,0 1 0 0 0,1-1 0 0 0,-1 1 0 0 0,0-1 0 0 0,1 1 0 0 0,0 0 0 0 0,-1 0 0 0 0,1 0 0 0 0,2-2-96 0 0,100-168 2575 0 0,-19-36-1672 0 0,-73 179-644 0 0,13 75 419 0 0,103 153-520 0 0,-19 42-102 0 0,-109-241-44 0 0,-1 0 0 0 0,1 0 0 0 0,-1 0 0 0 0,0 0 0 0 0,1 0 0 0 0,-1 0 0 0 0,1 0 0 0 0,-1 0 0 0 0,1 0 0 0 0,-1 0 1 0 0,1 1-1 0 0,-1-1 0 0 0,0 0 0 0 0,1 0 0 0 0,-1 1 0 0 0,1-1 0 0 0,0 0 0 0 0,-1 1 0 0 0,1-1 0 0 0,-1 0 0 0 0,1 1 0 0 0,-1-1 0 0 0,1 1 0 0 0,0-1 1 0 0,-1 1-1 0 0,1-1 0 0 0,0 1 0 0 0,0-1 0 0 0,-1 1 0 0 0,1-1 0 0 0,0 1 0 0 0,0-1 0 0 0,0 1 0 0 0,-1-1 0 0 0,1 1 0 0 0,0-1 0 0 0,0 1 0 0 0,0 0 0 0 0,0-1 1 0 0,0 1-1 0 0,0-1 0 0 0,0 1 0 0 0,0-1 0 0 0,1 1 0 0 0,-1-1 0 0 0,0 1 0 0 0,0 0 0 0 0,0-1 0 0 0,1 1 0 0 0,-1-1 0 0 0,0 1 0 0 0,1-1-12 0 0,-30-6-68 0 0,-76-8 162 0 0,-1 5 1 0 0,0 4-1 0 0,-24 6-94 0 0,113 2-1792 0 0,40 6-2809 0 0,-16-6 3795 0 0,33 11-3692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3:12.4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28 588 4804 0 0,'0'0'2861'0'0,"0"0"-1433"0"0,0 0-380 0 0,0 0-184 0 0,-24 115 124 0 0,20-81-76 0 0,4 2-328 0 0,0 4-264 0 0,0 0-144 0 0,0-1-80 0 0,0 1-96 0 0,0-4-140 0 0,0-2-180 0 0,0-3-404 0 0,0-5-304 0 0,0-4-736 0 0,0-6-1256 0 0,0-4-1537 0 0</inkml:trace>
  <inkml:trace contextRef="#ctx0" brushRef="#br0" timeOffset="269.525">133 1137 8289 0 0,'0'0'1528'0'0,"0"0"-1280"0"0,0 0-80 0 0,0 0-168 0 0,0 0 412 0 0,20-97-412 0 0,-12 64-368 0 0,9-6-884 0 0,-9-2-476 0 0,0-2 324 0 0,-4 0 191 0 0,0 1 145 0 0,4 13-80 0 0,-8-7-404 0 0</inkml:trace>
  <inkml:trace contextRef="#ctx0" brushRef="#br0" timeOffset="523.34">359 691 5212 0 0,'0'0'1397'0'0,"0"0"-159"0"0,0 0-90 0 0,0 0 24 0 0,34-10-89 0 0,109-29-169 0 0,17 19 1655 0 0,-153 23-2543 0 0,0 0 1 0 0,-1 0-1 0 0,0 1 1 0 0,0 0 0 0 0,0 0-1 0 0,0 0 1 0 0,0 1 0 0 0,-1 0-1 0 0,0 0 1 0 0,0 0-1 0 0,0 1 1 0 0,-1 0 0 0 0,1 0-1 0 0,-2 0 1 0 0,1 0-1 0 0,0 1 1 0 0,-1-1 0 0 0,-1 1-1 0 0,1 0 1 0 0,-1 0-1 0 0,0 0 1 0 0,0 0 0 0 0,-1 0-1 0 0,0 0 1 0 0,0 0-1 0 0,-1 0 1 0 0,0 1 0 0 0,0-1-1 0 0,-1 0 1 0 0,0 0-1 0 0,-2 7-26 0 0,-15 165-1138 0 0,16-157 488 0 0,-4 17-964 0 0,-8-20-5231 0 0,6-14 2391 0 0</inkml:trace>
  <inkml:trace contextRef="#ctx0" brushRef="#br0" timeOffset="1347.764">20 11 10185 0 0,'0'0'2032'0'0,"0"0"-956"0"0,0 0-456 0 0,0 0 16 0 0,0 0 20 0 0,0 0-516 0 0,0 0-140 0 0,0 0-216 0 0,0 0-48 0 0,0 0-496 0 0,0 0-412 0 0,8 14-688 0 0,-8-9-2036 0 0,0 2-2353 0 0</inkml:trace>
  <inkml:trace contextRef="#ctx0" brushRef="#br0" timeOffset="2998.065">2177 564 444 0 0,'0'0'2754'0'0,"0"0"-1053"0"0,0 0-604 0 0,0 0-455 0 0,0 0-35 0 0,0 0 947 0 0,0 0-476 0 0,0 0-563 0 0,0 0-299 0 0,-37 12 150 0 0,-119 41-25 0 0,150-52-311 0 0,0 1-1 0 0,0 0 1 0 0,1 0-1 0 0,-1 1 1 0 0,1 0 0 0 0,0 0-1 0 0,-1 0 1 0 0,1 0-1 0 0,1 1 1 0 0,-1 0 0 0 0,0 0-1 0 0,1 0 1 0 0,0 1-1 0 0,0-1 1 0 0,0 1 0 0 0,1 0-1 0 0,0 0 1 0 0,-1 0-1 0 0,2 1 1 0 0,-1-1 0 0 0,1 1-1 0 0,-2 5-29 0 0,-4 8 90 0 0,4-12-30 0 0,-1 1 0 0 0,1 1 0 0 0,0-1 0 0 0,0 0 0 0 0,1 1 0 0 0,1 0-1 0 0,-1-1 1 0 0,1 1 0 0 0,1 0 0 0 0,-1 1 0 0 0,2-1 0 0 0,-1 0 0 0 0,1 0-1 0 0,1 0 1 0 0,0 0 0 0 0,0 0 0 0 0,0 0 0 0 0,1 0 0 0 0,1 0-1 0 0,-1 0 1 0 0,2-1 0 0 0,-1 1 0 0 0,1-1 0 0 0,0 0 0 0 0,1 0 0 0 0,1 1-60 0 0,9 1-144 0 0,1 0 1 0 0,0-2 0 0 0,0 0 0 0 0,1-1 0 0 0,0-1 0 0 0,0 0 0 0 0,1-1 0 0 0,0-1-1 0 0,0-1 1 0 0,0 0 0 0 0,0-1 0 0 0,4-1 143 0 0,144 1-5092 0 0,-138-2 3516 0 0,46-1-2747 0 0</inkml:trace>
  <inkml:trace contextRef="#ctx0" brushRef="#br0" timeOffset="6521.157">1589 44 2568 0 0,'0'0'2040'0'0,"0"0"-597"0"0,0 0-145 0 0,0 0-240 0 0,0 0-257 0 0,0 0-176 0 0,0 0-149 0 0,7 16-37 0 0,88 126 360 0 0,-80-129-748 0 0,0 1 0 0 0,-1 1 0 0 0,-1 0 1 0 0,0 1-1 0 0,-1 0 0 0 0,0 1 0 0 0,-2 1 0 0 0,0-1 0 0 0,-1 2 0 0 0,0-1 0 0 0,-2 1 0 0 0,0 0 1 0 0,-1 1-1 0 0,-2 0 0 0 0,1 0 0 0 0,-2 0 0 0 0,-1 0 0 0 0,0 5-51 0 0,-2-11-148 0 0,-15 218-1733 0 0,-40-88-5831 0 0,36-116 5358 0 0</inkml:trace>
  <inkml:trace contextRef="#ctx0" brushRef="#br0" timeOffset="7219.362">863 1 548 0 0,'0'0'2030'0'0,"0"0"-671"0"0,0 0-434 0 0,0 0-88 0 0,0 0 143 0 0,0 0 38 0 0,0 0-133 0 0,0 0-145 0 0,0 0-56 0 0,0 0 41 0 0,3 1 16 0 0,1 5-592 0 0,-1 0 0 0 0,0 0 0 0 0,-1 0 0 0 0,1 0 0 0 0,-1 1 0 0 0,-1-1 0 0 0,1 1 0 0 0,-1-1 0 0 0,0 1 0 0 0,0 0 0 0 0,-1-1 0 0 0,0 1 0 0 0,0 0 0 0 0,-1-1 0 0 0,1 1 0 0 0,-2 0 0 0 0,0 2-149 0 0,1 22 337 0 0,18 409 622 0 0,-5-327-1385 0 0,30 185-1490 0 0,17-109-5763 0 0,-36-141 3163 0 0</inkml:trace>
  <inkml:trace contextRef="#ctx0" brushRef="#br0" timeOffset="51545.559">1278 856 116 0 0,'0'0'117'0'0,"0"0"299"0"0,0 0 902 0 0,0 0-261 0 0,0 0-679 0 0,0 0-359 0 0,0 0-86 0 0,2 4 45 0 0,16 32-238 0 0,-35-36-2767 0 0,10 0 2982 0 0</inkml:trace>
  <inkml:trace contextRef="#ctx0" brushRef="#br0" timeOffset="52769.857">1278 856 540 0 0,'-27'33'249'0'0,"-6"-13"3774"0"0,33-26 4993 0 0,60-170-7641 0 0,34-78-973 0 0,-56 205-201 0 0,-37 49-177 0 0,-1 0 45 0 0,29-8 593 0 0,23 114-383 0 0,-42-83-286 0 0,-2 1 0 0 0,-1 0 0 0 0,-1 1 0 0 0,-1-1 0 0 0,-1 1 0 0 0,-2 0 0 0 0,0 0 1 0 0,-1 0-1 0 0,-2 3 7 0 0,1-28-9 0 0,0 0-5 0 0,0 0 4 0 0,0 0-1 0 0,0 0 3 0 0,-20 67 172 0 0,20-67-172 0 0,0 0 3 0 0,0 0 14 0 0,0 0 3 0 0,-9 17 688 0 0,-170-48-1246 0 0,175 41-5704 0 0,6-5 152 0 0,-2-5 2426 0 0,-4-16 2640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4:37.2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267 117 248 0 0,'0'0'1984'0'0,"0"0"3092"0"0,0 0-2529 0 0,0 0-1008 0 0,0 0-323 0 0,0 0-92 0 0,0 0 57 0 0,0 0-190 0 0,0 0-234 0 0,0 0-246 0 0,-23 8-141 0 0,-69 29-23 0 0,85-34-302 0 0,1 0 0 0 0,-1 1-1 0 0,1 0 1 0 0,0 1 0 0 0,1-1 0 0 0,-1 1 0 0 0,1 0 0 0 0,0 1 0 0 0,0-1-1 0 0,1 1 1 0 0,-1 0 0 0 0,1 0 0 0 0,0 0 0 0 0,1 1 0 0 0,0-1-1 0 0,-2 5-44 0 0,1-2 43 0 0,-1-1-42 0 0,1 0 1 0 0,-1 0-1 0 0,2 0 0 0 0,-1 1 0 0 0,1-1 1 0 0,1 1-1 0 0,0 0 0 0 0,0 0 1 0 0,0 0-1 0 0,1 0 0 0 0,1 0 0 0 0,-1 0 1 0 0,2 0-1 0 0,-1 0 0 0 0,1 0 0 0 0,0 0 1 0 0,1 0-1 0 0,0 0 0 0 0,1 0 1 0 0,0-1-1 0 0,0 1 0 0 0,4 6-1 0 0,8-5-1 0 0,0-2 0 0 0,0 0 1 0 0,1-1-1 0 0,1 0 0 0 0,-1-1 0 0 0,1-1 1 0 0,0 0-1 0 0,0-2 0 0 0,0 0 0 0 0,0-1 0 0 0,1 0 1 0 0,-1-2-1 0 0,1 0 0 0 0,-1-1 0 0 0,0 0 0 0 0,1-2 1 0 0,-1 0-1 0 0,0-1 0 0 0,0 0 0 0 0,-1-2 0 0 0,1 0 1 0 0,-1 0-1 0 0,0-2 0 0 0,-1 0 0 0 0,0-1 0 0 0,0 0 1 0 0,10-10 0 0 0,-17 14-13 0 0,-1 1 0 0 0,0-2 1 0 0,-1 1-1 0 0,1-1 1 0 0,-1 0-1 0 0,0 0 0 0 0,-1-1 1 0 0,0 0-1 0 0,0 0 1 0 0,0 0-1 0 0,0 0 0 0 0,-1-1 1 0 0,-1 0-1 0 0,1 0 0 0 0,-1 0 1 0 0,-1 0-1 0 0,1 0 1 0 0,-2-1-1 0 0,1 1 0 0 0,-1-1 1 0 0,0 1-1 0 0,-1-1 0 0 0,1 1 1 0 0,-2-1-1 0 0,0 0 1 0 0,0 1-1 0 0,0-1 0 0 0,-1 1 1 0 0,0 0-1 0 0,-1-1 1 0 0,1 1-1 0 0,-2 0 0 0 0,1 0 1 0 0,-1 1-1 0 0,0-1 0 0 0,-1 1 1 0 0,0 0-1 0 0,0 0 1 0 0,-1 0-1 0 0,1 1 0 0 0,-4-3 13 0 0,-7-6 42 0 0,-1 1 0 0 0,-1 1 0 0 0,0 0-1 0 0,0 2 1 0 0,-1 0 0 0 0,-1 1 0 0 0,0 0 0 0 0,0 2-1 0 0,-1 1 1 0 0,-12-3-42 0 0,22 7-40 0 0,1 0-1 0 0,0 1 1 0 0,-1 0 0 0 0,1 1-1 0 0,-1 0 1 0 0,1 1 0 0 0,-1 0-1 0 0,1 1 1 0 0,-1 0 0 0 0,1 0-1 0 0,-1 1 1 0 0,1 1-1 0 0,0 0 1 0 0,0 0 0 0 0,0 1-1 0 0,0 0 1 0 0,0 1 0 0 0,1 0-1 0 0,0 0 1 0 0,0 1 0 0 0,1 0-1 0 0,-7 6 41 0 0,7-5-352 0 0,0 1-1 0 0,1 1 0 0 0,0-1 0 0 0,0 1 1 0 0,1 1-1 0 0,0-1 0 0 0,1 1 1 0 0,0 0-1 0 0,0 0 0 0 0,1 0 1 0 0,0 1-1 0 0,-1 8 353 0 0,-16 97-6989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4:36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0 667 364 0 0,'0'0'1353'0'0,"0"0"1664"0"0,0 0-484 0 0,0 0-970 0 0,0 0-495 0 0,0 0-109 0 0,0 0-37 0 0,0 0-155 0 0,0 0-192 0 0,14-16-117 0 0,98-109 920 0 0,-33 34-856 0 0,-5-4-1 0 0,-4-2 1 0 0,12-31-522 0 0,-2 25 55 0 0,-70 92-20 0 0,-10 11-45 0 0,0 0 1 0 0,0 1-1 0 0,0-1 0 0 0,0 1 1 0 0,0-1-1 0 0,1 0 1 0 0,-1 1-1 0 0,0-1 1 0 0,0 1-1 0 0,0-1 0 0 0,0 0 1 0 0,0 1-1 0 0,0-1 1 0 0,1 1-1 0 0,-1-1 1 0 0,0 0-1 0 0,0 1 1 0 0,1-1-1 0 0,-1 0 0 0 0,0 1 1 0 0,1-1-1 0 0,-1 0 1 0 0,0 0-1 0 0,1 1 1 0 0,-1-1-1 0 0,0 0 0 0 0,1 0 1 0 0,-1 0-1 0 0,0 1 1 0 0,1-1-1 0 0,-1 0 1 0 0,1 0-1 0 0,-1 0 1 0 0,0 0-1 0 0,1 0 0 0 0,-1 0 1 0 0,1 0-1 0 0,-1 0 1 0 0,1 0-1 0 0,-1 0 1 0 0,0 0-1 0 0,1 0 0 0 0,-1 0 1 0 0,1 0-1 0 0,-1 0 1 0 0,0 0-1 0 0,1 0 1 0 0,-1-1-1 0 0,1 1 0 0 0,-1 0 1 0 0,0 0-1 0 0,1-1 1 0 0,-1 1 9 0 0,44 229-60 0 0,-33-184 27 0 0,1 0 0 0 0,2-1 0 0 0,2-1 0 0 0,2 0-1 0 0,2-2 1 0 0,1 0 0 0 0,3-1 0 0 0,1-1 0 0 0,1-1-1 0 0,3-1 34 0 0,-22-29-37 0 0,-8-8 38 0 0,1 0 1 0 0,-1 0 0 0 0,1 0 0 0 0,-1 0-1 0 0,0 1 1 0 0,1-1 0 0 0,-1 0 0 0 0,1 0 0 0 0,-1 1-1 0 0,1-1 1 0 0,0 1 0 0 0,-1-1 0 0 0,1 0 0 0 0,-1 1-1 0 0,1-1 1 0 0,0 1 0 0 0,-1-1 0 0 0,1 1 0 0 0,0-1-1 0 0,-1 1 1 0 0,1-1 0 0 0,0 1 0 0 0,0-1 0 0 0,0 1-1 0 0,-1-1 1 0 0,1 1 0 0 0,0-1 0 0 0,0 1 0 0 0,0 0-1 0 0,0-1 1 0 0,0 1 0 0 0,0-1 0 0 0,0 1 0 0 0,0-1-1 0 0,0 1 1 0 0,0 0 0 0 0,1-1 0 0 0,-1 1 0 0 0,0-1-1 0 0,0 1 1 0 0,0-1 0 0 0,1 1 0 0 0,-1-1-1 0 0,0 1 1 0 0,1-1 0 0 0,-1 1 0 0 0,0-1 0 0 0,1 0-1 0 0,-1 1 1 0 0,0-1 0 0 0,1 1 0 0 0,-1-1 0 0 0,1 0-1 0 0,-1 1 1 0 0,1-1 0 0 0,-1 0 0 0 0,1 0 0 0 0,-1 1-1 0 0,1-1 1 0 0,-1 0 0 0 0,1 0 0 0 0,0 0-2 0 0,-589-120-406 0 0,581 120 328 0 0,-40-2-265 0 0,24 12-2624 0 0,21-7 51 0 0,2 1-2189 0 0</inkml:trace>
  <inkml:trace contextRef="#ctx0" brushRef="#br0" timeOffset="586.915">1093 424 64 0 0,'0'0'7086'0'0,"0"0"-4280"0"0,0 0-1239 0 0,0 0-330 0 0,0 0-290 0 0,0 0-145 0 0,0 0-191 0 0,0 0-177 0 0,0 0-120 0 0,0 0 10 0 0,8 1 85 0 0,431 38 1209 0 0,-101-19-1915 0 0,-337-20 300 0 0,-64-29 246 0 0,-332-81-713 0 0,384 113-3385 0 0,30 11-1956 0 0,-5-5 1677 0 0</inkml:trace>
  <inkml:trace contextRef="#ctx0" brushRef="#br0" timeOffset="840.425">1855 553 888 0 0,'0'0'6201'0'0,"0"0"-3460"0"0,0 0-891 0 0,0 0-278 0 0,0 0-253 0 0,0 0-183 0 0,-25 15-215 0 0,-164 101 549 0 0,109-59-1411 0 0,6-3-1132 0 0,23-22-2672 0 0,42-29-4080 0 0,5-3 2311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4:33.7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203 0 5444 0 0,'0'0'1929'0'0,"0"0"-509"0"0,0 0-273 0 0,0 0 38 0 0,0 0 116 0 0,0 0-4 0 0,-9 16-233 0 0,-51 131 1573 0 0,-19 183-2429 0 0,40-107-5650 0 0,32-187 2677 0 0,-1-3-1812 0 0</inkml:trace>
  <inkml:trace contextRef="#ctx0" brushRef="#br0" timeOffset="301.88">295 728 1016 0 0,'0'0'6111'0'0,"0"0"-3796"0"0,0 0-1085 0 0,0 0-167 0 0,0 0 32 0 0,0 0 77 0 0,2 15-237 0 0,0 177-454 0 0,-2-191-519 0 0,-5 73-1394 0 0,17-29-3405 0 0,-11-40 869 0 0,-1-3 783 0 0,0-2 1595 0 0</inkml:trace>
  <inkml:trace contextRef="#ctx0" brushRef="#br0" timeOffset="587.704">525 1078 3160 0 0,'0'0'994'0'0,"0"0"2712"0"0,0 0-1792 0 0,0 0-965 0 0,0 0-74 0 0,9-15 8 0 0,143-274 661 0 0,-131 160-3795 0 0,-46 116-7125 0 0,13 13 7030 0 0</inkml:trace>
  <inkml:trace contextRef="#ctx0" brushRef="#br0" timeOffset="857.839">723 747 272 0 0,'0'0'919'0'0,"0"0"1345"0"0,0 0 631 0 0,0 0-719 0 0,0 0-550 0 0,0 0-390 0 0,0 0-214 0 0,0 0-251 0 0,0 0-279 0 0,0 0-171 0 0,29-6-20 0 0,94-21 74 0 0,-116 26-323 0 0,-1 0 0 0 0,1 0 0 0 0,-1 0 0 0 0,1 1 0 0 0,0 0-1 0 0,-1 0 1 0 0,1 0 0 0 0,-1 1 0 0 0,1 0 0 0 0,0 1 0 0 0,-1-1 0 0 0,0 1 0 0 0,1 1 0 0 0,-1-1 0 0 0,0 1 0 0 0,0 0-1 0 0,0 0 1 0 0,-1 1 0 0 0,1-1 0 0 0,-1 1 0 0 0,0 0 0 0 0,0 1 0 0 0,1 1-52 0 0,-1-1 39 0 0,3 2-14 0 0,-1 1-1 0 0,-1 1 1 0 0,0-1-1 0 0,0 1 1 0 0,-1 1-1 0 0,0-1 1 0 0,0 1-1 0 0,-1-1 1 0 0,0 1-1 0 0,-1 0 1 0 0,0 1-1 0 0,-1-1 0 0 0,0 1 1 0 0,0-1-1 0 0,-1 1 1 0 0,-1-1-1 0 0,0 1 1 0 0,0 0-1 0 0,-1-1 1 0 0,-1 7-25 0 0,2 10-96 0 0,-41 79-1306 0 0,9-144-5160 0 0,17-9 237 0 0,10 24 4461 0 0</inkml:trace>
  <inkml:trace contextRef="#ctx0" brushRef="#br0" timeOffset="1100.852">1194 718 612 0 0,'0'0'213'0'0,"0"0"779"0"0,0 0 2481 0 0,0 0-1488 0 0,0 0-495 0 0,0 0-217 0 0,0 0-151 0 0,0 0-170 0 0,37 7-203 0 0,111 22-71 0 0,-144-29-614 0 0,0 1 0 0 0,-1-1 1 0 0,1 1-1 0 0,-1 0 0 0 0,1-1 0 0 0,0 2 0 0 0,-1-1 0 0 0,1 0 0 0 0,-1 1 0 0 0,0 0 1 0 0,0-1-1 0 0,1 1 0 0 0,-1 1 0 0 0,0-1 0 0 0,-1 0 0 0 0,1 1 0 0 0,0-1 0 0 0,-1 1 1 0 0,1 0-1 0 0,-1 0 0 0 0,0 0 0 0 0,0 0 0 0 0,0 0 0 0 0,0 1 0 0 0,-1-1 0 0 0,1 2-64 0 0,5 11 335 0 0,1 3-325 0 0,0 0 1 0 0,-2 0-1 0 0,-1 1 0 0 0,0 0 1 0 0,-1 0-1 0 0,-1 0 0 0 0,-1 0 1 0 0,-1 1-1 0 0,-1-1 1 0 0,-1 0-1 0 0,0 1 0 0 0,-2-1 1 0 0,0 0-1 0 0,-1 0 0 0 0,-1 0 1 0 0,-7 17-11 0 0,-19 34-2096 0 0,0-30-2409 0 0,12-25-341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46.4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0 415 1384 0 0,'0'0'1185'0'0,"0"0"2223"0"0,0 0-1436 0 0,0 0-1203 0 0,0 0-223 0 0,0 0 58 0 0,0 0 148 0 0,0 0 62 0 0,37 13-64 0 0,120 39-177 0 0,-20-38 109 0 0,-105-16-551 0 0,-25 3-111 0 0,-1 0 1 0 0,1 0-1 0 0,-1 0 0 0 0,1-1 0 0 0,0 0 1 0 0,-1 0-1 0 0,1-1 0 0 0,-1 0 1 0 0,1 0-1 0 0,-1 0 0 0 0,1-1 1 0 0,-1 0-1 0 0,0 0 0 0 0,0-1 1 0 0,0 0-1 0 0,0 0 0 0 0,0 0 1 0 0,-1-1-1 0 0,1 0 0 0 0,-1 0 1 0 0,0 0-1 0 0,0 0 0 0 0,0-1 0 0 0,-1 0 1 0 0,0 0-1 0 0,0 0 0 0 0,0-1 1 0 0,0 1-1 0 0,-1-1 0 0 0,0 0 1 0 0,0 0-1 0 0,-1 0 0 0 0,0 0 1 0 0,1-2-21 0 0,-3-1-71 0 0,-1 0 1 0 0,0 0-1 0 0,0 0 1 0 0,-1-1-1 0 0,0 1 1 0 0,0 1-1 0 0,-1-1 1 0 0,0 0 0 0 0,-1 1-1 0 0,0-1 1 0 0,0 1-1 0 0,-1 0 1 0 0,0 1-1 0 0,0-1 1 0 0,-1 1-1 0 0,0 0 1 0 0,0 0 0 0 0,-7-5 70 0 0,-147-133 528 0 0,160 143-521 0 0,0 0 0 0 0,-1 1 0 0 0,1-1 0 0 0,0 0 0 0 0,0 0 0 0 0,0 0 1 0 0,1 0-1 0 0,-1 0 0 0 0,0 1 0 0 0,1-1 0 0 0,-1 0 0 0 0,1 0 0 0 0,0 1 0 0 0,-1-1 0 0 0,1 0 0 0 0,0 1 0 0 0,0-1 0 0 0,0 0 0 0 0,0 1 0 0 0,0-1 0 0 0,1 1 0 0 0,-1 0 0 0 0,0 0 0 0 0,1-1 0 0 0,-1 1 0 0 0,1 0 0 0 0,-1 0 0 0 0,1 0 0 0 0,-1 0 0 0 0,1 0 0 0 0,0 1 0 0 0,0-1 1 0 0,-1 0-1 0 0,1 1 0 0 0,0 0 0 0 0,0-1 0 0 0,0 1 0 0 0,0 0 0 0 0,-1 0 0 0 0,1 0 0 0 0,0 0 0 0 0,0 0 0 0 0,0 0 0 0 0,0 0 0 0 0,-1 1 0 0 0,1-1 0 0 0,0 1 0 0 0,0-1 0 0 0,-1 1 0 0 0,1 0 0 0 0,1 0-7 0 0,9-2 79 0 0,244-27-191 0 0,-146 25-6535 0 0,-97 3 1959 0 0</inkml:trace>
  <inkml:trace contextRef="#ctx0" brushRef="#br0" timeOffset="270.04">1008 117 1472 0 0,'0'0'386'0'0,"0"0"1228"0"0,0 0 2211 0 0,0 0-1950 0 0,0 0-850 0 0,0 18-209 0 0,-7 236 2948 0 0,8-191-3298 0 0,1-44-3567 0 0,-2 0-5157 0 0,0-17 4374 0 0</inkml:trace>
  <inkml:trace contextRef="#ctx0" brushRef="#br0" timeOffset="524.887">1049 446 940 0 0,'0'0'652'0'0,"0"0"4761"0"0,0 0-3441 0 0,0 0-884 0 0,0 0-84 0 0,0 0-360 0 0,0 0-312 0 0,56-108-332 0 0,-44 83-256 0 0,4-2-504 0 0,0 1-336 0 0,0-1-520 0 0,1 3-724 0 0,-1 1-33 0 0,0 3 221 0 0,0 2 940 0 0</inkml:trace>
  <inkml:trace contextRef="#ctx0" brushRef="#br0" timeOffset="761.401">1278 117 240 0 0,'0'0'416'0'0,"0"0"-416"0"0,0 0-656 0 0</inkml:trace>
  <inkml:trace contextRef="#ctx0" brushRef="#br0" timeOffset="762.401">1278 117 768 0 0,'54'10'278'0'0,"-1"0"1518"0"0,1 2 3833 0 0,-44-10-4715 0 0,94 30 5550 0 0,-98-30-6370 0 0,0 1 0 0 0,0 0 1 0 0,-1 0-1 0 0,1 0 0 0 0,-1 1 0 0 0,0-1 1 0 0,0 1-1 0 0,0 1 0 0 0,-1-1 0 0 0,1 1 1 0 0,-1-1-1 0 0,0 1 0 0 0,0 0 0 0 0,-1 1 1 0 0,0-1-1 0 0,1 1 0 0 0,-2-1 0 0 0,1 1 1 0 0,-1 0-1 0 0,0 0 0 0 0,0 0 0 0 0,-1 0 1 0 0,1 0-1 0 0,-1 2-94 0 0,3 112-206 0 0,-20-45-3836 0 0,0-72-8337 0 0,9-9 11227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45.8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0 152 860 0 0,'0'0'1666'0'0,"0"0"1873"0"0,0 0-1106 0 0,0 0-633 0 0,0 0-354 0 0,0 0-437 0 0,0 0-205 0 0,0 0-45 0 0,0 0-79 0 0,0 0-44 0 0,12 2 11 0 0,306 34 1124 0 0,-222-26-4646 0 0,-78-27-3637 0 0,-18 1 1373 0 0</inkml:trace>
  <inkml:trace contextRef="#ctx0" brushRef="#br0" timeOffset="175.448">391 0 964 0 0,'0'0'2700'0'0,"0"0"4649"0"0,0 0-6181 0 0,0 0-716 0 0,-68 109-72 0 0,52-73 324 0 0,7 4-8 0 0,1-1-416 0 0,8 1-280 0 0,0 1-228 0 0,0-5-240 0 0,13-3-232 0 0,-1-4-236 0 0,4-5-552 0 0,0-5-672 0 0,0-7-2149 0 0,-4-5 33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51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1332 0 0,'0'0'1593'0'0,"0"0"3449"0"0,0 0-2244 0 0,0 0-1327 0 0,0 0-195 0 0,0 0 27 0 0,0 0-135 0 0,0 0-271 0 0,24 19-254 0 0,74 60-161 0 0,-89-71-454 0 0,-1 0 1 0 0,0 1-1 0 0,-1 0 0 0 0,1 1 1 0 0,-2 0-1 0 0,1 0 0 0 0,-1 0 0 0 0,-1 0 1 0 0,0 1-1 0 0,-1 0 0 0 0,0 0 1 0 0,0 1-1 0 0,-1-1 0 0 0,-1 1 1 0 0,0 0-1 0 0,0-1 0 0 0,-1 1 1 0 0,-1 0-1 0 0,0 0 0 0 0,-1 0 1 0 0,-1 8-29 0 0,2 7-55 0 0,-37 107-1242 0 0,-24-65-4233 0 0,30-51-91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50.1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64 588 0 0,'0'0'5389'0'0,"0"0"-3104"0"0,0 0-1333 0 0,0 0-228 0 0,0 0 35 0 0,0 0 180 0 0,0 0 35 0 0,0 0-275 0 0,0 0-277 0 0,-21 4-222 0 0,-66 15 104 0 0,78-17-192 0 0,-1 1 1 0 0,1 0 0 0 0,-1 0 0 0 0,1 1-1 0 0,0 1 1 0 0,1 0 0 0 0,-1 0-1 0 0,1 0 1 0 0,0 1 0 0 0,0 0 0 0 0,1 1-1 0 0,0 0 1 0 0,0 0 0 0 0,-4 6-113 0 0,7-9-37 0 0,0 0 0 0 0,1 0 0 0 0,-1 0 0 0 0,1 0 0 0 0,0 0 0 0 0,1 1 0 0 0,-1-1 0 0 0,1 1 0 0 0,0 0 0 0 0,0-1 0 0 0,0 1 0 0 0,1 0 0 0 0,-1 0 0 0 0,1 1 0 0 0,1-1 0 0 0,-1 0 0 0 0,1 0 1 0 0,0 0-1 0 0,0 1 0 0 0,0-1 0 0 0,1 0 0 0 0,-1 0 0 0 0,1 0 0 0 0,1 0 0 0 0,-1 0 0 0 0,1 0 0 0 0,0 0 0 0 0,0 0 0 0 0,0 0 0 0 0,1-1 0 0 0,-1 1 0 0 0,1-1 0 0 0,0 0 0 0 0,0 0 0 0 0,1 0 0 0 0,-1 0 0 0 0,1 0 0 0 0,0-1 0 0 0,0 0 0 0 0,0 0 0 0 0,1 0 0 0 0,-1 0 1 0 0,1-1-1 0 0,-1 1 0 0 0,1-1 0 0 0,5 1 37 0 0,99 15-3764 0 0,-3-35-4778 0 0,-80 5 7191 0 0</inkml:trace>
  <inkml:trace contextRef="#ctx0" brushRef="#br0" timeOffset="347.844">507 207 2212 0 0,'0'0'1236'0'0,"0"0"2705"0"0,0 0-1537 0 0,-8 16-1141 0 0,-21 51-384 0 0,27-64-824 0 0,1 0-1 0 0,1 0 1 0 0,-1 0-1 0 0,0 0 0 0 0,1 0 1 0 0,-1 1-1 0 0,1-1 1 0 0,0 0-1 0 0,0 0 1 0 0,0 0-1 0 0,1 0 1 0 0,-1 1-1 0 0,1-1 1 0 0,-1 0-1 0 0,1 0 1 0 0,0 0-1 0 0,1 0 1 0 0,-1 0-1 0 0,0 0 1 0 0,1-1-1 0 0,-1 1 1 0 0,1 0-1 0 0,0-1 1 0 0,0 1-1 0 0,0-1 1 0 0,0 0-1 0 0,1 1 1 0 0,-1-1-1 0 0,0 0 0 0 0,1 0 1 0 0,0-1-1 0 0,-1 1 1 0 0,1-1-1 0 0,0 1 1 0 0,0-1-1 0 0,1 1-54 0 0,105 29 169 0 0,-108-31-161 0 0,21 5 54 0 0,0-1-1 0 0,-1-1 1 0 0,1-1-1 0 0,0 0 1 0 0,1-2-1 0 0,-1-1 1 0 0,0-1-1 0 0,-1-1 1 0 0,1 0-1 0 0,0-2 1 0 0,-1 0-1 0 0,0-2 1 0 0,0 0 0 0 0,-1-2-1 0 0,2 0-61 0 0,-19 6-36 0 0,0 0-1 0 0,0 1 1 0 0,-1-1-1 0 0,1 0 1 0 0,-1 0-1 0 0,1-1 1 0 0,-1 1-1 0 0,0 0 1 0 0,-1-1-1 0 0,1 1 1 0 0,0-1-1 0 0,-1 0 1 0 0,0 1-1 0 0,0-1 1 0 0,0 0 0 0 0,0 0-1 0 0,-1 0 1 0 0,1 0-1 0 0,-1 0 1 0 0,0 1-1 0 0,0-1 1 0 0,0 0-1 0 0,-1 0 1 0 0,1 0-1 0 0,-1 0 1 0 0,0 0-1 0 0,0 1 1 0 0,-1-1-1 0 0,1 0 1 0 0,-1 1 0 0 0,0-1-1 0 0,0 1 1 0 0,0-1-1 0 0,0 1 1 0 0,0 0-1 0 0,-1 0 1 0 0,1 0-1 0 0,-1 0 1 0 0,0 1-1 0 0,0-1 1 0 0,0 1-1 0 0,0-1 1 0 0,-4-1 36 0 0,-4-4 88 0 0,-1 0-1 0 0,0 0 1 0 0,-1 1 0 0 0,0 0-1 0 0,0 1 1 0 0,-1 1 0 0 0,1 0 0 0 0,-1 1-1 0 0,0 0 1 0 0,0 1 0 0 0,-1 1-1 0 0,1 0 1 0 0,0 1 0 0 0,-1 1 0 0 0,1 0-1 0 0,-3 1-87 0 0,11 2-50 0 0,1 0 0 0 0,-1 1-1 0 0,1-1 1 0 0,0 1-1 0 0,0 0 1 0 0,1 1 0 0 0,-1-1-1 0 0,1 1 1 0 0,0 0-1 0 0,0 0 1 0 0,0 0 0 0 0,1 0-1 0 0,0 1 1 0 0,0-1-1 0 0,0 1 1 0 0,1 0-1 0 0,0 0 1 0 0,0 0 0 0 0,0 0-1 0 0,1 1 1 0 0,0-1-1 0 0,0 0 1 0 0,0 0 0 0 0,1 1-1 0 0,0-1 1 0 0,0 1-1 0 0,1-1 1 0 0,0 0 0 0 0,0 0-1 0 0,1 3 51 0 0,2-2-570 0 0,1 0 0 0 0,-1 0 0 0 0,1-1 0 0 0,1 0 1 0 0,-1 0-1 0 0,1 0 0 0 0,0-1 0 0 0,0 0 0 0 0,1 0 0 0 0,-1 0 0 0 0,1-1 0 0 0,0 0 0 0 0,1 0 0 0 0,-1-1 0 0 0,0 0 0 0 0,1 0 0 0 0,0-1 0 0 0,0 0 1 0 0,0 0-1 0 0,0-1 0 0 0,0 0 0 0 0,3 0 570 0 0,21 5-638 0 0,9-1 495 0 0</inkml:trace>
  <inkml:trace contextRef="#ctx0" brushRef="#br0" timeOffset="680.882">1144 412 732 0 0,'0'0'197'0'0,"0"0"653"0"0,0 0 1921 0 0,0 0 25 0 0,0 0-969 0 0,0 0-662 0 0,0 0-234 0 0,0 0-44 0 0,0 0-59 0 0,0 0-62 0 0,30 12-132 0 0,95 37-104 0 0,-9-31 847 0 0,-86-20-916 0 0,-28 3-455 0 0,0-2 1 0 0,0 1-1 0 0,0 0 0 0 0,0 0 0 0 0,0-1 0 0 0,0 1 0 0 0,-1-1 1 0 0,1 1-1 0 0,0-1 0 0 0,0 0 0 0 0,0 0 0 0 0,-1 1 1 0 0,1-1-1 0 0,-1-1 0 0 0,1 1 0 0 0,0 0 0 0 0,-1 0 1 0 0,0-1-1 0 0,1 1 0 0 0,-1 0 0 0 0,0-1 0 0 0,0 1 0 0 0,0-1 1 0 0,0 0-1 0 0,0 1 0 0 0,0-1 0 0 0,0 0 0 0 0,0 0 1 0 0,-1 0-1 0 0,1 1 0 0 0,-1-1 0 0 0,1 0 0 0 0,-1 0 1 0 0,0 0-1 0 0,0 0 0 0 0,0 0 0 0 0,0 0 0 0 0,0 0 0 0 0,0 0 1 0 0,0 0-1 0 0,-1 1 0 0 0,1-1 0 0 0,-1 0 0 0 0,0 0-6 0 0,-30-84-472 0 0,-63-43 552 0 0,93 128-78 0 0,0 0 0 0 0,0 0 1 0 0,0 1-1 0 0,0-1 1 0 0,0 0-1 0 0,0 0 0 0 0,1 0 1 0 0,-1 0-1 0 0,0 0 1 0 0,1 0-1 0 0,-1 0 0 0 0,1-1 1 0 0,-1 1-1 0 0,1 0 1 0 0,-1 0-1 0 0,1 0 0 0 0,0 0 1 0 0,0-1-1 0 0,0 1 1 0 0,0 0-1 0 0,-1 0 0 0 0,2-1 1 0 0,-1 1-1 0 0,0 0 1 0 0,0 0-1 0 0,0 0 0 0 0,0-1 1 0 0,1 1-1 0 0,-1 0 1 0 0,1 0-1 0 0,-1 0 0 0 0,1 0 1 0 0,-1 0-1 0 0,1-1 1 0 0,0 1-1 0 0,-1 0 0 0 0,1 0 1 0 0,0 1-1 0 0,0-1 1 0 0,0 0-1 0 0,0 0 0 0 0,-1 0 1 0 0,1 0-1 0 0,1 1 1 0 0,-1-1-1 0 0,0 1 0 0 0,0-1 1 0 0,0 1-1 0 0,0-1 1 0 0,0 1-1 0 0,0-1 0 0 0,1 1 1 0 0,-1 0-1 0 0,0 0 1 0 0,0-1-1 0 0,0 1 0 0 0,1 0 1 0 0,-1 0-1 0 0,0 0 1 0 0,0 1-1 0 0,1-1 0 0 0,-1 0 1 0 0,1 1-3 0 0,162-3-1455 0 0,-109 7-2299 0 0,-2 5-4431 0 0,-36-7 4816 0 0</inkml:trace>
  <inkml:trace contextRef="#ctx0" brushRef="#br0" timeOffset="1045.831">1970 551 1280 0 0,'0'0'785'0'0,"0"0"2119"0"0,0 0 553 0 0,0 0-1571 0 0,0 0-550 0 0,0 0-114 0 0,0 0-59 0 0,0 0-132 0 0,0 0-201 0 0,1-4-218 0 0,0 3-557 0 0,-1-1 1 0 0,0 0-1 0 0,1 0 0 0 0,-1 0 0 0 0,0 1 0 0 0,0-1 1 0 0,0 0-1 0 0,-1 0 0 0 0,1 0 0 0 0,0 1 1 0 0,-1-1-1 0 0,1 0 0 0 0,-1 0 0 0 0,1 1 0 0 0,-1-1 1 0 0,0 0-1 0 0,0 1 0 0 0,0-1 0 0 0,0 1 1 0 0,0-1-1 0 0,0 1 0 0 0,0-1 0 0 0,0 1 0 0 0,-1 0 1 0 0,1 0-1 0 0,-1-1 0 0 0,1 1 0 0 0,-1 0 0 0 0,1 0 1 0 0,-1 1-1 0 0,1-1 0 0 0,-1 0 0 0 0,0 0-55 0 0,-5-4 37 0 0,-1 0-1 0 0,1 0 0 0 0,1-1 0 0 0,-1 0 1 0 0,1-1-1 0 0,0 1 0 0 0,0-1 0 0 0,1 0 0 0 0,0-1 1 0 0,0 1-1 0 0,1-1 0 0 0,0 0 0 0 0,0 0 1 0 0,1-1-1 0 0,0 1 0 0 0,0 0 0 0 0,1-1 1 0 0,0 0-1 0 0,0 0 0 0 0,1-4-36 0 0,1 6-33 0 0,0-1 0 0 0,0 1 0 0 0,1-1-1 0 0,0 1 1 0 0,0-1 0 0 0,1 1 0 0 0,0-1 0 0 0,0 1 0 0 0,1 0 0 0 0,0 0-1 0 0,0 0 1 0 0,0 0 0 0 0,1 1 0 0 0,0-1 0 0 0,1 1 0 0 0,-1 0 0 0 0,1 0-1 0 0,1 1 1 0 0,-1-1 0 0 0,1 1 0 0 0,2-2 33 0 0,160-118-2000 0 0,-107 92-1409 0 0,0 8-4026 0 0,-46 21 3524 0 0,-9 2 2309 0 0</inkml:trace>
  <inkml:trace contextRef="#ctx0" brushRef="#br0" timeOffset="1489.795">2530 32 888 0 0,'0'0'1261'0'0,"0"0"3133"0"0,0 0-1259 0 0,0 0-1214 0 0,0 0-534 0 0,0 0-356 0 0,0 0-178 0 0,0 0-121 0 0,0 0-147 0 0,0 0-248 0 0,35 19-186 0 0,107 63-96 0 0,-88-16-52 0 0,-51-53-10 0 0,57 147-29 0 0,-41-129-728 0 0,-143-112-1112 0 0,98 67 2044 0 0,0 1 0 0 0,-1 1 0 0 0,0 1 0 0 0,0 2 0 0 0,-1 0 0 0 0,-1 2 1 0 0,1 1-1 0 0,-1 1 0 0 0,-17 1-168 0 0,43 5 32 0 0,-1 0-1 0 0,1 1 1 0 0,0-1 0 0 0,0 1 0 0 0,0 0-1 0 0,0 0 1 0 0,0 1 0 0 0,0-1 0 0 0,0 0 0 0 0,1 1-1 0 0,-1 0 1 0 0,1-1 0 0 0,-1 1 0 0 0,1 0 0 0 0,0 0-1 0 0,0 0 1 0 0,1 1 0 0 0,-1-1 0 0 0,1 0-1 0 0,0 1 1 0 0,-1-1 0 0 0,1 1 0 0 0,1-1 0 0 0,-1 1-1 0 0,0 0 1 0 0,1-1 0 0 0,0 1 0 0 0,0 0 0 0 0,0-1-1 0 0,0 1 1 0 0,1-1 0 0 0,-1 1 0 0 0,1 0-1 0 0,0-1 1 0 0,0 1 0 0 0,0-1 0 0 0,1 0 0 0 0,-1 1-1 0 0,1-1 1 0 0,0 0 0 0 0,0 0 0 0 0,0 0 0 0 0,2 3-32 0 0,4 3-113 0 0,0 1 0 0 0,0-1 0 0 0,1-1-1 0 0,0 0 1 0 0,0 0 0 0 0,1-1 0 0 0,0 0 0 0 0,0 0 0 0 0,1-2 0 0 0,0 1 0 0 0,0-1 0 0 0,0 0 0 0 0,1-1 0 0 0,-1-1 0 0 0,1 0 0 0 0,0 0 0 0 0,5-1 113 0 0,57 7-3925 0 0,-1-7-3527 0 0,-42-2 3973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48.5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163 522 508 0 0,'0'0'251'0'0,"0"0"152"0"0,0 0 743 0 0,0 0 1338 0 0,0 0-438 0 0,0 0-762 0 0,0 0-383 0 0,0 0-107 0 0,0 0-9 0 0,0 0-65 0 0,33 3 3857 0 0,-111-70-4498 0 0,70 62-88 0 0,0 1-1 0 0,0-1 0 0 0,1-1 1 0 0,-1 0-1 0 0,1 0 0 0 0,0 0 1 0 0,1-1-1 0 0,-1 0 0 0 0,2 0 1 0 0,-1 0-1 0 0,1-1 1 0 0,0 0-1 0 0,0 0 0 0 0,1 0 1 0 0,0-1-1 0 0,0 0 0 0 0,1 1 1 0 0,1-1-1 0 0,-1 0 1 0 0,1-1-1 0 0,1 1 0 0 0,0 0 1 0 0,0 0-1 0 0,1-1 0 0 0,0 1 1 0 0,0 0-1 0 0,1-1 0 0 0,0 1 1 0 0,1 0-1 0 0,0 0 1 0 0,1 0-1 0 0,-1 0 0 0 0,2 0 1 0 0,-1 1-1 0 0,1-1 0 0 0,3-3 10 0 0,122-100-1271 0 0,-65 79-7529 0 0,-63 33 5712 0 0,-1 0 616 0 0</inkml:trace>
  <inkml:trace contextRef="#ctx0" brushRef="#br0" timeOffset="586.305">361 451 392 0 0,'0'0'67'0'0,"0"0"236"0"0,0 0 225 0 0,0 0 970 0 0,0 0 1106 0 0,0 0-533 0 0,0 0-717 0 0,0 0-379 0 0,0 0 21 0 0,13-6-22 0 0,87-61 313 0 0,114-202-200 0 0,-166 192-814 0 0,-35 103-359 0 0,118 257-50 0 0,-102-142-200 0 0,-59-137-27 0 0,-272-54-276 0 0,167 17-77 0 0,130 29-286 0 0,7 1-5701 0 0,5 0 2275 0 0</inkml:trace>
  <inkml:trace contextRef="#ctx0" brushRef="#br0" timeOffset="934.605">1163 599 536 0 0,'0'0'2097'0'0,"0"0"2379"0"0,0 0-1872 0 0,0 0-1029 0 0,0 0-157 0 0,0 0-338 0 0,0 0-411 0 0,24-15-355 0 0,73-50-256 0 0,-92 62-76 0 0,0-1 0 0 0,0 0 0 0 0,0-1-1 0 0,0 1 1 0 0,-1-1 0 0 0,0 0 0 0 0,0 0 0 0 0,0 0-1 0 0,-1 0 1 0 0,0-1 0 0 0,0 0 0 0 0,0 1 0 0 0,-1-1-1 0 0,0 0 1 0 0,0 0 0 0 0,0 0 0 0 0,-1-1-1 0 0,1-5 20 0 0,2-5-130 0 0,7-209-1572 0 0,-52 121 310 0 0,-13 53-3733 0 0,30 39-615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40.3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1 297 208 0 0,'0'0'315'0'0,"0"0"113"0"0,0 0 340 0 0,0 0 1633 0 0,0 0-404 0 0,0 0-595 0 0,0 0-298 0 0,0 0-107 0 0,0 0-31 0 0,0 0-89 0 0,0 0-136 0 0,37 0 2492 0 0,116 34-2164 0 0,-114-30-1529 0 0,1-2 1 0 0,-1-1 0 0 0,1-2 0 0 0,-1-2 0 0 0,0-1 0 0 0,5-4 459 0 0,-35 3-4131 0 0,-8 2-285 0 0</inkml:trace>
  <inkml:trace contextRef="#ctx0" brushRef="#br0" timeOffset="634.293">735 562 3676 0 0,'0'0'2823'0'0,"0"0"-1158"0"0,0 0-654 0 0,0 0-146 0 0,0 0 41 0 0,0 0-60 0 0,0 0-77 0 0,36-1-11 0 0,115-4-108 0 0,43-31 2216 0 0,-180 31-2750 0 0,-12 3-143 0 0,0 0 0 0 0,1 0 0 0 0,-1 0 0 0 0,0 0 0 0 0,0 0 0 0 0,0 0 0 0 0,-1 0 0 0 0,1-1 0 0 0,-1 1 0 0 0,1-1 1 0 0,-1 0-1 0 0,0 1 0 0 0,0-1 0 0 0,0 0 0 0 0,0 0 0 0 0,0 1 0 0 0,-1-1 0 0 0,1 0 0 0 0,-1 0 0 0 0,0 0 0 0 0,0 0 0 0 0,0 0 0 0 0,0 0 0 0 0,0 0 0 0 0,-1 0 0 0 0,1 1 1 0 0,-1-1-1 0 0,0 0 0 0 0,0 0 0 0 0,0 0 0 0 0,0 1 0 0 0,0-1 0 0 0,-1 1 0 0 0,1-1 0 0 0,-1 1 0 0 0,1-1 0 0 0,-1 1 0 0 0,0 0 0 0 0,0 0 0 0 0,0 0 0 0 0,0 0 0 0 0,-1 0 1 0 0,1 0-1 0 0,-1 1 0 0 0,1-1 0 0 0,-1 1 0 0 0,1-1 0 0 0,-1 1 0 0 0,0 0 0 0 0,1 0 0 0 0,-1 0 0 0 0,-1 0 27 0 0,-215-144-65 0 0,218 143 59 0 0,0 0 1 0 0,1-1-1 0 0,-1 1 0 0 0,1 0 1 0 0,0 0-1 0 0,-1-1 1 0 0,1 1-1 0 0,0 0 0 0 0,0-1 1 0 0,1 1-1 0 0,-1 0 1 0 0,0-1-1 0 0,1 1 1 0 0,0 0-1 0 0,-1 0 0 0 0,1-1 1 0 0,0 1-1 0 0,0 0 1 0 0,0 0-1 0 0,0 0 0 0 0,1 0 1 0 0,-1 0-1 0 0,0 0 1 0 0,1 1-1 0 0,-1-1 1 0 0,1 0-1 0 0,0 1 0 0 0,0-1 1 0 0,-1 1-1 0 0,1-1 1 0 0,0 1-1 0 0,0 0 0 0 0,0 0 1 0 0,0 0-1 0 0,1 0 1 0 0,-1 0-1 0 0,0 1 0 0 0,0-1 1 0 0,1 1-1 0 0,-1-1 1 0 0,0 1-1 0 0,1 0 1 0 0,-1 0-1 0 0,0 0 0 0 0,1 0 1 0 0,-1 0-1 0 0,0 0 1 0 0,1 1 5 0 0,3-3 39 0 0,175-37 305 0 0,-58 38-3444 0 0,-70 13-3567 0 0,-36-4 1642 0 0</inkml:trace>
  <inkml:trace contextRef="#ctx0" brushRef="#br0" timeOffset="873.282">1537 171 248 0 0,'0'0'1956'0'0,"0"0"1991"0"0,0 0-1707 0 0,0 0-935 0 0,0 0-420 0 0,0 0-19 0 0,-1 15 123 0 0,-42 279 672 0 0,43-251-3518 0 0,6-32-1669 0 0,4-2-3761 0 0,-6-6 5860 0 0</inkml:trace>
  <inkml:trace contextRef="#ctx0" brushRef="#br0" timeOffset="1133.368">1525 613 664 0 0,'0'0'1600'0'0,"0"0"2317"0"0,0 0-1523 0 0,0 0-1051 0 0,0 0-267 0 0,0 0-24 0 0,11-16-37 0 0,94-121-670 0 0,-79 106-1145 0 0,52-81-315 0 0,-56 27-4067 0 0,-31 73 1086 0 0,-2 10 1883 0 0</inkml:trace>
  <inkml:trace contextRef="#ctx0" brushRef="#br0" timeOffset="1352.625">1731 236 64 0 0,'0'0'783'0'0,"0"0"-429"0"0,0 0-147 0 0,0 0 507 0 0,0 0 1865 0 0,0 0-408 0 0,0 0-690 0 0,0 0-280 0 0,0 0-133 0 0,0 0 8 0 0,26 2-23 0 0,85 3-192 0 0,-103-6-788 0 0,-1 1 0 0 0,0 0 0 0 0,1 1 0 0 0,-1-1 0 0 0,0 1 0 0 0,1 1 0 0 0,-1-1 0 0 0,0 1 0 0 0,0 0 0 0 0,0 1 0 0 0,0 0 0 0 0,-1 0 0 0 0,1 0 0 0 0,-1 1 0 0 0,0 0 0 0 0,0 0 0 0 0,0 1 0 0 0,0 0 0 0 0,-1 0 0 0 0,0 0 0 0 0,0 0 0 0 0,0 1 0 0 0,-1 0 0 0 0,1 0 0 0 0,-2 0 1 0 0,1 1-1 0 0,-1-1 0 0 0,1 1 0 0 0,-2 0 0 0 0,1 0 0 0 0,-1 0 0 0 0,0 0 0 0 0,-1 0 0 0 0,1 0 0 0 0,-1 0 0 0 0,-1 1 0 0 0,0-1 0 0 0,0 1 0 0 0,0-1 0 0 0,-1 3-73 0 0,-19 106-1528 0 0,-24-49-7062 0 0,40-63 5495 0 0</inkml:trace>
  <inkml:trace contextRef="#ctx0" brushRef="#br0" timeOffset="1857.656">2541 598 300 0 0,'0'0'457'0'0,"0"0"1383"0"0,0 0 2116 0 0,0 0-1980 0 0,0 0-1055 0 0,0 0-272 0 0,0 0-58 0 0,0 0-47 0 0,0 0-89 0 0,0 0-115 0 0,-8 0 658 0 0,-47-106 2665 0 0,56 94-3620 0 0,1-1 0 0 0,0 1 0 0 0,1 0 0 0 0,0-1 0 0 0,1 1 0 0 0,0 1 1 0 0,1-1-1 0 0,1 0 0 0 0,0 1 0 0 0,0 0 0 0 0,1 1 0 0 0,0 0 0 0 0,1 0 1 0 0,0 0-1 0 0,1 1 0 0 0,0 0 0 0 0,0 0 0 0 0,1 1 0 0 0,0 1 0 0 0,0 0 0 0 0,1 0 1 0 0,0 1-1 0 0,8-4-43 0 0,18-18 84 0 0,-20 16-147 0 0,128-91-175 0 0,-37 58-3316 0 0,-88 43-891 0 0,-19 2-57 0 0</inkml:trace>
  <inkml:trace contextRef="#ctx0" brushRef="#br0" timeOffset="2652.695">3158 288 940 0 0,'0'0'592'0'0,"0"0"1839"0"0,0 0 1259 0 0,0 0-1754 0 0,0 0-746 0 0,0 0-265 0 0,0 0-101 0 0,0 0-125 0 0,0 0-113 0 0,0 0-110 0 0,21 2-136 0 0,66 8-133 0 0,-80-8-176 0 0,0 1 1 0 0,0-1-1 0 0,0 1 0 0 0,-1 1 0 0 0,1-1 1 0 0,-1 1-1 0 0,1 0 0 0 0,-2 1 1 0 0,1-1-1 0 0,0 1 0 0 0,-1 0 1 0 0,0 1-1 0 0,0-1 0 0 0,0 1 0 0 0,-1 0 1 0 0,0 0-1 0 0,0 1 0 0 0,0-1 1 0 0,-1 1-1 0 0,0 0 0 0 0,0 0 0 0 0,-1 0 1 0 0,0 0-1 0 0,0 0 0 0 0,-1 0 1 0 0,1 1-1 0 0,-2-1 0 0 0,1 1 1 0 0,-1-1-1 0 0,0 1 0 0 0,-1 3-31 0 0,10 135-205 0 0,9-138-548 0 0,-26-40-58 0 0,0 24 800 0 0,-1 0 0 0 0,0 0 0 0 0,-1 1 0 0 0,1 0 0 0 0,-2 1 0 0 0,1 0 0 0 0,-1 0 0 0 0,1 1 0 0 0,-2 0 0 0 0,1 1 0 0 0,0 1 0 0 0,-1 0 0 0 0,1 0 0 0 0,-1 1 0 0 0,0 0 0 0 0,0 1 0 0 0,0 1 0 0 0,0 0 0 0 0,0 0 0 0 0,0 2 0 0 0,0-1 0 0 0,0 1 0 0 0,1 1 0 0 0,-1 0 0 0 0,1 0 0 0 0,-1 2 0 0 0,1-1 0 0 0,1 1 0 0 0,-1 1 0 0 0,1 0 0 0 0,-1 0 0 0 0,2 1 0 0 0,-1 0 0 0 0,0 2 11 0 0,8-7 12 0 0,0 0 1 0 0,0 0-1 0 0,0 0 0 0 0,0 0 0 0 0,1 1 0 0 0,-1-1 1 0 0,1 1-1 0 0,-1-1 0 0 0,1 1 0 0 0,0-1 0 0 0,0 1 1 0 0,0 0-1 0 0,0 0 0 0 0,1-1 0 0 0,-1 1 0 0 0,1 0 0 0 0,0 0 1 0 0,-1 0-1 0 0,1 0 0 0 0,0-1 0 0 0,1 1 0 0 0,-1 0 1 0 0,1 0-1 0 0,-1 0 0 0 0,1-1 0 0 0,0 1 0 0 0,0 0 1 0 0,0 0-1 0 0,0-1 0 0 0,0 1 0 0 0,1-1 0 0 0,-1 1 1 0 0,1-1-1 0 0,0 0 0 0 0,-1 0 0 0 0,1 1 0 0 0,0-1 0 0 0,0 0 1 0 0,1-1-1 0 0,-1 1 0 0 0,0 0 0 0 0,1-1 0 0 0,-1 1 1 0 0,1-1-1 0 0,-1 0 0 0 0,2 1-12 0 0,129 43-640 0 0,-28-35-1200 0 0,-36-9-2121 0 0,-39-1-406 0 0</inkml:trace>
  <inkml:trace contextRef="#ctx0" brushRef="#br0" timeOffset="2946.354">3581 197 520 0 0,'0'0'334'0'0,"0"0"238"0"0,0 0 1869 0 0,0 0 896 0 0,0 0-1548 0 0,0 0-608 0 0,0 0-37 0 0,0 0 70 0 0,0 0-56 0 0,0 0-214 0 0,30 6-246 0 0,98 21-125 0 0,-113-24-463 0 0,0 2 0 0 0,0-1 0 0 0,-1 2 0 0 0,0 0 0 0 0,0 1 0 0 0,0 1 0 0 0,-1 0 0 0 0,0 0 0 0 0,0 1-1 0 0,-1 1 1 0 0,0 0 0 0 0,-1 1 0 0 0,0 0 0 0 0,-1 1 0 0 0,0 0 0 0 0,-1 0 0 0 0,0 1 0 0 0,1 5-110 0 0,-3-5-16 0 0,-2-1 1 0 0,0 1 0 0 0,0-1 0 0 0,-1 1-1 0 0,-1 1 1 0 0,0-1 0 0 0,-1 0 0 0 0,0 1-1 0 0,-1-1 1 0 0,-1 1 0 0 0,0 0 0 0 0,-1-1-1 0 0,0 1 1 0 0,-1-1 0 0 0,-1 1 0 0 0,0-1-1 0 0,-1 4 16 0 0,0-3-734 0 0,-1 0-1 0 0,0-1 0 0 0,-1 1 0 0 0,-1-1 0 0 0,1-1 0 0 0,-2 1 1 0 0,0-1-1 0 0,-1 0 0 0 0,0-1 0 0 0,-4 4 735 0 0,-20 13-5552 0 0</inkml:trace>
  <inkml:trace contextRef="#ctx0" brushRef="#br0" timeOffset="21991.702">719 742 392 0 0,'0'0'4224'0'0,"0"0"-2127"0"0,0 0-951 0 0,0 0-346 0 0,0 0 125 0 0,0 0 203 0 0,0 0-28 0 0,0 0-238 0 0,0 0-195 0 0,41-12-62 0 0,258-78 359 0 0,350-113-49 0 0,94 8-915 0 0,-498 139-396 0 0,108-26-1033 0 0,-123 19-2320 0 0,-171 44 1013 0 0,-5-2-1031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5:23.9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1219 1316 0 0,'0'0'1728'0'0,"0"0"-32"0"0,0 0-446 0 0,0 0-219 0 0,0 0-206 0 0,0 0-306 0 0,0 0 63 0 0,0 0 694 0 0,-4 3-517 0 0,-16 12-254 0 0,20-15-414 0 0,20 8 364 0 0,24 12-428 0 0,0-2 0 0 0,1-3 0 0 0,0-1 0 0 0,1-2 1 0 0,1-2-1 0 0,0-2 0 0 0,0-2 0 0 0,27-1-27 0 0,-76-6 4 0 0,1 1 0 0 0,-1-1 0 0 0,0 0 0 0 0,0 0 0 0 0,1 0 0 0 0,-1 0 0 0 0,1 0 0 0 0,-1 0 0 0 0,1 0 0 0 0,-1 0 0 0 0,1 0 1 0 0,0-1-1 0 0,-1 1 0 0 0,1-1 0 0 0,0 1 0 0 0,0-1 0 0 0,0 1 0 0 0,0-1 0 0 0,0 0 0 0 0,1 1 0 0 0,-1-1 0 0 0,0 0 0 0 0,1 0 0 0 0,0 0 0 0 0,-1 1 0 0 0,1-1 0 0 0,0 0 1 0 0,0 0-1 0 0,0 0 0 0 0,0 0 0 0 0,0 0 0 0 0,0 0 0 0 0,0 1 0 0 0,1-1 0 0 0,-1 0 0 0 0,1 0 0 0 0,-1 0 0 0 0,1 1 0 0 0,0-1 0 0 0,0 0 0 0 0,-1 1 0 0 0,1-1 1 0 0,1 1-1 0 0,-1-1 0 0 0,0 1 0 0 0,0-1 0 0 0,0 1 0 0 0,1 0 0 0 0,-1-1 0 0 0,1 1 0 0 0,-1 0 0 0 0,1 0 0 0 0,-1 0 0 0 0,1 0 0 0 0,0 0 0 0 0,-1 1 0 0 0,1-1 0 0 0,0 0 1 0 0,0 1-1 0 0,0-1 0 0 0,-1 1 0 0 0,1 0 0 0 0,0 0 0 0 0,1-1-4 0 0,-163-77-95 0 0,119 61 65 0 0,0-2-1 0 0,1-2 1 0 0,1-1 0 0 0,1-2-1 0 0,1-2 1 0 0,-12-12 30 0 0,46 36-11 0 0,1 1-1 0 0,-1-1 0 0 0,1 0 1 0 0,-1 0-1 0 0,1 0 1 0 0,0-1-1 0 0,0 1 1 0 0,0 0-1 0 0,0-1 1 0 0,0 0-1 0 0,0 1 0 0 0,1-1 1 0 0,-1 0-1 0 0,1 0 1 0 0,0 0-1 0 0,0 0 1 0 0,0 0-1 0 0,0 0 1 0 0,1 0-1 0 0,-1 0 0 0 0,1 0 1 0 0,-1 0-1 0 0,1 0 1 0 0,0 0-1 0 0,1 0 1 0 0,-1-1-1 0 0,0 1 1 0 0,1 0-1 0 0,0 0 0 0 0,0 0 1 0 0,-1 0-1 0 0,2 0 1 0 0,-1 0-1 0 0,0 0 1 0 0,1 1-1 0 0,-1-1 1 0 0,1 0-1 0 0,0 1 0 0 0,0-1 12 0 0,105-38-1413 0 0,-27 42-5414 0 0,-50 5 3637 0 0</inkml:trace>
  <inkml:trace contextRef="#ctx0" brushRef="#br0" timeOffset="315.93">887 1398 628 0 0,'0'0'3703'0'0,"0"0"-1467"0"0,0 0-591 0 0,0 0-395 0 0,0 0-276 0 0,0 0-308 0 0,0 0-267 0 0,0 0-163 0 0,-13-17-123 0 0,-38-53-94 0 0,22-36-263 0 0,-30-127-2908 0 0,58 192-2182 0 0,1 24 2623 0 0</inkml:trace>
  <inkml:trace contextRef="#ctx0" brushRef="#br0" timeOffset="632.901">1105 1410 1448 0 0,'0'0'2706'0'0,"0"0"-690"0"0,0 0-524 0 0,0 0-235 0 0,0 0-202 0 0,0 0-137 0 0,0 0-329 0 0,0 0-292 0 0,0 0-188 0 0,-4-20-86 0 0,-12-143-107 0 0,16 147-251 0 0,1-1 1 0 0,-2 1-1 0 0,0-1 0 0 0,-1 1 1 0 0,-1-1-1 0 0,0 1 1 0 0,-1 0-1 0 0,-1 0 1 0 0,-1 1-1 0 0,-7-16 335 0 0,1 7-4729 0 0,8 16 1886 0 0</inkml:trace>
  <inkml:trace contextRef="#ctx0" brushRef="#br0" timeOffset="886.68">1097 1038 1708 0 0,'0'0'1544'0'0,"0"0"-123"0"0,0 0-303 0 0,0 0 119 0 0,0 0 12 0 0,0 0-123 0 0,35-5-372 0 0,113-16-195 0 0,-129 17-486 0 0,-1 1-1 0 0,1 0 1 0 0,0 2-1 0 0,0 0 1 0 0,0 1-1 0 0,0 1 1 0 0,0 1-1 0 0,0 1 1 0 0,0 0-1 0 0,-1 2 1 0 0,1 0-1 0 0,-1 1 1 0 0,-1 0-1 0 0,8 5-72 0 0,-19-5-4 0 0,0 0 1 0 0,-1 0-1 0 0,1 1 0 0 0,-2-1 0 0 0,1 1 1 0 0,-1 1-1 0 0,0-1 0 0 0,0 0 0 0 0,-1 1 1 0 0,0 0-1 0 0,0 0 0 0 0,-1 0 0 0 0,0 0 1 0 0,0 0-1 0 0,-1 0 0 0 0,0 0 0 0 0,-1 1 1 0 0,0-1-1 0 0,0 0 0 0 0,-1 0 0 0 0,0 1 1 0 0,0-1-1 0 0,-1 0 0 0 0,0 0 0 0 0,0 0 1 0 0,-1 0-1 0 0,0 0 0 0 0,0-1 0 0 0,-1 1 1 0 0,0-1-1 0 0,0 0 0 0 0,-1 0 0 0 0,0-1 1 0 0,0 1-1 0 0,-1-1 0 0 0,1 0 0 0 0,-2 0 4 0 0,-13 21-486 0 0,-20 26-646 0 0,12-28-3001 0 0,24-23 1672 0 0,4-2-571 0 0</inkml:trace>
  <inkml:trace contextRef="#ctx0" brushRef="#br0" timeOffset="1283.886">1915 1465 2764 0 0,'0'0'2000'0'0,"0"0"110"0"0,0 0-547 0 0,0 0-86 0 0,0 0-336 0 0,0 0-498 0 0,0 0-207 0 0,0 0-87 0 0,-20-18-112 0 0,-65-60-80 0 0,73 66-137 0 0,0-1 0 0 0,1 0 0 0 0,0-1-1 0 0,1 0 1 0 0,1 0 0 0 0,0-1 0 0 0,1-1-1 0 0,1 1 1 0 0,0-1 0 0 0,1 0 0 0 0,1-1 0 0 0,0 0-1 0 0,1 1 1 0 0,1-1 0 0 0,1-1 0 0 0,0 1-1 0 0,1 0 1 0 0,1 0 0 0 0,1-1 0 0 0,0 1 0 0 0,2-6-20 0 0,4 5-50 0 0,0 0 1 0 0,1 1-1 0 0,0 0 1 0 0,2 0 0 0 0,0 1-1 0 0,0 0 1 0 0,2 1-1 0 0,0 0 1 0 0,1 1 0 0 0,0 0-1 0 0,1 1 1 0 0,1 0-1 0 0,0 2 1 0 0,0-1 0 0 0,1 2-1 0 0,15-7 50 0 0,-4-3-123 0 0,84-52-1639 0 0,-29 41-4409 0 0,-52 27 2961 0 0</inkml:trace>
  <inkml:trace contextRef="#ctx0" brushRef="#br0" timeOffset="1856.549">2431 837 1892 0 0,'0'0'3855'0'0,"0"0"-1965"0"0,0 0-997 0 0,0 0-331 0 0,0 0 39 0 0,0 0 5 0 0,0 0-147 0 0,0 0-109 0 0,0 0-72 0 0,0 0-57 0 0,19 12-76 0 0,59 41-70 0 0,-70-46-51 0 0,-1 0 0 0 0,0 1 0 0 0,0 0 0 0 0,-1 0 0 0 0,0 0 0 0 0,0 1 0 0 0,-1 0 0 0 0,0 0 0 0 0,-1 0 0 0 0,0 0 0 0 0,0 1 0 0 0,-1 0 0 0 0,0 0 0 0 0,-1 0 0 0 0,0 0 0 0 0,0 0-1 0 0,-1 0 1 0 0,-1 0 0 0 0,0 6-24 0 0,3 5-22 0 0,1 223-156 0 0,-10-302-454 0 0,-5 45 532 0 0,-1 0 0 0 0,-1 1 0 0 0,0 1 0 0 0,0 0 0 0 0,-1 1 0 0 0,-1 0 0 0 0,0 1 1 0 0,0 1-1 0 0,0 0 0 0 0,-1 2 0 0 0,0-1 0 0 0,-1 2 0 0 0,0 0 0 0 0,1 1 0 0 0,-1 1 0 0 0,0 0 1 0 0,-6 1 99 0 0,20 1 24 0 0,1 1 0 0 0,0 0 1 0 0,0 0-1 0 0,-1 0 1 0 0,1 0-1 0 0,0 1 1 0 0,0-1-1 0 0,-1 0 0 0 0,1 1 1 0 0,0 0-1 0 0,0-1 1 0 0,0 1-1 0 0,0 0 1 0 0,0 0-1 0 0,0 0 0 0 0,0 0 1 0 0,0 1-1 0 0,0-1 1 0 0,0 0-1 0 0,1 1 1 0 0,-1 0-1 0 0,0-1 0 0 0,1 1 1 0 0,0 0-1 0 0,-1 0 1 0 0,1-1-1 0 0,0 1 0 0 0,0 0 1 0 0,0 0-1 0 0,0 1 1 0 0,0-1-1 0 0,0 0 1 0 0,1 0-1 0 0,-1 0 0 0 0,1 0 1 0 0,-1 1-1 0 0,1-1 1 0 0,0 0-1 0 0,0 0 1 0 0,0 1-1 0 0,0-1 0 0 0,1 0 1 0 0,-1 0-1 0 0,0 1 1 0 0,1-1-1 0 0,0 0 1 0 0,-1 0-1 0 0,1 0 0 0 0,0 0 1 0 0,0 0-1 0 0,0 0 1 0 0,0 0-1 0 0,1 0 1 0 0,-1 0-1 0 0,2 1-24 0 0,7 6-85 0 0,0 0 0 0 0,1 0 0 0 0,0-2 0 0 0,0 1 0 0 0,1-1 0 0 0,0-1 0 0 0,1 0-1 0 0,-1-1 1 0 0,1 0 0 0 0,0-1 0 0 0,0 0 0 0 0,1-1 0 0 0,-1-1 0 0 0,1 0 0 0 0,-1 0 0 0 0,1-2 0 0 0,-1 0 0 0 0,1 0 0 0 0,0-1 0 0 0,10-3 85 0 0,-13 4-275 0 0,135-9-5221 0 0,-92-4 3093 0 0</inkml:trace>
  <inkml:trace contextRef="#ctx0" brushRef="#br0" timeOffset="2445.526">2903 1356 1880 0 0,'0'0'2423'0'0,"0"0"-557"0"0,0 0-514 0 0,0 0-247 0 0,0 0 50 0 0,0 0-114 0 0,0 0-339 0 0,0 0-340 0 0,0 0-68 0 0,7-1 108 0 0,12-8-168 0 0,-1-1 0 0 0,-1-1 0 0 0,0 0 0 0 0,0-1 0 0 0,-1-1-1 0 0,-1 0 1 0 0,0-1 0 0 0,-1-1 0 0 0,0 0 0 0 0,-2-1-1 0 0,1 0 1 0 0,-2-1 0 0 0,0-1 0 0 0,-2 0 0 0 0,1 0-1 0 0,3-15-233 0 0,-6 23-102 0 0,-2-2-1 0 0,0 1 0 0 0,0 0 0 0 0,-1-1 0 0 0,0 0 1 0 0,-1 0-1 0 0,-1 0 0 0 0,1 0 0 0 0,-2-1 0 0 0,0 1 0 0 0,-1-1 1 0 0,0 1-1 0 0,0 0 0 0 0,-1-1 0 0 0,-1 1 0 0 0,0 0 0 0 0,-1 0 1 0 0,-1 0-1 0 0,1 0 0 0 0,-2 0 0 0 0,0 1 0 0 0,0 0 0 0 0,-1 0 1 0 0,0 0-1 0 0,-1 0 0 0 0,0 1 0 0 0,-1 1 0 0 0,0-1 1 0 0,0 1-1 0 0,-1 0 0 0 0,-5-3 103 0 0,10 9-142 0 0,-70-50-2439 0 0,19 29-2403 0 0,27 20-445 0 0</inkml:trace>
  <inkml:trace contextRef="#ctx0" brushRef="#br0" timeOffset="3616.142">3661 957 2948 0 0,'0'0'3528'0'0,"0"0"-1955"0"0,0 0-539 0 0,0 0 1 0 0,0 0-63 0 0,0 0-202 0 0,0 0-232 0 0,0 0-170 0 0,-9 8-195 0 0,-87 121-457 0 0,86-107 344 0 0,-12 78 266 0 0,79-92-1139 0 0,75-28-2736 0 0,-1-23-3357 0 0,-101 32 5513 0 0</inkml:trace>
  <inkml:trace contextRef="#ctx0" brushRef="#br0" timeOffset="3885.831">3903 1138 312 0 0,'0'0'2010'0'0,"0"0"-448"0"0,0 0-37 0 0,0 0-123 0 0,0 0-391 0 0,0 0-294 0 0,0 0-311 0 0,-6 14-106 0 0,-15 47-145 0 0,21-59-148 0 0,1 1-1 0 0,0-1 1 0 0,0 1-1 0 0,0-1 1 0 0,1 0-1 0 0,-1 1 1 0 0,0-1-1 0 0,1 0 0 0 0,0 0 1 0 0,-1 0-1 0 0,1 0 1 0 0,0 0-1 0 0,0 0 1 0 0,0-1-1 0 0,0 1 1 0 0,0-1-1 0 0,1 1 1 0 0,-1-1-1 0 0,0 0 1 0 0,1 0-1 0 0,-1 0 1 0 0,1 0-1 0 0,-1 0 1 0 0,1 0-1 0 0,-1-1 1 0 0,1 1-1 0 0,0-1 1 0 0,-1 0-1 0 0,2 0-6 0 0,0 1 0 0 0,21 7 54 0 0,1-2 0 0 0,-1-1 1 0 0,1-1-1 0 0,0-1 0 0 0,1-2 1 0 0,-1 0-1 0 0,0-2 1 0 0,0-1-1 0 0,14-2-54 0 0,-37 2 5 0 0,0 0 0 0 0,0 0 1 0 0,0 0-1 0 0,-1 0 0 0 0,1-1 0 0 0,-1 1 0 0 0,1-1 1 0 0,-1 1-1 0 0,0-1 0 0 0,0 0 0 0 0,0 0 0 0 0,0 0 1 0 0,0 0-1 0 0,-1 0 0 0 0,1 0 0 0 0,-1-1 0 0 0,0 1 1 0 0,0 0-1 0 0,0-1 0 0 0,-1 1 0 0 0,1-1 0 0 0,-1 1 1 0 0,0-1-1 0 0,0 1 0 0 0,0-1 0 0 0,0 1 0 0 0,0-1 1 0 0,-1 1-1 0 0,0-1 0 0 0,1 1 0 0 0,-1 0 1 0 0,-1-1-1 0 0,1 1 0 0 0,0 0 0 0 0,-1 0 0 0 0,0 0 1 0 0,0 0-1 0 0,0 0 0 0 0,0 0 0 0 0,0 0 0 0 0,0 1 1 0 0,-1-1-1 0 0,1 1 0 0 0,-1-1 0 0 0,0 1 0 0 0,1 0 1 0 0,-2 0-6 0 0,-8-10 42 0 0,0 0 1 0 0,-1 1 0 0 0,0 1-1 0 0,0 0 1 0 0,-1 1-1 0 0,0 1 1 0 0,-1 0 0 0 0,0 0-1 0 0,0 2 1 0 0,-1 0 0 0 0,0 1-1 0 0,0 0 1 0 0,0 1-1 0 0,0 1 1 0 0,-1 1 0 0 0,1 0-1 0 0,-11 1-42 0 0,24 1-18 0 0,1 1-1 0 0,0-1 1 0 0,0 1-1 0 0,-1-1 1 0 0,1 1-1 0 0,0 0 1 0 0,0 0-1 0 0,0 0 0 0 0,0 0 1 0 0,0 1-1 0 0,0-1 1 0 0,1 0-1 0 0,-1 1 1 0 0,0-1-1 0 0,1 1 1 0 0,-1 0-1 0 0,1-1 1 0 0,-1 1-1 0 0,1 0 1 0 0,0 0-1 0 0,0 0 0 0 0,-1 0 1 0 0,2 0-1 0 0,-1 0 1 0 0,0 0-1 0 0,0 1 1 0 0,1-1-1 0 0,-1 0 1 0 0,1 0-1 0 0,0 1 1 0 0,-1-1-1 0 0,1 0 1 0 0,0 2 18 0 0,26 70-5462 0 0,-2-58 2961 0 0</inkml:trace>
  <inkml:trace contextRef="#ctx0" brushRef="#br0" timeOffset="4282.614">4399 1299 2948 0 0,'0'0'3722'0'0,"0"0"-1685"0"0,0 0-813 0 0,0 0-353 0 0,0 0-309 0 0,0 0-302 0 0,0 0-54 0 0,0 0-3 0 0,0 0-46 0 0,0 0-8 0 0,26 7-18 0 0,84 19-48 0 0,-61-27 187 0 0,-49-3-315 0 0,-57-32-30 0 0,-110-62 301 0 0,166 97-220 0 0,-1 0-1 0 0,1 0 0 0 0,0 0 1 0 0,-1-1-1 0 0,1 1 0 0 0,0 0 1 0 0,0 0-1 0 0,0-1 0 0 0,-1 1 1 0 0,2-1-1 0 0,-1 1 0 0 0,0-1 1 0 0,0 1-1 0 0,0-1 0 0 0,1 0 1 0 0,-1 1-1 0 0,1-1 1 0 0,-1 0-1 0 0,1 0 0 0 0,0 1 1 0 0,0-1-1 0 0,0 0 0 0 0,0 0 1 0 0,0 1-1 0 0,0-1 0 0 0,0 0 1 0 0,0 0-1 0 0,1 1 0 0 0,-1-1 1 0 0,1 0-1 0 0,-1 1 0 0 0,1-1 1 0 0,0 0-1 0 0,-1 1 1 0 0,1-1-1 0 0,0 1 0 0 0,0-1 1 0 0,0 1-1 0 0,0-1 0 0 0,1 1 1 0 0,-1 0-1 0 0,0 0 0 0 0,1 0 1 0 0,-1-1-1 0 0,0 1 0 0 0,1 0-5 0 0,80-47 337 0 0,-64 40-339 0 0,122-47-255 0 0,-112 75-2039 0 0,-10-4-3549 0 0,-3-7 1473 0 0</inkml:trace>
  <inkml:trace contextRef="#ctx0" brushRef="#br0" timeOffset="4748.685">4915 1437 1436 0 0,'0'0'4281'0'0,"0"0"-2129"0"0,0 0-725 0 0,0 0-312 0 0,0 0-206 0 0,0 0-151 0 0,0 0-154 0 0,0 0-184 0 0,0 0-148 0 0,-6-3-94 0 0,-5-6-37 0 0,1-1-1 0 0,1 0 1 0 0,0 0-1 0 0,0-1 1 0 0,1-1 0 0 0,1 1-1 0 0,0-1 1 0 0,0 0-1 0 0,1-1 1 0 0,1 0 0 0 0,0 0-1 0 0,1 0 1 0 0,-2-12-141 0 0,-2 5-51 0 0,1-4 29 0 0,0 1 1 0 0,1-2-1 0 0,2 1 1 0 0,0 0-1 0 0,2-1 1 0 0,0 0-1 0 0,2 0 1 0 0,1 1-1 0 0,3-22 22 0 0,-1 36-132 0 0,-1 0 0 0 0,1 0 0 0 0,1 1 0 0 0,0 0 0 0 0,0-1 0 0 0,1 1 0 0 0,0 1 0 0 0,0-1-1 0 0,1 1 1 0 0,0 0 0 0 0,0 0 0 0 0,1 1 0 0 0,0-1 0 0 0,8-4 132 0 0,44-18-7960 0 0,-40 29 4618 0 0</inkml:trace>
  <inkml:trace contextRef="#ctx0" brushRef="#br0" timeOffset="5290.445">5116 1351 3360 0 0,'0'0'2810'0'0,"0"0"-1018"0"0,0 0-717 0 0,0 0-338 0 0,0 0-197 0 0,0 0-150 0 0,0 0-288 0 0,0 0-1 0 0,6-19 34 0 0,49-141 409 0 0,20-25 180 0 0,-46 130-651 0 0,-29 54-110 0 0,4 45-115 0 0,7 10 194 0 0,-6-17-100 0 0,2 0-1 0 0,2-1 1 0 0,1 0 0 0 0,2-1 0 0 0,1 0-1 0 0,17 31 59 0 0,46 63 480 0 0,-78-127-462 0 0,0-1-1 0 0,0 1 0 0 0,0-1 0 0 0,0 0 0 0 0,0 1 0 0 0,0-1 0 0 0,0 0 0 0 0,-1 0 0 0 0,1-1 0 0 0,0 1 0 0 0,-1 0 1 0 0,1-1-1 0 0,-1 1 0 0 0,1-1 0 0 0,0 0 0 0 0,-1 0 0 0 0,1 0 0 0 0,-1 0 0 0 0,1 0 0 0 0,-1-1 0 0 0,1 1 0 0 0,0-1 0 0 0,-1 1 1 0 0,1-1-1 0 0,0 0 0 0 0,-1 0 0 0 0,0-1-17 0 0,-235-76 336 0 0,225 69-1696 0 0,21 4-6158 0 0,11 4 3232 0 0</inkml:trace>
  <inkml:trace contextRef="#ctx0" brushRef="#br0" timeOffset="5675.266">5612 1520 3696 0 0,'0'0'2984'0'0,"0"0"-767"0"0,0 0-601 0 0,0 0-369 0 0,0 0-108 0 0,0 0-145 0 0,0 0-338 0 0,0 0-257 0 0,0 0-91 0 0,0 0 7 0 0,15-16-20 0 0,49-52-18 0 0,-59 62-259 0 0,-1 0 1 0 0,0 0-1 0 0,-1 0 1 0 0,1 0-1 0 0,-1 0 1 0 0,0-1-1 0 0,-1 0 1 0 0,1 1-1 0 0,-1-1 1 0 0,-1 0-1 0 0,0 0 1 0 0,1 0-1 0 0,-2 0 1 0 0,1-1-1 0 0,-1 1 1 0 0,0 0-1 0 0,-1 0 1 0 0,-1-6-19 0 0,1-17-13 0 0,2 10-293 0 0,-2-1 0 0 0,0 1 0 0 0,-1 0 0 0 0,-1 0 0 0 0,0 0 0 0 0,-2 0 1 0 0,-1 1-1 0 0,0-1 0 0 0,-1 2 0 0 0,-8-17 306 0 0,7 19-690 0 0,-15-26-1474 0 0,2 16-3002 0 0,0 13-50 0 0</inkml:trace>
  <inkml:trace contextRef="#ctx0" brushRef="#br0" timeOffset="32744.388">3435 1244 12 0 0,'0'0'1285'0'0,"0"0"-340"0"0,0 0-306 0 0,0 0-85 0 0,0 0 37 0 0,0 0-231 0 0,0 0-38 0 0,0 0-164 0 0,5 0-131 0 0,30 0 1579 0 0,-35 0-616 0 0,45 4 3903 0 0,291-68-3104 0 0,739-223-995 0 0,-372 60-3677 0 0,-695 225 2433 0 0,3-2 124 0 0,-8-1-5610 0 0,-3 0 3366 0 0</inkml:trace>
  <inkml:trace contextRef="#ctx0" brushRef="#br0" timeOffset="33473.44">4298 248 184 0 0,'0'0'6235'0'0,"0"0"-3786"0"0,0 0-1335 0 0,0 0-414 0 0,0 0-260 0 0,0 0-116 0 0,19-15-108 0 0,120-104-192 0 0,-28 5 174 0 0,-148 153-1304 0 0,21-12 1113 0 0,0 0 0 0 0,2 1-1 0 0,1 1 1 0 0,1 0 0 0 0,2 1-1 0 0,0 0 1 0 0,0 11-7 0 0,-25 69 761 0 0,-1 13-155 0 0,0-136-608 0 0,80 2 151 0 0,79-4-1198 0 0,-95 12-6341 0 0,-227 28 3490 0 0</inkml:trace>
  <inkml:trace contextRef="#ctx0" brushRef="#br0" timeOffset="37425.261">399 1327 2916 0 0,'0'0'1274'0'0,"0"0"-206"0"0,0 0-427 0 0,0 0-52 0 0,0 0 1052 0 0,0 0-232 0 0,0 0-384 0 0,0 0-290 0 0,0 0-61 0 0,6-3 66 0 0,211-101 1705 0 0,334-71-2216 0 0,-512 164-108 0 0,1530-386-1275 0 0,-1004 264-4848 0 0,-512 120 3420 0 0,-1-6-1395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6:15.5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335 740 3724 0 0,'0'0'4893'0'0,"0"0"-2464"0"0,0 0-1110 0 0,0 0-423 0 0,0 0-144 0 0,0 0-204 0 0,0 0-331 0 0,0 0-187 0 0,22-17-58 0 0,153-135-49 0 0,210-295 635 0 0,-368 425-565 0 0,90-80-302 0 0,-66 166 1005 0 0,23 64-51 0 0,7-3-1 0 0,4-3 1 0 0,53 61-645 0 0,-24-83 725 0 0,-158-89-1401 0 0,-235-23 364 0 0,-226-42 312 0 0,407 41-323 0 0,86 10 66 0 0,-61-4-455 0 0,39 20-2793 0 0,33 1 164 0 0,9 10-2901 0 0</inkml:trace>
  <inkml:trace contextRef="#ctx0" brushRef="#br0" timeOffset="22839.224">1 910 1864 0 0,'0'0'272'0'0,"0"0"1294"0"0,0 0 1657 0 0,0 0-1379 0 0,26-16-353 0 0,202-117 1638 0 0,393-142-381 0 0,-61 30-5933 0 0,-487 207 507 0 0,-5-7-2007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6:06.2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0 582 4772 0 0,'0'0'645'0'0,"0"0"35"0"0,0 0 1028 0 0,0 0-450 0 0,0 0-412 0 0,0 0-233 0 0,7 15-243 0 0,26 45-27 0 0,-31-58-307 0 0,1 1 0 0 0,-1-1 0 0 0,0 1 1 0 0,1-1-1 0 0,-1 0 0 0 0,1 0 0 0 0,0 0 0 0 0,0-1 0 0 0,0 1 0 0 0,0 0 1 0 0,0-1-1 0 0,0 0 0 0 0,0 0 0 0 0,0 0 0 0 0,0 0 0 0 0,0 0 0 0 0,1-1 1 0 0,-1 0-1 0 0,0 1 0 0 0,1-1 0 0 0,-1 0 0 0 0,3-1-36 0 0,10 2 111 0 0,240 13 2371 0 0,-255-14-2382 0 0,-5-19-203 0 0,-2 0 0 0 0,0 1-1 0 0,-1-1 1 0 0,-1 1-1 0 0,-1 0 1 0 0,0 1 0 0 0,-1 0-1 0 0,-1 1 1 0 0,0 0-1 0 0,-2 1 1 0 0,1 0-1 0 0,-2 1 1 0 0,0 0 0 0 0,-1 1-1 0 0,0 0 1 0 0,-1 2-1 0 0,0 0 1 0 0,-13-7 103 0 0,-11-12 173 0 0,37 28-160 0 0,-1 1 1 0 0,1-1 0 0 0,-1 0 0 0 0,1 0 0 0 0,0 0-1 0 0,0-1 1 0 0,-1 1 0 0 0,2-1 0 0 0,-1 1 0 0 0,0-1-1 0 0,0 0 1 0 0,1 0 0 0 0,0 0 0 0 0,0 0 0 0 0,0-1 0 0 0,0 1-1 0 0,0-1 1 0 0,0 1 0 0 0,1-1 0 0 0,0 0 0 0 0,0 1-1 0 0,0-1 1 0 0,0 0 0 0 0,0 0 0 0 0,1 0 0 0 0,0 0-1 0 0,0 0 1 0 0,0 1 0 0 0,0-1 0 0 0,1 0 0 0 0,-1 0 0 0 0,1 0-1 0 0,0 0 1 0 0,0 1 0 0 0,0-1 0 0 0,1 0 0 0 0,-1 1-1 0 0,1-1 1 0 0,1-2-14 0 0,141-38-825 0 0,-44 48-4446 0 0,-82 0 2214 0 0</inkml:trace>
  <inkml:trace contextRef="#ctx0" brushRef="#br0" timeOffset="252.536">758 262 5196 0 0,'0'0'1999'0'0,"0"0"-825"0"0,0 0-456 0 0,-3 17 28 0 0,-10 130 2536 0 0,12-136-3241 0 0,1 0 0 0 0,1 0 0 0 0,-1-1 0 0 0,2 1 0 0 0,-1 0 0 0 0,2 0 0 0 0,-1 0 0 0 0,2-1 0 0 0,-1 1 0 0 0,1-1 0 0 0,1 0 0 0 0,0 0 0 0 0,0-1 0 0 0,1 0 0 0 0,0 1 1 0 0,1-2-1 0 0,0 1 0 0 0,0-1 0 0 0,1 0 0 0 0,0-1 0 0 0,0 1 0 0 0,10 5-41 0 0,-15-11-592 0 0,9 6 391 0 0,-7-1-6533 0 0,-5-7 2259 0 0</inkml:trace>
  <inkml:trace contextRef="#ctx0" brushRef="#br0" timeOffset="728.543">919 665 3056 0 0,'0'0'4293'0'0,"0"0"-2627"0"0,0 0-1154 0 0,0 0-316 0 0,0 0 126 0 0,0 0 157 0 0,0 0-243 0 0,8-17-140 0 0,2-7-110 0 0,-1 0 1 0 0,-1-1 0 0 0,-1 0-1 0 0,-1 0 1 0 0,-1-1 0 0 0,-1 1-1 0 0,0-16 14 0 0,-28-109-1100 0 0,3 76-3038 0 0,21 74 3223 0 0,0 0 96 0 0,10 12-33 0 0,136 14 6605 0 0,-126-25-5048 0 0,1 1 0 0 0,-1 1 0 0 0,1 0 0 0 0,-1 2-1 0 0,0 0 1 0 0,0 1 0 0 0,-1 2 0 0 0,7 3-705 0 0,-15-3 91 0 0,-1 0 0 0 0,-1 1 0 0 0,1 1 0 0 0,-1 0 1 0 0,-1 0-1 0 0,0 0 0 0 0,0 1 0 0 0,-1 1 0 0 0,-1-1 0 0 0,0 1 0 0 0,0 0 0 0 0,-1 0 0 0 0,-1 1 1 0 0,0-1-1 0 0,-1 1 0 0 0,0 0 0 0 0,-1 0 0 0 0,0 0 0 0 0,-1 1 0 0 0,0-1 0 0 0,-2 12-91 0 0,11 50-205 0 0,-9-1-2994 0 0,-28-62-4562 0 0,6-11 3463 0 0</inkml:trace>
  <inkml:trace contextRef="#ctx0" brushRef="#br0" timeOffset="965.711">758 1 9489 0 0,'0'0'2384'0'0,"0"0"-1052"0"0,0 0-620 0 0,0 0-64 0 0,0 0 372 0 0,0 0-199 0 0,0 0-569 0 0,0 0-252 0 0,0 0-289 0 0,0 0-391 0 0,60 69-392 0 0,-55-49-736 0 0,3-4-2160 0 0,-8-1-2669 0 0</inkml:trace>
  <inkml:trace contextRef="#ctx0" brushRef="#br0" timeOffset="1854.07">1701 813 4456 0 0,'0'0'3401'0'0,"0"0"-2169"0"0,0 0-693 0 0,0 0-49 0 0,0 0 71 0 0,-10-15 171 0 0,-30-47 16 0 0,38 56-692 0 0,-1 1 0 0 0,1 0 0 0 0,1 0 0 0 0,-1-1 0 0 0,1 1-1 0 0,0-1 1 0 0,0 0 0 0 0,0 1 0 0 0,1-1 0 0 0,0 0 0 0 0,0 1 0 0 0,1-1 0 0 0,-1 0 0 0 0,1 1-1 0 0,0-1 1 0 0,1 1 0 0 0,0-1-56 0 0,4-9 114 0 0,0 0 1 0 0,2 1-1 0 0,0-1 0 0 0,0 2 0 0 0,1-1 0 0 0,1 1 1 0 0,0 1-1 0 0,1 0 0 0 0,0 0 0 0 0,2 0-114 0 0,22-25 107 0 0,3-7-346 0 0,52-62 48 0 0,-47 29-4561 0 0,-41 68 2157 0 0,1 4-426 0 0</inkml:trace>
  <inkml:trace contextRef="#ctx0" brushRef="#br0" timeOffset="2791.982">2161 808 1332 0 0,'0'0'2550'0'0,"0"0"-414"0"0,0 0-477 0 0,0 0-365 0 0,0 0-156 0 0,0 0-15 0 0,0 0-190 0 0,0 0-302 0 0,0 0-251 0 0,0 0-169 0 0,5-2-94 0 0,6-8-66 0 0,0 0 1 0 0,0 0-1 0 0,-1-1 0 0 0,-1-1 1 0 0,0 0-1 0 0,0 0 1 0 0,-1 0-1 0 0,0-1 0 0 0,-2-1 1 0 0,1 1-1 0 0,-2-1 0 0 0,1 0 1 0 0,-2 0-1 0 0,1-5-51 0 0,7-13-92 0 0,61-210-819 0 0,-74 216 811 0 0,3 31-591 0 0,-1-1 632 0 0,75 214 345 0 0,-70-193-249 0 0,2-1 0 0 0,0 0-1 0 0,2 0 1 0 0,0 0-1 0 0,2-2 1 0 0,1 1-1 0 0,0-2 1 0 0,2 1-1 0 0,0-2 1 0 0,7 7-37 0 0,46 49 548 0 0,-116-73 559 0 0,-131-19-42 0 0,72 3-1716 0 0,35 10-2549 0 0,65 3-417 0 0,6 3-2565 0 0</inkml:trace>
  <inkml:trace contextRef="#ctx0" brushRef="#br0" timeOffset="4173.661">2754 885 4548 0 0,'0'0'2463'0'0,"0"0"-816"0"0,0 0-599 0 0,0 0-100 0 0,0 0 148 0 0,0 0-57 0 0,0 0-167 0 0,0 0-203 0 0,0 0-172 0 0,8-2-135 0 0,47-11 1318 0 0,14-59-785 0 0,-59 58-921 0 0,-1 1-1 0 0,0-1 1 0 0,-1-1 0 0 0,0 1-1 0 0,-2-1 1 0 0,1-1-1 0 0,-2 1 1 0 0,0-1-1 0 0,-1 0 1 0 0,-1 0-1 0 0,0 0 1 0 0,-1-1-1 0 0,-1 1 1 0 0,0 0 0 0 0,-1-1-1 0 0,-1 1 1 0 0,-1-1-1 0 0,0 0 27 0 0,-4-7-382 0 0,-1 1 1 0 0,-1 0-1 0 0,0 0 0 0 0,-2 1 0 0 0,-1 0 1 0 0,-1 0-1 0 0,0 1 0 0 0,-2 1 0 0 0,0 0 1 0 0,-2 1-1 0 0,0 0 382 0 0,-7-10-1661 0 0,-16-11-6286 0 0,27 31 4582 0 0</inkml:trace>
  <inkml:trace contextRef="#ctx0" brushRef="#br0" timeOffset="5044.796">3387 615 456 0 0,'0'0'5195'0'0,"0"0"-2873"0"0,0 0-1362 0 0,0 0-298 0 0,0 0 132 0 0,0 0 164 0 0,0 0-142 0 0,0 0-319 0 0,0 0-236 0 0,-4 2-73 0 0,-10 1-52 0 0,1 1 0 0 0,0 0 0 0 0,0 1 0 0 0,1 1 0 0 0,0 0 1 0 0,0 0-1 0 0,0 1 0 0 0,0 1 0 0 0,1 0 0 0 0,1 0 1 0 0,-1 1-1 0 0,1 1 0 0 0,1 0 0 0 0,0 0 0 0 0,0 1 0 0 0,1 0 1 0 0,1 0-1 0 0,-1 1 0 0 0,2 0 0 0 0,0 0 0 0 0,0 1 0 0 0,1-1 1 0 0,1 1-1 0 0,-2 9-136 0 0,9-17-42 0 0,0-1 1 0 0,0 1-1 0 0,1-1 1 0 0,0 0-1 0 0,0 0 1 0 0,0-1-1 0 0,0 1 1 0 0,1-1-1 0 0,0 0 1 0 0,-1 0-1 0 0,1 0 1 0 0,0 0-1 0 0,0-1 1 0 0,0 0-1 0 0,1 0 1 0 0,-1-1-1 0 0,0 1 1 0 0,1-1-1 0 0,-1 0 1 0 0,1-1-1 0 0,-1 1 0 0 0,1-1 1 0 0,0 0-1 0 0,-1-1 1 0 0,1 1-1 0 0,1-1 42 0 0,3 2-134 0 0,-1 0 0 0 0,0 0 0 0 0,0-1 0 0 0,1 0 0 0 0,-1-1 0 0 0,0 0 0 0 0,0 0 0 0 0,0-1 0 0 0,0 0 0 0 0,0-1 0 0 0,0 0 0 0 0,0 0 0 0 0,-1-1 0 0 0,0 0 0 0 0,1-1 0 0 0,-2 0 0 0 0,1 0 0 0 0,0 0 0 0 0,-1-1 0 0 0,0 0 0 0 0,2-3 134 0 0,-44 24 2010 0 0,32-13-1991 0 0,1 0 0 0 0,0 0 0 0 0,-1 0 0 0 0,1 0 0 0 0,0 0 1 0 0,0 1-1 0 0,0-1 0 0 0,0 1 0 0 0,1-1 0 0 0,-1 1 0 0 0,1 0 0 0 0,-1-1 1 0 0,1 1-1 0 0,0 0 0 0 0,0 0 0 0 0,0 0 0 0 0,1 0 0 0 0,-1 0 1 0 0,1 0-1 0 0,-1 0 0 0 0,1 0 0 0 0,0 0 0 0 0,0 0 0 0 0,0 0 0 0 0,1 0 1 0 0,-1 1-1 0 0,1-1 0 0 0,0 0 0 0 0,0-1 0 0 0,0 1 0 0 0,0 0 1 0 0,0 0-1 0 0,0 0 0 0 0,1-1 0 0 0,0 1 0 0 0,-1 0 0 0 0,1-1 0 0 0,0 0 1 0 0,0 1-1 0 0,0-1 0 0 0,1 0 0 0 0,-1 0 0 0 0,0 0 0 0 0,1 0 0 0 0,0-1 1 0 0,-1 1-1 0 0,1-1 0 0 0,0 1 0 0 0,0-1 0 0 0,-1 0 0 0 0,2 0-19 0 0,6 5-2 0 0,0 0-1 0 0,0-1 1 0 0,1-1-1 0 0,-1 0 0 0 0,1 0 1 0 0,0-1-1 0 0,0 0 1 0 0,0-1-1 0 0,0 0 1 0 0,1-1-1 0 0,-1 0 0 0 0,0-1 1 0 0,1 0-1 0 0,-1-1 1 0 0,0 0-1 0 0,0-1 0 0 0,1 0 1 0 0,-1-1-1 0 0,-1 0 1 0 0,1-1-1 0 0,0 0 1 0 0,-1 0-1 0 0,0-1 0 0 0,5-3 3 0 0,-13 2-149 0 0,1 1 0 0 0,-1-1 0 0 0,0 0-1 0 0,0 1 1 0 0,0-1 0 0 0,-1 0 0 0 0,0 0-1 0 0,0 0 1 0 0,-1-1 0 0 0,0 1 0 0 0,0 0-1 0 0,0 0 1 0 0,-1 0 0 0 0,1 0 0 0 0,-1 0-1 0 0,-1 0 1 0 0,1 0 0 0 0,-1 0 0 0 0,0 1-1 0 0,-1-1 1 0 0,1 1 0 0 0,-1-1 0 0 0,0 1-1 0 0,-1 0 1 0 0,1 0 0 0 0,-1 0 0 0 0,0 0-1 0 0,-2-1 150 0 0,-1 0-65 0 0,0 1 0 0 0,0 1-1 0 0,0-1 1 0 0,0 1-1 0 0,-1 1 1 0 0,1-1 0 0 0,-1 1-1 0 0,0 0 1 0 0,0 1-1 0 0,0 0 1 0 0,0 0 0 0 0,-1 1-1 0 0,1 0 1 0 0,0 1-1 0 0,-1-1 1 0 0,1 2 0 0 0,0-1-1 0 0,-1 1 1 0 0,-3 1 65 0 0,-54 30-7171 0 0,48-11 4372 0 0</inkml:trace>
  <inkml:trace contextRef="#ctx0" brushRef="#br0" timeOffset="5520.542">3669 1006 40 0 0,'0'0'2916'0'0,"0"0"-1160"0"0,0 0-893 0 0,0 0-252 0 0,0 0 112 0 0,0 0 47 0 0,0 0-168 0 0,0 0-229 0 0,0 0-112 0 0,12 2 28 0 0,242 35 3792 0 0,-242-106-5290 0 0,-11 60 1197 0 0,-1 0 0 0 0,1-1 0 0 0,-2 1-1 0 0,1-1 1 0 0,-2 1 0 0 0,1 0 0 0 0,-1 0-1 0 0,0-1 1 0 0,-1 1 0 0 0,0 1 0 0 0,-1-1-1 0 0,0 0 1 0 0,0 1 0 0 0,0 0 0 0 0,-1 0-1 0 0,-5-6 13 0 0,10 13-140 0 0,-1-1 0 0 0,1 1 0 0 0,0-1 0 0 0,0 1 0 0 0,0-1 0 0 0,0 1-1 0 0,0-1 1 0 0,0 1 0 0 0,1-1 0 0 0,-1 1 0 0 0,0-1 0 0 0,1 1 0 0 0,-1-1 0 0 0,1 1-1 0 0,0 0 1 0 0,-1-1 0 0 0,1 1 0 0 0,0 0 0 0 0,0 0 0 0 0,0-1 0 0 0,0 1-1 0 0,0 0 1 0 0,0 0 0 0 0,0 0 0 0 0,0 0 0 0 0,0 0 0 0 0,0 0 0 0 0,1 1-1 0 0,-1-1 1 0 0,0 0 0 0 0,1 0 0 0 0,-1 1 0 0 0,0-1 0 0 0,1 1 0 0 0,-1 0 0 0 0,1-1-1 0 0,-1 1 1 0 0,1 0 0 0 0,-1 0 0 0 0,1 0 0 0 0,-1 0 0 0 0,1 0 0 0 0,-1 0-1 0 0,1 0 1 0 0,-1 0 0 0 0,1 1 0 0 0,-1-1 0 0 0,1 0 0 0 0,-1 1 0 0 0,0-1-1 0 0,1 1 1 0 0,0 1 140 0 0,10-4-1903 0 0,4-1-775 0 0</inkml:trace>
  <inkml:trace contextRef="#ctx0" brushRef="#br0" timeOffset="6313.986">4237 1142 3420 0 0,'0'0'4319'0'0,"0"0"-2472"0"0,0 0-1082 0 0,0 0-241 0 0,0 0-78 0 0,0 0-297 0 0,-12-16 17 0 0,-76-139 486 0 0,85 141-612 0 0,1-1 0 0 0,0 0 0 0 0,1 0 0 0 0,0 0 0 0 0,2 0 0 0 0,-1 0 0 0 0,2 1 1 0 0,0-1-1 0 0,1 0 0 0 0,0 1 0 0 0,1-1 0 0 0,5-10-40 0 0,65-93-6501 0 0,-55 96 3405 0 0</inkml:trace>
  <inkml:trace contextRef="#ctx0" brushRef="#br0" timeOffset="6823.316">4532 718 548 0 0,'0'0'3738'0'0,"0"0"-1249"0"0,0 0-678 0 0,0 0-472 0 0,0 0-220 0 0,0 0 9 0 0,0 0-98 0 0,0 0-243 0 0,0 0-217 0 0,35 1-139 0 0,107 1-86 0 0,-68 17 131 0 0,-63-9-380 0 0,-5-4-80 0 0,-1 0-1 0 0,1 0 1 0 0,-1 1-1 0 0,0 0 1 0 0,-1 0-1 0 0,0 0 1 0 0,0 0-1 0 0,0 1 1 0 0,-1 0-1 0 0,0-1 1 0 0,0 1-1 0 0,-1 0 1 0 0,0 1-1 0 0,-1-1 1 0 0,0 0-1 0 0,0 0 1 0 0,0 1-1 0 0,-1-1 1 0 0,-1 1-1 0 0,1-1 1 0 0,-1 0-1 0 0,-1 1-15 0 0,2 13-234 0 0,0-21 127 0 0,0-1 21 0 0,0 0 0 0 0,0 0-86 0 0,-20-24-1584 0 0,13 19 1747 0 0,0 0 0 0 0,0 1 0 0 0,0 0-1 0 0,-1 0 1 0 0,1 0 0 0 0,-1 1 0 0 0,0 0-1 0 0,0 1 1 0 0,0 0 0 0 0,0 0 0 0 0,-1 1 0 0 0,1 0-1 0 0,0 0 1 0 0,-1 1 0 0 0,1 0 0 0 0,-1 0-1 0 0,1 1 1 0 0,0 0 0 0 0,0 1 0 0 0,-1-1-1 0 0,1 2 1 0 0,0-1 0 0 0,0 1 0 0 0,1 1 0 0 0,-8 3 9 0 0,9-4 44 0 0,1 0 1 0 0,0 1 0 0 0,-1-1 0 0 0,2 1-1 0 0,-1 0 1 0 0,0 1 0 0 0,1-1 0 0 0,0 1-1 0 0,0 0 1 0 0,0 0 0 0 0,0 0 0 0 0,1 0 0 0 0,0 1-1 0 0,0-1 1 0 0,0 1 0 0 0,1 0 0 0 0,0 0-1 0 0,0 0 1 0 0,0 0 0 0 0,1 0 0 0 0,0 1-1 0 0,0-1 1 0 0,1 0 0 0 0,0 0 0 0 0,0 1 0 0 0,0-1-1 0 0,1 0 1 0 0,0 4-45 0 0,5-5-38 0 0,0 0 0 0 0,1 0 0 0 0,-1-1-1 0 0,1 0 1 0 0,0 0 0 0 0,0-1 0 0 0,0 1 0 0 0,1-2 0 0 0,-1 1 0 0 0,1-1 0 0 0,0 0-1 0 0,-1-1 1 0 0,1 0 0 0 0,0 0 0 0 0,6 0 38 0 0,91 1-6457 0 0,-77-9 2144 0 0</inkml:trace>
  <inkml:trace contextRef="#ctx0" brushRef="#br0" timeOffset="7172.154">4850 569 328 0 0,'0'0'2552'0'0,"0"0"-420"0"0,0 0-540 0 0,0 0-360 0 0,0 0-205 0 0,0 0-110 0 0,0 0-78 0 0,0 0-112 0 0,0 0-75 0 0,9-1 2 0 0,67 21 2127 0 0,-66-10-2544 0 0,0 0 0 0 0,-1 1 0 0 0,-1 0 1 0 0,0 0-1 0 0,0 1 0 0 0,-1 0 0 0 0,0 0 1 0 0,-1 1-1 0 0,-1 0 0 0 0,0 0 0 0 0,-1 0 1 0 0,0 0-1 0 0,2 14-237 0 0,6 184-931 0 0,-12-170 430 0 0,-21 88-3371 0 0,-17-45-3750 0 0,12-40 2031 0 0</inkml:trace>
  <inkml:trace contextRef="#ctx0" brushRef="#br0" timeOffset="8399.349">395 1231 1528 0 0,'0'0'4511'0'0,"0"0"-2521"0"0,0 0-1188 0 0,0 0-412 0 0,0 0 51 0 0,0 0 91 0 0,0 0-33 0 0,0 0-126 0 0,0 0-133 0 0,0 0-82 0 0,16-2-17 0 0,107-4 494 0 0,1347 207 2390 0 0,-942-151-2545 0 0,842 58-686 0 0,-736-48-180 0 0,-422-35-832 0 0,-195-18-175 0 0,-25-4-4130 0 0,-16-3-616 0 0</inkml:trace>
  <inkml:trace contextRef="#ctx0" brushRef="#br0" timeOffset="31509.236">585 741 940 0 0,'0'0'176'0'0,"0"0"657"0"0,0 0 1342 0 0,0 0-498 0 0,0 0-421 0 0,0 0-96 0 0,0 0-75 0 0,0 0-67 0 0,0 0-109 0 0,45-8-98 0 0,148-27-82 0 0,476-115 1531 0 0,929-151-9357 0 0,-1500 281 4345 0 0,-8-1-2216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6:41.4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0 623 1368 0 0,'0'0'853'0'0,"0"0"2745"0"0,0 0-1800 0 0,0 0-853 0 0,0 0-110 0 0,0 0-85 0 0,0 0-3 0 0,0 0-50 0 0,0 0-127 0 0,0 0-31 0 0,29-5-30 0 0,221-24 681 0 0,317 39-2538 0 0,-443-4-838 0 0,-70-7-1879 0 0,-37-1 981 0 0</inkml:trace>
  <inkml:trace contextRef="#ctx0" brushRef="#br0" timeOffset="616.439">202 203 628 0 0,'0'0'417'0'0,"0"0"304"0"0,0 0 1290 0 0,0 0-59 0 0,0 0-443 0 0,0 0-408 0 0,0 0-223 0 0,0 0-55 0 0,0 0-68 0 0,13 2-14 0 0,230 23 2247 0 0,41 5-3260 0 0,-242-20-1146 0 0,-3 0-5558 0 0,-23-9 1118 0 0</inkml:trace>
  <inkml:trace contextRef="#ctx0" brushRef="#br0" timeOffset="1377.279">1282 0 1280 0 0,'0'0'1746'0'0,"0"0"2187"0"0,0 0-1874 0 0,0 0-789 0 0,0 0-172 0 0,0 0-157 0 0,0 0-157 0 0,0 0-223 0 0,0 0-182 0 0,0 0-131 0 0,2 16 122 0 0,48 15 29 0 0,1-1 1 0 0,1-3-1 0 0,2-2 1 0 0,0-2-1 0 0,43 11-399 0 0,-77-27 35 0 0,672 208-1134 0 0,-691-216 1098 0 0,0 1-1 0 0,-1 0 1 0 0,1 0 0 0 0,0 0-1 0 0,0 0 1 0 0,0 0 0 0 0,-1 0-1 0 0,1 0 1 0 0,0 0-1 0 0,0 0 1 0 0,-1 1 0 0 0,1-1-1 0 0,0 0 1 0 0,0 0 0 0 0,-1 1-1 0 0,1-1 1 0 0,0 0 0 0 0,-1 1-1 0 0,1-1 1 0 0,0 1 0 0 0,-1-1-1 0 0,1 1 1 0 0,-1-1-1 0 0,1 1 1 0 0,0-1 0 0 0,-1 1-1 0 0,0-1 1 0 0,1 1 0 0 0,-1 0-1 0 0,1-1 1 0 0,-1 1 0 0 0,0 0-1 0 0,1 0 1 0 0,-1-1-1 0 0,0 1 1 0 0,0 0 0 0 0,0 0-1 0 0,1-1 1 0 0,-1 1 0 0 0,0 0-1 0 0,0 0 1 0 0,0 0 0 0 0,0-1-1 0 0,0 1 1 0 0,0 0 0 0 0,-1 0-1 0 0,1-1 1 0 0,0 1-1 0 0,0 0 1 0 0,-1 0 0 0 0,1-1-1 0 0,0 1 1 0 0,-1 0 0 0 0,1-1-1 0 0,0 1 1 0 0,-1 0 0 0 0,1-1-1 0 0,-1 1 1 0 0,1-1-1 0 0,-1 1 1 0 0,0-1 0 0 0,1 1-1 0 0,-1-1 2 0 0,-51 30 400 0 0,41-25-399 0 0,-720 342 1166 0 0,687-323-1570 0 0,1 2 0 0 0,2 1 1 0 0,1 3-1 0 0,1 1 1 0 0,1 2-1 0 0,2 2 0 0 0,0 3 403 0 0,19-11-3560 0 0,14-2-3597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01:16:44.4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375 338 2732 0 0,'0'0'682'0'0,"0"0"516"0"0,0 0 656 0 0,0 0-546 0 0,0 0-339 0 0,0 0-138 0 0,0 0-29 0 0,0 0-61 0 0,0 0-153 0 0,-6 0-176 0 0,-18 1-114 0 0,18 0-15 0 0,6-1 60 0 0,-45 21 1857 0 0,27-14-2129 0 0,-1 1-1 0 0,2 1 0 0 0,-1 1 1 0 0,2 0-1 0 0,-1 1 0 0 0,1 1 1 0 0,1 1-1 0 0,0 0 0 0 0,1 1 1 0 0,0 0-1 0 0,2 1 0 0 0,-1 1 1 0 0,2 0-1 0 0,0 0 0 0 0,1 1 1 0 0,0 1-1 0 0,2 0 1 0 0,0 0-1 0 0,1 0 0 0 0,1 1 1 0 0,0 0-1 0 0,2 1 0 0 0,0-1 1 0 0,-1 19-71 0 0,9-27-83 0 0,1 0 1 0 0,0-1 0 0 0,0 1-1 0 0,1-1 1 0 0,0 0 0 0 0,1 0-1 0 0,0 0 1 0 0,1-1 0 0 0,0-1 0 0 0,0 1-1 0 0,1-1 1 0 0,0 0 0 0 0,0-1-1 0 0,1 0 1 0 0,-1-1 0 0 0,2 0-1 0 0,-1 0 1 0 0,1-1 0 0 0,0-1 0 0 0,0 1-1 0 0,0-2 1 0 0,1 0 0 0 0,-1 0-1 0 0,1-1 1 0 0,6 1 82 0 0,243 38-3857 0 0,-83-38-1790 0 0,-108-3 1871 0 0</inkml:trace>
  <inkml:trace contextRef="#ctx0" brushRef="#br0" timeOffset="350.007">984 725 404 0 0,'0'0'5629'0'0,"0"0"-2946"0"0,0 0-1529 0 0,-10 18-284 0 0,-30 58-148 0 0,39-70-673 0 0,0-1-1 0 0,1 1 0 0 0,-1-1 0 0 0,1 1 0 0 0,1 0 0 0 0,-1-1 0 0 0,1 1 0 0 0,0-1 1 0 0,0 1-1 0 0,1-1 0 0 0,-1 0 0 0 0,1 1 0 0 0,1-1 0 0 0,-1 0 0 0 0,1 0 1 0 0,-1 0-1 0 0,1-1 0 0 0,1 1 0 0 0,-1-1 0 0 0,1 1 0 0 0,0-1 0 0 0,0 0 0 0 0,0-1 1 0 0,0 1-1 0 0,1-1 0 0 0,-1 1 0 0 0,1-1 0 0 0,0-1 0 0 0,0 1 0 0 0,0-1 0 0 0,0 0 1 0 0,0 0-1 0 0,1 0 0 0 0,-1-1 0 0 0,1 0 0 0 0,-1 0 0 0 0,5 0-48 0 0,-3 2 24 0 0,38 12-49 0 0,0-2 1 0 0,1-1 0 0 0,0-3 0 0 0,1-2 0 0 0,-1-2 0 0 0,2-1-1 0 0,-1-3 1 0 0,0-2 0 0 0,8-3 24 0 0,-45 4 36 0 0,0 0 0 0 0,0 0 0 0 0,0-1 0 0 0,0 0 0 0 0,0-1 0 0 0,0 0 0 0 0,-1 0 0 0 0,1-1 0 0 0,-1-1 0 0 0,0 0 1 0 0,0 0-1 0 0,0 0 0 0 0,0-1 0 0 0,-1-1 0 0 0,1 1 0 0 0,-2-1 0 0 0,1-1 0 0 0,0 1 0 0 0,-1-1 0 0 0,-1-1 0 0 0,1 1 0 0 0,-1-1 0 0 0,0 0 0 0 0,-1-1 0 0 0,0 1 0 0 0,2-5-36 0 0,-6 3-9 0 0,0 1 0 0 0,0-1 0 0 0,0 0 0 0 0,-2 1 0 0 0,1-1 0 0 0,-1 0 0 0 0,0 1 0 0 0,-1-1 0 0 0,0 1 0 0 0,-1-1 0 0 0,0 1 0 0 0,0 0 0 0 0,-1 0 0 0 0,0 0 0 0 0,-1 1 0 0 0,0-1 0 0 0,0 1 0 0 0,-1 0 0 0 0,0 1 0 0 0,0-1 0 0 0,-1 1 0 0 0,0 0 0 0 0,0 1 0 0 0,0 0 0 0 0,-1 0 0 0 0,0 1 0 0 0,0-1 0 0 0,-1 2 0 0 0,-5-3 9 0 0,-15-9 209 0 0,-1 3 0 0 0,-1 0 0 0 0,0 2 0 0 0,-1 1 0 0 0,0 2 0 0 0,0 1 0 0 0,0 1 0 0 0,-9 1-209 0 0,24 2-25 0 0,-1 0-1 0 0,0 1 1 0 0,0 1-1 0 0,1 0 0 0 0,-1 1 1 0 0,0 1-1 0 0,0 1 1 0 0,0 1-1 0 0,1 0 0 0 0,-1 1 1 0 0,1 1-1 0 0,0 1 1 0 0,0 0-1 0 0,1 1 0 0 0,0 1 1 0 0,0 1-1 0 0,0 0 1 0 0,-8 7 25 0 0,22-13-100 0 0,-1-1 0 0 0,0 1 0 0 0,1 0 0 0 0,-1 0 0 0 0,1 0 1 0 0,0 1-1 0 0,0-1 0 0 0,0 0 0 0 0,1 1 0 0 0,-1-1 0 0 0,1 1 1 0 0,0 0-1 0 0,0-1 0 0 0,0 1 0 0 0,0 0 0 0 0,1 0 0 0 0,0-1 0 0 0,-1 1 1 0 0,1 0-1 0 0,0 0 0 0 0,1 0 0 0 0,-1 0 0 0 0,1-1 0 0 0,0 1 1 0 0,0 0-1 0 0,0 0 0 0 0,0-1 0 0 0,1 1 0 0 0,0 1 100 0 0,58 55-5530 0 0,-4-29 1175 0 0</inkml:trace>
  <inkml:trace contextRef="#ctx0" brushRef="#br0" timeOffset="761.8">1915 876 860 0 0,'0'0'904'0'0,"0"0"130"0"0,0 0 1379 0 0,0 0-191 0 0,0 0-901 0 0,4 17-410 0 0,13 51-98 0 0,52-7 1165 0 0,-50-52-1678 0 0,10 5 101 0 0,1-1-1 0 0,1-1 1 0 0,0-2 0 0 0,0-1-1 0 0,0-2 1 0 0,1-1 0 0 0,1-1-1 0 0,-1-2 1 0 0,0-1 0 0 0,18-2-401 0 0,-48-1 55 0 0,0 0 1 0 0,-1-1-1 0 0,1 1 1 0 0,-1 0-1 0 0,0-1 1 0 0,1 0 0 0 0,-1 1-1 0 0,0-1 1 0 0,0 0-1 0 0,0 1 1 0 0,0-1-1 0 0,0 0 1 0 0,0 0-1 0 0,-1 0 1 0 0,1 0-1 0 0,0 0 1 0 0,-1 0-1 0 0,0 0 1 0 0,1 0-1 0 0,-1 0 1 0 0,0 0-1 0 0,0 0 1 0 0,0 0-1 0 0,-1 0 1 0 0,1 0-1 0 0,0 0 1 0 0,-1 0-1 0 0,1 0 1 0 0,-2-2-56 0 0,2-6 62 0 0,-3-7-93 0 0,-2 0 1 0 0,0 1-1 0 0,-1-1 0 0 0,0 1 1 0 0,-1 0-1 0 0,-1 1 0 0 0,0 0 1 0 0,-2 0-1 0 0,1 1 0 0 0,-2 0 1 0 0,-9-9 30 0 0,5 2-42 0 0,-26-32-95 0 0,-64-112-244 0 0,105 162 358 0 0,-1 0 1 0 0,0 0-1 0 0,1 0 0 0 0,-1 0 0 0 0,1 0 1 0 0,0 0-1 0 0,0 0 0 0 0,0 0 0 0 0,0 0 0 0 0,1 0 1 0 0,-1 0-1 0 0,1 1 0 0 0,0-1 0 0 0,0 0 0 0 0,0 0 1 0 0,0 0-1 0 0,0 0 0 0 0,1 1 0 0 0,-1-1 1 0 0,1 1-1 0 0,0-1 0 0 0,-1 1 0 0 0,1 0 0 0 0,0-1 1 0 0,1 1-1 0 0,-1 0 0 0 0,0 0 0 0 0,1 1 0 0 0,-1-1 1 0 0,1 0-1 0 0,-1 1 0 0 0,1-1 0 0 0,1 1 23 0 0,105-37-868 0 0,-91 33 720 0 0,151-29-2051 0 0,-51 24-2029 0 0,-67 9 374 0 0</inkml:trace>
  <inkml:trace contextRef="#ctx0" brushRef="#br0" timeOffset="2558.16">3226 529 1800 0 0,'0'0'816'0'0,"0"0"-481"0"0,0 0 561 0 0,0 0 2150 0 0,0 0-950 0 0,0 0-842 0 0,0 0-572 0 0,0 0-319 0 0,0 0-6 0 0,40 5 2183 0 0,34-16-1037 0 0,-58 7-1515 0 0,1 1-1 0 0,-1 0 0 0 0,1 2 1 0 0,-1 0-1 0 0,1 0 0 0 0,-1 2 1 0 0,1 0-1 0 0,-1 1 0 0 0,1 1 0 0 0,-1 0 1 0 0,8 3 12 0 0,-5-1-14 0 0,-1 0-1 0 0,1 1 1 0 0,-2 1 0 0 0,1 1-1 0 0,-1 0 1 0 0,0 1 0 0 0,-1 1 0 0 0,0 1-1 0 0,0 0 1 0 0,-1 1 0 0 0,-1 1 0 0 0,0 0-1 0 0,-1 1 1 0 0,0 0 0 0 0,-1 1 0 0 0,-1 0-1 0 0,0 1 1 0 0,-1 1 0 0 0,-1-1 0 0 0,0 1-1 0 0,-1 1 1 0 0,-1 0 0 0 0,-1 0 0 0 0,-1 0-1 0 0,0 1 1 0 0,0 11 14 0 0,-2 16-51 0 0,-3 0 0 0 0,-2 1 0 0 0,-2-1 0 0 0,-1 0 0 0 0,-3 0 0 0 0,-7 18 51 0 0,11-36-138 0 0,4-28 83 0 0,0-16 39 0 0,3-42-38 0 0,-2 45 7 0 0,0 0 0 0 0,0 0 0 0 0,-1 0 0 0 0,-1 1-1 0 0,0-1 1 0 0,-1 0 0 0 0,0 0 0 0 0,-1 1 0 0 0,0-1-1 0 0,-1 1 1 0 0,0 0 0 0 0,-1 0 0 0 0,-1-1 47 0 0,-1 1 38 0 0,0 0-1 0 0,-1 0 1 0 0,0 0-1 0 0,-1 1 1 0 0,0 0 0 0 0,-1 1-1 0 0,0 0 1 0 0,0 1-1 0 0,-1 0 1 0 0,-1 0-1 0 0,1 1 1 0 0,-1 1 0 0 0,-1 0-1 0 0,1 1 1 0 0,-1 0-1 0 0,-1 1 1 0 0,1 0 0 0 0,0 1-1 0 0,-1 0 1 0 0,0 1-1 0 0,0 1 1 0 0,0 0 0 0 0,0 1-1 0 0,0 1 1 0 0,-1 0-1 0 0,-5 1-37 0 0,15 1 9 0 0,0-1 0 0 0,0 0-1 0 0,1 1 1 0 0,-1 0-1 0 0,1 0 1 0 0,0 1 0 0 0,-1-1-1 0 0,1 1 1 0 0,0 0-1 0 0,0 0 1 0 0,1 0 0 0 0,-1 0-1 0 0,0 1 1 0 0,1 0-1 0 0,0-1 1 0 0,0 1 0 0 0,0 0-1 0 0,1 1 1 0 0,-1-1-1 0 0,1 0 1 0 0,0 1 0 0 0,0-1-1 0 0,1 1 1 0 0,-1 0-1 0 0,1-1 1 0 0,0 1 0 0 0,0 0-1 0 0,1 0 1 0 0,-1 0-1 0 0,1 0 1 0 0,0 0 0 0 0,0 0-1 0 0,1 0 1 0 0,0 0-1 0 0,-1-1 1 0 0,2 1 0 0 0,-1 0-1 0 0,0 0 1 0 0,1-1 0 0 0,0 1-1 0 0,0-1 1 0 0,1 1-1 0 0,-1-1 1 0 0,1 0 0 0 0,0 0-1 0 0,0 0 1 0 0,0 0-1 0 0,0-1 1 0 0,1 1 0 0 0,0-1-1 0 0,-1 0 1 0 0,2 1-9 0 0,26 17-348 0 0,1-1 0 0 0,0-1-1 0 0,1-2 1 0 0,1-1 0 0 0,1-2 0 0 0,0-1 0 0 0,1-2 0 0 0,0-2 0 0 0,21 3 348 0 0,-21-5-2369 0 0,0-6-1505 0 0</inkml:trace>
  <inkml:trace contextRef="#ctx0" brushRef="#br0" timeOffset="3223.03">3459 1 2460 0 0,'0'0'646'0'0,"0"0"-68"0"0,0 0 1410 0 0,0 0 271 0 0,0 0-764 0 0,0 0-440 0 0,0 0-134 0 0,0 0 75 0 0,0 0 24 0 0,0 0-253 0 0,-20 0-317 0 0,-62 0-184 0 0,10 33 358 0 0,-173 156 1076 0 0,209-162-1729 0 0,1 2 0 0 0,2 1 0 0 0,1 1 1 0 0,1 2-1 0 0,1 1 0 0 0,3 1 0 0 0,0 2 0 0 0,3 0 1 0 0,1 2-1 0 0,2 0 0 0 0,1 2 0 0 0,2 0 0 0 0,2 1 1 0 0,-1 13 28 0 0,7-3-146 0 0,2 1 1 0 0,2 0 0 0 0,3 0 0 0 0,2 0-1 0 0,4 32 146 0 0,-2-79-144 0 0,0 0 0 0 0,0 1-1 0 0,1-1 1 0 0,-1-1 0 0 0,1 1-1 0 0,0 0 1 0 0,1 0-1 0 0,-1-1 1 0 0,1 1 0 0 0,0-1-1 0 0,1 0 1 0 0,-1 0 0 0 0,1 0-1 0 0,0 0 1 0 0,0-1 0 0 0,1 0-1 0 0,-1 1 1 0 0,1-2-1 0 0,2 2 145 0 0,72 32-7709 0 0,-38-29 2066 0 0</inkml:trace>
  <inkml:trace contextRef="#ctx0" brushRef="#br0" timeOffset="3856.652">4060 100 1696 0 0,'0'0'749'0'0,"0"0"247"0"0,0 0 2382 0 0,0 0-1168 0 0,0 0-795 0 0,0 0-228 0 0,0 0-114 0 0,0 0-44 0 0,0 0 13 0 0,21 13-124 0 0,1-1-696 0 0,97 82 671 0 0,-90-57-798 0 0,-2 1 0 0 0,-2 2 0 0 0,-1 1 0 0 0,-2 0 0 0 0,-2 2 0 0 0,-2 0 0 0 0,-2 1 0 0 0,-2 1 0 0 0,-1 1 1 0 0,-3-1-1 0 0,-2 2 0 0 0,-1-1 0 0 0,-3 1 0 0 0,-2 0 0 0 0,-2 0 0 0 0,-2 0 0 0 0,-6 34-95 0 0,-73 168-1916 0 0,-10-98-2989 0 0,45-94-437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19.5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0 3404 0 0,'0'0'629'0'0,"0"0"1210"0"0,0 0 340 0 0,0 0-670 0 0,0 18-383 0 0,7 118 600 0 0,4 39 403 0 0,-12 142-2129 0 0,-2-251-685 0 0,-4 1 0 0 0,-2-1 0 0 0,-3-1 0 0 0,-19 59 685 0 0,24-104-2289 0 0,-9-2-1971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19.9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1 185 4104 0 0,'0'0'4339'0'0,"0"0"-2806"0"0,0 0-799 0 0,0 0-176 0 0,0 0-73 0 0,0 0 132 0 0,0 0 107 0 0,0 0-40 0 0,43-12-113 0 0,144-43-210 0 0,-34 1-134 0 0,-121 41-247 0 0,0 1 0 0 0,1 2-1 0 0,0 1 1 0 0,1 2 0 0 0,0 1 0 0 0,18 0 20 0 0,-39 6 16 0 0,-1 2 0 0 0,1 0 0 0 0,-1 0 1 0 0,0 1-1 0 0,0 1 0 0 0,0 0 0 0 0,0 1 0 0 0,0 0 0 0 0,-1 0 1 0 0,0 2-1 0 0,0-1 0 0 0,-1 1 0 0 0,0 1 0 0 0,0 0 0 0 0,0 0 0 0 0,-1 1 1 0 0,7 9-17 0 0,-1-4-5 0 0,0-1 1 0 0,1 0 0 0 0,0-1-1 0 0,1-1 1 0 0,0 0 0 0 0,17 7 4 0 0,-2-8-460 0 0,0-2 0 0 0,0-1 0 0 0,1-2 0 0 0,0-1 0 0 0,0-1 0 0 0,0-2 0 0 0,0-1 0 0 0,5-2 460 0 0,15 1-3070 0 0,-16 1-1037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18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0 293 3440 0 0,'0'0'908'0'0,"0"0"1095"0"0,0 0-936 0 0,0 0-758 0 0,0 0-153 0 0,0 0 185 0 0,0 0 187 0 0,0 0 0 0 0,0 0-211 0 0,14-15-121 0 0,72-74 255 0 0,-45 47 1543 0 0,-33 30-2048 0 0,1 1 1 0 0,0 0 0 0 0,0 0 0 0 0,1 1 0 0 0,0 0 0 0 0,1 1 0 0 0,0 1 0 0 0,1-1 0 0 0,0 2 0 0 0,0-1 0 0 0,1 2 0 0 0,-1 0-1 0 0,1 0 1 0 0,1 1 0 0 0,-1 1 0 0 0,1 0 0 0 0,0 1 0 0 0,0 0 0 0 0,0 1 0 0 0,0 1 0 0 0,0 0 0 0 0,11 1 53 0 0,2 7-92 0 0,-1 1 0 0 0,1 0 1 0 0,-2 2-1 0 0,1 2 0 0 0,-2 0 1 0 0,1 1-1 0 0,-2 1 1 0 0,0 2-1 0 0,19 16 92 0 0,-27-21-74 0 0,-1 2-1 0 0,-1 0 1 0 0,0 1 0 0 0,0 0 0 0 0,-2 1-1 0 0,0 0 1 0 0,-1 1 0 0 0,0 0-1 0 0,-1 1 1 0 0,-1-1 0 0 0,0 2 0 0 0,-2-1-1 0 0,0 1 1 0 0,-1 0 0 0 0,0 1 0 0 0,-2-1-1 0 0,0 1 1 0 0,-1-1 0 0 0,-1 1-1 0 0,-1 6 75 0 0,-3-1 39 0 0,-2 0-1 0 0,0 0 1 0 0,-1-1-1 0 0,-1 0 1 0 0,-2 0-1 0 0,0-1 1 0 0,-1 0-1 0 0,-2 0 1 0 0,0-2-1 0 0,-1 1 1 0 0,-1-1-1 0 0,0-1 0 0 0,-2-1 1 0 0,0 0-1 0 0,-2-1 1 0 0,1 0-1 0 0,-2-2 1 0 0,0 0-1 0 0,-1-1 1 0 0,0-1-1 0 0,-1-1 1 0 0,-21 9-39 0 0,20-11 176 0 0,0 0 1 0 0,-1-1-1 0 0,0-1 1 0 0,0-2-1 0 0,0 0 1 0 0,-1-1-1 0 0,0-1 1 0 0,0-2-1 0 0,0 0 1 0 0,-6-2-177 0 0,22 0-17 0 0,0-1 0 0 0,0 0 0 0 0,1 0 0 0 0,-1-1 0 0 0,0 0 0 0 0,1 0 0 0 0,-1-1 0 0 0,1 0 0 0 0,0-1 0 0 0,0 1 0 0 0,0-1 0 0 0,0-1 0 0 0,1 1 0 0 0,-1-1 0 0 0,1 0 0 0 0,1-1 0 0 0,-1 1 0 0 0,1-1 0 0 0,0 0 0 0 0,0-1 0 0 0,0 1 0 0 0,-1-5 17 0 0,-2-1-83 0 0,1-1 0 0 0,1-1 0 0 0,0 1 0 0 0,1-1 0 0 0,0 0 0 0 0,1 0 0 0 0,1-1 1 0 0,0 1-1 0 0,1-1 0 0 0,0 0 0 0 0,1-9 83 0 0,1 21-1 0 0,0 2-10 0 0,0 0 1 0 0,-1 1-1 0 0,1-1 1 0 0,0 0-1 0 0,0 1 1 0 0,0-1 0 0 0,0 0-1 0 0,-1 0 1 0 0,1 1-1 0 0,0-1 1 0 0,0 0-1 0 0,1 1 1 0 0,-1-1-1 0 0,0 0 1 0 0,0 1 0 0 0,0-1-1 0 0,0 0 1 0 0,1 1-1 0 0,-1-1 1 0 0,0 0-1 0 0,0 1 1 0 0,1-1-1 0 0,-1 0 1 0 0,1 1 0 0 0,-1-1-1 0 0,0 1 1 0 0,1-1-1 0 0,-1 1 1 0 0,1-1-1 0 0,-1 1 1 0 0,1-1-1 0 0,0 1 1 0 0,-1-1 0 0 0,1 1-1 0 0,-1 0 1 0 0,1 0-1 0 0,0-1 1 0 0,-1 1-1 0 0,1 0 1 0 0,0 0-1 0 0,-1-1 1 0 0,1 1 0 0 0,0 0-1 0 0,0 0 1 0 0,-1 0-1 0 0,1 0 1 0 0,0 0-1 0 0,-1 0 1 0 0,1 0-1 0 0,0 0 1 0 0,-1 1 0 0 0,1-1-1 0 0,0 0 1 0 0,0 0-1 0 0,-1 0 1 0 0,1 1-1 0 0,-1-1 1 0 0,1 0 0 0 0,0 1-1 0 0,-1-1 1 0 0,1 1-1 0 0,0 0 11 0 0,173 71 925 0 0,-105-42-1172 0 0,1-3 1 0 0,0-3-1 0 0,2-3 1 0 0,1-3-1 0 0,0-4 0 0 0,1-2 1 0 0,0-4-1 0 0,19-3 247 0 0,-33-4-2702 0 0,5-1-1116 0 0</inkml:trace>
  <inkml:trace contextRef="#ctx0" brushRef="#br0" timeOffset="315.465">1139 39 6961 0 0,'0'0'1750'0'0,"0"0"-644"0"0,0 0-425 0 0,3 21-187 0 0,30 131 796 0 0,35 94 323 0 0,-23 84-1633 0 0,-40-187-3519 0 0,-6-114 572 0 0,-3-2-1338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37.1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617 58 2612 0 0,'0'0'743'0'0,"0"0"2421"0"0,0 0-1324 0 0,0 0-533 0 0,0 0-248 0 0,0 0-144 0 0,0 0-53 0 0,0 0-89 0 0,-3-10-126 0 0,-9-28-133 0 0,-10 29 531 0 0,-79 71-523 0 0,49-20-461 0 0,2 2-1 0 0,2 2 1 0 0,2 2-1 0 0,2 2 1 0 0,2 2 0 0 0,2 2-1 0 0,3 1 1 0 0,-4 14-61 0 0,29-48-19 0 0,1 1 1 0 0,1 0 0 0 0,1 0 0 0 0,0 1 0 0 0,2 0 0 0 0,1 1 0 0 0,1-1 0 0 0,1 1 0 0 0,1 0-1 0 0,1 0 1 0 0,1 0 0 0 0,2 0 0 0 0,0 4 18 0 0,1-22-32 0 0,-1 0 1 0 0,1-1-1 0 0,0 1 0 0 0,1-1 1 0 0,0 0-1 0 0,-1 0 0 0 0,1 0 1 0 0,1 0-1 0 0,-1 0 0 0 0,1 0 1 0 0,0-1-1 0 0,0 0 0 0 0,0 0 1 0 0,1 0-1 0 0,-1 0 0 0 0,1-1 1 0 0,0 0-1 0 0,0 0 0 0 0,0 0 0 0 0,1 0 1 0 0,-1-1-1 0 0,3 1 32 0 0,129 28-583 0 0,-110-30 467 0 0,-1 0 0 0 0,1-2 1 0 0,-1-1-1 0 0,1-1 0 0 0,-1-1 0 0 0,0-1 1 0 0,0-1-1 0 0,-1-2 0 0 0,0-1 0 0 0,0 0 0 0 0,-1-2 1 0 0,3-2 115 0 0,-21 9-36 0 0,0 1 0 0 0,1-1 0 0 0,-2 0 1 0 0,1-1-1 0 0,0 1 0 0 0,-1-1 0 0 0,0-1 1 0 0,0 1-1 0 0,0 0 0 0 0,-1-1 1 0 0,1 0-1 0 0,-2 0 0 0 0,1-1 0 0 0,-1 1 1 0 0,1-1-1 0 0,-2 0 0 0 0,1 1 1 0 0,-1-1-1 0 0,0 0 0 0 0,-1 0 0 0 0,1-1 1 0 0,-1 1-1 0 0,-1 0 0 0 0,1-1 36 0 0,-1 6-19 0 0,1-1 0 0 0,0 0 0 0 0,-1 0 0 0 0,0 1 0 0 0,1-1 0 0 0,-1 0 0 0 0,0 0 0 0 0,-1 1 0 0 0,1-1 0 0 0,0 0 0 0 0,-1 0 0 0 0,1 0 0 0 0,-1 1 0 0 0,0-1 0 0 0,0 0 0 0 0,0 1 0 0 0,0-1 0 0 0,-1 1 0 0 0,1 0 0 0 0,-1-1 0 0 0,1 1 0 0 0,-1 0 0 0 0,0 0 0 0 0,0 0 0 0 0,0 0 0 0 0,0 0 0 0 0,0 0 0 0 0,0 0 0 0 0,-1 1 0 0 0,1-1 0 0 0,-1 1 0 0 0,1 0 0 0 0,-1-1 0 0 0,1 1 0 0 0,-1 1-1 0 0,0-1 1 0 0,1 0 0 0 0,-4 0 19 0 0,-14 0 108 0 0,0 1-1 0 0,0 1 0 0 0,-1 0 1 0 0,1 2-1 0 0,0 0 0 0 0,0 1 1 0 0,1 1-1 0 0,-1 1 0 0 0,1 1 0 0 0,0 1 1 0 0,1 0-1 0 0,0 2 0 0 0,0 0 1 0 0,1 0-1 0 0,0 2 0 0 0,-9 9-107 0 0,11-11-75 0 0,0 2-1 0 0,1 0 0 0 0,1 1 1 0 0,0 0-1 0 0,0 1 1 0 0,2 0-1 0 0,-1 1 0 0 0,-4 9 76 0 0,13-18-327 0 0,0 0 0 0 0,0 0 0 0 0,1 0 0 0 0,0 0 0 0 0,0 0 1 0 0,0 1-1 0 0,1-1 0 0 0,-1 1 0 0 0,2-1 0 0 0,-1 1 0 0 0,1 0 0 0 0,0-1 0 0 0,0 1 0 0 0,1 0 0 0 0,0-1 0 0 0,1 5 327 0 0,9 16-4447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37.4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0 848 0 0,'0'0'8353'0'0,"0"0"-6249"0"0,0 0-388 0 0,0 0-720 0 0,0 0-428 0 0,0 0-124 0 0,0 0-332 0 0,0 0-112 0 0,0 0-480 0 0,0 0-344 0 0,0 10-308 0 0,13-8-512 0 0,-4 2-800 0 0,5-4-2097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38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314 0 2048 0 0,'0'0'712'0'0,"0"0"68"0"0,0 0 1189 0 0,0 0-384 0 0,0 0-558 0 0,0 0-312 0 0,0 0-201 0 0,0 0-140 0 0,43 1-101 0 0,137 3-132 0 0,-174-4-143 0 0,-1-1 1 0 0,1 1 0 0 0,0 1 0 0 0,-1-1 0 0 0,1 1 0 0 0,-1 0 0 0 0,1 0 0 0 0,-1 0 0 0 0,1 1-1 0 0,-1 0 1 0 0,0 0 0 0 0,0 0 0 0 0,1 1 0 0 0,-2-1 0 0 0,1 1 0 0 0,0 1 0 0 0,-1-1-1 0 0,1 1 1 0 0,-1-1 0 0 0,0 2 1 0 0,4 2-17 0 0,-2 1 38 0 0,-1-1 0 0 0,1 1 0 0 0,-2 0 0 0 0,1 0 0 0 0,-1 0 0 0 0,0 1 1 0 0,-1 0-1 0 0,1 0 0 0 0,-2 0 0 0 0,0 0 0 0 0,0 0 0 0 0,0 0 1 0 0,-1 1-1 0 0,0-1 0 0 0,-1 0 0 0 0,0 1 0 0 0,-1-1 0 0 0,0 0 0 0 0,0 1 1 0 0,-1-1-1 0 0,0 0 0 0 0,-1 0 0 0 0,0 0 0 0 0,0 0 0 0 0,-1-1 1 0 0,0 1-1 0 0,0-1 0 0 0,-1 0 0 0 0,-3 4-21 0 0,-24 32 360 0 0,-1-1-1 0 0,-2-2 1 0 0,-2-1 0 0 0,-2-2 0 0 0,-1-2-1 0 0,-1-2 1 0 0,-3-1 0 0 0,0-2 0 0 0,-30 14-360 0 0,59-35 52 0 0,-1-1 0 0 0,0 0 0 0 0,0-1 0 0 0,-1-1 0 0 0,0 0 0 0 0,0-1 0 0 0,-1-1 0 0 0,1-1 0 0 0,-1-1 0 0 0,-12 1-52 0 0,27-5-54 0 0,1 0 1 0 0,-1 0-1 0 0,0 0 1 0 0,1-1-1 0 0,-1 1 1 0 0,1-1 0 0 0,-1 0-1 0 0,1 0 1 0 0,0 0-1 0 0,0 0 1 0 0,0 0-1 0 0,0 0 1 0 0,0-1-1 0 0,0 1 1 0 0,1-1-1 0 0,-1 1 1 0 0,1-1 0 0 0,-1 1-1 0 0,1-1 1 0 0,0 0-1 0 0,0 0 1 0 0,1 0-1 0 0,-1 0 1 0 0,0 1-1 0 0,1-1 1 0 0,0 0 0 0 0,-1 0-1 0 0,1 0 1 0 0,0 0-1 0 0,1 0 1 0 0,-1 0-1 0 0,1 0 1 0 0,-1 0-1 0 0,1 0 1 0 0,0 0 0 0 0,0-1 53 0 0,0-9-45 0 0,-1 7 42 0 0,1 1 1 0 0,1 0-1 0 0,-1 0 1 0 0,1 0-1 0 0,-1 0 1 0 0,2 0-1 0 0,-1 1 1 0 0,0-1-1 0 0,1 0 1 0 0,0 1-1 0 0,0 0 1 0 0,0 0-1 0 0,1 0 1 0 0,-1 0-1 0 0,1 0 1 0 0,0 0-1 0 0,0 1 0 0 0,0 0 1 0 0,0 0-1 0 0,1 0 1 0 0,0 1-1 0 0,-1-1 1 0 0,1 1-1 0 0,0 0 1 0 0,0 0-1 0 0,0 1 1 0 0,0 0-1 0 0,0-1 1 0 0,0 2-1 0 0,1-1 1 0 0,-1 1-1 0 0,0-1 1 0 0,0 1-1 0 0,1 1 1 0 0,-1-1-1 0 0,0 1 1 0 0,0 0-1 0 0,0 0 1 0 0,0 1-1 0 0,0-1 1 0 0,0 1-1 0 0,0 0 1 0 0,0 0-1 0 0,0 1 0 0 0,2 1 3 0 0,94 70 1323 0 0,-85-60-1439 0 0,0-1 1 0 0,0-1 0 0 0,1 0 0 0 0,1-1 0 0 0,0-1 0 0 0,0-1 0 0 0,1-1 0 0 0,14 5 115 0 0,110 7-6071 0 0,-91-20 2042 0 0</inkml:trace>
  <inkml:trace contextRef="#ctx0" brushRef="#br0" timeOffset="522.626">1167 29 3332 0 0,'0'0'4226'0'0,"0"0"-1879"0"0,0 0-1032 0 0,0 0-575 0 0,0 0-382 0 0,-24 16-193 0 0,-70 53-106 0 0,92-68-59 0 0,-1 1 1 0 0,1-1-1 0 0,0 1 0 0 0,0-1 1 0 0,0 1-1 0 0,0 0 1 0 0,1 0-1 0 0,-1 0 1 0 0,0 0-1 0 0,1 0 0 0 0,0 0 1 0 0,-1 0-1 0 0,1 0 1 0 0,0 1-1 0 0,0-1 0 0 0,0 1 1 0 0,0-1-1 0 0,0 0 1 0 0,1 1-1 0 0,-1 0 1 0 0,1-1-1 0 0,0 1 0 0 0,0-1 1 0 0,0 1-1 0 0,0 0 0 0 0,0 7-1 0 0,-2 6 42 0 0,2 0-1 0 0,0 0 0 0 0,0 0 1 0 0,2 0-1 0 0,0 0 1 0 0,0 0-1 0 0,2 0 1 0 0,0-1-1 0 0,1 1 0 0 0,0-1 1 0 0,1 0-1 0 0,1-1 1 0 0,0 1-1 0 0,5 4-40 0 0,35 51 748 0 0,-26-41-522 0 0,-2 1 0 0 0,0 1 0 0 0,-2 0-1 0 0,-1 1 1 0 0,-2 1 0 0 0,0 1-226 0 0,-10-14 98 0 0,-1 0 0 0 0,-1 0 0 0 0,0 0 0 0 0,-2 0 0 0 0,0 0-1 0 0,-2 15-97 0 0,-2-22 59 0 0,1 1-1 0 0,-2-1 1 0 0,0 0-1 0 0,0 0 0 0 0,-1-1 1 0 0,-1 1-1 0 0,0-1 0 0 0,0-1 1 0 0,-1 0-1 0 0,-1 0 0 0 0,0 0 1 0 0,-1-1-1 0 0,0 0 0 0 0,0-1 1 0 0,-1 0-1 0 0,0-1 1 0 0,-4 2-59 0 0,3-4-50 0 0,0-1 0 0 0,0 0 0 0 0,-1-1 0 0 0,1 0 0 0 0,-1-1 1 0 0,0 0-1 0 0,0-2 0 0 0,-1 1 0 0 0,1-1 0 0 0,0-1 1 0 0,0 0-1 0 0,-1-1 0 0 0,1-1 0 0 0,0 0 0 0 0,0-1 0 0 0,0 0 1 0 0,1 0-1 0 0,-1-2 0 0 0,1 0 0 0 0,0 0 0 0 0,0-1 1 0 0,0 0-1 0 0,1-1 0 0 0,0-1 0 0 0,0 0 0 0 0,1 0 0 0 0,0-1 1 0 0,1 0-1 0 0,-1 0 0 0 0,2-1 0 0 0,-1-1 0 0 0,-4-8 50 0 0,10 14-39 0 0,0 1-1 0 0,0-1 1 0 0,1 1 0 0 0,-1-1-1 0 0,1 0 1 0 0,0 0-1 0 0,1 0 1 0 0,-1 0-1 0 0,1 0 1 0 0,0 0-1 0 0,0 0 1 0 0,1-1-1 0 0,-1 1 1 0 0,1 0-1 0 0,1 0 1 0 0,-1-1 0 0 0,1 1-1 0 0,-1 0 1 0 0,1 0-1 0 0,1 0 1 0 0,-1 0-1 0 0,1 0 1 0 0,0 0-1 0 0,0 0 1 0 0,0 0-1 0 0,1 1 1 0 0,0-1 39 0 0,17-15-128 0 0,1 1 0 0 0,0 1 0 0 0,2 1 0 0 0,0 0 1 0 0,1 2-1 0 0,0 1 0 0 0,2 1 128 0 0,-4 0-54 0 0,139-80 14 0 0,-3-7 0 0 0,131-110 40 0 0,-271 195 61 0 0,-10 10-40 0 0,1-1-1 0 0,-1-1 1 0 0,0 1-1 0 0,0-2 1 0 0,0 1-1 0 0,-1-1 1 0 0,-1 0 0 0 0,1 0-1 0 0,-1-1 1 0 0,0 0-1 0 0,-1 0 1 0 0,0 0-1 0 0,-1 0 1 0 0,0-1 0 0 0,2-8-21 0 0,-7 15 12 0 0,0 0 1 0 0,-1 0 0 0 0,0 0 0 0 0,1 0 0 0 0,-1 1 0 0 0,0-1 0 0 0,-1 0 0 0 0,1 1 0 0 0,0 0 0 0 0,-1-1-1 0 0,1 1 1 0 0,-1 0 0 0 0,0 0 0 0 0,0 1 0 0 0,1-1 0 0 0,-1 0 0 0 0,0 1 0 0 0,0 0 0 0 0,-1 0 0 0 0,1 0-1 0 0,0 0 1 0 0,0 0 0 0 0,-1 1 0 0 0,1-1 0 0 0,0 1 0 0 0,-1 0 0 0 0,1 0 0 0 0,0 0 0 0 0,-1 0 0 0 0,1 1-1 0 0,0-1 1 0 0,0 1 0 0 0,-1 0 0 0 0,1 0 0 0 0,0 0 0 0 0,-1 1-13 0 0,-8-2-21 0 0,-24 4-458 0 0,1 2 0 0 0,0 1 0 0 0,0 2 0 0 0,1 2 0 0 0,0 0 1 0 0,1 3-1 0 0,0 0 0 0 0,1 2 0 0 0,1 2 0 0 0,1 1 0 0 0,0 1 479 0 0,-33 25-3384 0 0,1 10-1440 0 0</inkml:trace>
  <inkml:trace contextRef="#ctx0" brushRef="#br0" timeOffset="1110.356">1829 923 1788 0 0,'0'0'4177'0'0,"0"0"-473"0"0,0 0-2141 0 0,0 0-809 0 0,0 0-290 0 0,0 0-38 0 0,0 0 13 0 0,0 0 79 0 0,0 0 106 0 0,0 0-5 0 0,11-20-134 0 0,34-68-188 0 0,-37 72-543 0 0,0-1 0 0 0,-1 0 0 0 0,-1 0 0 0 0,-1 0 0 0 0,-1-1 0 0 0,0 0-1 0 0,-1 1 1 0 0,-1-1 0 0 0,0-1 0 0 0,-1 1 0 0 0,-2 0 0 0 0,0-1 246 0 0,1 0-1115 0 0,-3 4-1905 0 0,-16 6-1786 0 0</inkml:trace>
  <inkml:trace contextRef="#ctx0" brushRef="#br0" timeOffset="1348.536">1779 663 1828 0 0,'0'0'1878'0'0,"0"0"2187"0"0,0 0-2022 0 0,0 0-778 0 0,0 0-229 0 0,42-17-154 0 0,132-53-180 0 0,-159 63-587 0 0,-1 1-1 0 0,1 0 1 0 0,0 1-1 0 0,0 1 1 0 0,1 0-1 0 0,0 1 1 0 0,-1 1 0 0 0,1 0-1 0 0,13 1-114 0 0,-17 1 33 0 0,-6-1-14 0 0,-1 0 0 0 0,1 1 1 0 0,0 0-1 0 0,0 1 0 0 0,-1-1 1 0 0,1 1-1 0 0,0 0 1 0 0,-1 0-1 0 0,1 1 0 0 0,-1 0 1 0 0,1 0-1 0 0,-1 0 0 0 0,0 0 1 0 0,0 1-1 0 0,0 0 0 0 0,0 0 1 0 0,0 1-1 0 0,-1-1 0 0 0,0 1 1 0 0,1 0-1 0 0,-1 0 0 0 0,0 0 1 0 0,-1 1-1 0 0,1-1 1 0 0,-1 1-1 0 0,0 0 0 0 0,0 0 1 0 0,-1 0-1 0 0,1 0 0 0 0,-1 0 1 0 0,0 1-1 0 0,-1-1 0 0 0,1 1 1 0 0,-1 0-20 0 0,-5 99-1750 0 0,-33-42-2553 0 0,-1-31-1109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5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692 390 3256 0 0,'0'0'887'0'0,"0"0"2809"0"0,0 0-1889 0 0,0 0-767 0 0,-7 20-212 0 0,-20 67-40 0 0,20 36 1649 0 0,8 176-492 0 0,1-281-2128 0 0,1-1-1 0 0,1 0 1 0 0,1 0 0 0 0,0 0-1 0 0,2 0 1 0 0,0-1-1 0 0,0 0 1 0 0,1-1 0 0 0,1 1-1 0 0,1-2 1 0 0,0 1-1 0 0,1-1 1 0 0,1-1 0 0 0,0 0-1 0 0,3 2 184 0 0,73 101-3451 0 0,-66-54-7 0 0,-34-26-2699 0 0,-1-27 5290 0 0</inkml:trace>
  <inkml:trace contextRef="#ctx0" brushRef="#br0" timeOffset="349.009">1077 483 208 0 0,'0'0'754'0'0,"0"0"1458"0"0,0 0-187 0 0,0 0-206 0 0,0 0-443 0 0,0 0-335 0 0,0 0-72 0 0,0 0-33 0 0,0 0-62 0 0,8 21-109 0 0,42 135 434 0 0,33 298-379 0 0,-54-315-2687 0 0,-26-111-2134 0 0,-3-27-465 0 0</inkml:trace>
  <inkml:trace contextRef="#ctx0" brushRef="#br0" timeOffset="1016.305">229 62 220 0 0,'0'0'981'0'0,"0"0"514"0"0,0 0 865 0 0,0 0-646 0 0,0 0-302 0 0,0 0-269 0 0,0 0-340 0 0,0 0-277 0 0,0 0-150 0 0,42 14-72 0 0,134 48-36 0 0,-27 13 305 0 0,-132-67-500 0 0,1-2 0 0 0,0 0 0 0 0,0-1 0 0 0,1-1 1 0 0,0-1-1 0 0,-1-1 0 0 0,1 0 0 0 0,0-1 0 0 0,0-1 0 0 0,0-1 0 0 0,0-1 0 0 0,0 0 0 0 0,0-2 0 0 0,-1 0 0 0 0,0-1 0 0 0,0 0 1 0 0,0-2-1 0 0,0 0 0 0 0,-1-1 0 0 0,0-1 0 0 0,7-5-73 0 0,-10 6-136 0 0,99-73-1544 0 0,-102 55-898 0 0,-21 9-3708 0 0,-18 8 3764 0 0</inkml:trace>
  <inkml:trace contextRef="#ctx0" brushRef="#br0" timeOffset="1886.931">270 178 1720 0 0,'0'0'3672'0'0,"0"0"-2029"0"0,0 0-733 0 0,0 0-114 0 0,0 0-116 0 0,0 0-31 0 0,0 0-103 0 0,0 0-150 0 0,0 0-112 0 0,0 0-89 0 0,-33 14-25 0 0,-102 45-9 0 0,67-32 149 0 0,66-25-374 0 0,-1-1-1 0 0,1 1 1 0 0,0 0-1 0 0,0-1 0 0 0,0 1 1 0 0,0 0-1 0 0,0 0 0 0 0,0 1 1 0 0,0-1-1 0 0,1 0 0 0 0,-1 0 1 0 0,1 1-1 0 0,-1-1 1 0 0,1 1-1 0 0,0-1 0 0 0,0 1 1 0 0,0 0-1 0 0,1-1 0 0 0,-1 1 1 0 0,1 0-1 0 0,-1 0 0 0 0,1-1 1 0 0,0 1-1 0 0,0 0 0 0 0,0 1 65 0 0,16 68-4928 0 0,6-33 389 0 0,18 12 3490 0 0</inkml:trace>
  <inkml:trace contextRef="#ctx0" brushRef="#br0" timeOffset="2620.139">1077 0 116 0 0,'0'0'3486'0'0,"0"0"-1798"0"0,0 0-589 0 0,0 0-165 0 0,0 0-208 0 0,0 0-113 0 0,0 0-60 0 0,0 0-32 0 0,0 0-69 0 0,0 0-64 0 0,2 3-8 0 0,29 14 1624 0 0,72 19-320 0 0,-20-4-4403 0 0,-30-22-682 0 0,-16-12-4456 0 0,-24-3 7190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4:01.7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131 142 456 0 0,'0'0'4414'0'0,"0"0"-1468"0"0,0 0-1392 0 0,0 0-544 0 0,0 0-200 0 0,0 0-20 0 0,0 0-143 0 0,0 0-175 0 0,0 0-195 0 0,0 0-110 0 0,-2-3-18 0 0,1 2-116 0 0,1 0 1 0 0,-1 0-1 0 0,1 0 0 0 0,-1 0 0 0 0,1 0 1 0 0,0 0-1 0 0,-1 0 0 0 0,1 0 1 0 0,0 0-1 0 0,0 0 0 0 0,0 0 0 0 0,0 0 1 0 0,0-1-1 0 0,0 1 0 0 0,0 0 1 0 0,0 0-1 0 0,0 0 0 0 0,0 0 0 0 0,1 0 1 0 0,-1 0-1 0 0,0 0 0 0 0,1 0 1 0 0,-1 0-1 0 0,1 0 0 0 0,-1 0 0 0 0,1 0 1 0 0,0 0-1 0 0,-1 0 0 0 0,1 0 1 0 0,0 0-1 0 0,0 1 0 0 0,-1-1 0 0 0,1 0 1 0 0,0 0-1 0 0,0 1 0 0 0,0-1 1 0 0,0 1-1 0 0,0-1 0 0 0,0 1 1 0 0,0-1-1 0 0,0 1 0 0 0,0-1 0 0 0,1 1-33 0 0,12-12 38 0 0,1 2 0 0 0,0-1-1 0 0,0 2 1 0 0,1 0-1 0 0,0 1 1 0 0,1 0-1 0 0,0 2 1 0 0,0 0 0 0 0,1 1-1 0 0,-1 0 1 0 0,1 1-1 0 0,0 2 1 0 0,0-1 0 0 0,0 2-1 0 0,0 1 1 0 0,1 0-38 0 0,-12 2-21 0 0,0 1 1 0 0,0 0 0 0 0,0 1 0 0 0,0 0-1 0 0,0 0 1 0 0,-1 0 0 0 0,1 1-1 0 0,-1 0 1 0 0,0 0 0 0 0,-1 0 0 0 0,1 1-1 0 0,-1 0 1 0 0,0 0 0 0 0,-1 0-1 0 0,0 1 1 0 0,0 0 0 0 0,0-1 0 0 0,0 1-1 0 0,-1 1 1 0 0,-1-1 0 0 0,1 0-1 0 0,-1 1 1 0 0,1 3 20 0 0,-1 1-4 0 0,-1-1 0 0 0,0 1 0 0 0,0 0 0 0 0,-1 0 0 0 0,-1 0 0 0 0,0 0 0 0 0,-1-1 0 0 0,0 1 0 0 0,0 0 0 0 0,-1-1 0 0 0,-1 0 0 0 0,0 0 0 0 0,-1 0 0 0 0,0 0 0 0 0,0 0 0 0 0,-2 0 4 0 0,-20 25-47 0 0,-2-2-1 0 0,-1 0 1 0 0,-2-3-1 0 0,-1 0 1 0 0,-2-2-1 0 0,0-2 1 0 0,-2-1-1 0 0,-1-2 1 0 0,-1-1-1 0 0,-4-1 48 0 0,30-15 28 0 0,3 0 18 0 0,-1-1 0 0 0,1 0 0 0 0,-1-1 0 0 0,-1 0 0 0 0,1-1 0 0 0,-1 0 0 0 0,0-1 0 0 0,1 0 0 0 0,-13 0-46 0 0,24-41-700 0 0,7 34 748 0 0,-1 1 1 0 0,1 0-1 0 0,0 0 0 0 0,0 1 0 0 0,0 0 0 0 0,0 0 0 0 0,0 0 0 0 0,1 1 0 0 0,-1 0 0 0 0,0 1 1 0 0,7-1-49 0 0,-1 0 134 0 0,493-25-483 0 0,-377 8-2932 0 0,-45-1-5115 0 0,-56 10 5817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4:00.4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1 549 444 0 0,'0'0'4520'0'0,"0"0"-2421"0"0,0 0-918 0 0,0 0-352 0 0,0 0-165 0 0,0 0 24 0 0,0 0 9 0 0,0 0-97 0 0,0 0-120 0 0,3 0-41 0 0,48-34 2160 0 0,-42 22-2454 0 0,-1 1 0 0 0,0-2 1 0 0,-1 1-1 0 0,-1-1 0 0 0,1 0 0 0 0,-2 0 0 0 0,0-1 1 0 0,-1 0-1 0 0,0 0 0 0 0,0-7-145 0 0,2-3-57 0 0,1-9-332 0 0,-2-1 1 0 0,-2 0-1 0 0,-1 0 1 0 0,-2 0-1 0 0,-2-21 389 0 0,0-18-2468 0 0,3 62 2518 0 0,-1 10-235 0 0,0 0 1 0 0,1 0-1 0 0,-1 1 1 0 0,1-1-1 0 0,-1 0 0 0 0,0 0 1 0 0,0 0-1 0 0,0 0 1 0 0,1 0-1 0 0,-1 0 1 0 0,0 0-1 0 0,0 0 1 0 0,0 1-1 0 0,0-1 0 0 0,0 0 1 0 0,-1 0-1 0 0,1 0 1 0 0,0 0-1 0 0,0 0 1 0 0,-1 0-1 0 0,1 0 0 0 0,0 1 1 0 0,-1-1-1 0 0,1 0 1 0 0,-1 0-1 0 0,1 1 1 0 0,-1-1-1 0 0,1 0 1 0 0,-1 0-1 0 0,0 1 0 0 0,1-1 1 0 0,-1 1-1 0 0,0-1 1 0 0,1 0-1 0 0,-1 1 1 0 0,0-1-1 0 0,0 1 1 0 0,0 0-1 0 0,1-1 0 0 0,-1 1 1 0 0,0 0-1 0 0,0-1 1 0 0,0 1-1 0 0,0 0 1 0 0,0 0-1 0 0,0 0 0 0 0,0 0 1 0 0,1 0-1 0 0,-1 0 1 0 0,0 0-1 0 0,0 0 1 0 0,0 0-1 0 0,0 0 1 0 0,0 1 184 0 0,-21 5-2000 0 0</inkml:trace>
  <inkml:trace contextRef="#ctx0" brushRef="#br0" timeOffset="254.148">110 288 664 0 0,'0'0'4560'0'0,"0"0"-2723"0"0,0 0-353 0 0,0 0-17 0 0,0 0-193 0 0,38-13-304 0 0,125-43-239 0 0,-24-12 107 0 0,-106 48-735 0 0,-16 9-134 0 0,1 1 1 0 0,0 0-1 0 0,0 1 1 0 0,1 1-1 0 0,0 1 1 0 0,0 0-1 0 0,0 2 1 0 0,9-2 30 0 0,-24 7 7 0 0,-1 1 0 0 0,1-1-1 0 0,0 1 1 0 0,0-1 0 0 0,0 1 0 0 0,0 0 0 0 0,0 0-1 0 0,-1 1 1 0 0,1-1 0 0 0,-1 1 0 0 0,1 0 0 0 0,-1 0-1 0 0,0 0 1 0 0,1 0 0 0 0,-1 1 0 0 0,0-1 0 0 0,0 1-1 0 0,-1 0 1 0 0,1 0 0 0 0,0 0 0 0 0,-1 0 0 0 0,0 0-1 0 0,0 1 1 0 0,0-1 0 0 0,0 1 0 0 0,0 0-7 0 0,35 98-1395 0 0,-30-39-1612 0 0,-8-19-2896 0 0,-3-22 2683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5:07.0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78 68 1240 0 0,'0'0'681'0'0,"0"0"13"0"0,0 0 1349 0 0,0 0-440 0 0,0 0-576 0 0,0 0-470 0 0,0 0-527 0 0,2-25-3017 0 0,8 6 2301 0 0,-8-4 6327 0 0,-2 23-5364 0 0,0 0-24 0 0,0 0-31 0 0,0 0 29 0 0,0 13 1221 0 0,0-7-4144 0 0,-40-9 3252 0 0,37 3-661 0 0,1 1 1 0 0,-1 0-1 0 0,1 0 0 0 0,-1 0 1 0 0,1 0-1 0 0,-1 0 1 0 0,1 0-1 0 0,0 1 1 0 0,0-1-1 0 0,0 1 1 0 0,0-1-1 0 0,0 1 1 0 0,0 0-1 0 0,0 0 1 0 0,0 0-1 0 0,1 0 0 0 0,-1 0 1 0 0,1 0-1 0 0,0 0 1 0 0,-1 1-1 0 0,1-1 1 0 0,0 1-1 0 0,0-1 1 0 0,0 1 80 0 0,-3 24-3203 0 0,16-36 1080 0 0,49-52-844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5:07.7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17 238 352 0 0,'0'0'7611'0'0,"0"0"-4792"0"0,0 0-1473 0 0,0 0-510 0 0,0 0-346 0 0,0 0-171 0 0,0 0-278 0 0,0 0-332 0 0,17-20-379 0 0,51-63-163 0 0,-35 10-575 0 0,-29 48 1246 0 0,1-11-636 0 0,-18 41 137 0 0,8 2 605 0 0,0 0 0 0 0,0 1 0 0 0,1-1 0 0 0,0 1 0 0 0,1 0 0 0 0,-1 0 0 0 0,1 0 0 0 0,1 1 0 0 0,0-1 0 0 0,0 1 0 0 0,1-1 0 0 0,0 1 0 0 0,0 0 0 0 0,1-1 0 0 0,0 1 0 0 0,0 2 56 0 0,0 16 2 0 0,-1-13 24 0 0,1 0 0 0 0,0 0 0 0 0,0-1 0 0 0,2 1 0 0 0,0 0 0 0 0,0-1 0 0 0,1 1-1 0 0,1-1 1 0 0,0 0 0 0 0,1 0 0 0 0,2 3-26 0 0,22 32 250 0 0,-22-39-122 0 0,-1 0 0 0 0,1 1 1 0 0,-2 0-1 0 0,1 0 0 0 0,-1 1 0 0 0,-1-1 0 0 0,0 1 0 0 0,-1 0 0 0 0,0 0 0 0 0,0 1 0 0 0,-1-1 1 0 0,0 6-129 0 0,-2 28 810 0 0,-2-44-820 0 0,1 0 1 0 0,-1 0-1 0 0,1-1 1 0 0,-1 1-1 0 0,0 0 1 0 0,1 0-1 0 0,-1-1 1 0 0,0 1-1 0 0,0-1 1 0 0,1 0-1 0 0,-1 1 1 0 0,0-1-1 0 0,0 0 1 0 0,0 0-1 0 0,1 0 1 0 0,-1 0-1 0 0,0 0 1 0 0,0-1-1 0 0,0 1 1 0 0,1 0-1 0 0,-1-1 1 0 0,0 1-1 0 0,1-1 1 0 0,-1 0-1 0 0,0 0 1 0 0,-1 0 9 0 0,-152-25-235 0 0,156 26 236 0 0,-1 0 0 0 0,0 1 0 0 0,0-1 0 0 0,0 0-1 0 0,1 0 1 0 0,-1 0 0 0 0,0 0 0 0 0,0 0 0 0 0,1 0 0 0 0,-1 0 0 0 0,0 0 0 0 0,0 0 0 0 0,0 1 0 0 0,1-1 0 0 0,-1 0 0 0 0,0 0 0 0 0,0 0 0 0 0,0 0 0 0 0,1 1 0 0 0,-1-1 0 0 0,0 0 0 0 0,0 0 0 0 0,0 1 0 0 0,0-1 0 0 0,0 0 0 0 0,0 0 0 0 0,0 0 0 0 0,0 1 0 0 0,1-1 0 0 0,-1 0 0 0 0,0 0 0 0 0,0 1 0 0 0,0-1 0 0 0,0 0 0 0 0,0 0-1 0 0,0 1 1 0 0,0-1 0 0 0,0 0 0 0 0,0 0 0 0 0,-1 1 0 0 0,1-1 0 0 0,0 0 0 0 0,0 0 0 0 0,0 1 0 0 0,0-1 0 0 0,0 0 0 0 0,0 0 0 0 0,0 0 0 0 0,-1 1 0 0 0,1-1 0 0 0,0 0-1 0 0,196-5 2831 0 0,-40-9-2277 0 0,-53 8-5182 0 0,-168 10-558 0 0,-326 17 1068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5:28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268 391 6577 0 0,'0'0'1909'0'0,"0"0"-681"0"0,0 0-65 0 0,0 0-259 0 0,3 19-29 0 0,24 138 1318 0 0,-19-127-2092 0 0,1 0 0 0 0,2 0 0 0 0,1-1 0 0 0,1 0 0 0 0,1-1 0 0 0,2-1 0 0 0,1 0 0 0 0,7 7-101 0 0,17 52-1851 0 0,-37-66-2437 0 0,-3 1-3561 0 0,-1-16 6540 0 0</inkml:trace>
  <inkml:trace contextRef="#ctx0" brushRef="#br0" timeOffset="237.571">695 411 820 0 0,'0'0'7799'0'0,"0"0"-5204"0"0,0 0-1909 0 0,0 0-420 0 0,0 0-14 0 0,0 0 71 0 0,-6 20 75 0 0,-15 71-107 0 0,40-15-108 0 0,-10-56-161 0 0,11 27-319 0 0,1-1-1 0 0,3-1 0 0 0,1-1 0 0 0,9 9 298 0 0,-2-4-3948 0 0,-32-49 3504 0 0,2 4-701 0 0,-5-3-4482 0 0,-8-1 4347 0 0</inkml:trace>
  <inkml:trace contextRef="#ctx0" brushRef="#br0" timeOffset="586.87">1 160 3420 0 0,'0'0'825'0'0,"0"0"1917"0"0,0 0-1846 0 0,0 0-244 0 0,0 0 257 0 0,0 0 291 0 0,47-14-67 0 0,148-42-191 0 0,-25-7 386 0 0,-158 58-1282 0 0,-7 2-20 0 0,1 0 0 0 0,0 0 1 0 0,0 1-1 0 0,0-1 0 0 0,0 1 1 0 0,1 1-1 0 0,-1-1 0 0 0,0 1 1 0 0,1 0-1 0 0,-1 1 0 0 0,1 0 1 0 0,-1 0-1 0 0,1 0 0 0 0,-1 1 1 0 0,1-1-1 0 0,1 2-26 0 0,176 102 1025 0 0,-142-77-956 0 0,-25-14-59 0 0,1 0 0 0 0,0-2 0 0 0,1 0 1 0 0,1-1-1 0 0,-1-1 0 0 0,1-1 0 0 0,1-1 0 0 0,0 0 0 0 0,0-2 0 0 0,0 0 0 0 0,4-1-10 0 0,-14-2-119 0 0,0-1-1 0 0,1 0 0 0 0,0 0 0 0 0,-1-1 0 0 0,1 0 0 0 0,-1-1 0 0 0,1-1 0 0 0,-1 0 0 0 0,1 0 0 0 0,-1-1 0 0 0,0-1 0 0 0,0 0 1 0 0,0 0-1 0 0,-1-1 0 0 0,1 0 0 0 0,-1-1 0 0 0,0 0 0 0 0,-1-1 0 0 0,0 0 0 0 0,0 0 0 0 0,2-3 120 0 0,5-57-6879 0 0,-16 37 557 0 0</inkml:trace>
  <inkml:trace contextRef="#ctx0" brushRef="#br0" timeOffset="951.443">749 1492 8009 0 0,'0'0'1345'0'0,"0"0"-281"0"0,0 0-354 0 0,0 0-210 0 0,0 0 198 0 0,0 0 233 0 0,29-22 56 0 0,97-71-27 0 0,-73 58-412 0 0,2 2 0 0 0,1 3 0 0 0,1 2-1 0 0,49-17-547 0 0,-32 15 181 0 0,174-78-1723 0 0,-228 96 236 0 0,-14 2-3044 0 0,-10 5-1702 0 0,-13 3 3393 0 0,14 2 2035 0 0,-45-1-419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5:3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304 1 12 0 0,'0'0'4041'0'0,"0"0"-2189"0"0,0 0-481 0 0,0 0-184 0 0,0 0-76 0 0,0 0 5 0 0,0 0-2 0 0,0 0-135 0 0,0 0-235 0 0,0 0-218 0 0,30 12-145 0 0,93 42-63 0 0,-121-54-306 0 0,0 1-1 0 0,1 0 1 0 0,-1 0-1 0 0,0 0 1 0 0,0 0 0 0 0,0 0-1 0 0,0 1 1 0 0,0-1-1 0 0,0 1 1 0 0,0-1 0 0 0,0 1-1 0 0,0 0 1 0 0,-1-1-1 0 0,1 1 1 0 0,-1 0 0 0 0,1 0-1 0 0,-1 0 1 0 0,0 0-1 0 0,0 1 1 0 0,0-1 0 0 0,0 0-1 0 0,0 0 1 0 0,0 1-1 0 0,-1-1 1 0 0,1 0 0 0 0,-1 1-1 0 0,0-1 1 0 0,1 1-1 0 0,-1-1 1 0 0,0 1 0 0 0,-1 0-12 0 0,1 7 29 0 0,2 6-31 0 0,-2 1 1 0 0,0-1-1 0 0,-1 0 0 0 0,0 0 0 0 0,-1 0 0 0 0,-1 0 0 0 0,-1 0 0 0 0,0 0 0 0 0,-1-1 0 0 0,0 0 0 0 0,-7 12 2 0 0,2-6 50 0 0,0-2-1 0 0,-1 1 1 0 0,-1-2 0 0 0,-1 1-1 0 0,0-2 1 0 0,-2 0-1 0 0,0 0 1 0 0,0-2 0 0 0,-2 0-1 0 0,0 0 1 0 0,0-2 0 0 0,-2 0-1 0 0,1-1 1 0 0,-2-1 0 0 0,1 0-1 0 0,-1-2 1 0 0,-1-1-1 0 0,-9 3-49 0 0,25-9-48 0 0,1 0-1 0 0,-1-1 0 0 0,1 0 1 0 0,-1 0-1 0 0,0 0 0 0 0,1-1 0 0 0,-1 1 1 0 0,0-1-1 0 0,0 0 0 0 0,1-1 1 0 0,-1 1-1 0 0,0-1 0 0 0,1 0 0 0 0,-1 0 1 0 0,0 0-1 0 0,1-1 0 0 0,-1 1 1 0 0,1-1-1 0 0,0 0 0 0 0,0 0 0 0 0,0-1 1 0 0,0 1-1 0 0,0-1 0 0 0,0 0 1 0 0,1 0-1 0 0,-1-1 0 0 0,1 1 0 0 0,0 0 1 0 0,0-1-1 0 0,0 0 0 0 0,0 0 0 0 0,1 0 1 0 0,-1 0-1 0 0,1 0 0 0 0,0-1 1 0 0,1 1-1 0 0,-1 0 0 0 0,1-1 0 0 0,0 0 1 0 0,0 1-1 0 0,0-1 0 0 0,0-3 49 0 0,3 7 17 0 0,0-1 0 0 0,0 1 0 0 0,0 0 0 0 0,0 0-1 0 0,1 0 1 0 0,-1 0 0 0 0,0 0 0 0 0,0 0 0 0 0,1 1 0 0 0,-1-1-1 0 0,0 1 1 0 0,1-1 0 0 0,-1 1 0 0 0,1 0 0 0 0,-1 0 0 0 0,1 0-1 0 0,-1 0 1 0 0,0 1 0 0 0,1-1 0 0 0,-1 1 0 0 0,1-1 0 0 0,-1 1 0 0 0,0 0-1 0 0,1 0-16 0 0,-1 0 13 0 0,220 51 742 0 0,-162-41-1120 0 0,1-2 0 0 0,0-3 0 0 0,0-3 0 0 0,1-2 0 0 0,-1-3 0 0 0,11-4 365 0 0,-56 4-689 0 0,1 0 1 0 0,-1-2-1 0 0,0 1 1 0 0,0-2 0 0 0,0 0-1 0 0,-1-1 1 0 0,1-1 0 0 0,-1 0-1 0 0,1-2 689 0 0,13-13-4115 0 0,-16-9 1557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5:30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65 1160 0 0,'0'0'1500'0'0,"0"0"2556"0"0,0 0-1965 0 0,0 0-983 0 0,0 0-205 0 0,0 0 174 0 0,0 0 203 0 0,0 0-62 0 0,39-3-304 0 0,123-7-238 0 0,26-8 16 0 0,-129 14-1283 0 0,-61-7-5124 0 0,-16 2 1247 0 0,3 0-1369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5:30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3496 0 0,'0'0'6973'0'0,"0"0"-5469"0"0,0 0-440 0 0,0 0-200 0 0,0 0 48 0 0,0 0 196 0 0,236 10-451 0 0,-173-9-445 0 0,1-1-212 0 0,-10 0-300 0 0,5 0-785 0 0,-9 0-623 0 0,-5-9-1084 0 0,-22-1-2717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5:31.2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288 360 1668 0 0,'0'0'5857'0'0,"0"0"-3844"0"0,0 0-1119 0 0,0 0-60 0 0,0 0 55 0 0,0 0 60 0 0,0 0-48 0 0,0 0-206 0 0,-39 7-448 0 0,-119 28-161 0 0,155-35-75 0 0,0 0-1 0 0,0 1 0 0 0,0-1 1 0 0,0 1-1 0 0,0 0 1 0 0,0 0-1 0 0,0 0 0 0 0,0 0 1 0 0,0 1-1 0 0,0-1 0 0 0,0 1 1 0 0,1 0-1 0 0,-1-1 0 0 0,1 1 1 0 0,-1 0-1 0 0,1 1 0 0 0,0-1 1 0 0,0 0-1 0 0,0 1 1 0 0,0-1-1 0 0,0 1 0 0 0,1-1 1 0 0,-1 1-1 0 0,1 0 0 0 0,0 0 1 0 0,-1 0-1 0 0,1 0 0 0 0,0 3-10 0 0,-3 6 91 0 0,-1 6 19 0 0,1 0-1 0 0,0 0 1 0 0,1 0 0 0 0,1 0-1 0 0,1 0 1 0 0,1 1-1 0 0,1 7-109 0 0,-1-10 56 0 0,0-9-39 0 0,1 0 0 0 0,0 0 0 0 0,0 0 0 0 0,1-1 0 0 0,0 1 0 0 0,0 0-1 0 0,0 0 1 0 0,1-1 0 0 0,0 0 0 0 0,1 1 0 0 0,-1-1 0 0 0,1 0 0 0 0,0-1 0 0 0,1 1-1 0 0,-1-1 1 0 0,1 0 0 0 0,0 0 0 0 0,0 0 0 0 0,1-1 0 0 0,-1 1 0 0 0,1-1-1 0 0,0-1 1 0 0,0 1 0 0 0,1-1-17 0 0,17 9 9 0 0,0-1 0 0 0,1-1 0 0 0,0-1 0 0 0,1-1 0 0 0,22 3-9 0 0,-12-3 125 0 0,1-2 0 0 0,1-1 0 0 0,-1-1 0 0 0,1-3 0 0 0,-1-1 0 0 0,10-2-125 0 0,-37 1-1 0 0,0-1-1 0 0,0 0 1 0 0,0 0 0 0 0,0-1-1 0 0,0 0 1 0 0,-1-1 0 0 0,0 0 0 0 0,0-1-1 0 0,0 0 1 0 0,0 0 0 0 0,-1-1-1 0 0,1 0 1 0 0,-2 0 0 0 0,1-1 0 0 0,-1 0-1 0 0,0 0 1 0 0,0-1 0 0 0,-1 0-1 0 0,0 0 1 0 0,0 0 0 0 0,-1-1 0 0 0,0 0-1 0 0,0 0 1 0 0,-1 0 0 0 0,-1-1-1 0 0,1 1 1 0 0,-2-1 0 0 0,1 0 0 0 0,-1-1 1 0 0,-2 6-41 0 0,0 0 0 0 0,-1 1 0 0 0,0-1 0 0 0,0 0 1 0 0,0 1-1 0 0,0-1 0 0 0,-1 1 0 0 0,1 0 0 0 0,-1-1 0 0 0,0 1 1 0 0,0 0-1 0 0,-1 0 0 0 0,1 0 0 0 0,-1 0 0 0 0,0 0 1 0 0,0 1-1 0 0,0-1 0 0 0,-1 1 0 0 0,1 0 0 0 0,-1 0 0 0 0,0 0 1 0 0,0 1-1 0 0,0-1 0 0 0,-1 0 41 0 0,-109-47-940 0 0,109 48 903 0 0,-29-9-276 0 0,0 1 0 0 0,-1 2 0 0 0,0 1 0 0 0,0 1 0 0 0,-1 3 0 0 0,1 1 0 0 0,-1 1 0 0 0,-1 2 313 0 0,34-1-107 0 0,0 0 0 0 0,0 0 1 0 0,0 0-1 0 0,0 0 0 0 0,0 1 1 0 0,0-1-1 0 0,0 1 0 0 0,0 0 1 0 0,0 0-1 0 0,0 0 0 0 0,0 0 1 0 0,1 0-1 0 0,-1 1 0 0 0,0-1 1 0 0,1 1-1 0 0,0 0 0 0 0,-1-1 1 0 0,1 1-1 0 0,0 0 0 0 0,0 1 1 0 0,0-1-1 0 0,0 0 0 0 0,0 1 1 0 0,0-1-1 0 0,1 1 0 0 0,-1-1 1 0 0,1 1-1 0 0,0 0 0 0 0,-1 0 1 0 0,1-1-1 0 0,1 1 0 0 0,-1 0 1 0 0,0 0-1 0 0,1 0 0 0 0,-1 0 1 0 0,1 0-1 0 0,0 0 0 0 0,0 2 107 0 0,20 80-6968 0 0,24-34 5290 0 0,6-10 1439 0 0</inkml:trace>
  <inkml:trace contextRef="#ctx0" brushRef="#br0" timeOffset="253.92">687 950 80 0 0,'0'0'421'0'0,"0"0"-281"0"0,0 0 163 0 0,0 0 290 0 0,0 0 356 0 0,0 0-127 0 0,0 0-8 0 0,0 0 197 0 0,0 0 101 0 0,0 0 66 0 0,-6-7 154 0 0,3 2-1043 0 0,-11-14 508 0 0,5 30 672 0 0,69 393 4264 0 0,-59-375-5469 0 0,1-20-226 0 0,1 0 1 0 0,-2 1 0 0 0,0-1-1 0 0,0 1 1 0 0,0 0 0 0 0,-1-1-1 0 0,-1 1 1 0 0,0-1 0 0 0,0 1-1 0 0,-1-1 1 0 0,0 1 0 0 0,0-1-1 0 0,-1 0 1 0 0,0 0 0 0 0,-1 0-1 0 0,0 0 1 0 0,-1-1-1 0 0,1 1 1 0 0,-2-1 0 0 0,1 0-1 0 0,-1-1 1 0 0,0 1 0 0 0,-1-1-1 0 0,0-1 1 0 0,0 1 0 0 0,0-1-1 0 0,-4 2-38 0 0,-11 0-350 0 0,-1-2 0 0 0,0 0-1 0 0,0-1 1 0 0,0-2 0 0 0,-1 0-1 0 0,0-2 1 0 0,1 0 0 0 0,-1-1-1 0 0,-14-3 351 0 0,22 2-362 0 0,-111-12-4889 0 0,78 2-81 0 0</inkml:trace>
  <inkml:trace contextRef="#ctx0" brushRef="#br0" timeOffset="698.257">1027 779 4168 0 0,'0'0'4061'0'0,"0"0"-2065"0"0,-10 17-659 0 0,-31 58-387 0 0,37-66-835 0 0,0 0 0 0 0,1 0 0 0 0,0 1-1 0 0,0 0 1 0 0,1-1 0 0 0,0 1 0 0 0,1 0-1 0 0,0 0 1 0 0,1 0 0 0 0,0 0 0 0 0,1 5-115 0 0,-1 7 132 0 0,0-10-37 0 0,-1 0 0 0 0,2 0-1 0 0,0 0 1 0 0,0 0 0 0 0,1-1 0 0 0,0 1-1 0 0,1-1 1 0 0,0 1 0 0 0,1-1 0 0 0,1 0-1 0 0,3 7-94 0 0,2-1 125 0 0,1 0 0 0 0,1-1 0 0 0,0-1 0 0 0,1 0 0 0 0,1 0 0 0 0,0-1 0 0 0,1-1-1 0 0,0 0 1 0 0,1-2 0 0 0,0 1 0 0 0,1-2 0 0 0,0 0 0 0 0,1-1 0 0 0,0-1 0 0 0,1-1 0 0 0,-1 0 0 0 0,1-2-1 0 0,1 0 1 0 0,-1-1 0 0 0,1-1 0 0 0,-1 0 0 0 0,13-1-125 0 0,-13-2 27 0 0,0-1-1 0 0,0 0 1 0 0,-1-1 0 0 0,1-1-1 0 0,-1-1 1 0 0,1-1 0 0 0,-1 0 0 0 0,0-1-1 0 0,-1-1 1 0 0,0-1 0 0 0,0 0-1 0 0,0-2 1 0 0,-1 1 0 0 0,0-2 0 0 0,-1 0-1 0 0,-1-1 1 0 0,7-7-27 0 0,-10 8-14 0 0,0 0 0 0 0,0-1 1 0 0,-1 0-1 0 0,0 0 0 0 0,-1-1 0 0 0,-1-1 0 0 0,0 1 1 0 0,-1-2-1 0 0,0 1 0 0 0,-1-1 0 0 0,-1 1 0 0 0,0-2 1 0 0,-1 1-1 0 0,-1 0 0 0 0,0-1 0 0 0,-1 0 0 0 0,-1 1 1 0 0,0-1-1 0 0,-1 0 0 0 0,-1 0 0 0 0,-1 0 0 0 0,0 1 1 0 0,-1-1-1 0 0,0 1 0 0 0,-1-1 0 0 0,-7-13 14 0 0,-8 0-51 0 0,-1 2 0 0 0,-2 0 0 0 0,-1 1 0 0 0,-1 1 0 0 0,-1 1 0 0 0,-1 1 0 0 0,-1 2 0 0 0,-1 0 0 0 0,-1 2 0 0 0,0 1 0 0 0,-17-6 51 0 0,31 15 8 0 0,-2 0 1 0 0,1 2-1 0 0,-1-1 1 0 0,0 2 0 0 0,0 0-1 0 0,-1 1 1 0 0,0 1-1 0 0,0 1 1 0 0,-3 0-9 0 0,11 6-94 0 0,0 0 0 0 0,0 0-1 0 0,1 1 1 0 0,0 0 0 0 0,0 1 0 0 0,0 0 0 0 0,0 0 0 0 0,1 1 0 0 0,-1 0 0 0 0,2 0 0 0 0,-1 1 0 0 0,1 0 0 0 0,0 1 0 0 0,0 0 0 0 0,1 0 0 0 0,0 0 0 0 0,0 1 0 0 0,1-1 0 0 0,0 1 0 0 0,1 1 0 0 0,0 0 94 0 0,-64 122-4670 0 0,28 17-4724 0 0,37-81 8613 0 0</inkml:trace>
  <inkml:trace contextRef="#ctx0" brushRef="#br0" timeOffset="1159.649">1852 1 116 0 0,'0'0'1280'0'0,"0"0"3109"0"0,0 0-1896 0 0,0 0-937 0 0,5 19-236 0 0,22 96 830 0 0,12-39 1188 0 0,-32-67-3279 0 0,1 0-1 0 0,0-1 1 0 0,1 0 0 0 0,0-1-1 0 0,0 0 1 0 0,1 0-1 0 0,0-1 1 0 0,0-1-1 0 0,1 1 1 0 0,-1-2-1 0 0,1 1 1 0 0,0-1-1 0 0,0-1 1 0 0,1 0-1 0 0,-1-1 1 0 0,6 1-59 0 0,-14-2 18 0 0,0 0 0 0 0,0-1 0 0 0,0 1 0 0 0,0-1 0 0 0,-1 1 0 0 0,1-1 0 0 0,0 0 0 0 0,0 0 0 0 0,0-1 0 0 0,0 1 0 0 0,0 0 0 0 0,0-1 0 0 0,0 0 0 0 0,0 1 0 0 0,-1-1 0 0 0,1-1 0 0 0,0 1 0 0 0,-1 0 0 0 0,1 0 0 0 0,0-1 0 0 0,-1 0 0 0 0,0 1 0 0 0,1-1 0 0 0,-1 0 0 0 0,0 0 0 0 0,0 0 0 0 0,0-1 0 0 0,0 1 0 0 0,-1 0 0 0 0,1-1 0 0 0,0 1 0 0 0,-1-1 1 0 0,0 0-1 0 0,0 1 0 0 0,0-1 0 0 0,0 0 0 0 0,0 0 0 0 0,0 0 0 0 0,-1 1 0 0 0,1-1 0 0 0,-1 0-18 0 0,0-6-1 0 0,0 1 0 0 0,0 0 0 0 0,-1-1 0 0 0,0 1 0 0 0,0 0 0 0 0,-1 0 0 0 0,-1 0 0 0 0,1 0 0 0 0,-1 0 0 0 0,0 0 0 0 0,-1 1 0 0 0,0-1 0 0 0,0 1 0 0 0,-1 0 0 0 0,1 0 0 0 0,-2 1 0 0 0,1-1 0 0 0,-1 1 0 0 0,0 0 0 0 0,0 1 0 0 0,0-1 0 0 0,-1 1 0 0 0,0 1 0 0 0,0-1 0 0 0,0 1 0 0 0,-5-2 1 0 0,3 5-100 0 0,0 0 0 0 0,0 0 0 0 0,0 1 0 0 0,0 0 0 0 0,-1 0 0 0 0,1 1 0 0 0,0 0 0 0 0,0 1 0 0 0,0 0 0 0 0,0 0 0 0 0,1 1 0 0 0,-1 1 0 0 0,1-1 0 0 0,-1 1 0 0 0,1 0 0 0 0,0 1 0 0 0,1 0 0 0 0,-1 0 0 0 0,1 1 0 0 0,0 0-1 0 0,0 0 1 0 0,1 1 0 0 0,-1 0 100 0 0,5-5-67 0 0,-80 68-4470 0 0,27-13-2959 0 0,12-6 4165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8:29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227 577 572 0 0,'0'0'304'0'0,"0"0"-90"0"0,0 0 268 0 0,0 0 910 0 0,0 0-419 0 0,0 0-199 0 0,0 0 118 0 0,0 0 89 0 0,-10-17 62 0 0,-33-54-95 0 0,24 22 2939 0 0,19 76-3308 0 0,-3 24-209 0 0,-3 1 0 0 0,-1-1 0 0 0,-3 0 0 0 0,-2-1-1 0 0,-3 0 1 0 0,-1-1 0 0 0,-14 27-370 0 0,-2 36-1866 0 0,20-104-5803 0 0,1-8 4834 0 0</inkml:trace>
  <inkml:trace contextRef="#ctx0" brushRef="#br0" timeOffset="470.351">472 291 1212 0 0,'0'0'626'0'0,"0"0"-296"0"0,0 0 462 0 0,0 0 1765 0 0,0 0-315 0 0,0 0-701 0 0,-1 18-323 0 0,-3 142 1933 0 0,-41 66-892 0 0,28-161-2288 0 0,8 24-422 0 0,8-77 267 0 0,1-8-3369 0 0,0-3-762 0 0,0-16 523 0 0</inkml:trace>
  <inkml:trace contextRef="#ctx0" brushRef="#br0" timeOffset="820.233">118 96 1460 0 0,'0'0'458'0'0,"0"0"1678"0"0,0 0 1172 0 0,0 0-1562 0 0,0 0-554 0 0,0 0-47 0 0,0 0-69 0 0,0 0-194 0 0,0 0-296 0 0,0 0-203 0 0,31-12-112 0 0,99-36-65 0 0,-21 23 80 0 0,-79 23-240 0 0,146-6 196 0 0,-171 10-219 0 0,-1 0-1 0 0,1 1 1 0 0,-1-1 0 0 0,1 1-1 0 0,-1 0 1 0 0,0 1-1 0 0,0-1 1 0 0,0 1-1 0 0,-1-1 1 0 0,1 1-1 0 0,-1 0 1 0 0,0 0-1 0 0,0 1 1 0 0,-1-1-1 0 0,1 1 1 0 0,-1-1 0 0 0,0 1-1 0 0,0 0-22 0 0,15 23 218 0 0,-12-20-193 0 0,1 0 0 0 0,0-1 0 0 0,0 1 0 0 0,1-1 0 0 0,-1-1 0 0 0,2 1 0 0 0,-1-1 0 0 0,1 0 1 0 0,0-1-1 0 0,0 0 0 0 0,0 0 0 0 0,1-1 0 0 0,-1 0 0 0 0,1 0 0 0 0,0-1 0 0 0,0 0 0 0 0,1-1 0 0 0,-1 0 0 0 0,0 0 0 0 0,1-1 1 0 0,7 0-26 0 0,6 0-105 0 0,0-2 0 0 0,0 0 0 0 0,0-1 0 0 0,0-1 0 0 0,0-1 0 0 0,-1-2 0 0 0,0 0 0 0 0,17-7 105 0 0,-26 8-545 0 0,0-2 0 0 0,0 1 0 0 0,-1-2 0 0 0,1 0 0 0 0,-2 0 0 0 0,1-1 0 0 0,-1 0 0 0 0,0-1 0 0 0,1-3 545 0 0,8-16-4090 0 0,-16-11-1681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8:35.21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508.97266"/>
      <inkml:brushProperty name="anchorY" value="-7130.4394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386.34766"/>
      <inkml:brushProperty name="anchorY" value="-10076.0214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294.23828"/>
      <inkml:brushProperty name="anchorY" value="-9663.94141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432.21094"/>
      <inkml:brushProperty name="anchorY" value="-9350.18164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488.82031"/>
      <inkml:brushProperty name="anchorY" value="-9195.34766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121.84375"/>
      <inkml:brushProperty name="anchorY" value="-9924.19141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1270.60938"/>
      <inkml:brushProperty name="anchorY" value="-10062.00488"/>
      <inkml:brushProperty name="scaleFactor" value="0.5"/>
    </inkml:brush>
  </inkml:definitions>
  <inkml:trace contextRef="#ctx0" brushRef="#br0">464 6 3088 0 0,'0'0'0'0'0,"0"0"1720"0"0,0 0-914 0 0,0 0-617 0 0,0 0 298 0 0,0 0 1770 0 0,0 0-200 0 0,0 0-936 0 0,0 0-244 0 0,0 0-280 0 0,0 0 170 0 0,0 0 67 0 0,-1-2-128 0 0,0 0-273 0 0,0 1-81 0 0,0 1-76 0 0,0 1-109 0 0,1 3-63 0 0,0 1-109 0 0,0 1 12 0 0,0 1-4 0 0,-1 2 47 0 0,-2 3-65 0 0,-2 3-29 0 0,-2 4 59 0 0,-2 4 24 0 0,-2 3-52 0 0,0 3-69 0 0,-4 3 33 0 0,0 4-27 0 0,-1 4 15 0 0,-1 4-32 0 0,0 5-48 0 0,-2 3 55 0 0,0 2 36 0 0,-1 4 42 0 0,-1 1-59 0 0,2 0 69 0 0,-2-1-7 0 0,1 0 17 0 0,0-2 45 0 0,0-2-63 0 0,0-3 21 0 0,1-3-16 0 0,0-2-86 0 0,3-2 23 0 0,0-1 2 0 0,2 0-32 0 0,3 0 43 0 0,3 1-65 0 0,0 3 71 0 0,2 0-97 0 0,1 2 173 0 0,1 1 9 0 0,1-1 73 0 0,1 0-25 0 0,1-3 14 0 0,0-2 31 0 0,1-3-145 0 0,0-4 85 0 0,0-1-77 0 0,0-2 9 0 0,1-1-13 0 0,-1-1-134 0 0,0 2 51 0 0,0 0 19 0 0,0 1 65 0 0,3 1-62 0 0,2-1 79 0 0,3 1-26 0 0,3-2 18 0 0,1-2 10 0 0,2-5-6 0 0,-1-4-7 0 0,-1-4 2 0 0,-1-5-15 0 0,-1-4-84 0 0,-2-2 41 0 0,0-2 52 0 0,1-2-12 0 0,1 0 18 0 0,3 0 147 0 0,2 0-32 0 0,4 2 9 0 0,3 0 0 0 0,2 1-15 0 0,2 0-5 0 0,1 1-18 0 0,1-1-10 0 0,-2 0-74 0 0,-1-2 62 0 0,-4 0-79 0 0,-3-1 22 0 0,-4-1-106 0 0,-1 0 9 0 0,-2-2 5 0 0,-1 1 4 0 0,1-1 17 0 0,3 1 15 0 0,2 1 49 0 0,3 0-22 0 0,5 0-32 0 0,2 1-7 0 0,2 0 17 0 0,0 0-26 0 0,-1-1-7 0 0,-2 1 2 0 0,-4-2 31 0 0,-4 0 37 0 0,-5-1 1 0 0,-4 0 3 0 0,-3-1 77 0 0,-3 0-92 0 0,-2 0 27 0 0,0 0-10 0 0,-1 0-60 0 0,0 0-54 0 0,1 0-20 0 0,-1-1 45 0 0,0-1 10 0 0,-2-2-75 0 0,-3-2-18 0 0,-4-3 49 0 0,-4-2 50 0 0,-2-3 76 0 0,-4-2-25 0 0,0-1 20 0 0,0 0-3 0 0,0 0-59 0 0,0-1-380 0 0,0 0-572 0 0,2 0-1241 0 0,0-1-370 0 0,3-1-2134 0 0,3 3 1390 0 0</inkml:trace>
  <inkml:trace contextRef="#ctx0" brushRef="#br1" timeOffset="303.02">831 2263 3404 0 0,'0'0'0'0'0,"0"0"2032"0"0,0 0-625 0 0,0 0 11 0 0,0 0 135 0 0,0 0 169 0 0,0 0-441 0 0,0 0-455 0 0,0 0-276 0 0,0 0-184 0 0,0 0 9 0 0,0 0 6 0 0,-21 22-53 0 0,-3 5-145 0 0,-5 6-104 0 0,1 1-71 0 0,1 1 0 0 0,1-2-124 0 0,4-1-56 0 0,1-3-52 0 0,4-1-182 0 0,2-2-166 0 0,5-2-208 0 0,3-3-219 0 0,3-1-324 0 0,3-1-390 0 0,0-3-436 0 0,2-2-319 0 0,2-1-150 0 0,0-4 277 0 0</inkml:trace>
  <inkml:trace contextRef="#ctx0" brushRef="#br2" timeOffset="685.423">1194 2084 1356 0 0,'0'0'0'0'0,"0"0"1904"0"0,0 0-303 0 0,0 0 143 0 0,0 0-18 0 0,0 0-345 0 0,0 0-199 0 0,0 0-61 0 0,0 0-183 0 0,0 0-152 0 0,-10 22-46 0 0,-3 8-85 0 0,-2 7-151 0 0,1 4-170 0 0,2 2-63 0 0,1 2-140 0 0,2 1-78 0 0,3 0-46 0 0,2-1-149 0 0,2-3-53 0 0,1-5-109 0 0,1-4-218 0 0,3-7-214 0 0,3-5-406 0 0,4-7-624 0 0,2-6-448 0 0,4-4-644 0 0,2-7-1267 0 0,-2-1 1928 0 0</inkml:trace>
  <inkml:trace contextRef="#ctx0" brushRef="#br3" timeOffset="907.096">1625 1796 4668 0 0,'0'0'0'0'0,"0"0"4973"0"0,0 0-4462 0 0,0 0 989 0 0,0 0-700 0 0,0 0 151 0 0,-12 23-13 0 0,-2 9-176 0 0,-3 9-280 0 0,1 7-196 0 0,2 4-88 0 0,2 1-48 0 0,3 1-50 0 0,3-1-110 0 0,2-3-34 0 0,2-3-196 0 0,1-3-59 0 0,1-4-208 0 0,0-3-174 0 0,2-5-374 0 0,0-3-760 0 0,0-5-890 0 0,0-5-1685 0 0,0-5-276 0 0</inkml:trace>
  <inkml:trace contextRef="#ctx0" brushRef="#br4" timeOffset="1224.479">1139 1526 7221 0 0,'0'0'0'0'0,"0"0"1984"0"0,0 0-821 0 0,0 0-13 0 0,0 0-19 0 0,0 0-127 0 0,0 0-303 0 0,0 0-128 0 0,0 0-75 0 0,0 0-290 0 0,0 0-44 0 0,0 0-82 0 0,35 7-28 0 0,7 1 3 0 0,7 3-57 0 0,0 0 6 0 0,-1 1-14 0 0,-2-1-50 0 0,-2-1-15 0 0,-3-2 20 0 0,-1-2-42 0 0,-1-3-35 0 0,2-4-29 0 0,4-6 14 0 0,2-8-275 0 0,2-6-276 0 0,-1-8-428 0 0,-5-4-792 0 0,-6-2-1330 0 0,-11-1-2215 0 0,-8 8 3473 0 0</inkml:trace>
  <inkml:trace contextRef="#ctx0" brushRef="#br5" timeOffset="1684.781">1729 2775 3664 0 0,'0'0'0'0'0,"0"0"3257"0"0,0 0-2027 0 0,0 0-45 0 0,0 0-504 0 0,0 0 107 0 0,0 0-169 0 0,0 0-219 0 0,0 0-177 0 0,0 0-151 0 0,-12 13-66 0 0,0 1-67 0 0,0 0 81 0 0,2-3 30 0 0,3-3 212 0 0,2-5 59 0 0,3-3 289 0 0,1-5 203 0 0,1-4-12 0 0,4-4-123 0 0,1-4-64 0 0,2-4-120 0 0,5-5-63 0 0,3-4-112 0 0,5-4-170 0 0,3-5-87 0 0,5-4-48 0 0,2-4-7 0 0,3-4-20 0 0,0-3-44 0 0,1-1 16 0 0,-2 1-110 0 0,-4 2-115 0 0,-5 4-197 0 0,-5 5-88 0 0,-6 6-83 0 0,-4 6-395 0 0,-5 7-1111 0 0,-1 5-2017 0 0,-5 6-928 0 0,-1 6 2278 0 0</inkml:trace>
  <inkml:trace contextRef="#ctx0" brushRef="#br6" timeOffset="2191.578">2092 2321 3068 0 0,'0'0'0'0'0,"0"0"2389"0"0,0 0-860 0 0,0 0 73 0 0,0 0-274 0 0,0 0 0 0 0,0 0-238 0 0,0 0-125 0 0,0 0-133 0 0,0 0-299 0 0,0 0-300 0 0,0 0-29 0 0,26-9 220 0 0,7 5-331 0 0,6 6 64 0 0,1 10-88 0 0,-4 9-72 0 0,-4 7 25 0 0,-7 5-25 0 0,-6 3 0 0 0,-6 3-43 0 0,-5 0 59 0 0,-4 0 83 0 0,-3 1-111 0 0,-7 0 114 0 0,-5 0-66 0 0,-6 1-27 0 0,-6-1 60 0 0,-4-1-73 0 0,-4-2 27 0 0,-2-4-9 0 0,0-4 62 0 0,1-5-92 0 0,2-6-87 0 0,4-6-183 0 0,3-5-149 0 0,2-5 184 0 0,4-4-40 0 0,0-5-327 0 0,2-3 554 0 0,3-4-84 0 0,4 0 51 0 0,2 0 113 0 0,3 0 94 0 0,2 3 185 0 0,2 3-163 0 0,2 3 186 0 0,4 2-188 0 0,5 2 234 0 0,6 0-117 0 0,8 2-106 0 0,8-1-26 0 0,6 1-46 0 0,5-1 28 0 0,4 1 66 0 0,2-2 88 0 0,1-1-113 0 0,1-2-149 0 0,2-1-103 0 0,1-3-299 0 0,1-3-445 0 0,0-3-551 0 0,-3-2-3145 0 0,-5-4-4943 0 0,-12 2 11433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3:11.605"/>
    </inkml:context>
    <inkml:brush xml:id="br0">
      <inkml:brushProperty name="width" value="0.1" units="cm"/>
      <inkml:brushProperty name="height" value="0.1" units="cm"/>
      <inkml:brushProperty name="color" value="#FFC114"/>
    </inkml:brush>
    <inkml:brush xml:id="br1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2933 6739 500 0 0,'0'0'272'0'0,"0"0"-8"0"0,0 0-148 0 0,0 0-116 0 0,0 0-560 0 0</inkml:trace>
  <inkml:trace contextRef="#ctx0" brushRef="#br0" timeOffset="317.611">6548 6478 168 0 0,'0'0'0'0'0,"0"0"-140"0"0</inkml:trace>
  <inkml:trace contextRef="#ctx0" brushRef="#br0" timeOffset="555.538">6979 5959 1004 0 0,'0'0'248'0'0,"0"0"-248"0"0,0 0-248 0 0,0 0-352 0 0</inkml:trace>
  <inkml:trace contextRef="#ctx0" brushRef="#br0" timeOffset="-2350.256">1995 319 104 0 0,'0'0'132'0'0,"0"0"-132"0"0</inkml:trace>
  <inkml:trace contextRef="#ctx0" brushRef="#br0" timeOffset="89060.193">3999 146 536 0 0,'0'0'1257'0'0,"0"0"-355"0"0,0 0-393 0 0,0 0-259 0 0,0 0-100 0 0,0 0 2 0 0,0 0-39 0 0,0 0-217 0 0,-3-6-235 0 0,-13-15-59 0 0,13-32 906 0 0,3-6-689 0 0,0 59-929 0 0,0 0-339 0 0</inkml:trace>
  <inkml:trace contextRef="#ctx0" brushRef="#br0" timeOffset="-168998.79">3813 3615 116 0 0,'0'0'391'0'0,"0"0"-94"0"0,0 0 250 0 0,0 0 1614 0 0,0 0-81 0 0,0 0-693 0 0,0 0-536 0 0,0 0-40 0 0,0 0-104 0 0,1-3-69 0 0,1-4-947 0 0,-2 7 441 0 0,0-1 1 0 0,0 0-1 0 0,0 0 1 0 0,0 0 0 0 0,0 0-1 0 0,1 1 1 0 0,-1-1 0 0 0,0 0-1 0 0,1 0 1 0 0,-1 1 0 0 0,0-1-1 0 0,1 0 1 0 0,-1 0 0 0 0,1 1-1 0 0,-1-1 1 0 0,1 1 0 0 0,-1-1-1 0 0,1 0 1 0 0,0 1 0 0 0,-1-1-1 0 0,1 1 1 0 0,0-1 0 0 0,-1 1-1 0 0,1 0 1 0 0,0-1 0 0 0,0 1-1 0 0,-1 0 1 0 0,1-1 0 0 0,0 1-1 0 0,0 0 1 0 0,0 0 0 0 0,-1 0-1 0 0,1 0 1 0 0,0 0-1 0 0,0 0 1 0 0,0 0 0 0 0,0 0-1 0 0,-1 0 1 0 0,1 0 0 0 0,0 0-1 0 0,0 0 1 0 0,0 1-133 0 0,302-2 2504 0 0,-115-18-1914 0 0,302 41 191 0 0,-79-18-886 0 0,-89-37 150 0 0,54 32 158 0 0,-203-19-105 0 0,131 14-86 0 0,-118-4 10 0 0,-126 6 42 0 0,0 2 0 0 0,-1 4 0 0 0,56 8-64 0 0,80-8-106 0 0,-104-14 162 0 0,109-11 222 0 0,-200 31-858 0 0,0-8 576 0 0,-10-12 71 0 0,-198-77-606 0 0,127 40-274 0 0,80 48 700 0 0,1 1-36 0 0,0 0-50 0 0,1 10-1351 0 0,-2 15-3726 0 0,-3-10-1120 0 0,-1-7 2130 0 0</inkml:trace>
  <inkml:trace contextRef="#ctx0" brushRef="#br0" timeOffset="-168712.722">7260 3509 2972 0 0,'0'0'1209'0'0,"0"0"1915"0"0,0 0-1362 0 0,0 0-1023 0 0,0 0-293 0 0,0 0-186 0 0,0 0-131 0 0,0 0-290 0 0,0 0-217 0 0,4 1 39 0 0,-3-1 306 0 0,-1 0 47 0 0,1 0 0 0 0,-1-1-1 0 0,1 1 1 0 0,-1 0 0 0 0,1 0-1 0 0,-1 0 1 0 0,1 0 0 0 0,-1 0 0 0 0,1 0-1 0 0,-1 0 1 0 0,1 1 0 0 0,-1-1-1 0 0,1 0 1 0 0,-1 0 0 0 0,1 0-1 0 0,-1 0 1 0 0,1 1 0 0 0,-1-1-1 0 0,1 0 1 0 0,-1 1 0 0 0,1-1-1 0 0,-1 0 1 0 0,0 1 0 0 0,1-1 0 0 0,-1 0-1 0 0,0 1 1 0 0,1-1 0 0 0,-1 0-1 0 0,0 1 1 0 0,1-1 0 0 0,-1 1-1 0 0,0-1 1 0 0,0 1 0 0 0,0-1-1 0 0,1 1 1 0 0,-1-1 0 0 0,0 1 0 0 0,0-1-1 0 0,0 1 1 0 0,0-1 0 0 0,0 1-1 0 0,0-1 1 0 0,0 1 0 0 0,0-1-1 0 0,0 1 1 0 0,0-1 0 0 0,0 1-1 0 0,0-1 1 0 0,-1 1 0 0 0,1-1 0 0 0,0 1-1 0 0,0-1 1 0 0,0 1 0 0 0,-1-1-1 0 0,1 1 1 0 0,0-1 0 0 0,-1 0-1 0 0,1 1 1 0 0,0-1 0 0 0,-1 1-1 0 0,1-1 1 0 0,0 0 0 0 0,-1 1 0 0 0,1-1-1 0 0,-1 0 1 0 0,1 0 0 0 0,0 1-1 0 0,-1-1 1 0 0,0 0-14 0 0,-136 114 5472 0 0,6-5-4479 0 0,58-55-2501 0 0,71-53 393 0 0,5-20-8319 0 0,8 3 4351 0 0</inkml:trace>
  <inkml:trace contextRef="#ctx0" brushRef="#br0" timeOffset="-166233.932">3981 3298 28 0 0,'0'0'116'0'0,"0"0"132"0"0,0 0-68 0 0,0 0-180 0 0,0 0 80 0 0,0 0 24 0 0,0 0 28 0 0,0 0-40 0 0,0 0-92 0 0,0 0-360 0 0,-4-17 192 0 0,-1 17 52 0 0,1 0-28 0 0,-5 0-48 0 0</inkml:trace>
  <inkml:trace contextRef="#ctx0" brushRef="#br0" timeOffset="-164801.606">3981 3507 352 0 0,'0'0'280'0'0,"0"0"-157"0"0,0 0-173 0 0,0 0-23 0 0,0 0 353 0 0,0 0-156 0 0,0 0 14 0 0,0 0 359 0 0,1-14 328 0 0,6-70 156 0 0,-6-73-1125 0 0,-5 31 2698 0 0,4 109-2202 0 0,2 0 1 0 0,0 0 0 0 0,1 0-1 0 0,0 0 1 0 0,2 0 0 0 0,0 0-1 0 0,6-12-352 0 0,58-181 1103 0 0,-42 156-1054 0 0,26-61 1622 0 0,-20-87-1264 0 0,-8 89-384 0 0,-9-118 226 0 0,-12 52 76 0 0,-6 151-308 0 0,-1 1 0 0 0,-1-1-1 0 0,-2 1 1 0 0,0 0 0 0 0,-2 0 0 0 0,-1 1 0 0 0,-2 0 0 0 0,0 1 0 0 0,-6-9-17 0 0,11 16 26 0 0,0 0-1 0 0,2 0 1 0 0,0-1 0 0 0,1 1 0 0 0,1-1 0 0 0,0 0-1 0 0,2 0 1 0 0,0 0 0 0 0,3-18-26 0 0,-2-19-134 0 0,-1-106 48 0 0,-34 62 349 0 0,6 37-157 0 0,9-35 207 0 0,19 80-317 0 0,0 1 0 0 0,-1 0 0 0 0,0 0 0 0 0,-2-1 0 0 0,0 1 0 0 0,-1 0 0 0 0,-1 1 0 0 0,0-1 0 0 0,-1 1 0 0 0,-1 0 1 0 0,-3-4 3 0 0,7 14-265 0 0,3 5 210 0 0,-1 0-1 0 0,1 0 0 0 0,0 0 1 0 0,-1 0-1 0 0,1 0 0 0 0,-1 0 1 0 0,1 0-1 0 0,-1 0 0 0 0,0 0 1 0 0,1 0-1 0 0,-1 0 0 0 0,0 0 1 0 0,0 0-1 0 0,0 1 0 0 0,1-1 1 0 0,-1 0-1 0 0,0 0 0 0 0,0 1 1 0 0,0-1-1 0 0,0 1 0 0 0,0-1 1 0 0,0 1-1 0 0,-1-1 0 0 0,1 1 1 0 0,0 0-1 0 0,0-1 0 0 0,0 1 1 0 0,0 0-1 0 0,0 0 0 0 0,0 0 1 0 0,-1 0-1 0 0,1 0 0 0 0,0 0 1 0 0,0 0-1 0 0,0 0 0 0 0,0 1 1 0 0,0-1-1 0 0,-1 0 0 0 0,1 1 1 0 0,0-1-1 0 0,0 1 0 0 0,0-1 56 0 0,-46 68-5715 0 0,46-67 5628 0 0,-40 74-3941 0 0,22 8 3490 0 0,18-81 574 0 0,0 0 0 0 0,1 0-1 0 0,0 1 1 0 0,-1-1 0 0 0,1 1 0 0 0,0-1 0 0 0,0 0 0 0 0,0 1-1 0 0,0-1 1 0 0,1 0 0 0 0,-1 1 0 0 0,0-1 0 0 0,1 0 0 0 0,0 1-1 0 0,0-1 1 0 0,0 0 0 0 0,0 0 0 0 0,0 0 0 0 0,0 0-1 0 0,0 0 1 0 0,0 0 0 0 0,1 0 0 0 0,-1 0 0 0 0,1 0 0 0 0,0 0-1 0 0,-1-1 1 0 0,1 1 0 0 0,0-1 0 0 0,0 0 0 0 0,0 1 0 0 0,0-1-1 0 0,0 0 1 0 0,0 0 0 0 0,1 0 0 0 0,-1 0 0 0 0,0-1-1 0 0,2 1-35 0 0,-3-1 298 0 0,-1 0 859 0 0,0-4 2 0 0,-1-19 2892 0 0,-7-27-2450 0 0,-34-166-1970 0 0,30 128 836 0 0,3-1 1 0 0,4 0 0 0 0,5-10-468 0 0,-18 40 213 0 0,17 58 13 0 0,-2 3-240 0 0,0 0 1 0 0,0 0 0 0 0,0 0-1 0 0,0 0 1 0 0,1 0 0 0 0,-1 1-1 0 0,1 0 1 0 0,-1-1 0 0 0,1 1-1 0 0,0 0 1 0 0,0 0-1 0 0,0 0 1 0 0,0 0 0 0 0,1 0-1 0 0,-1 1 1 0 0,1-1 0 0 0,0 0-1 0 0,0 1 1 0 0,0-1 0 0 0,0 1-1 0 0,1-1 1 0 0,-1 4 13 0 0,-1-1 93 0 0,-10 41 107 0 0,2 2 0 0 0,3-1 0 0 0,1 1 0 0 0,2 0 0 0 0,3 33-200 0 0,1-43-55 0 0,-1 15-225 0 0,2 0-1 0 0,2 0 0 0 0,3-1 1 0 0,8 31 280 0 0,-13-78-93 0 0,0-1 1 0 0,1 0 0 0 0,0 1-1 0 0,0-1 1 0 0,0 0 0 0 0,0 0-1 0 0,1 0 1 0 0,0-1 0 0 0,0 1-1 0 0,0-1 1 0 0,1 1 0 0 0,0-1 0 0 0,3 3 92 0 0,-5-7-115 0 0,-1 0 1 0 0,1 0 0 0 0,-1-1 0 0 0,1 1 0 0 0,-1-1 0 0 0,1 1 0 0 0,-1-1 0 0 0,1 0 0 0 0,-1 0 0 0 0,0 0-1 0 0,1 0 1 0 0,-1 1 0 0 0,0-2 0 0 0,0 1 0 0 0,0 0 0 0 0,0 0 0 0 0,0 0 0 0 0,0 0 0 0 0,0-1 0 0 0,0 1 0 0 0,0 0-1 0 0,0-1 1 0 0,-1 1 0 0 0,1-1 0 0 0,-1 1 0 0 0,1-1 0 0 0,-1 1 0 0 0,1-1 0 0 0,-1 1 0 0 0,0-1 0 0 0,0 0-1 0 0,0 1 1 0 0,0-1 0 0 0,0 1 0 0 0,0-1 0 0 0,0 0 0 0 0,-1 1 114 0 0,3-4-222 0 0,2-24-1152 0 0,-3-5-816 0 0</inkml:trace>
  <inkml:trace contextRef="#ctx0" brushRef="#br0" timeOffset="-163784.476">3768 248 600 0 0,'0'0'617'0'0,"0"0"-281"0"0,0 0-172 0 0,0 0-59 0 0,0 0-93 0 0,0 0-67 0 0,0 0 23 0 0,0 0-43 0 0,11-8-86 0 0,32-26 18 0 0,-38 31 182 0 0,-1 0-1 0 0,-1-1 0 0 0,1 0 1 0 0,-1 1-1 0 0,1-1 1 0 0,-1-1-1 0 0,0 1 1 0 0,0 0-1 0 0,-1-1 0 0 0,1 0 1 0 0,-1 1-1 0 0,0-1 1 0 0,-1 0-1 0 0,1 0 0 0 0,-1 0 1 0 0,1-1-39 0 0,10-31 63 0 0,37-53 230 0 0,-46 86 481 0 0,-4 6 6597 0 0,0 8-7979 0 0,-20 63 1145 0 0,10 189 1977 0 0,12-182-2462 0 0,45 275-76 0 0,-32-253 862 0 0,16-27-870 0 0,39 72-168 0 0,-32-8 698 0 0,-29-91-576 0 0,9 46-369 0 0,-11-67 347 0 0,-2 0-1 0 0,0 0 1 0 0,-2 1 0 0 0,-1-1-1 0 0,-3 28 101 0 0,1-3 61 0 0,-21 53-187 0 0,-28 36-100 0 0,37-100 19 0 0,-1-2-1 0 0,-1 0 1 0 0,-3 0 0 0 0,-13 20 207 0 0,-32 101-86 0 0,23-63 67 0 0,16-47-64 0 0,3 1-1 0 0,2 1 1 0 0,2 1-1 0 0,3 1 1 0 0,2 0-1 0 0,0 19 84 0 0,3 336-1322 0 0,19-312-246 0 0,-10-98 1461 0 0,0 1 1 0 0,0 0-1 0 0,0-1 0 0 0,0 1 0 0 0,0 0 0 0 0,1-1 1 0 0,-1 1-1 0 0,0 0 0 0 0,0 0 0 0 0,0 0 1 0 0,0-1-1 0 0,1 1 0 0 0,-1 0 0 0 0,0 0 1 0 0,0-1-1 0 0,1 1 0 0 0,-1 0 0 0 0,0 0 1 0 0,1 0-1 0 0,-1 0 0 0 0,0 0 0 0 0,0 0 0 0 0,1-1 1 0 0,-1 1-1 0 0,0 0 0 0 0,1 0 0 0 0,-1 0 1 0 0,0 0-1 0 0,1 0 0 0 0,-1 0 0 0 0,0 0 1 0 0,1 0-1 0 0,-1 0 0 0 0,0 0 0 0 0,0 0 0 0 0,1 1 1 0 0,-1-1-1 0 0,0 0 0 0 0,1 0 0 0 0,-1 0 1 0 0,0 0-1 0 0,0 0 0 0 0,1 0 0 0 0,-1 1 1 0 0,0-1-1 0 0,0 0 0 0 0,1 0 0 0 0,-1 1 0 0 0,0-1 1 0 0,0 0-1 0 0,0 0 107 0 0,0-135-1954 0 0,0 84 937 0 0</inkml:trace>
  <inkml:trace contextRef="#ctx0" brushRef="#br0" timeOffset="-163544.408">4181 1485 248 0 0,'54'-117'1644'0'0,"-27"59"-992"0"0,-4-4-340 0 0,-14 0 1876 0 0,0 2-1455 0 0,-9 12-733 0 0,0 11-785 0 0,-9 8-463 0 0,-14 8 360 0 0,10 8 432 0 0,-1 5-364 0 0,-4 6-472 0 0</inkml:trace>
  <inkml:trace contextRef="#ctx0" brushRef="#br0" timeOffset="-163304.044">4117 1122 1552 0 0,'-4'23'784'0'0,"-28"160"-1301"0"0,2-33-919 0 0,-22 122 4809 0 0,50-262-3043 0 0,-2 14 688 0 0,13-32-764 0 0,71-126-1079 0 0,-15-5-1362 0 0,-22 42 89 0 0</inkml:trace>
  <inkml:trace contextRef="#ctx0" brushRef="#br0" timeOffset="-162558.341">4117 1122 1056 0 0,'151'-141'2774'0'0,"-148"138"-2660"0"0,0 1-1 0 0,0-1 1 0 0,-1 0 0 0 0,0 0 0 0 0,1 0 0 0 0,-1 0 0 0 0,0-1 0 0 0,-1 1 0 0 0,1 0-1 0 0,-1-1 1 0 0,1 1 0 0 0,-1-1 0 0 0,0 0 0 0 0,0 1 0 0 0,0-1 0 0 0,-1 0-1 0 0,0 0 1 0 0,1 0 0 0 0,-1 0-114 0 0,-1-19 573 0 0,-1 1 1 0 0,-1-1-1 0 0,-1 1 0 0 0,-1-1 0 0 0,-1 1 1 0 0,-1 1-1 0 0,0-1 0 0 0,-7-11-573 0 0,12 30 51 0 0,1-1-1 0 0,-1 0 1 0 0,0 1 0 0 0,0 0 0 0 0,0 0-1 0 0,-1-1 1 0 0,1 1 0 0 0,-1 0 0 0 0,1 1 0 0 0,-1-1-1 0 0,0 0 1 0 0,0 1 0 0 0,0 0 0 0 0,0-1-1 0 0,-1 1 1 0 0,1 1 0 0 0,-1-1 0 0 0,1 0-1 0 0,-1 1 1 0 0,0 0 0 0 0,1 0 0 0 0,-1 0-1 0 0,0 0 1 0 0,0 0 0 0 0,0 1 0 0 0,1 0-1 0 0,-1 0 1 0 0,0 0 0 0 0,0 0 0 0 0,0 0-1 0 0,0 1 1 0 0,0 0 0 0 0,1 0 0 0 0,-1 0-1 0 0,0 0 1 0 0,0 0 0 0 0,1 1 0 0 0,-1 0-1 0 0,1 0 1 0 0,-2 0-51 0 0,-13 11-251 0 0,-1 0 0 0 0,2 2 0 0 0,0-1-1 0 0,0 2 1 0 0,2 0 0 0 0,0 2 0 0 0,1-1 0 0 0,-6 11 251 0 0,11-18-32 0 0,1 1 0 0 0,0 0 0 0 0,0 0 0 0 0,2 1 0 0 0,-1 0 0 0 0,2 0 0 0 0,-1 1 0 0 0,2 0 0 0 0,-1 0 0 0 0,2 0 0 0 0,0 0 0 0 0,0 0 0 0 0,2 1 0 0 0,-1-1 0 0 0,2 1 0 0 0,0-1 0 0 0,1 9 32 0 0,1-20-32 0 0,0-1 0 0 0,0 0 0 0 0,0 1 0 0 0,1-1 0 0 0,-1 0 0 0 0,0 0 0 0 0,1 0 0 0 0,-1-1 1 0 0,1 1-1 0 0,-1 0 0 0 0,1-1 0 0 0,0 0 0 0 0,-1 1 0 0 0,1-1 0 0 0,-1 0 0 0 0,1-1 1 0 0,0 1-1 0 0,-1 0 0 0 0,1-1 0 0 0,-1 1 0 0 0,1-1 0 0 0,-1 0 0 0 0,1 0 32 0 0,10-3-52 0 0,0-2 0 0 0,-1 1 0 0 0,1-2 0 0 0,-1 0 0 0 0,0 0 0 0 0,-1-1 0 0 0,0-1 0 0 0,0 0 0 0 0,-1 0 0 0 0,0-1 0 0 0,-1 0 0 0 0,0-1 0 0 0,0 0 0 0 0,-1 0-1 0 0,-1-1 1 0 0,2-2 52 0 0,-2 3 97 0 0,0 1 0 0 0,-1-1 0 0 0,0 0-1 0 0,-1-1 1 0 0,0 1 0 0 0,-1-1 0 0 0,0 0-1 0 0,0-1 1 0 0,-2 1 0 0 0,0 0-1 0 0,0-1 1 0 0,-1 1 0 0 0,0-2-97 0 0,-10-53 1846 0 0,7 67-1831 0 0,0 0 0 0 0,0 0 0 0 0,0 0 0 0 0,0 0 0 0 0,0 0 0 0 0,0 1 0 0 0,0-1 0 0 0,0 0 0 0 0,0 1 0 0 0,1 0 0 0 0,-1-1 0 0 0,0 1 0 0 0,0 0 0 0 0,0 0 1 0 0,1 0-1 0 0,-1 0 0 0 0,1 0 0 0 0,-1 1 0 0 0,1-1 0 0 0,-1 0 0 0 0,1 1 0 0 0,0-1 0 0 0,-1 1 0 0 0,1-1 0 0 0,0 1 0 0 0,0 0 0 0 0,0-1 0 0 0,0 3-15 0 0,-4 1-69 0 0,-95 166-1107 0 0,40-17 1211 0 0,52-136 27 0 0,1 2-1 0 0,1-1 1 0 0,1 1 0 0 0,1-1 0 0 0,0 1 0 0 0,0 20-62 0 0,33-37 151 0 0,107-87 287 0 0,-109 65-556 0 0,-1-2 1 0 0,-1 0-1 0 0,-1-2 0 0 0,-1 0 0 0 0,-1-2 0 0 0,-2-1 0 0 0,0 0 0 0 0,-1-1 0 0 0,-2-1 0 0 0,-1-1 0 0 0,-1-1 0 0 0,-2 0 0 0 0,0 0 1 0 0,-2-1-1 0 0,0-10 118 0 0,12-125 3857 0 0,-24 165-3814 0 0,0 0 0 0 0,1-1 0 0 0,-1 1 0 0 0,0 0 0 0 0,0 0 0 0 0,0 0 0 0 0,-1 0 0 0 0,1 0 0 0 0,0 0-1 0 0,0 0 1 0 0,-1 0 0 0 0,1 0 0 0 0,0 0 0 0 0,-1 1 0 0 0,1-1 0 0 0,-1 1 0 0 0,1-1 0 0 0,-1 1 0 0 0,1-1 0 0 0,-1 1 0 0 0,1 0 0 0 0,-1 0 0 0 0,1 0 0 0 0,-1 0 0 0 0,1 0 0 0 0,-1 0 0 0 0,0 0 0 0 0,1 0 0 0 0,-1 1 0 0 0,1-1 0 0 0,-1 0 0 0 0,1 1 0 0 0,0-1 0 0 0,-1 1 0 0 0,1 0 0 0 0,-1 0 0 0 0,1-1 0 0 0,0 1 0 0 0,0 0 0 0 0,-1 0 0 0 0,1 0 0 0 0,0 0 0 0 0,0 0 0 0 0,-1 1-43 0 0,-18 13-204 0 0,0-1 0 0 0,2 2-1 0 0,-1 1 1 0 0,2 0 0 0 0,0 1 0 0 0,1 1 0 0 0,1 0-1 0 0,1 2 1 0 0,1-1 0 0 0,-7 16 204 0 0,-33 57-204 0 0,5 3 1 0 0,-18 56 203 0 0,38-47 236 0 0,29-103-257 0 0,0 0 1 0 0,-1 0 0 0 0,1 0 0 0 0,0 0 0 0 0,0 0 0 0 0,0 0 0 0 0,0 0 0 0 0,0 0 0 0 0,1-1-1 0 0,-1 1 1 0 0,1 0 0 0 0,-1-1 0 0 0,1 1 0 0 0,-1-1 0 0 0,1 1 0 0 0,0-1 0 0 0,0 0-1 0 0,0 0 1 0 0,0 1 0 0 0,0-1 0 0 0,0-1 0 0 0,0 1 0 0 0,0 0 0 0 0,0 0 0 0 0,0-1 0 0 0,0 0-1 0 0,1 1 1 0 0,-1-1 0 0 0,0 0 0 0 0,0 0 0 0 0,1 0 0 0 0,-1 0 0 0 0,0 0 0 0 0,0-1-1 0 0,0 1 1 0 0,0-1 0 0 0,1 1 0 0 0,-1-1 0 0 0,0 0 0 0 0,0 0 20 0 0,9 1-41 0 0,26-5-108 0 0,-1-2 1 0 0,0-1-1 0 0,-1-2 0 0 0,0-1 0 0 0,0-2 1 0 0,-1-2-1 0 0,-1 0 0 0 0,-1-3 0 0 0,15-10 149 0 0,9-4-970 0 0,-1-3-1 0 0,-3-2 0 0 0,0-3 0 0 0,-3-1 1 0 0,18-21 970 0 0,16-48 2465 0 0,-61 24 3138 0 0,-23 85-5554 0 0,0 0 0 0 0,-1 0-1 0 0,1 0 1 0 0,-1 0-1 0 0,1 0 1 0 0,-1 0-1 0 0,0 0 1 0 0,1 1 0 0 0,-1-1-1 0 0,0 1 1 0 0,0-1-1 0 0,1 1 1 0 0,-1-1 0 0 0,0 1-1 0 0,0 0 1 0 0,0 0-1 0 0,1 0 1 0 0,-1 0 0 0 0,0 1-1 0 0,0-1 1 0 0,1 0-1 0 0,-1 1 1 0 0,0-1-1 0 0,0 1 1 0 0,1-1 0 0 0,-1 1-1 0 0,0 0 1 0 0,1 0-1 0 0,-1 0 1 0 0,1 0 0 0 0,-1 0-1 0 0,1 0 1 0 0,-1 1-49 0 0,-34 23-288 0 0,2 1-1 0 0,1 2 1 0 0,2 1 0 0 0,0 1-1 0 0,2 2 1 0 0,1 1 0 0 0,2 1 0 0 0,-1 4 288 0 0,-101 131-32 0 0,7 4 0 0 0,-86 168 32 0 0,200-329 50 0 0,0 0 0 0 0,2 0-1 0 0,-1 0 1 0 0,1 1 0 0 0,1 0 0 0 0,0 0-1 0 0,1 0 1 0 0,1 0 0 0 0,0 1 0 0 0,0 7-50 0 0,3-18-26 0 0,1-1 1 0 0,0 0 0 0 0,-1 1 0 0 0,1-1 0 0 0,0 0 0 0 0,0 0 0 0 0,1 0-1 0 0,-1 0 1 0 0,0 0 0 0 0,0-1 0 0 0,1 1 0 0 0,-1-1 0 0 0,1 1-1 0 0,0-1 1 0 0,-1 0 0 0 0,1 0 0 0 0,0 0 0 0 0,0 0 0 0 0,0-1-1 0 0,-1 1 1 0 0,1-1 0 0 0,0 0 0 0 0,0 1 0 0 0,0-2 0 0 0,0 1-1 0 0,0 0 1 0 0,0 0 0 0 0,0-1 0 0 0,-1 1 0 0 0,1-1 0 0 0,0 0 0 0 0,0 0-1 0 0,-1 0 1 0 0,4-2 25 0 0,35-7-120 0 0,1-3 1 0 0,-2-1-1 0 0,1-2 0 0 0,-2-1 0 0 0,-1-3 0 0 0,3-3 120 0 0,51-26-1544 0 0,-2-4-1 0 0,-3-4 0 0 0,-2-4 0 0 0,-3-3 0 0 0,-3-4 0 0 0,-3-3 0 0 0,-3-3 0 0 0,11-21 1545 0 0,-64 72 1256 0 0,-2 0 0 0 0,0-1 0 0 0,-2-1-1 0 0,0 0 1 0 0,-2-1 0 0 0,-1-1-1 0 0,-1 0 1 0 0,-1-1 0 0 0,-1 0 0 0 0,3-20-1256 0 0,-12 42 333 0 0,-1 5-238 0 0,1 0 0 0 0,-1 0 0 0 0,1 0 1 0 0,-1 0-1 0 0,1 0 0 0 0,-1 0 0 0 0,0 0 1 0 0,0 0-1 0 0,1 0 0 0 0,-1 0 0 0 0,0-1 0 0 0,0 1 1 0 0,0 0-1 0 0,0 0 0 0 0,-1 0 0 0 0,1 0 1 0 0,0 0-1 0 0,0 0 0 0 0,-1-1 0 0 0,1 1 1 0 0,0 0-1 0 0,-1 0 0 0 0,1 0 0 0 0,-1 0 1 0 0,0 0-1 0 0,1 0 0 0 0,-1 1 0 0 0,0-1 0 0 0,1 0 1 0 0,-1 0-1 0 0,0 0 0 0 0,0 1 0 0 0,0-1 1 0 0,0 0-1 0 0,0 1 0 0 0,0-1 0 0 0,0 0 1 0 0,0 1-1 0 0,0 0 0 0 0,0-1 0 0 0,0 1 1 0 0,0-1-96 0 0,-17 3-3 0 0,0 1 0 0 0,0 0 0 0 0,0 2 0 0 0,0 0 1 0 0,1 1-1 0 0,0 0 0 0 0,0 1 0 0 0,1 1 1 0 0,0 1-1 0 0,0 1 0 0 0,-3 2 3 0 0,16-10-4 0 0,-94 61-436 0 0,2 5 0 0 0,4 4 0 0 0,-68 69 440 0 0,99-88 17 0 0,3 2 1 0 0,3 3 0 0 0,2 2-1 0 0,3 2 1 0 0,2 2 0 0 0,-24 48-18 0 0,64-101-27 0 0,1 0 0 0 0,0 0 0 0 0,1 1 0 0 0,0 0 0 0 0,1 0 0 0 0,1 0 0 0 0,0 0 0 0 0,0 1 0 0 0,1-1 0 0 0,1 1 0 0 0,0 0 0 0 0,1 6 27 0 0,0-16-51 0 0,0 0 0 0 0,1 1 0 0 0,0-1 0 0 0,0 0 0 0 0,0 0 0 0 0,0 0 0 0 0,0 0 0 0 0,0 0 0 0 0,1 0 0 0 0,0 0 0 0 0,-1 0 0 0 0,1 0 0 0 0,0-1 0 0 0,1 1 0 0 0,-1-1 0 0 0,0 1 0 0 0,1-1 0 0 0,-1 0 0 0 0,1 0 0 0 0,0 0 0 0 0,-1 0 0 0 0,1-1 0 0 0,0 1 0 0 0,0-1 0 0 0,0 1 0 0 0,0-1 0 0 0,1 0 0 0 0,-1 0 0 0 0,3 0 51 0 0,104 8-1536 0 0,-52-15 781 0 0,-1-3 0 0 0,0-3 0 0 0,0-2-1 0 0,-2-2 1 0 0,0-3 0 0 0,-1-2-1 0 0,0-3 1 0 0,-2-1 0 0 0,18-15 755 0 0,34-14-2445 0 0</inkml:trace>
  <inkml:trace contextRef="#ctx0" brushRef="#br0" timeOffset="-158982.446">5637 985 5793 0 0,'0'0'2772'0'0,"0"0"-491"0"0,0 0-354 0 0,0 0-373 0 0,0 0-362 0 0,0 0-524 0 0,-53 7-780 0 0,-177 30-214 0 0,212-33 271 0 0,0 2-1 0 0,1 0 0 0 0,0 1 0 0 0,0 1 0 0 0,0 0 1 0 0,1 1-1 0 0,-8 7 56 0 0,-109 70-563 0 0,4 6-1 0 0,4 5 1 0 0,-52 58 563 0 0,130-112 7 0 0,3 3-1 0 0,2 2 1 0 0,2 1 0 0 0,2 3-1 0 0,3 0 1 0 0,1 3-1 0 0,3 0 1 0 0,-3 15-7 0 0,27-52-8 0 0,0 0 0 0 0,1 0 0 0 0,1 1-1 0 0,1 0 1 0 0,0-1 0 0 0,2 1 0 0 0,0 0 0 0 0,1 1 0 0 0,1-1 0 0 0,1 1 8 0 0,0-14-67 0 0,0 0 1 0 0,0-1-1 0 0,1 1 1 0 0,-1 0 0 0 0,2-1-1 0 0,-1 1 1 0 0,0-1-1 0 0,1 0 1 0 0,0 0-1 0 0,0 0 1 0 0,1 0 0 0 0,-1 0-1 0 0,1-1 1 0 0,0 1-1 0 0,0-1 1 0 0,1 0 0 0 0,-1 0-1 0 0,1-1 1 0 0,0 1-1 0 0,0-1 1 0 0,0 0-1 0 0,0-1 1 0 0,1 1 0 0 0,-1-1-1 0 0,1 0 1 0 0,-1 0-1 0 0,1-1 1 0 0,4 1 66 0 0,11 3-217 0 0,0-1 0 0 0,0-2-1 0 0,1 0 1 0 0,-1-1 0 0 0,1-1 0 0 0,0-1-1 0 0,10-2 218 0 0,14-7 5 0 0,0-2 0 0 0,-1-2 0 0 0,0-2 0 0 0,-1-2 0 0 0,-1-2-1 0 0,-1-1 1 0 0,-1-3 0 0 0,-1-1 0 0 0,-1-2 0 0 0,4-6-5 0 0,7-2 53 0 0,-2-3 1 0 0,-2-2-1 0 0,-2-1 0 0 0,-2-3 1 0 0,-1-1-1 0 0,-3-2 0 0 0,-1-2 1 0 0,20-38-54 0 0,-32 44 558 0 0,-2-2 0 0 0,-1-1 0 0 0,-3-1 0 0 0,11-43-558 0 0,-19 49 879 0 0,-3 0-1 0 0,-1-1 1 0 0,-1 0 0 0 0,-2-41-879 0 0,-4 81 32 0 0,1 1 0 0 0,-1-1 0 0 0,-1 0 0 0 0,1 1 0 0 0,0-1 0 0 0,0 1 0 0 0,0-1 0 0 0,-1 1 0 0 0,1-1 0 0 0,-1 1 0 0 0,1-1 0 0 0,-1 1 0 0 0,0-1 0 0 0,1 1 0 0 0,-1 0 0 0 0,0 0 0 0 0,0-1 1 0 0,0 1-1 0 0,0 0 0 0 0,0 0 0 0 0,0 0 0 0 0,-1 0 0 0 0,1 0 0 0 0,0 0 0 0 0,0 0 0 0 0,-1 0 0 0 0,1 0 0 0 0,0 1 0 0 0,-1-1 0 0 0,1 1 0 0 0,-1-1 0 0 0,1 1 0 0 0,-1-1 0 0 0,1 1 0 0 0,-1 0 0 0 0,0 0 0 0 0,1 0 0 0 0,-1 0 0 0 0,1 0-32 0 0,-70 11 5 0 0,9 12-275 0 0,1 3 0 0 0,2 2 1 0 0,0 3-1 0 0,2 2 0 0 0,2 3 1 0 0,1 2-1 0 0,-40 37 270 0 0,8-6-190 0 0,3 4 1 0 0,3 3-1 0 0,4 3 1 0 0,-45 63 189 0 0,81-90-36 0 0,3 2-1 0 0,2 1 1 0 0,2 2 0 0 0,3 1 0 0 0,2 1 0 0 0,4 2 0 0 0,1 0 0 0 0,-6 37 36 0 0,22-66 15 0 0,1 0 1 0 0,2 1-1 0 0,1-1 1 0 0,2 1-1 0 0,1 8-15 0 0,0-33-22 0 0,0 0-1 0 0,0-1 0 0 0,1 1 1 0 0,0 0-1 0 0,0 0 1 0 0,1-1-1 0 0,0 1 0 0 0,1-1 1 0 0,-1 0-1 0 0,2 1 0 0 0,-1-1 1 0 0,1 0-1 0 0,0-1 0 0 0,0 1 1 0 0,0-1-1 0 0,1 0 0 0 0,0 0 1 0 0,1 0-1 0 0,-1-1 1 0 0,1 1-1 0 0,0-1 0 0 0,0-1 1 0 0,1 1-1 0 0,-1-1 0 0 0,4 1 23 0 0,14 4-171 0 0,0-2 0 0 0,1 0 0 0 0,-1-2-1 0 0,1-1 1 0 0,0-1 0 0 0,1-1 0 0 0,-1-1 0 0 0,0-1-1 0 0,0-1 1 0 0,0-2 0 0 0,0 0 0 0 0,0-2-1 0 0,0-1 1 0 0,-1 0 0 0 0,0-2 0 0 0,23-11 171 0 0,29-12-266 0 0,-2-3 0 0 0,-1-4 1 0 0,-2-2-1 0 0,-2-4 1 0 0,-1-3-1 0 0,-3-2 0 0 0,-2-4 1 0 0,-2-2-1 0 0,-3-3 0 0 0,28-36 266 0 0,-61 65 267 0 0,0 0 0 0 0,-2-2 0 0 0,-2 0 0 0 0,-1-1 0 0 0,-1-1 0 0 0,-1-1 0 0 0,-3-1 0 0 0,0 0 0 0 0,-2-1 0 0 0,-2-1 0 0 0,-2 1 0 0 0,-1-2 0 0 0,1-18-267 0 0,-8 45 79 0 0,-1 0 0 0 0,0 0 0 0 0,-1 0-1 0 0,0 0 1 0 0,-1 1 0 0 0,0-1 0 0 0,-1 0-1 0 0,0 1 1 0 0,0 0 0 0 0,-1 0 0 0 0,-1 0-1 0 0,1 0 1 0 0,-2 0 0 0 0,1 1 0 0 0,-1 0-1 0 0,-1 0 1 0 0,0 1 0 0 0,0 0-1 0 0,0 0 1 0 0,-1 0 0 0 0,-1 1 0 0 0,1 0-1 0 0,-1 1 1 0 0,0 0 0 0 0,0 0 0 0 0,-1 1-1 0 0,0 0 1 0 0,1 1 0 0 0,-2 0 0 0 0,1 1-1 0 0,0 0 1 0 0,-10-2-79 0 0,-2 2-73 0 0,-1 0 1 0 0,1 2-1 0 0,-1 0 0 0 0,1 2 1 0 0,-1 0-1 0 0,1 1 0 0 0,-1 2 1 0 0,1 0-1 0 0,0 1 0 0 0,1 1 1 0 0,-4 3 72 0 0,-226 104-1210 0 0,151-60 1060 0 0,2 4 0 0 0,3 4 1 0 0,3 4-1 0 0,2 4 0 0 0,-66 68 150 0 0,118-99 53 0 0,2 2-1 0 0,2 1 0 0 0,2 1 1 0 0,1 2-1 0 0,-1 7-52 0 0,21-32 33 0 0,0 1 1 0 0,2-1-1 0 0,0 2 1 0 0,2-1 0 0 0,0 1-1 0 0,1 0 1 0 0,1 0-1 0 0,1 1 1 0 0,1 0-1 0 0,1 0 1 0 0,1-1-1 0 0,0 1 1 0 0,3 17-34 0 0,0-29-48 0 0,1 0 0 0 0,0 0 0 0 0,0 0 0 0 0,1-1 0 0 0,0 1 1 0 0,0-1-1 0 0,1 0 0 0 0,0 0 0 0 0,1 0 0 0 0,0-1 0 0 0,1 0 0 0 0,-1 0 0 0 0,1-1 0 0 0,1 0 0 0 0,0 0 1 0 0,0 0-1 0 0,0-1 0 0 0,0 0 0 0 0,1-1 0 0 0,0 0 0 0 0,6 2 48 0 0,9 4-229 0 0,1 0 0 0 0,0-2 1 0 0,1-1-1 0 0,0-1 0 0 0,0-1 0 0 0,0-1 0 0 0,24 1 229 0 0,-6-4-14 0 0,-1-2-1 0 0,0-2 0 0 0,1-2 0 0 0,-1-2 0 0 0,-1-1 1 0 0,1-3-1 0 0,-1-1 0 0 0,-1-2 0 0 0,0-2 1 0 0,-1-2-1 0 0,-1-1 0 0 0,0-2 0 0 0,-2-2 1 0 0,0-1-1 0 0,29-25 15 0 0,-5 0 281 0 0,-1-3 0 0 0,-3-2 0 0 0,-2-2 0 0 0,-2-3 0 0 0,-3-2 0 0 0,-3-2 0 0 0,-2-2 0 0 0,18-39-281 0 0,-49 77 299 0 0,0 0-1 0 0,-2-1 0 0 0,-1-1 1 0 0,-1 0-1 0 0,-2 0 1 0 0,-1-1-1 0 0,0 0 1 0 0,-3 0-1 0 0,0-1 0 0 0,-1-22-298 0 0,-3 47 73 0 0,1-1-1 0 0,-1 1 0 0 0,0 0 0 0 0,-1 0 1 0 0,1 0-1 0 0,-1-1 0 0 0,0 1 1 0 0,0 0-1 0 0,-1 0 0 0 0,1 0 0 0 0,-1 0 1 0 0,0 1-1 0 0,-1-1 0 0 0,1 0 0 0 0,-1 1 1 0 0,0 0-1 0 0,0-1 0 0 0,0 1 0 0 0,-1 0 1 0 0,1 1-1 0 0,-1-1 0 0 0,0 1 1 0 0,0-1-1 0 0,0 1 0 0 0,-1 0 0 0 0,1 1 1 0 0,-1-1-1 0 0,-3-1-72 0 0,-12-2-34 0 0,0 2-1 0 0,0 0 1 0 0,0 0 0 0 0,0 2-1 0 0,0 1 1 0 0,-1 0 0 0 0,1 2 0 0 0,-1 0-1 0 0,1 2 1 0 0,0 0 0 0 0,0 1-1 0 0,0 0 1 0 0,1 2 0 0 0,-17 7 34 0 0,-40 18-231 0 0,1 2 0 0 0,2 5 1 0 0,1 2-1 0 0,2 3 0 0 0,2 4 0 0 0,3 2 1 0 0,1 3-1 0 0,3 3 0 0 0,-49 57 231 0 0,76-79 12 0 0,2 3 1 0 0,1 0-1 0 0,2 2 1 0 0,2 1-1 0 0,1 2 0 0 0,2 0 1 0 0,2 2-1 0 0,2 0 0 0 0,1 1 1 0 0,3 1-1 0 0,1 1 1 0 0,3 0-1 0 0,2 1 0 0 0,-5 45-12 0 0,14-84-3 0 0,0 1 0 0 0,1-1 0 0 0,0 1-1 0 0,1 0 1 0 0,-1-1 0 0 0,1 1 0 0 0,1-1-1 0 0,0 0 1 0 0,0 1 0 0 0,1-1 0 0 0,0 0-1 0 0,0 0 1 0 0,0 0 0 0 0,1-1 0 0 0,1 1-1 0 0,-1-1 1 0 0,1 0 0 0 0,0 0 0 0 0,1-1-1 0 0,0 1 1 0 0,0-1 0 0 0,0-1 0 0 0,1 1-1 0 0,4 2 4 0 0,10 2-79 0 0,1 0 0 0 0,0-2-1 0 0,1-1 1 0 0,0 0 0 0 0,0-2-1 0 0,0-1 1 0 0,1 0 0 0 0,0-2-1 0 0,-1-1 1 0 0,1-1 0 0 0,0-1-1 0 0,-1 0 1 0 0,1-2 0 0 0,16-5 79 0 0,35-7-67 0 0,-1-3 0 0 0,-1-3 1 0 0,0-4-1 0 0,-2-3 0 0 0,-1-3 1 0 0,-1-3-1 0 0,-2-3 0 0 0,56-41 67 0 0,-50 31-6 0 0,-3-3 0 0 0,-1-3 0 0 0,-3-3 0 0 0,-3-3-1 0 0,-2-2 1 0 0,-3-3 0 0 0,-3-3 0 0 0,32-50 6 0 0,-74 96 175 0 0,-1 0 0 0 0,-1 0 0 0 0,-1-1-1 0 0,0-1 1 0 0,-2 1 0 0 0,-1-2 0 0 0,0 1 0 0 0,-2-1 0 0 0,-1 0 0 0 0,0 0 0 0 0,-2 0 0 0 0,-1 0 0 0 0,-1 0 0 0 0,-1-1-1 0 0,-2-8-174 0 0,1 26 15 0 0,1 0 0 0 0,-1 0 0 0 0,0 1 0 0 0,0-1-1 0 0,-1 1 1 0 0,0-1 0 0 0,0 1 0 0 0,0 0-1 0 0,-1 0 1 0 0,0 0 0 0 0,0 1 0 0 0,-1-1-1 0 0,0 1 1 0 0,0 0 0 0 0,0 0 0 0 0,0 1-1 0 0,-1 0 1 0 0,1-1 0 0 0,-1 2 0 0 0,0-1 0 0 0,0 1-1 0 0,-1 0 1 0 0,1 0 0 0 0,-6-1-15 0 0,-1 0-29 0 0,0 1 0 0 0,0 0 0 0 0,0 1 0 0 0,-1 0 0 0 0,1 1 0 0 0,0 1 0 0 0,-1 0 0 0 0,1 0 0 0 0,-1 2 0 0 0,1 0-1 0 0,0 0 1 0 0,-8 3 29 0 0,-12 7-139 0 0,0 2-1 0 0,1 1 1 0 0,0 2-1 0 0,2 1 0 0 0,0 1 1 0 0,1 2-1 0 0,-20 18 140 0 0,0-2-103 0 0,1 3 0 0 0,2 2 0 0 0,2 2 0 0 0,1 2 0 0 0,3 2 0 0 0,2 1 0 0 0,2 2-1 0 0,3 2 1 0 0,1 1 0 0 0,3 1 0 0 0,3 1 0 0 0,-12 38 103 0 0,8 68-124 0 0,29-155 144 0 0,1 0-1 0 0,0 0 1 0 0,0 0 0 0 0,1 0 0 0 0,0 0-1 0 0,0 0 1 0 0,0-1 0 0 0,1 1 0 0 0,0 0-1 0 0,1-1 1 0 0,-1 1 0 0 0,1-1 0 0 0,1 0-1 0 0,-1 0 1 0 0,1 0 0 0 0,0 0 0 0 0,0 0-1 0 0,1-1 1 0 0,-1 0 0 0 0,1 0 0 0 0,0 0-1 0 0,1 0-19 0 0,14 4 44 0 0,0 0-1 0 0,1-2 1 0 0,-1 0-1 0 0,2-1 1 0 0,-1-1-1 0 0,1-1 0 0 0,-1-1 1 0 0,1-1-1 0 0,0-1 1 0 0,0 0-1 0 0,0-2 1 0 0,13-2-44 0 0,-21 2 6 0 0,71-4 11 0 0,1-4 0 0 0,-2-5 0 0 0,0-2 0 0 0,0-5 0 0 0,-2-3 0 0 0,-1-3 0 0 0,-1-4 0 0 0,-1-4-17 0 0,-27 13 14 0 0,-1-3-1 0 0,-1-1 1 0 0,-1-3 0 0 0,-2-3 0 0 0,0-1 0 0 0,-3-2 0 0 0,-1-2-1 0 0,-1-2 1 0 0,1-5-14 0 0,-33 34 72 0 0,-1-1 0 0 0,0 1 0 0 0,-1-1 1 0 0,0-1-1 0 0,-1 0 0 0 0,0 0 0 0 0,-1 0 0 0 0,0-1 0 0 0,-1 1 0 0 0,0-1 0 0 0,-1-1 0 0 0,-1 1 0 0 0,0-1 0 0 0,-1 1 0 0 0,0-1 0 0 0,-1 0 0 0 0,-1 0 0 0 0,0 1 0 0 0,-1-1 0 0 0,0 0 0 0 0,-1 0 0 0 0,-1 1 1 0 0,0-1-1 0 0,0 1 0 0 0,-2 0 0 0 0,0 0 0 0 0,0 0 0 0 0,-1 1 0 0 0,-1 0 0 0 0,-4-8-72 0 0,-17-5-1 0 0,0 0 0 0 0,-1 2 0 0 0,-1 1 0 0 0,-2 1-1 0 0,0 2 1 0 0,-1 1 0 0 0,0 1 0 0 0,-1 2 0 0 0,-1 2 0 0 0,-1 1 0 0 0,0 1 0 0 0,0 3 0 0 0,-35-5 1 0 0,38 6-103 0 0,-1 1-1 0 0,0 2 1 0 0,0 1 0 0 0,0 1-1 0 0,0 2 1 0 0,0 2 0 0 0,0 1-1 0 0,0 1 1 0 0,0 2 0 0 0,1 1 0 0 0,0 2-1 0 0,0 1 1 0 0,1 2 0 0 0,0 1-1 0 0,1 2 1 0 0,1 0 0 0 0,-22 17 103 0 0,7 2-74 0 0,2 2 1 0 0,1 2 0 0 0,3 1-1 0 0,0 2 1 0 0,3 2 0 0 0,2 2-1 0 0,1 1 1 0 0,3 1 0 0 0,1 2-1 0 0,-8 23 74 0 0,25-46 12 0 0,1 2 0 0 0,0-1 0 0 0,3 1 0 0 0,0 0 0 0 0,1 1 0 0 0,2 0 0 0 0,1 0 0 0 0,0 28-12 0 0,4-48 21 0 0,-1 0 1 0 0,1-1-1 0 0,1 1 0 0 0,0 0 0 0 0,0 0 0 0 0,1 0 0 0 0,0-1 0 0 0,1 1 0 0 0,-1-1 0 0 0,2 0 0 0 0,-1 1 1 0 0,1-1-1 0 0,0-1 0 0 0,1 1 0 0 0,0-1 0 0 0,0 1 0 0 0,0-2 0 0 0,1 1 0 0 0,0 0 0 0 0,1-1 0 0 0,-1 0 1 0 0,1-1-1 0 0,2 2-21 0 0,22 10 36 0 0,1-2 1 0 0,1 0 0 0 0,0-2 0 0 0,1-2-1 0 0,0-1 1 0 0,0-1 0 0 0,1-2 0 0 0,0-2-1 0 0,1-1 1 0 0,-1-1 0 0 0,1-3-1 0 0,32-2-36 0 0,-1 4 36 0 0,-1-3 0 0 0,1-2 0 0 0,-1-3-1 0 0,0-4 1 0 0,-1-2 0 0 0,0-3 0 0 0,-1-2-1 0 0,-1-4 1 0 0,-1-2 0 0 0,0-3 0 0 0,-2-3-1 0 0,-2-2 1 0 0,28-21-36 0 0,-69 42 2 0 0,-2 0 1 0 0,1-2-1 0 0,-1 0 0 0 0,-1 0 0 0 0,0-2 1 0 0,-1 1-1 0 0,0-2 0 0 0,-1 0 0 0 0,-1 0 1 0 0,0-1-1 0 0,-1-1 0 0 0,-1 1 0 0 0,-1-1 1 0 0,0-1-1 0 0,-1 0 0 0 0,-1 0 0 0 0,-1 0 1 0 0,0-1-1 0 0,-1 0 0 0 0,-1 0 0 0 0,0-15-2 0 0,-5 25-9 0 0,1 1 0 0 0,-2 0 0 0 0,1 0 0 0 0,-1 0 0 0 0,0 0 0 0 0,0 0 0 0 0,-1 1 0 0 0,0-1 0 0 0,-1 1 0 0 0,0 0 0 0 0,0 1 0 0 0,0-1 0 0 0,-1 1 0 0 0,0 0 0 0 0,0 0 0 0 0,0 1 0 0 0,-1-1 0 0 0,0 1 0 0 0,0 1 0 0 0,0 0 0 0 0,-5-3 9 0 0,-170-62-266 0 0,125 55 34 0 0,-1 2-1 0 0,0 2 1 0 0,-1 3 0 0 0,0 3 0 0 0,0 2-1 0 0,0 2 1 0 0,-32 7 232 0 0,62-4-49 0 0,0 2 0 0 0,0 2 1 0 0,1 0-1 0 0,-1 2 0 0 0,2 1 0 0 0,-1 1 1 0 0,2 2-1 0 0,0 0 0 0 0,0 2 0 0 0,1 1 1 0 0,1 1-1 0 0,1 0 0 0 0,0 2 0 0 0,1 1 1 0 0,1 1-1 0 0,1 1 0 0 0,-12 17 49 0 0,16-20 59 0 0,2 0-1 0 0,0 1 0 0 0,1 1 1 0 0,1 0-1 0 0,1 0 1 0 0,1 1-1 0 0,1 1 1 0 0,1 0-1 0 0,0 0 0 0 0,2 0 1 0 0,1 1-1 0 0,1 0 1 0 0,1 0-1 0 0,1 0 1 0 0,1 0-1 0 0,2 21-58 0 0,1-36 13 0 0,0 0 1 0 0,1 0 0 0 0,0 0-1 0 0,0 0 1 0 0,1 0-1 0 0,0-1 1 0 0,1 1-1 0 0,-1-1 1 0 0,2 0 0 0 0,-1-1-1 0 0,1 1 1 0 0,0-1-1 0 0,1 0 1 0 0,-1-1-1 0 0,2 1 1 0 0,-1-1 0 0 0,0-1-1 0 0,1 1 1 0 0,0-1-1 0 0,1-1 1 0 0,1 1-14 0 0,15 8 49 0 0,2-2 0 0 0,0-1-1 0 0,0 0 1 0 0,1-3 0 0 0,0 0 0 0 0,13 1-49 0 0,58 4 280 0 0,0-4 0 0 0,0-5 1 0 0,82-7-281 0 0,-111 0 101 0 0,0-2 1 0 0,0-4-1 0 0,0-3 1 0 0,-2-2-1 0 0,0-4 1 0 0,-1-3-1 0 0,0-2 1 0 0,21-14-102 0 0,-77 33 9 0 0,1 0 0 0 0,-1 0 0 0 0,0-1 0 0 0,-1 0 1 0 0,0-1-1 0 0,0 0 0 0 0,0 0 0 0 0,-1-1 0 0 0,0-1 0 0 0,0 0 1 0 0,-1 0-1 0 0,0 0 0 0 0,-1-1 0 0 0,0 0 0 0 0,0-1 0 0 0,-1 0 1 0 0,-1 0-1 0 0,0 0 0 0 0,1-4-9 0 0,-4 5-22 0 0,-2 0 0 0 0,1 1 0 0 0,-2-1 1 0 0,1 0-1 0 0,-1 1 0 0 0,-1-1 0 0 0,1 1 1 0 0,-2-1-1 0 0,1 1 0 0 0,-1 0 0 0 0,-1 0 0 0 0,0 0 1 0 0,0 0-1 0 0,0 0 0 0 0,-1 1 0 0 0,-1 0 0 0 0,1 0 1 0 0,-1 1-1 0 0,-1-1 0 0 0,1 1 0 0 0,-1 1 0 0 0,-1-1 1 0 0,1 1-1 0 0,-1 0 0 0 0,0 1 0 0 0,0 0 1 0 0,0 0-1 0 0,-4 0 22 0 0,-36-25-113 0 0,-1 2-1 0 0,-2 3 1 0 0,0 1 0 0 0,-2 3 0 0 0,0 3 0 0 0,-2 1 0 0 0,-25-2 113 0 0,70 15-8 0 0,-1 1 1 0 0,0 1 0 0 0,0-1-1 0 0,-1 2 1 0 0,1-1 0 0 0,0 2 0 0 0,-1-1-1 0 0,1 2 1 0 0,0-1 0 0 0,0 2-1 0 0,-1-1 1 0 0,1 2 0 0 0,0-1-1 0 0,0 2 1 0 0,1-1 0 0 0,-1 1 0 0 0,1 1-1 0 0,-1 0 1 0 0,1 0 0 0 0,-9 8 7 0 0,3 4-51 0 0,1 1 0 0 0,0 1 0 0 0,1 0 0 0 0,1 1 0 0 0,1 0 0 0 0,1 1 0 0 0,1 1 1 0 0,1 0-1 0 0,0 0 0 0 0,2 0 0 0 0,1 1 0 0 0,0 1 0 0 0,2-1 0 0 0,1 0 0 0 0,0 1 0 0 0,2 0 0 0 0,1-1 1 0 0,2 16 50 0 0,-1-30 2 0 0,0 0 1 0 0,1 1 0 0 0,0-1-1 0 0,0 0 1 0 0,1 0 0 0 0,0 0 0 0 0,1 0-1 0 0,0-1 1 0 0,1 0 0 0 0,-1 1-1 0 0,2-1 1 0 0,-1-1 0 0 0,1 1 0 0 0,0-1-1 0 0,0 0 1 0 0,1-1 0 0 0,0 1-1 0 0,1-1 1 0 0,-1-1 0 0 0,1 1 0 0 0,0-1-1 0 0,4 2-2 0 0,16 8 22 0 0,1-2 0 0 0,0 0 0 0 0,1-2 1 0 0,0-2-1 0 0,0 0 0 0 0,7-1-22 0 0,16 4 6 0 0,1-3 0 0 0,1-2 0 0 0,-1-3 1 0 0,1-2-1 0 0,45-4-6 0 0,-90 2-28 0 0,0-1 0 0 0,0 0-1 0 0,-1 0 1 0 0,1-1 0 0 0,0 0 0 0 0,-1-1-1 0 0,0 0 1 0 0,1 0 0 0 0,-1-1 0 0 0,0 0-1 0 0,-1-1 1 0 0,1 0 0 0 0,-1 0 0 0 0,0-1 0 0 0,0 0-1 0 0,-1 0 1 0 0,0-1 0 0 0,0 0 0 0 0,0 0-1 0 0,-1-1 1 0 0,0 0 0 0 0,0 0 0 0 0,-1 0 0 0 0,0 0-1 0 0,-1-1 1 0 0,0 0 0 0 0,0 0 0 0 0,-1-1-1 0 0,0 1 1 0 0,-1 0 0 0 0,1-1 0 0 0,-2 0 0 0 0,1-3 28 0 0,-3 7-18 0 0,0 0 1 0 0,0 0 0 0 0,0 0-1 0 0,-1 0 1 0 0,0 0 0 0 0,0 0 0 0 0,-1 0-1 0 0,1 1 1 0 0,-1-1 0 0 0,-1 1 0 0 0,1 0-1 0 0,-1 0 1 0 0,1 0 0 0 0,-2 0 0 0 0,1 1-1 0 0,0 0 1 0 0,-1 0 0 0 0,0 0-1 0 0,0 0 1 0 0,-4-2 17 0 0,-115-61 70 0 0,116 63-66 0 0,-24-11 94 0 0,0 1-1 0 0,-1 1 1 0 0,0 2 0 0 0,-1 1-1 0 0,0 1 1 0 0,0 3-1 0 0,-1 0 1 0 0,0 2 0 0 0,0 2-1 0 0,-15 1-97 0 0,41 2-24 0 0,1 1 0 0 0,0 0 0 0 0,0 0 1 0 0,0 0-1 0 0,0 1 0 0 0,1 0 0 0 0,-1 1 0 0 0,1-1 0 0 0,0 1 0 0 0,0 1 0 0 0,0 0 0 0 0,0 0 0 0 0,1 0 0 0 0,0 0 0 0 0,0 1 0 0 0,0 0 0 0 0,1 1 0 0 0,0-1 1 0 0,0 1-1 0 0,0 0 0 0 0,1 0 0 0 0,0 0 0 0 0,1 1 0 0 0,-2 3 24 0 0,-3 11-28 0 0,1-1 0 0 0,1 2 0 0 0,0-1 1 0 0,2 1-1 0 0,1 0 0 0 0,0 0 0 0 0,2 0 1 0 0,1 6 27 0 0,1-11 50 0 0,0 0 1 0 0,2-1-1 0 0,0 1 1 0 0,0-1 0 0 0,2 0-1 0 0,0 0 1 0 0,1-1 0 0 0,1 1-1 0 0,1-1 1 0 0,0 0 0 0 0,1-1-1 0 0,0 0 1 0 0,1-1 0 0 0,1 0-1 0 0,0 0 1 0 0,1-1 0 0 0,1 0-1 0 0,0-1 1 0 0,0-1-1 0 0,1 0 1 0 0,1-1 0 0 0,0-1-1 0 0,0 0 1 0 0,1-1 0 0 0,0 0-1 0 0,0-1 1 0 0,13 3-51 0 0,15 2 82 0 0,1-1 1 0 0,0-3-1 0 0,0-2 1 0 0,1-1-1 0 0,0-3 1 0 0,-1-1-1 0 0,13-3-82 0 0,-48 3-17 0 0,-1-1-1 0 0,1 0 0 0 0,-1 0 0 0 0,0-1 0 0 0,1 0 1 0 0,-1-1-1 0 0,0 0 0 0 0,0-1 0 0 0,0 1 0 0 0,0-2 1 0 0,0 1-1 0 0,-1-1 0 0 0,0 0 0 0 0,1-1 0 0 0,-1 0 1 0 0,-1-1-1 0 0,1 1 0 0 0,-1-1 0 0 0,0-1 0 0 0,-1 1 1 0 0,1-1-1 0 0,-1 0 0 0 0,0-1 0 0 0,-1 0 1 0 0,0 1-1 0 0,0-2 0 0 0,-1 1 0 0 0,0 0 0 0 0,2-8 18 0 0,-3 4-53 0 0,0 1-1 0 0,-1-1 1 0 0,-1 0-1 0 0,0 0 1 0 0,0 0-1 0 0,-1 0 1 0 0,-1 1-1 0 0,0-1 0 0 0,0 0 1 0 0,-1 0-1 0 0,-1 0 1 0 0,0 1-1 0 0,-1 0 1 0 0,0-1-1 0 0,0 1 1 0 0,-2 1-1 0 0,1-1 1 0 0,-2-1 53 0 0,-7-8-51 0 0,0 1 0 0 0,-1 0 1 0 0,-1 1-1 0 0,0 1 0 0 0,-1 1 1 0 0,-1 0-1 0 0,-1 1 1 0 0,-15-8 50 0 0,-41-23 38 0 0,-2 3 1 0 0,-1 4-1 0 0,-3 4 1 0 0,-1 3-1 0 0,-1 3 1 0 0,-2 4 0 0 0,-38-4-39 0 0,58 16 152 0 0,-1 2 0 0 0,0 3 1 0 0,-24 3-153 0 0,73 3 27 0 0,-1 2 0 0 0,0 0-1 0 0,1 1 1 0 0,-1 0 0 0 0,1 2 0 0 0,0 0 0 0 0,0 1 0 0 0,0 1-1 0 0,0 0 1 0 0,0 1 0 0 0,1 1 0 0 0,0 1 0 0 0,1 0 0 0 0,0 1-1 0 0,0 1 1 0 0,1 0 0 0 0,0 1 0 0 0,1 0 0 0 0,0 1 0 0 0,-10 12-27 0 0,10-8 44 0 0,1 0 1 0 0,1 1 0 0 0,0 1 0 0 0,1 0 0 0 0,1 0-1 0 0,1 0 1 0 0,0 1 0 0 0,1 1 0 0 0,1-1 0 0 0,2 1-1 0 0,-1 0 1 0 0,2 0 0 0 0,1 1 0 0 0,0-1-1 0 0,2 1 1 0 0,0-1 0 0 0,3 18-45 0 0,-1-23 20 0 0,1-1 0 0 0,0 1 0 0 0,1-1 0 0 0,1 0 1 0 0,0 0-1 0 0,1 0 0 0 0,1-1 0 0 0,0 0 0 0 0,0 0 0 0 0,1 0 0 0 0,1-1 0 0 0,0-1 0 0 0,1 1 0 0 0,0-1 0 0 0,1-1 1 0 0,0 0-1 0 0,1-1 0 0 0,8 6-20 0 0,9 5-11 0 0,1-2 0 0 0,1-1 0 0 0,1-1 1 0 0,1-2-1 0 0,0-1 0 0 0,0-2 0 0 0,14 2 11 0 0,27 3-103 0 0,1-3 1 0 0,0-3-1 0 0,1-4 0 0 0,0-3 0 0 0,0-4 0 0 0,42-6 103 0 0,-79 5 11 0 0,0-1 0 0 0,-1-2 0 0 0,1-2-1 0 0,-1-1 1 0 0,-1-2 0 0 0,0-2-1 0 0,0-1 1 0 0,-2-2 0 0 0,1-1 0 0 0,-2-2-1 0 0,26-18-10 0 0,-53 30 17 0 0,1 0-1 0 0,-1-1 1 0 0,-1 1-1 0 0,1-1 1 0 0,-1-1-1 0 0,-1 1 1 0 0,1-1-1 0 0,-1 0 1 0 0,-1 0-1 0 0,1-1 0 0 0,-1 1 1 0 0,-1-1-1 0 0,0 0 1 0 0,0 0-1 0 0,-1 0 1 0 0,0 0-1 0 0,0-1 1 0 0,-1 1-1 0 0,0 0 1 0 0,-1-1-1 0 0,0 1 1 0 0,0-1-1 0 0,-1 1 0 0 0,0-1 1 0 0,-1 1-1 0 0,0 0 1 0 0,-1 0-1 0 0,0 0 1 0 0,-2-4-17 0 0,-7-7 64 0 0,-2 0 1 0 0,0 1 0 0 0,-1 1-1 0 0,0 1 1 0 0,-2 0-1 0 0,0 1 1 0 0,-1 0 0 0 0,-1 2-1 0 0,0 0 1 0 0,-2 0-65 0 0,-99-61 64 0 0,-2 5-1 0 0,-4 5 1 0 0,-2 6 0 0 0,-132-41-64 0 0,146 53-62 0 0,-1 5 1 0 0,-3 5-1 0 0,0 5 0 0 0,-2 6 0 0 0,-2 4 0 0 0,1 6 0 0 0,-19 5 62 0 0,114 10 10 0 0,1 2-1 0 0,0 1 0 0 0,0 1 0 0 0,0 1 0 0 0,0 1 0 0 0,1 1 0 0 0,0 1 0 0 0,0 1 0 0 0,1 2 0 0 0,0 0 0 0 0,0 1 0 0 0,1 1 0 0 0,0 2 0 0 0,2 0 1 0 0,-1 1-1 0 0,2 1 0 0 0,0 0 0 0 0,-12 16-9 0 0,14-13 10 0 0,2 0 1 0 0,0 2-1 0 0,1 0 0 0 0,1 0 1 0 0,1 1-1 0 0,1 1 1 0 0,1 0-1 0 0,1 0 1 0 0,1 1-1 0 0,2 0 0 0 0,0 0 1 0 0,1 1-1 0 0,1 0 1 0 0,2 0-1 0 0,0 0 1 0 0,2 0-1 0 0,1 0 0 0 0,0 0 1 0 0,4 9-11 0 0,-2-17-35 0 0,2-1 0 0 0,0 0 1 0 0,1 0-1 0 0,0 0 0 0 0,1-1 1 0 0,1 0-1 0 0,1 0 0 0 0,0-1 1 0 0,0 0-1 0 0,2-1 0 0 0,0 0 1 0 0,0-1-1 0 0,1 0 0 0 0,1 0 0 0 0,0-1 1 0 0,0-1-1 0 0,7 4 35 0 0,14 7-106 0 0,1-1 0 0 0,1-2-1 0 0,0-1 1 0 0,1-2 0 0 0,1-1-1 0 0,32 6 107 0 0,49 5-133 0 0,1-4 0 0 0,1-7 0 0 0,1-4 0 0 0,0-6-1 0 0,94-10 134 0 0,18-22 124 0 0,-219 24-127 0 0,-1 0 0 0 0,1-1-1 0 0,-1 0 1 0 0,0-1 0 0 0,0-1 0 0 0,0 0 0 0 0,-1-1-1 0 0,0-1 1 0 0,-1 0 0 0 0,0 0 0 0 0,0-1-1 0 0,-1-1 1 0 0,0 0 0 0 0,0-2 3 0 0,-6 6-74 0 0,-1 1 0 0 0,-1-1 0 0 0,1 0 0 0 0,-1 0 0 0 0,0-1 1 0 0,-1 1-1 0 0,0-1 0 0 0,0 1 0 0 0,0-1 0 0 0,-1 0 0 0 0,0 0 0 0 0,-1 1 0 0 0,0-1 0 0 0,0 0 0 0 0,-1 0 0 0 0,0 0 1 0 0,0 0-1 0 0,0 1 0 0 0,-1-1 0 0 0,-1 1 0 0 0,1-1 0 0 0,-1 1 0 0 0,0 0 0 0 0,-1 0 0 0 0,0 0 0 0 0,0 0 1 0 0,0 1-1 0 0,-1 0 0 0 0,0-1 0 0 0,0 2 0 0 0,0-1 0 0 0,-1 1 0 0 0,-6-5 74 0 0,-34-26 46 0 0,-1 2-1 0 0,-2 2 1 0 0,-1 2-1 0 0,-1 2 1 0 0,-2 3-1 0 0,-1 2 1 0 0,-6 0-46 0 0,-33-15 291 0 0,-3 3 0 0 0,0 5 0 0 0,-2 4 0 0 0,-1 4 0 0 0,-1 4 0 0 0,-77-2-291 0 0,155 18 7 0 0,1 1 1 0 0,0 2-1 0 0,0 0 0 0 0,-1 1 0 0 0,1 1 1 0 0,0 1-1 0 0,0 0 0 0 0,1 2 1 0 0,0 1-1 0 0,0 0 0 0 0,0 1 1 0 0,1 2-1 0 0,0 0 0 0 0,1 0 0 0 0,0 2 1 0 0,0 0-1 0 0,1 2 0 0 0,-12 12-7 0 0,15-12 6 0 0,1 0-1 0 0,1 2 1 0 0,0-1-1 0 0,1 1 0 0 0,1 1 1 0 0,0 0-1 0 0,2 1 1 0 0,0 0-1 0 0,0 0 1 0 0,2 0-1 0 0,0 1 0 0 0,1 0 1 0 0,1 0-1 0 0,1 1 1 0 0,1 4-6 0 0,-1-9 14 0 0,2-1 0 0 0,0 0 0 0 0,1 1 0 0 0,0-1 0 0 0,1 0 1 0 0,0 1-1 0 0,2-1 0 0 0,-1 0 0 0 0,2 0 0 0 0,0 0 0 0 0,0 0 1 0 0,2-1-1 0 0,-1 0 0 0 0,2 0 0 0 0,0 0 0 0 0,8 11-14 0 0,6-5 25 0 0,0-2 0 0 0,1 0 0 0 0,1-1 0 0 0,0-1 0 0 0,2-1 0 0 0,-1-2 0 0 0,2 0 0 0 0,-1-2 0 0 0,1 0 0 0 0,1-2 0 0 0,0-1 0 0 0,0-1 0 0 0,0-2 0 0 0,9 1-25 0 0,62 10-54 0 0,0-4-1 0 0,0-5 1 0 0,1-4 0 0 0,78-8 54 0 0,-120 2 24 0 0,0-3 0 0 0,-1-1-1 0 0,0-4 1 0 0,0-1 0 0 0,-2-3 0 0 0,0-3-1 0 0,0-2 1 0 0,37-21-24 0 0,-80 38-35 0 0,-1-1 0 0 0,1-1-1 0 0,-1 0 1 0 0,0 0 0 0 0,-1-1 0 0 0,1 0-1 0 0,-1-1 1 0 0,-1 0 0 0 0,1 0 0 0 0,-1-1-1 0 0,-1 0 1 0 0,0 0 0 0 0,0-1 0 0 0,-1 0-1 0 0,0 0 1 0 0,0 0 0 0 0,-1-1 0 0 0,-1 0-1 0 0,0 0 1 0 0,0 0 0 0 0,-1-1 0 0 0,-1 1 0 0 0,0-1-1 0 0,0 0 1 0 0,-1 1 0 0 0,-1-1 0 0 0,-1-11 35 0 0,-2 13-38 0 0,-1 0 1 0 0,-1 0-1 0 0,0 1 1 0 0,-1 0 0 0 0,1 0-1 0 0,-2 0 1 0 0,1 0 0 0 0,-1 1-1 0 0,-1 1 1 0 0,1-1-1 0 0,-1 1 1 0 0,-1 0 0 0 0,1 1-1 0 0,-1 0 1 0 0,0 0 0 0 0,0 1-1 0 0,-9-4 38 0 0,16 8-1 0 0,-65-35 191 0 0,-2 3 1 0 0,-1 3-1 0 0,-2 3 0 0 0,0 3 1 0 0,-2 3-1 0 0,-46-6-190 0 0,49 12 71 0 0,0 3 1 0 0,-1 3-1 0 0,0 3 1 0 0,0 4-1 0 0,0 2 1 0 0,-68 10-72 0 0,118-8-17 0 0,1 2 0 0 0,0 1 0 0 0,-1 0 0 0 0,2 1 1 0 0,-1 2-1 0 0,1 0 0 0 0,0 1 0 0 0,1 1 0 0 0,0 0 0 0 0,0 2 1 0 0,1 0-1 0 0,1 1 0 0 0,0 1 0 0 0,1 1 0 0 0,0 0 0 0 0,1 1 0 0 0,1 0 1 0 0,1 1-1 0 0,0 1 0 0 0,1 0 0 0 0,1 1 0 0 0,1 0 0 0 0,0 1 1 0 0,2 0-1 0 0,0 1 0 0 0,1-1 0 0 0,1 1 0 0 0,1 3 17 0 0,1-10-8 0 0,1-1 0 0 0,1 1-1 0 0,0 0 1 0 0,1 0 0 0 0,1 0-1 0 0,0 1 1 0 0,0-1 0 0 0,2 0-1 0 0,0 0 1 0 0,0 0-1 0 0,1-1 1 0 0,1 1 0 0 0,0-1-1 0 0,1 1 1 0 0,1-1 0 0 0,0-1-1 0 0,0 1 1 0 0,1-1 0 0 0,1 0-1 0 0,0-1 1 0 0,4 4 8 0 0,12 3-27 0 0,2-1-1 0 0,0-2 1 0 0,1 0 0 0 0,0-2-1 0 0,1 0 1 0 0,1-3 0 0 0,-1 0-1 0 0,2-1 1 0 0,-1-2 0 0 0,1-2-1 0 0,0 0 1 0 0,1-2 0 0 0,-1-1-1 0 0,31-2 28 0 0,22 5-59 0 0,0-3-1 0 0,0-4 1 0 0,0-3-1 0 0,0-4 1 0 0,-1-4-1 0 0,0-3 1 0 0,-1-4-1 0 0,-1-4 0 0 0,-1-2 1 0 0,-2-5-1 0 0,-1-2 1 0 0,-1-4-1 0 0,-2-3 1 0 0,61-45 59 0 0,-109 68 68 0 0,0-2 0 0 0,0 0-1 0 0,-2-2 1 0 0,-1 0 0 0 0,0-2 0 0 0,-2 0 0 0 0,0-1 0 0 0,-2-2-1 0 0,-1 1 1 0 0,-1-2 0 0 0,-1 0 0 0 0,-1-1 0 0 0,-2-1 0 0 0,-1 0 0 0 0,-1 0-1 0 0,-1-1 1 0 0,3-22-68 0 0,-10 36 76 0 0,0-1-1 0 0,-1 1 0 0 0,0-1 1 0 0,-2 0-1 0 0,0 0 0 0 0,-1 1 1 0 0,0-1-1 0 0,-1 1 0 0 0,-1 0 1 0 0,-1 0-1 0 0,0 0 0 0 0,-1 0 1 0 0,-8-13-76 0 0,-12-6 20 0 0,-2 0 0 0 0,-2 3 0 0 0,0 0 0 0 0,-3 2 0 0 0,0 1 0 0 0,-2 1 0 0 0,-1 3 0 0 0,-1 0 0 0 0,-1 3 0 0 0,-1 1 0 0 0,-22-8-20 0 0,26 10 119 0 0,0 2-1 0 0,-1 0 0 0 0,-1 3 1 0 0,0 1-1 0 0,-1 2 0 0 0,0 1 1 0 0,-1 2-1 0 0,0 2 0 0 0,-14 0-118 0 0,30 6-51 0 0,1 0-1 0 0,-1 1 1 0 0,1 1-1 0 0,0 2 1 0 0,-1 0-1 0 0,1 1 1 0 0,1 1-1 0 0,-1 1 1 0 0,1 1-1 0 0,0 1 1 0 0,1 0-1 0 0,0 2 1 0 0,1 1-1 0 0,-7 4 52 0 0,9-3-96 0 0,1 0-1 0 0,0 1 0 0 0,1 0 0 0 0,0 1 0 0 0,1 1 0 0 0,1 0 0 0 0,0 1 0 0 0,1 1 1 0 0,1 0-1 0 0,1 0 0 0 0,1 1 0 0 0,0 0 0 0 0,2 1 0 0 0,0 0 0 0 0,1 0 0 0 0,1 0 1 0 0,-1 11 96 0 0,3-18-39 0 0,2 0 1 0 0,0 0-1 0 0,0 0 1 0 0,1 0-1 0 0,1 0 1 0 0,0 0 0 0 0,1 0-1 0 0,1 0 1 0 0,0 0-1 0 0,0-1 1 0 0,1 1-1 0 0,1-1 1 0 0,0 0-1 0 0,0 0 1 0 0,2-1 0 0 0,-1 1-1 0 0,1-2 1 0 0,1 1-1 0 0,0-1 1 0 0,2 2 38 0 0,9 5-41 0 0,1-1 1 0 0,1-1-1 0 0,0 0 1 0 0,1-2-1 0 0,0-1 1 0 0,1 0-1 0 0,1-2 1 0 0,0 0-1 0 0,0-2 1 0 0,1-1-1 0 0,-1-1 1 0 0,2-1-1 0 0,-1-1 1 0 0,0-1-1 0 0,1-1 0 0 0,-1-2 1 0 0,1 0-1 0 0,0-2 1 0 0,-1 0-1 0 0,0-2 1 0 0,1-1-1 0 0,-2-1 1 0 0,1-1-1 0 0,-1-2 1 0 0,0 0-1 0 0,0-1 1 0 0,-1-1-1 0 0,-1-2 1 0 0,0 0-1 0 0,-1-1 1 0 0,0-1-1 0 0,2-4 41 0 0,-2-2 154 0 0,0-1-1 0 0,-2-1 1 0 0,-1-1 0 0 0,0-1-1 0 0,-2 0 1 0 0,-1-1 0 0 0,-1-1-1 0 0,-2 0 1 0 0,0-1 0 0 0,-2 0-1 0 0,-1-1 1 0 0,-1 0 0 0 0,-1-1-1 0 0,-2 1 1 0 0,-1-1-1 0 0,-2 0 1 0 0,0 0 0 0 0,-2 0-1 0 0,-2 0 1 0 0,-2-10-154 0 0,1 17 134 0 0,-1 0-1 0 0,-1 1 0 0 0,-2 0 1 0 0,0 0-1 0 0,-1 1 1 0 0,-1 0-1 0 0,-1 0 1 0 0,-1 1-1 0 0,0 0 1 0 0,-2 1-1 0 0,0 0 1 0 0,-2 1-1 0 0,0 1 1 0 0,0 0-1 0 0,-2 1 1 0 0,0 0-1 0 0,-1 1-133 0 0,-15-11-28 0 0,-2 1-1 0 0,0 2 1 0 0,-1 1 0 0 0,-2 2 0 0 0,0 2-1 0 0,-1 1 1 0 0,0 2 0 0 0,-34-8 28 0 0,53 16-59 0 0,0 1 0 0 0,-1 1 0 0 0,0 1 0 0 0,0 1 0 0 0,-1 1 0 0 0,1 1 0 0 0,0 0 0 0 0,-1 2 0 0 0,1 0 0 0 0,0 2 0 0 0,0 0 0 0 0,0 1 0 0 0,0 1 0 0 0,0 1 0 0 0,1 1 0 0 0,0 1 0 0 0,1 1 0 0 0,-1 0 0 0 0,2 2 0 0 0,-1 0 0 0 0,2 1 0 0 0,-15 13 59 0 0,19-13-44 0 0,0 0 0 0 0,2 2 0 0 0,-1-1-1 0 0,2 1 1 0 0,0 1 0 0 0,0 0 0 0 0,2 0-1 0 0,0 1 1 0 0,0 0 0 0 0,2 1 0 0 0,0-1-1 0 0,1 1 1 0 0,0 0 0 0 0,1 1-1 0 0,1-1 1 0 0,1 1 0 0 0,1-1 0 0 0,0 1-1 0 0,2-1 1 0 0,-1 1 0 0 0,2 0 0 0 0,1-1-1 0 0,0 1 1 0 0,1-1 0 0 0,1 0 0 0 0,0 0-1 0 0,1-1 1 0 0,3 5 44 0 0,4-2-54 0 0,0-1 0 0 0,1-1-1 0 0,0 0 1 0 0,2-1 0 0 0,0 0 0 0 0,1-1-1 0 0,0-1 1 0 0,1-1 0 0 0,1 0 0 0 0,0-2-1 0 0,0 0 1 0 0,2-1 0 0 0,-1-1 0 0 0,1 0-1 0 0,3-1 55 0 0,12 3 15 0 0,2-2 0 0 0,-1-1 0 0 0,1-2 0 0 0,0-1 0 0 0,1-2 0 0 0,-1-2-1 0 0,1-2 1 0 0,16-2-15 0 0,-20-1 84 0 0,1-1 0 0 0,-1-2 0 0 0,-1-1 0 0 0,0-2 0 0 0,0-2 0 0 0,-1 0 0 0 0,21-12-84 0 0,-37 15 59 0 0,1-1 0 0 0,-1 0-1 0 0,-1-1 1 0 0,0-1 0 0 0,0 0 0 0 0,-2-1-1 0 0,1-1 1 0 0,-2 0 0 0 0,0-1-1 0 0,0-1 1 0 0,-1 0 0 0 0,-1 0 0 0 0,-1-1-1 0 0,2-5-58 0 0,-7 10 30 0 0,0 0 1 0 0,0-1-1 0 0,-1 1 0 0 0,-1-1 0 0 0,0 0 0 0 0,-1 0 0 0 0,0 0 0 0 0,-1 0 0 0 0,0 0 0 0 0,-1 0 0 0 0,-1-1 0 0 0,0 1 0 0 0,-1 0 0 0 0,0 0 0 0 0,-1 0 0 0 0,0 1 1 0 0,-1-1-1 0 0,-1 1 0 0 0,0-1 0 0 0,0 1 0 0 0,-5-6-30 0 0,-19-16 70 0 0,-2 1 1 0 0,0 1 0 0 0,-3 2-1 0 0,0 1 1 0 0,-2 2 0 0 0,-1 1-1 0 0,-1 2 1 0 0,-1 2 0 0 0,-1 2 0 0 0,-1 1-1 0 0,-38-12-70 0 0,42 15-15 0 0,0 1-1 0 0,0 2 0 0 0,-2 1 1 0 0,1 3-1 0 0,-1 0 0 0 0,-1 3 1 0 0,1 1-1 0 0,-1 2 1 0 0,0 2-1 0 0,0 2 0 0 0,1 1 1 0 0,-1 2-1 0 0,1 2 0 0 0,-27 8 16 0 0,20 4-62 0 0,1 2-1 0 0,1 2 1 0 0,1 2-1 0 0,1 1 1 0 0,2 3-1 0 0,0 1 1 0 0,2 2-1 0 0,1 2 1 0 0,2 1-1 0 0,1 2 1 0 0,2 1-1 0 0,2 1 1 0 0,-4 9 62 0 0,20-28-47 0 0,2 0-1 0 0,0 1 1 0 0,1 0 0 0 0,1 1 0 0 0,1 0 0 0 0,1 0 0 0 0,1 1 0 0 0,1 0 0 0 0,0 1-1 0 0,2-1 1 0 0,1 1 0 0 0,1 0 0 0 0,0 12 47 0 0,2-26-44 0 0,0-1 0 0 0,1 0 0 0 0,0 0 0 0 0,0 0-1 0 0,0 0 1 0 0,1 0 0 0 0,1 0 0 0 0,-1 0 0 0 0,1-1 0 0 0,0 1 0 0 0,1-1 0 0 0,0 0-1 0 0,0 0 1 0 0,1 0 0 0 0,0 0 0 0 0,0-1 0 0 0,0 0 0 0 0,1 0 0 0 0,0 0 0 0 0,0-1 0 0 0,0 0-1 0 0,1 0 1 0 0,6 3 44 0 0,16 9-156 0 0,0-1 0 0 0,1-2 0 0 0,0-1 0 0 0,1-1 0 0 0,1-2 0 0 0,0-1 0 0 0,0-1 0 0 0,1-2 0 0 0,0-2 0 0 0,0-1 0 0 0,0-1 0 0 0,0-1 0 0 0,17-4 156 0 0,-32 2 0 0 0,-1-1 0 0 0,1 0 0 0 0,-1-1 0 0 0,0-2 0 0 0,0 1 0 0 0,-1-2 0 0 0,1 0 0 0 0,-1-1 1 0 0,-1-1-1 0 0,1 0 0 0 0,-1-1 0 0 0,-1-1 0 0 0,1 0 0 0 0,-2-1 0 0 0,0-1 0 0 0,0 0 0 0 0,-1 0 0 0 0,0-1 0 0 0,-1-1 0 0 0,-1 0 0 0 0,0 0 0 0 0,-1-1 0 0 0,0-1 0 0 0,-1 1 0 0 0,-1-1 0 0 0,3-13 0 0 0,-2 9 57 0 0,-2-1 0 0 0,-1 1 0 0 0,0-1 0 0 0,-2-1 0 0 0,0 1 0 0 0,-1 0 0 0 0,-1-1 0 0 0,-2 1 0 0 0,0-1 0 0 0,-1 1 0 0 0,-1 0 0 0 0,-1 0 0 0 0,0 0-1 0 0,-2 0 1 0 0,-1 1 0 0 0,0 0 0 0 0,-2 0 0 0 0,0 0 0 0 0,-1 1 0 0 0,-1 1 0 0 0,0 0 0 0 0,-2 0 0 0 0,-1 0-57 0 0,-23-19 11 0 0,-2 0 0 0 0,-2 3 0 0 0,-1 1 0 0 0,-2 3 1 0 0,0 1-1 0 0,-2 2 0 0 0,-1 2 0 0 0,-2 2 0 0 0,0 3 0 0 0,-49-14-11 0 0,68 23-12 0 0,-1 1 0 0 0,0 1 1 0 0,-1 2-1 0 0,0 2 0 0 0,0 0 0 0 0,0 3 0 0 0,-1 0 0 0 0,1 2 0 0 0,0 1 0 0 0,-1 2 0 0 0,1 1 1 0 0,0 2-1 0 0,1 1 0 0 0,-1 1 0 0 0,1 2 0 0 0,1 1 0 0 0,0 1 12 0 0,-6 9-23 0 0,2 0 1 0 0,0 3-1 0 0,1 0 0 0 0,2 2 0 0 0,0 2 1 0 0,2 0-1 0 0,2 2 0 0 0,0 1 0 0 0,2 2 0 0 0,1 0 1 0 0,2 1-1 0 0,-2 7 23 0 0,12-19-51 0 0,1 1-1 0 0,1 1 1 0 0,1-1 0 0 0,2 1-1 0 0,0 1 1 0 0,1 0 0 0 0,1 0 0 0 0,2 0-1 0 0,0 0 1 0 0,2 0 0 0 0,1 19 51 0 0,25 61-1161 0 0,18-38-2798 0 0,6-18-1257 0 0</inkml:trace>
  <inkml:trace contextRef="#ctx0" brushRef="#br0" timeOffset="-158617.706">3664 956 900 0 0,'0'0'168'0'0,"0"0"92"0"0,0 0-256 0 0,-14 114 56 0 0,14-79-60 0 0,0 0-8 0 0,0-6-216 0 0,0 0 4 0 0,5-2-368 0 0,4-2 264 0 0,-9-2 324 0 0,4-2 0 0 0</inkml:trace>
  <inkml:trace contextRef="#ctx0" brushRef="#br0" timeOffset="-158078.569">4036 1721 964 0 0,'0'0'527'0'0,"0"23"-259"0"0,0 145 73 0 0,35 226 6289 0 0,-10-157-5678 0 0,-13-52 201 0 0,-20-101 444 0 0,5-75-1680 0 0,1 1 0 0 0,1 0 0 0 0,0 0 0 0 0,0 0-1 0 0,1 1 1 0 0,0-1 0 0 0,1 0 0 0 0,0 0 0 0 0,0 0 0 0 0,1 0 0 0 0,0-1 0 0 0,1 1 0 0 0,0 0 0 0 0,1-1 0 0 0,0 0 0 0 0,0 0 0 0 0,6 8 83 0 0,87 162-1432 0 0,-94-121 924 0 0,-4-35-2565 0 0,1-7 302 0 0</inkml:trace>
  <inkml:trace contextRef="#ctx0" brushRef="#br0" timeOffset="-157726.496">4380 2082 1004 0 0,'0'0'703'0'0,"-15"17"62"0"0,-100 119 2927 0 0,93-107-3226 0 0,1 0-1 0 0,2 1 1 0 0,2 1 0 0 0,0 1-1 0 0,2 1 1 0 0,-1 6-466 0 0,3-2 512 0 0,2 0-1 0 0,2 1 0 0 0,1 1 1 0 0,-2 27-512 0 0,4 236-686 0 0,7-188-1961 0 0,8-106-1032 0 0,-9-35 1813 0 0,0-9 1135 0 0,0 18-104 0 0</inkml:trace>
  <inkml:trace contextRef="#ctx0" brushRef="#br0" timeOffset="-157332.833">3959 2746 1240 0 0,'0'0'784'0'0,"0"0"-128"0"0,0 0 752 0 0,0 0-194 0 0,0 0-678 0 0,0 0-419 0 0,0 0-105 0 0,-19 19 158 0 0,-55 64 204 0 0,71-79-325 0 0,0-1-1 0 0,1 0 1 0 0,-1 1-1 0 0,1 0 1 0 0,-1-1-1 0 0,1 1 1 0 0,0 0-1 0 0,1 0 1 0 0,-1 0-1 0 0,1 1 1 0 0,-1-1-1 0 0,1 0 1 0 0,1 1 0 0 0,-1-1-1 0 0,0 0 1 0 0,1 1-1 0 0,0 1-48 0 0,0 6 169 0 0,-2 7 28 0 0,1 1-1 0 0,1 0 1 0 0,0 0-1 0 0,2 0 0 0 0,1 0 1 0 0,0-1-1 0 0,1 1 0 0 0,1-1 1 0 0,2 3-197 0 0,3 5-52 0 0,-8-20-18 0 0,0 0 1 0 0,0 0-1 0 0,0 0 0 0 0,1 0 1 0 0,0 0-1 0 0,1-1 0 0 0,0 0 1 0 0,0 1-1 0 0,0-1 0 0 0,0-1 1 0 0,1 1-1 0 0,0-1 0 0 0,0 0 1 0 0,1 0-1 0 0,-1 0 0 0 0,1-1 1 0 0,0 1 69 0 0,8-41 195 0 0,-8-224-339 0 0,25 55-104 0 0,-22 149 698 0 0,3 2 1 0 0,3-1-1 0 0,1 2 0 0 0,3 0 1 0 0,3-1-451 0 0,-13 39 8 0 0,-9 26-12 0 0,-8 26-106 0 0,-45 168-450 0 0,36-130 1039 0 0,4 1 1 0 0,3 0 0 0 0,3 0-1 0 0,3 54-479 0 0,4-123-60 0 0,-1 1 0 0 0,1 0 1 0 0,1 0-1 0 0,-1-1 0 0 0,1 1 0 0 0,1 0 0 0 0,-1-1 0 0 0,1 1 0 0 0,1-1 0 0 0,-1 0 0 0 0,1 0 0 0 0,1 0 0 0 0,-1 0 0 0 0,1 0 0 0 0,0-1 0 0 0,1 1 0 0 0,0-1 0 0 0,0 0 0 0 0,0 0 0 0 0,0-1 0 0 0,1 0 1 0 0,0 0-1 0 0,1 0 60 0 0,0 1-573 0 0,1-1 1 0 0,1 0 0 0 0,-1-1 0 0 0,0 0-1 0 0,1 0 1 0 0,0-1 0 0 0,0 0 0 0 0,0-1-1 0 0,0 0 1 0 0,8 1 572 0 0,12-2-2207 0 0</inkml:trace>
  <inkml:trace contextRef="#ctx0" brushRef="#br0" timeOffset="-156983.425">4271 3379 1540 0 0,'0'0'714'0'0,"0"0"-322"0"0,0 0 736 0 0,0 0 966 0 0,0 0-391 0 0,0 0-473 0 0,43 4-381 0 0,134 13-295 0 0,-34-12 20 0 0,1-3 770 0 0,-1-7-1 0 0,128-20-1343 0 0,-62-6 183 0 0,162-1-183 0 0,-303 30-396 0 0,181-14-1898 0 0,-91-24-2059 0 0,-124 19-615 0 0,-34 19 3495 0 0</inkml:trace>
  <inkml:trace contextRef="#ctx0" brushRef="#br0" timeOffset="-156537.472">5079 3377 1356 0 0,'0'0'599'0'0,"0"0"-162"0"0,0 0 147 0 0,0 0 562 0 0,0 0-397 0 0,0 0-340 0 0,0 0-143 0 0,0 0 37 0 0,0 0 11 0 0,4 16 112 0 0,-3-10-363 0 0,-1-2-18 0 0,1-1 0 0 0,-1 0 1 0 0,0 0-1 0 0,1 0 0 0 0,0 0 0 0 0,0 0 0 0 0,0 0 0 0 0,0 0 0 0 0,0 0 1 0 0,1-1-1 0 0,-1 1 0 0 0,1 0 0 0 0,0-1 0 0 0,0 1 0 0 0,0-1 0 0 0,0 1 1 0 0,0-1-1 0 0,0 0 0 0 0,1 0 0 0 0,-1 0 0 0 0,1 0 0 0 0,-1-1 0 0 0,1 1 1 0 0,0-1-1 0 0,0 1 0 0 0,0-1 0 0 0,-1 0 0 0 0,1 0 0 0 0,0 0 1 0 0,1 0-1 0 0,-1-1 0 0 0,0 1 0 0 0,0-1 0 0 0,0 0 0 0 0,0 0 0 0 0,3 0-45 0 0,389-40 2952 0 0,-252 20-2323 0 0,151-20-964 0 0,48-24 335 0 0,-265 39-1393 0 0,-76 24 1356 0 0,-1 1 0 0 0,0-1 0 0 0,0 0 0 0 0,0 1 0 0 0,0-1 0 0 0,0 1 0 0 0,0-1 0 0 0,0 0 0 0 0,0 1 0 0 0,0-1 0 0 0,0 0 0 0 0,-1 1 0 0 0,1-1 0 0 0,0 1 0 0 0,0-1 0 0 0,0 1 0 0 0,-1-1 0 0 0,1 1 0 0 0,0-1 0 0 0,-1 0 0 0 0,1 1 0 0 0,0 0 0 0 0,-1-1 0 0 0,1 1 0 0 0,-1-1 0 0 0,1 1 0 0 0,-1-1 0 0 0,1 1 0 0 0,-1 0 1 0 0,1-1-1 0 0,-1 1 0 0 0,1 0 0 0 0,-1 0 0 0 0,0-1 0 0 0,1 1 0 0 0,-1 0 0 0 0,1 0 0 0 0,-1 0 0 0 0,0 0 0 0 0,1 0 0 0 0,-1 0 0 0 0,1 0 0 0 0,-1 0 0 0 0,0 0 0 0 0,1 0 0 0 0,-1 0 0 0 0,1 0 0 0 0,-1 0 0 0 0,0 0 0 0 0,1 1 0 0 0,-1-1 0 0 0,1 0 0 0 0,-1 0 0 0 0,1 1 0 0 0,-1-1 0 0 0,1 0 0 0 0,-1 1 0 0 0,1-1 0 0 0,-1 1 0 0 0,1-1 0 0 0,-1 0 0 0 0,1 1 0 0 0,-1-1 0 0 0,1 1 37 0 0,-1-1-23 0 0,-141 7-3401 0 0,-72 19 5989 0 0,116-12-2275 0 0,80-12-246 0 0,-17 2 154 0 0,0 0 0 0 0,0 3 0 0 0,1 1 0 0 0,0 1 0 0 0,1 2 0 0 0,-14 6-198 0 0,42-14 55 0 0,1-1 0 0 0,-1 1 0 0 0,1 0 0 0 0,0 0 0 0 0,0 0-1 0 0,0 1 1 0 0,0-1 0 0 0,0 1 0 0 0,1 0 0 0 0,0 0 0 0 0,0 1-1 0 0,0-1 1 0 0,0 1 0 0 0,0-1 0 0 0,1 1 0 0 0,0 0-1 0 0,0 0 1 0 0,1 0 0 0 0,-1 0 0 0 0,1 0 0 0 0,0 0 0 0 0,0 0-1 0 0,1 0 1 0 0,-1 1 0 0 0,1-1 0 0 0,0 0 0 0 0,1 0 0 0 0,-1 0-1 0 0,1 1 1 0 0,1 3-55 0 0,2-3 49 0 0,0-1 0 0 0,0 1-1 0 0,1-1 1 0 0,0 1 0 0 0,0-1-1 0 0,0-1 1 0 0,0 1 0 0 0,1-1-1 0 0,0 0 1 0 0,0 0 0 0 0,0-1-1 0 0,0 1 1 0 0,0-1 0 0 0,1-1-1 0 0,-1 1 1 0 0,1-1 0 0 0,0 0-1 0 0,0-1 1 0 0,0 0 0 0 0,0 0-1 0 0,7 0-48 0 0,28 6 171 0 0,1-1-1 0 0,0-3 0 0 0,0-2 0 0 0,1-1 1 0 0,-1-2-1 0 0,0-2 0 0 0,0-2 0 0 0,-1-2 1 0 0,0-2-1 0 0,0-1 0 0 0,11-7-170 0 0,103-65-1402 0 0,-142 72 733 0 0,0-1 0 0 0,-1-1 1 0 0,0 0-1 0 0,0-1 0 0 0,-2 0 1 0 0,0-1-1 0 0,0 0 0 0 0,3-8 669 0 0,-3 0-1615 0 0,-9-4-301 0 0</inkml:trace>
  <inkml:trace contextRef="#ctx0" brushRef="#br0" timeOffset="-156300.164">6539 3457 1616 0 0,'0'0'864'0'0,"0"0"-672"0"0,0 0-32 0 0,0 0 2108 0 0,0 0-719 0 0,0 0-809 0 0,236-26-440 0 0,-191 11-160 0 0,1-2 84 0 0,-5-3-224 0 0,-10 1-756 0 0,-13 2-1117 0 0,5-8-643 0 0</inkml:trace>
  <inkml:trace contextRef="#ctx0" brushRef="#br0" timeOffset="-146304.353">1818 3991 1120 0 0,'0'0'2937'0'0,"0"0"1279"0"0,0 0-2358 0 0,0 0-862 0 0,0 0-201 0 0,0 0 36 0 0,0 0-89 0 0,0 0-332 0 0,0 0-514 0 0,6 0-168 0 0,38-16-32 0 0,-10-20 28 0 0,-2-1-1 0 0,-2-2 1 0 0,-1-1 0 0 0,9-19 276 0 0,-34 55 133 0 0,0 0-1 0 0,0 0 0 0 0,0 1 0 0 0,0-1 0 0 0,1 1 0 0 0,0 0 1 0 0,0 0-1 0 0,0 0 0 0 0,0 1 0 0 0,0 0 0 0 0,0 0 0 0 0,0 0 1 0 0,1 0-1 0 0,-1 1 0 0 0,1 0 0 0 0,-1 0 0 0 0,1 1 0 0 0,0-1 1 0 0,-1 1-1 0 0,1 0 0 0 0,0 1 0 0 0,-1 0 0 0 0,1-1-132 0 0,16 0 212 0 0,572-15 2135 0 0,-578 14-2682 0 0,0-1 0 0 0,0 0 0 0 0,0 0-1 0 0,0-2 1 0 0,-1 0 0 0 0,0-1 0 0 0,0 0 0 0 0,0-2 0 0 0,0 1 0 0 0,-1-2 0 0 0,6-4 335 0 0,-1-8-2528 0 0,-8-7-1884 0 0</inkml:trace>
  <inkml:trace contextRef="#ctx0" brushRef="#br0" timeOffset="-141627.976">3773 3624 768 0 0,'0'0'983'0'0,"0"0"-358"0"0,0 0-499 0 0,0 0-72 0 0,0 0 24 0 0,0 0 24 0 0,0 0 64 0 0,0 0 174 0 0,0 0 626 0 0,0 0-78 0 0,0 0-237 0 0,-6 1 3680 0 0,-16 1-4273 0 0,-127 6 1281 0 0,-97 7 553 0 0,135-2-1494 0 0,-82 0 620 0 0,8-39-123 0 0,-61 18-8 0 0,-197-10-219 0 0,153 27 1072 0 0,-114 25-1740 0 0,54-15 349 0 0,-347-17 162 0 0,696-2-514 0 0,-35 0-279 0 0,-113 2 205 0 0,148-2 56 0 0,1 0 4 0 0,0 0-39 0 0,0 0-25 0 0,0 0 7 0 0,0 0 3 0 0,0 0 2 0 0,0 0-18 0 0,0 0-46 0 0,0 0-107 0 0,0 0-258 0 0,0 0-602 0 0,-3-9-6557 0 0,6 18-1710 0 0</inkml:trace>
  <inkml:trace contextRef="#ctx0" brushRef="#br0" timeOffset="-140466.638">199 3680 1304 0 0,'0'0'451'0'0,"0"0"-128"0"0,0 0 629 0 0,0 0 2151 0 0,0 0-1091 0 0,0 0-699 0 0,0 0-289 0 0,0 0-122 0 0,0 0-100 0 0,21-17-53 0 0,72-57-286 0 0,96-54-70 0 0,-113 73-1760 0 0,-76 55 1124 0 0,2-1-38 0 0,-6 1-7610 0 0,-15 1 3962 0 0</inkml:trace>
  <inkml:trace contextRef="#ctx0" brushRef="#br0" timeOffset="-140212.875">235 3682 992 0 0,'0'0'1108'0'0,"0"0"2997"0"0,0 0-2377 0 0,0 0-340 0 0,0 0-288 0 0,0 0-480 0 0,0 0-260 0 0,0 0-116 0 0,77 122-192 0 0,-54-83-52 0 0,-1-3-272 0 0,6-3-192 0 0,-6 2-128 0 0,5-2-132 0 0,1-2-232 0 0,-1-4-240 0 0,-4-8-652 0 0,-1 6-965 0 0</inkml:trace>
  <inkml:trace contextRef="#ctx0" brushRef="#br0" timeOffset="-127070.984">3478 1690 5957 0 0,'0'0'1032'0'0,"-9"18"-204"0"0,2-2-533 0 0,0-2-86 0 0,0 0-1 0 0,1 0 1 0 0,1 0 0 0 0,1 1 0 0 0,0 0 0 0 0,0 0-1 0 0,2 0 1 0 0,-1 6-209 0 0,3 16 244 0 0,1 0-1 0 0,1 1 1 0 0,2-1-1 0 0,2 0 1 0 0,2 0-1 0 0,1-1 1 0 0,1 0-1 0 0,2 0 1 0 0,2-2-1 0 0,1 1 1 0 0,2-2-1 0 0,1 0 1 0 0,2-1-1 0 0,6 7-243 0 0,-23-34 74 0 0,-1 1 0 0 0,1-1 0 0 0,1 1-1 0 0,-1-1 1 0 0,1 0 0 0 0,0 0 0 0 0,0 0-1 0 0,0-1 1 0 0,1 0 0 0 0,-1 1 0 0 0,1-1 0 0 0,0-1-1 0 0,1 1 1 0 0,-1-1 0 0 0,1 0 0 0 0,-1 0-1 0 0,1-1 1 0 0,0 1 0 0 0,0-1 0 0 0,0-1 0 0 0,0 1-1 0 0,0-1 1 0 0,0 0 0 0 0,0 0 0 0 0,1-1-1 0 0,-1 0 1 0 0,0 0 0 0 0,0 0 0 0 0,1-1 0 0 0,-1 0-1 0 0,0 0 1 0 0,2-1-74 0 0,2-6 62 0 0,-1-1 0 0 0,0 0 0 0 0,-1 0 0 0 0,0 0 0 0 0,0-1 0 0 0,-1-1 0 0 0,-1 1 0 0 0,1-1 1 0 0,-2 0-1 0 0,1 0 0 0 0,-2-1 0 0 0,1 0 0 0 0,-2 1 0 0 0,0-1 0 0 0,1-8-62 0 0,2-9-19 0 0,-2 1 0 0 0,-1-1 0 0 0,-1 0 0 0 0,-1 0 1 0 0,-2 0-1 0 0,-1 0 0 0 0,-1 0 0 0 0,-1 0 0 0 0,-2 1 0 0 0,-1 0 0 0 0,-4-7 19 0 0,-8-6 53 0 0,-2 1-1 0 0,-2 1 0 0 0,-2 1 0 0 0,-1 1 0 0 0,-1 1 0 0 0,-3 2 0 0 0,0 1 0 0 0,-3 1 0 0 0,0 2 0 0 0,-2 1 1 0 0,-1 2-1 0 0,-1 1 0 0 0,-1 2 0 0 0,-5-1-52 0 0,19 10 12 0 0,-1 0 0 0 0,0 2 0 0 0,-1 0 0 0 0,0 2 1 0 0,-1 1-1 0 0,0 1 0 0 0,0 1 0 0 0,-1 1 0 0 0,0 2 0 0 0,0 1 0 0 0,-1 1 1 0 0,1 1-1 0 0,-1 2 0 0 0,1 1 0 0 0,-9 2-12 0 0,20 3-23 0 0,0 1 1 0 0,1 1-1 0 0,0 1 1 0 0,1 0-1 0 0,-1 1 1 0 0,2 1-1 0 0,0 0 1 0 0,0 1-1 0 0,1 0 1 0 0,1 1-1 0 0,0 1 1 0 0,0 0-1 0 0,1 0 0 0 0,1 1 1 0 0,1 1-1 0 0,0 0 1 0 0,1 0-1 0 0,1 0 1 0 0,0 1-1 0 0,1 0 1 0 0,1 0-1 0 0,1 1 1 0 0,0 0-1 0 0,0 9 23 0 0,-2 9-25 0 0,1-1 0 0 0,2 1-1 0 0,1 0 1 0 0,2 0 0 0 0,2 0-1 0 0,1 0 1 0 0,1 0 0 0 0,2-1 0 0 0,2 1-1 0 0,1-2 1 0 0,2 1 0 0 0,1-1-1 0 0,2-1 1 0 0,1 0 0 0 0,2-1-1 0 0,17 24 26 0 0,-8-20-38 0 0,1-2-1 0 0,2-1 1 0 0,2-2-1 0 0,1 0 0 0 0,1-3 1 0 0,1 0-1 0 0,2-2 1 0 0,0-2-1 0 0,2-1 0 0 0,0-2 1 0 0,2-2-1 0 0,0-1 1 0 0,1-3-1 0 0,0-1 0 0 0,2-1 1 0 0,-1-3-1 0 0,1-2 1 0 0,1-1-1 0 0,-1-2 0 0 0,1-3 1 0 0,14-1 38 0 0,-37 0 31 0 0,-1-2-1 0 0,1 0 1 0 0,0-1 0 0 0,-1-1 0 0 0,0-1 0 0 0,0-1 0 0 0,0-1 0 0 0,0 0 0 0 0,-1-2-1 0 0,0 0 1 0 0,0-1 0 0 0,-1-1 0 0 0,0-1 0 0 0,-1 0 0 0 0,0-1 0 0 0,-1-1 0 0 0,0-1-1 0 0,-1 0 1 0 0,-1-1 0 0 0,0-1-31 0 0,5-8 13 0 0,-2-1 1 0 0,-2 0-1 0 0,0-2 1 0 0,-1 0-1 0 0,-2 0 0 0 0,0-1 1 0 0,-2 0-1 0 0,-2-1 0 0 0,0 0 1 0 0,0-10-14 0 0,5-40 119 0 0,-4-2 0 0 0,-3 1 0 0 0,-3-21-119 0 0,-1 49 127 0 0,-1-1 0 0 0,-3 0 1 0 0,-3 1-1 0 0,-2 0 0 0 0,-1 0 0 0 0,-12-30-127 0 0,11 52-8 0 0,-2 1 1 0 0,-1 1-1 0 0,-2 0 0 0 0,0 1 0 0 0,-2 0 1 0 0,-1 1-1 0 0,-1 1 0 0 0,-1 1 0 0 0,-2-1 8 0 0,12 16-3 0 0,-1-1-1 0 0,1 2 1 0 0,-2-1-1 0 0,1 1 1 0 0,-1 1-1 0 0,0-1 1 0 0,-1 2-1 0 0,0 0 1 0 0,0 0-1 0 0,0 1 1 0 0,0 1-1 0 0,-1 0 1 0 0,0 1-1 0 0,0 0 1 0 0,0 1-1 0 0,0 0 1 0 0,0 1-1 0 0,0 0 0 0 0,-1 2 1 0 0,1-1-1 0 0,0 1 1 0 0,-1 1 3 0 0,-16 6-58 0 0,1 1 0 0 0,0 1 1 0 0,0 1-1 0 0,2 2 0 0 0,-1 0 0 0 0,2 2 1 0 0,0 1-1 0 0,0 2 0 0 0,2 0 1 0 0,-15 15 57 0 0,-16 12-34 0 0,3 2 0 0 0,2 2 0 0 0,2 2 1 0 0,2 3-1 0 0,3 1 0 0 0,2 3 0 0 0,2 0 1 0 0,3 3-1 0 0,3 1 0 0 0,3 2 0 0 0,2 0 1 0 0,4 2-1 0 0,2 1 0 0 0,3 1 0 0 0,3 3 34 0 0,0 163-337 0 0,16-222 313 0 0,1 1 0 0 0,0-1 0 0 0,1 0 0 0 0,0 1 0 0 0,0-1-1 0 0,2 0 1 0 0,-1-1 0 0 0,2 1 0 0 0,-1 0 0 0 0,2-1 0 0 0,-1 0 0 0 0,1 0 0 0 0,1-1 0 0 0,0 0 0 0 0,1 0-1 0 0,0-1 1 0 0,0 1 0 0 0,1-2 0 0 0,0 1 0 0 0,10 6 24 0 0,5-3-64 0 0,0 0 0 0 0,1-2 1 0 0,0-1-1 0 0,1-1 0 0 0,0-1 0 0 0,0-2 0 0 0,0 0 0 0 0,1-2 1 0 0,0-1-1 0 0,-1-1 0 0 0,1-1 0 0 0,0-1 0 0 0,0-2 0 0 0,-1 0 1 0 0,5-3 63 0 0,25-3 3 0 0,-1-3 1 0 0,0-2 0 0 0,-1-3 0 0 0,0-1 0 0 0,-1-4 0 0 0,-2-1-1 0 0,0-3 1 0 0,-2-2 0 0 0,-1-1 0 0 0,-1-4 0 0 0,-1-1 0 0 0,20-21-4 0 0,-46 37 5 0 0,1-2 0 0 0,-2 0 0 0 0,-1 0 0 0 0,0-2 0 0 0,-2 0 0 0 0,0-1 0 0 0,-2-1 0 0 0,0 0 0 0 0,-2-1 0 0 0,-1-1 0 0 0,-1 0 0 0 0,-1 0 0 0 0,3-14-5 0 0,-8 16 86 0 0,-1 1 1 0 0,0-1-1 0 0,-2 0 0 0 0,-1 0 1 0 0,0 0-1 0 0,-2 1 0 0 0,-1-1 1 0 0,-1 0-1 0 0,-1 1 0 0 0,-1 0 0 0 0,0 0 1 0 0,-2 1-1 0 0,-1-1 0 0 0,-1 2 1 0 0,-2-3-87 0 0,-17-24-6 0 0,-2 1 0 0 0,-2 2 0 0 0,-2 1 0 0 0,-2 1 0 0 0,-2 3-1 0 0,-1 1 1 0 0,-2 2 0 0 0,-2 1 0 0 0,-1 3 0 0 0,-2 2 0 0 0,-1 1 0 0 0,-1 3 0 0 0,-1 2 0 0 0,-15-3 6 0 0,32 16-27 0 0,0 1 0 0 0,-1 2 0 0 0,0 1 0 0 0,-1 2 0 0 0,0 2-1 0 0,1 1 1 0 0,-1 1 0 0 0,0 2 0 0 0,0 1 0 0 0,0 2 0 0 0,0 2 0 0 0,1 1 0 0 0,-1 1 0 0 0,2 3-1 0 0,-1 0 1 0 0,1 2 0 0 0,1 1 0 0 0,-11 8 27 0 0,-13 9-4 0 0,2 3 1 0 0,2 2-1 0 0,0 2 1 0 0,3 3-1 0 0,1 1 1 0 0,3 3-1 0 0,1 1 1 0 0,2 3-1 0 0,2 1 0 0 0,3 2 1 0 0,1 2-1 0 0,0 7 4 0 0,19-30-26 0 0,2 0-1 0 0,1 1 1 0 0,2 0-1 0 0,0 1 1 0 0,3 0-1 0 0,0 1 1 0 0,2 0-1 0 0,2 1 0 0 0,1-1 1 0 0,1 1-1 0 0,2 19 27 0 0,1-45-27 0 0,0-1 0 0 0,1 1 0 0 0,-1 0 0 0 0,1-1 0 0 0,1 1 0 0 0,-1-1 0 0 0,2 1 0 0 0,-1-1-1 0 0,1 0 1 0 0,0 0 0 0 0,0 0 0 0 0,0 0 0 0 0,1 0 0 0 0,0-1 0 0 0,1 0 0 0 0,0 0 0 0 0,0 0-1 0 0,0 0 1 0 0,0-1 0 0 0,1 0 0 0 0,0 0 0 0 0,0 0 0 0 0,0-1 0 0 0,1 0 0 0 0,-1 0 0 0 0,4 1 27 0 0,16 5-81 0 0,1-1 1 0 0,-1-1-1 0 0,1-2 1 0 0,0-1-1 0 0,1 0 1 0 0,-1-3 0 0 0,1 0-1 0 0,0-1 1 0 0,-1-2-1 0 0,1-1 1 0 0,6-2 80 0 0,8-2-5 0 0,0-2 1 0 0,0-1-1 0 0,-1-3 0 0 0,-1-1 1 0 0,0-2-1 0 0,0-1 1 0 0,-2-3-1 0 0,0-1 0 0 0,-2-2 1 0 0,0-1-1 0 0,-1-2 0 0 0,-2-1 1 0 0,0-2-1 0 0,-2-1 1 0 0,-1-1-1 0 0,6-11 5 0 0,-22 23 5 0 0,0-1 0 0 0,-1 0 0 0 0,-1-1 0 0 0,-1-1 0 0 0,-1 0 1 0 0,0 0-1 0 0,-2-1 0 0 0,0 0 0 0 0,-2-1 0 0 0,-1 0 0 0 0,0 0 0 0 0,-2 0 1 0 0,0 0-1 0 0,-2 0 0 0 0,0-1 0 0 0,-2 0-5 0 0,-2 3 0 0 0,0-1 0 0 0,-2 1 0 0 0,0 1 0 0 0,-2-1 0 0 0,0 1 0 0 0,-1 0 0 0 0,-1 0 0 0 0,-1 1 1 0 0,-1 0-1 0 0,0 1 0 0 0,-2 0 0 0 0,0 1 0 0 0,0 1 0 0 0,-2 0 0 0 0,0 0 0 0 0,-1 2 0 0 0,0 0 0 0 0,-1 1 0 0 0,-3-1 0 0 0,5 3 36 0 0,-1 1 1 0 0,0 1-1 0 0,-1 1 0 0 0,0 0 0 0 0,0 1 1 0 0,-1 0-1 0 0,0 2 0 0 0,0 0 0 0 0,0 1 0 0 0,-1 1 1 0 0,1 0-1 0 0,-1 2 0 0 0,0 0 0 0 0,0 1 0 0 0,1 1 1 0 0,-1 1-1 0 0,1 0 0 0 0,-1 2 0 0 0,1 0 1 0 0,0 1-1 0 0,0 1 0 0 0,0 0 0 0 0,1 1 0 0 0,0 1 1 0 0,-10 7-37 0 0,-26 16-12 0 0,1 3 0 0 0,1 1 1 0 0,2 3-1 0 0,2 2 0 0 0,1 2 1 0 0,3 2-1 0 0,1 2 0 0 0,-17 26 12 0 0,44-52 12 0 0,1 0 0 0 0,1 0-1 0 0,0 1 1 0 0,2 1-1 0 0,0 0 1 0 0,2 1 0 0 0,0-1-1 0 0,2 2 1 0 0,1-1-1 0 0,0 1 1 0 0,2 0 0 0 0,-1 19-12 0 0,2-20-48 0 0,1-1 1 0 0,1 0-1 0 0,1 1 1 0 0,1-1-1 0 0,1 0 1 0 0,1 1-1 0 0,0-1 1 0 0,2 0-1 0 0,1-1 1 0 0,1 1 0 0 0,0-1-1 0 0,2-1 1 0 0,0 1-1 0 0,2-1 1 0 0,0-1-1 0 0,1 0 1 0 0,1-1-1 0 0,0 0 1 0 0,2-1-1 0 0,0 0 1 0 0,8 6 47 0 0,-7-13-55 0 0,0 0 1 0 0,1 0-1 0 0,-1-2 1 0 0,2 0-1 0 0,-1-1 0 0 0,1 0 1 0 0,1-2-1 0 0,-1 0 1 0 0,1-1-1 0 0,-1-1 1 0 0,1 0-1 0 0,0-2 0 0 0,18 0 55 0 0,6-3 35 0 0,-1-1-1 0 0,0-1 1 0 0,-1-3-1 0 0,1-1 0 0 0,28-11-34 0 0,2-5 96 0 0,-1-2 0 0 0,-1-4-1 0 0,-1-3 1 0 0,-2-3 0 0 0,-1-3-1 0 0,-3-2 1 0 0,4-7-96 0 0,-43 32 26 0 0,0-2-1 0 0,-2 0 1 0 0,0-2 0 0 0,-1 0-1 0 0,-1-2 1 0 0,-1 0 0 0 0,0-1-1 0 0,-2-1 1 0 0,-1-1 0 0 0,-1 0-1 0 0,-1-1 1 0 0,-2 0 0 0 0,0-1-1 0 0,3-14-25 0 0,-11 17 132 0 0,0-1 0 0 0,-2 0 0 0 0,-1 0 0 0 0,0 0 0 0 0,-2 0 0 0 0,-1 0 0 0 0,-1 0 0 0 0,-2 1 0 0 0,0-1-1 0 0,-1 1 1 0 0,-1 0 0 0 0,-2 1 0 0 0,0-1 0 0 0,-2 2 0 0 0,0-1 0 0 0,-1 2 0 0 0,-2-1-132 0 0,-13-19 77 0 0,-2 2 0 0 0,-2 1-1 0 0,-1 1 1 0 0,-1 2 0 0 0,-3 1 0 0 0,0 2 0 0 0,-2 2 0 0 0,-16-9-77 0 0,24 17-11 0 0,-2 2-1 0 0,0 0 1 0 0,-2 3 0 0 0,0 0-1 0 0,0 2 1 0 0,-2 2 0 0 0,0 1 0 0 0,0 2-1 0 0,-1 1 1 0 0,0 2 0 0 0,0 2 0 0 0,-1 1-1 0 0,1 2 1 0 0,-1 2 0 0 0,0 1 0 0 0,0 2-1 0 0,1 1 1 0 0,0 3 0 0 0,0 0-1 0 0,0 3 1 0 0,-1 1 11 0 0,-26 19-80 0 0,1 2 1 0 0,2 3-1 0 0,1 2 0 0 0,2 3 0 0 0,2 3 0 0 0,2 2 0 0 0,2 2 1 0 0,1 3-1 0 0,4 2 0 0 0,1 1 0 0 0,1 6 80 0 0,14-24-58 0 0,2 2 1 0 0,2 2-1 0 0,1 0 0 0 0,2 2 1 0 0,2 1-1 0 0,2 0 0 0 0,1 1 1 0 0,3 2-1 0 0,1-1 0 0 0,3 2 1 0 0,1 0-1 0 0,2 3 58 0 0,7-38-64 0 0,1 1 0 0 0,1-1 0 0 0,0 1 0 0 0,0 0 1 0 0,1-1-1 0 0,1 1 0 0 0,-1-1 0 0 0,2 1 0 0 0,0-1 0 0 0,0 0 0 0 0,1 0 0 0 0,1 0 1 0 0,-1 0-1 0 0,2-1 0 0 0,0 0 0 0 0,0 0 0 0 0,0 0 0 0 0,1-1 0 0 0,1 0 0 0 0,0 0 0 0 0,0-1 1 0 0,7 6 63 0 0,14 3-50 0 0,2-2 0 0 0,-1-1 1 0 0,2-1-1 0 0,-1-1 0 0 0,2-2 1 0 0,0-1-1 0 0,0-2 1 0 0,0-1-1 0 0,1-2 0 0 0,-1-1 1 0 0,1-1-1 0 0,0-2 0 0 0,0-2 1 0 0,4-1 49 0 0,91-7 48 0 0,-1-5 0 0 0,0-5 1 0 0,-2-6-1 0 0,-1-6 0 0 0,-1-5 0 0 0,-2-5 1 0 0,-2-6-1 0 0,23-17-48 0 0,-69 32-90 0 0,-1-2 0 0 0,-3-4 0 0 0,-1-3 0 0 0,-2-3 0 0 0,-2-3 0 0 0,56-54 90 0 0,-105 87 62 0 0,-2 0 0 0 0,0 0 1 0 0,0-1-1 0 0,-2-1 0 0 0,0 0 0 0 0,-1-1 1 0 0,0 0-1 0 0,-2-1 0 0 0,0 0 0 0 0,-1-1 1 0 0,-1 1-1 0 0,-1-1 0 0 0,1-8-62 0 0,-4 14 34 0 0,-1-1 1 0 0,-1 1-1 0 0,0-1 0 0 0,-1 1 0 0 0,0-1 0 0 0,-1 1 0 0 0,-1-1 1 0 0,-1 1-1 0 0,0 0 0 0 0,0 0 0 0 0,-1 0 0 0 0,-1 0 0 0 0,-1 1 1 0 0,0-1-1 0 0,0 2 0 0 0,-8-12-34 0 0,-7 1 37 0 0,-2 1-1 0 0,0 1 1 0 0,-1 2 0 0 0,-1 0-1 0 0,-1 1 1 0 0,0 2 0 0 0,-1 0 0 0 0,-1 2-1 0 0,0 1 1 0 0,-1 2 0 0 0,-1 0-1 0 0,0 2 1 0 0,0 1 0 0 0,0 2 0 0 0,-1 1-1 0 0,0 1 1 0 0,0 2 0 0 0,-23 1-37 0 0,-8 0-30 0 0,-1 3 0 0 0,0 3 1 0 0,1 2-1 0 0,0 3 1 0 0,1 3-1 0 0,0 2 0 0 0,1 3 1 0 0,1 3-1 0 0,-23 12 30 0 0,-12 11-5 0 0,2 4-1 0 0,3 4 1 0 0,1 4-1 0 0,3 3 1 0 0,-24 26 5 0 0,50-39 76 0 0,2 3 0 0 0,2 2 1 0 0,2 3-1 0 0,2 1 0 0 0,4 3 0 0 0,1 2 1 0 0,4 2-1 0 0,2 2 0 0 0,2 1 1 0 0,4 2-1 0 0,-1 10-76 0 0,29-65-1 0 0,1 0 1 0 0,0 0-1 0 0,0 1 0 0 0,1 0 0 0 0,1 0 1 0 0,0 0-1 0 0,1 0 0 0 0,0 0 1 0 0,1 0-1 0 0,0 1 0 0 0,2-1 0 0 0,-1 0 1 0 0,1 0-1 0 0,1 1 0 0 0,1-1 1 0 0,0 0-1 0 0,0 0 0 0 0,1-1 0 0 0,1 1 1 0 0,0-1-1 0 0,1 0 0 0 0,0 0 1 0 0,1-1-1 0 0,0 0 0 0 0,1 0 0 0 0,0 0 1 0 0,0-1-1 0 0,4 2 1 0 0,11 2-41 0 0,1-1 0 0 0,1-1 0 0 0,0-2 0 0 0,1 0 0 0 0,0-1 0 0 0,0-2 0 0 0,1-1 0 0 0,0-1 0 0 0,0-1 0 0 0,0-1 0 0 0,1-2 0 0 0,-1 0 0 0 0,6-2 41 0 0,105-2 32 0 0,1-6 1 0 0,-1-6 0 0 0,-1-6 0 0 0,-1-5 0 0 0,-2-7-1 0 0,87-35-32 0 0,-111 36-121 0 0,-2-5-1 0 0,-1-4 0 0 0,-2-5 1 0 0,-2-5-1 0 0,-3-4 0 0 0,-2-5 1 0 0,-2-3-1 0 0,48-46 122 0 0,-108 76 77 0 0,-2-2-1 0 0,-2-1 1 0 0,-1-1 0 0 0,-1-2 0 0 0,-3 0 0 0 0,-1-2-1 0 0,-2-1 1 0 0,-2-2 0 0 0,-2 0 0 0 0,-1 0 0 0 0,-3-2-1 0 0,-2 0 1 0 0,-1-1 0 0 0,-3 0 0 0 0,-2-1-1 0 0,-2 0 1 0 0,-2-1 0 0 0,-2-41-77 0 0,-3 62-25 0 0,-2 0 1 0 0,0 1-1 0 0,-2-1 1 0 0,-1 1-1 0 0,-1 0 1 0 0,-1 1-1 0 0,-2 0 0 0 0,0 0 1 0 0,-2 1-1 0 0,-1 0 1 0 0,0 1-1 0 0,-2 0 1 0 0,-1 1-1 0 0,-1 1 1 0 0,-1 1-1 0 0,0 0 0 0 0,-2 2 1 0 0,0 0-1 0 0,-2 1 1 0 0,0 1 24 0 0,-4-1-23 0 0,-1 1 1 0 0,-1 1 0 0 0,0 1 0 0 0,-1 2-1 0 0,0 1 1 0 0,-1 1 0 0 0,0 2 0 0 0,-1 1-1 0 0,0 1 1 0 0,-1 2 0 0 0,1 1-1 0 0,-1 1 1 0 0,0 2 0 0 0,-16 2 22 0 0,-11 3-18 0 0,1 2 0 0 0,-1 3 0 0 0,2 3-1 0 0,-1 2 1 0 0,2 3 0 0 0,0 2 0 0 0,-22 13 18 0 0,-67 35 30 0 0,4 7 0 0 0,4 5 0 0 0,3 7 0 0 0,3 5-1 0 0,5 6 1 0 0,-15 23-30 0 0,83-71 89 0 0,2 3 0 0 0,2 2 0 0 0,3 2-1 0 0,3 3 1 0 0,2 1 0 0 0,-29 52-89 0 0,67-101-15 0 0,1 0 0 0 0,0 0-1 0 0,1 1 1 0 0,1 0 0 0 0,-1 0 0 0 0,2 0-1 0 0,0 1 1 0 0,0-1 0 0 0,1 1 0 0 0,1 0 0 0 0,0 0-1 0 0,1 0 1 0 0,0 1 0 0 0,1-1 0 0 0,0 0-1 0 0,1 0 1 0 0,1 0 0 0 0,0 0 0 0 0,1 0 0 0 0,0 0-1 0 0,1-1 1 0 0,0 1 0 0 0,1-1 0 0 0,5 8 15 0 0,8-4-59 0 0,0-1 0 0 0,2 0 0 0 0,0-2 0 0 0,0 0 0 0 0,1-1 0 0 0,1-1 0 0 0,0-1 0 0 0,0-1 0 0 0,1-1 0 0 0,0-1 0 0 0,1-1 0 0 0,-1-2 0 0 0,1 0 0 0 0,0-1 0 0 0,12-1 59 0 0,83 7 44 0 0,0-6-1 0 0,0-5 1 0 0,0-5 0 0 0,0-6 0 0 0,-1-4-1 0 0,-1-6 1 0 0,34-14-44 0 0,-85 22-49 0 0,0-3 0 0 0,0-3-1 0 0,-2-3 1 0 0,-1-2 0 0 0,-1-3 0 0 0,-1-3 0 0 0,5-7 49 0 0,-54 31-21 0 0,0 0-1 0 0,-1 0 1 0 0,0-1-1 0 0,-1-1 1 0 0,0 1 0 0 0,-1-2-1 0 0,1 1 1 0 0,-2-2 0 0 0,0 1-1 0 0,0-1 1 0 0,-1 0-1 0 0,-1 0 1 0 0,0-1 0 0 0,0 0-1 0 0,-1 0 1 0 0,1-6 21 0 0,-4 3-33 0 0,0 0 0 0 0,-1 0 0 0 0,0 0 0 0 0,-1-1 0 0 0,-1 1 0 0 0,-1 0 0 0 0,0 0 0 0 0,-1 0 0 0 0,-1 1 0 0 0,0-1 0 0 0,-2 1 0 0 0,1 0 0 0 0,-2 0 0 0 0,0 0 0 0 0,0 1 0 0 0,-2 0 0 0 0,0 1 0 0 0,0 0 0 0 0,-1 0 0 0 0,-3-2 33 0 0,-13-13 43 0 0,-1 2 0 0 0,-1 1 1 0 0,0 1-1 0 0,-2 2 1 0 0,-1 1-1 0 0,-1 1 1 0 0,-1 1-1 0 0,-11-2-43 0 0,-14-5 131 0 0,-1 4 0 0 0,0 2 0 0 0,-2 2 0 0 0,0 4 0 0 0,-1 2 0 0 0,-1 2 0 0 0,0 4 0 0 0,0 2 0 0 0,0 3 0 0 0,0 2 0 0 0,-17 5-131 0 0,-17 5-4 0 0,0 4 1 0 0,0 5 0 0 0,2 4 0 0 0,1 3 0 0 0,1 5 0 0 0,-80 40 3 0 0,100-39 30 0 0,1 3 0 0 0,2 3-1 0 0,2 3 1 0 0,1 3-1 0 0,3 3 1 0 0,2 3 0 0 0,2 3-1 0 0,2 2 1 0 0,-12 19-30 0 0,49-50 31 0 0,1 2 1 0 0,1 0-1 0 0,1 1 0 0 0,2 0 1 0 0,0 2-1 0 0,2 0 0 0 0,2 0 1 0 0,0 1-1 0 0,2 1 0 0 0,2 0 1 0 0,1 0-1 0 0,1 1 0 0 0,2 0 1 0 0,1 0-1 0 0,1 0 0 0 0,2 0 1 0 0,3 18-32 0 0,1-33-21 0 0,0 1 0 0 0,1-1 0 0 0,1-1 0 0 0,1 1 0 0 0,0-1 0 0 0,2 0-1 0 0,0-1 1 0 0,0 1 0 0 0,2-2 0 0 0,0 0 0 0 0,0 0 0 0 0,1-1 0 0 0,1 0 0 0 0,1-1 0 0 0,0-1 0 0 0,11 8 21 0 0,9 5-63 0 0,1-2-1 0 0,0-2 1 0 0,2-1 0 0 0,0-2-1 0 0,1-2 1 0 0,1-1 0 0 0,3-1 63 0 0,50 10 5 0 0,1-3 1 0 0,1-5-1 0 0,0-4 1 0 0,1-5 0 0 0,0-3-1 0 0,0-4 1 0 0,-1-5-1 0 0,29-7-5 0 0,-51 6-28 0 0,1-3-1 0 0,-1-4 0 0 0,-1-2 0 0 0,0-4 1 0 0,-1-3-1 0 0,-2-3 0 0 0,0-3 0 0 0,-2-2 1 0 0,-1-4-1 0 0,60-41 29 0 0,-106 61-25 0 0,0-2 0 0 0,-1 0-1 0 0,0-1 1 0 0,-2-1 0 0 0,0 0 0 0 0,-1-1 0 0 0,-1-1-1 0 0,0 0 1 0 0,-2-1 0 0 0,0 0 0 0 0,-2-1 0 0 0,0 0 0 0 0,-1-1-1 0 0,-2 0 1 0 0,0-1 0 0 0,-1 1 0 0 0,-2-1 0 0 0,1-12 25 0 0,-4-3-65 0 0,-1 0 1 0 0,-2 0-1 0 0,-1 1 1 0 0,-2-1-1 0 0,-2 0 1 0 0,-2 1 0 0 0,-1 1-1 0 0,-2 0 1 0 0,-2 0-1 0 0,-1 1 1 0 0,-1 1-1 0 0,-2 0 1 0 0,-2 1 0 0 0,-1 2-1 0 0,-2 0 1 0 0,-1 1-1 0 0,-1 1 1 0 0,-1 2-1 0 0,-21-17 65 0 0,13 11 53 0 0,-2 2 0 0 0,-2 2 0 0 0,-1 1 0 0 0,-1 2 0 0 0,-1 2 0 0 0,-1 2-1 0 0,-1 1 1 0 0,-1 3 0 0 0,-1 1 0 0 0,-1 2 0 0 0,0 3 0 0 0,-1 1 0 0 0,0 2-1 0 0,-1 3 1 0 0,1 1 0 0 0,-2 3 0 0 0,1 2 0 0 0,0 1 0 0 0,0 3 0 0 0,0 2-1 0 0,0 3 1 0 0,-8 3-53 0 0,-10 10 80 0 0,1 2 1 0 0,2 4-1 0 0,0 2 0 0 0,2 3 0 0 0,1 3 0 0 0,2 2 1 0 0,1 3-1 0 0,2 2 0 0 0,2 3 0 0 0,-33 37-80 0 0,49-48 92 0 0,1 3-1 0 0,2 0 0 0 0,2 3 1 0 0,1 0-1 0 0,2 2 0 0 0,2 1 1 0 0,2 1-1 0 0,2 2 0 0 0,-7 22-91 0 0,23-52 7 0 0,1 1-1 0 0,2 0 0 0 0,-1-1 0 0 0,2 1 0 0 0,0 1 0 0 0,1-1 0 0 0,1 0 1 0 0,0 1-1 0 0,2-1 0 0 0,0 0 0 0 0,0 0 0 0 0,2 1 0 0 0,0-1 1 0 0,1 0-1 0 0,1-1 0 0 0,1 1 0 0 0,0-1 0 0 0,1 0 0 0 0,0 0 0 0 0,2-1 1 0 0,0 0-1 0 0,2 2-6 0 0,24 19-74 0 0,1-2 0 0 0,2-1 0 0 0,1-2 0 0 0,1-2 0 0 0,2-1 0 0 0,1-3 0 0 0,1-1 0 0 0,1-2 0 0 0,1-2 0 0 0,0-2 0 0 0,2-3 0 0 0,0-1 0 0 0,42 6 74 0 0,-8-4-28 0 0,0-4 0 0 0,0-3 0 0 0,1-4 0 0 0,0-3 0 0 0,0-4 0 0 0,0-4 0 0 0,-1-3 0 0 0,0-4 0 0 0,0-4 0 0 0,-2-3 0 0 0,0-3 0 0 0,-2-4 0 0 0,40-21 28 0 0,-84 33-63 0 0,-1-2 0 0 0,0-1 0 0 0,-2-2 0 0 0,0-1 0 0 0,-1-1-1 0 0,-2-2 1 0 0,7-7 63 0 0,-23 18-54 0 0,0 0 0 0 0,0-1 0 0 0,-1 0 0 0 0,-1 0-1 0 0,-1-1 1 0 0,0-1 0 0 0,-1 1 0 0 0,0-1 0 0 0,-1-1 0 0 0,-1 0-1 0 0,-1 0 1 0 0,-1 0 0 0 0,0 0 0 0 0,-1-1 0 0 0,0 1 0 0 0,-2-1 54 0 0,-3 0-110 0 0,-1 0 0 0 0,0 0 1 0 0,-1 1-1 0 0,-1-1 0 0 0,-1 1 1 0 0,-1 0-1 0 0,0 1 0 0 0,-1-1 1 0 0,-1 1-1 0 0,0 1 1 0 0,-1 0-1 0 0,-1 0 0 0 0,0 1 1 0 0,-1 0-1 0 0,0 1 0 0 0,-1 1 1 0 0,-1 0-1 0 0,0 0 1 0 0,-1 1-1 0 0,0 1 0 0 0,-14-7 110 0 0,-20-12 101 0 0,-1 2 0 0 0,-2 2 0 0 0,0 2 0 0 0,-2 3 0 0 0,0 2 0 0 0,-1 2 0 0 0,-1 3 0 0 0,0 2 1 0 0,0 3-1 0 0,-1 2 0 0 0,0 2 0 0 0,0 4 0 0 0,-1 1 0 0 0,1 3 0 0 0,1 3 0 0 0,-1 2 0 0 0,1 2 0 0 0,1 3 0 0 0,-41 17-101 0 0,21-4 147 0 0,2 4 1 0 0,0 3 0 0 0,3 2-1 0 0,1 4 1 0 0,2 3-1 0 0,2 3 1 0 0,1 3-1 0 0,4 2 1 0 0,-32 35-148 0 0,75-70 33 0 0,0 0 1 0 0,1 1-1 0 0,0 1 1 0 0,2 1-1 0 0,0 0 1 0 0,1 1-1 0 0,1 0 1 0 0,1 1-1 0 0,1 0 0 0 0,0 1 1 0 0,2 0-1 0 0,1 0 1 0 0,0 1-1 0 0,2 0 1 0 0,0 0-1 0 0,2 1 1 0 0,-1 22-34 0 0,5-40-4 0 0,0 0 1 0 0,1 1 0 0 0,-1-1 0 0 0,1 0-1 0 0,0 0 1 0 0,0 0 0 0 0,1 0 0 0 0,0 0 0 0 0,0 0-1 0 0,1-1 1 0 0,-1 0 0 0 0,1 1 0 0 0,0-1-1 0 0,0-1 1 0 0,1 1 0 0 0,0-1 0 0 0,0 1 0 0 0,0-1-1 0 0,0-1 1 0 0,0 1 0 0 0,1-1 3 0 0,129 53-142 0 0,-25-31 148 0 0,1-5-1 0 0,2-4 1 0 0,-1-6-1 0 0,1-4 1 0 0,7-6-6 0 0,16 5 123 0 0,0-6 1 0 0,0-5 0 0 0,-1-7-1 0 0,0-5 1 0 0,-1-7 0 0 0,125-39-124 0 0,-256 63 0 0 0,19-5-20 0 0,0-1 0 0 0,0-1 0 0 0,0-1 0 0 0,-1-1 1 0 0,0-1-1 0 0,-1-1 0 0 0,0 0 0 0 0,-1-1 0 0 0,-1-2 1 0 0,11-9 19 0 0,-26 19-27 0 0,1 0 0 0 0,-1 0 0 0 0,0 0 0 0 0,-1-1 0 0 0,1 1 0 0 0,-1-1-1 0 0,0 0 1 0 0,0 1 0 0 0,-1-1 0 0 0,0 0 0 0 0,0 0 0 0 0,0 0 0 0 0,-1 0 0 0 0,0 0 0 0 0,0 0 0 0 0,0 0 0 0 0,-1 0 0 0 0,0 0 0 0 0,0 0 0 0 0,0 0 0 0 0,-1 0 0 0 0,0 1 0 0 0,0-1 0 0 0,-1 0 0 0 0,1 1 0 0 0,-1 0 0 0 0,0 0 0 0 0,-1 0 0 0 0,1 0 0 0 0,-1 0 0 0 0,0 0 0 0 0,0 1 0 0 0,0 0 0 0 0,-1 0 0 0 0,0 0 0 0 0,1 1 0 0 0,-1-1 0 0 0,-1 1 0 0 0,1 0 27 0 0,-53-34-109 0 0,-1 2 1 0 0,-1 3 0 0 0,-2 3 0 0 0,-1 2-1 0 0,-1 4 1 0 0,-1 2 0 0 0,-1 2 0 0 0,-1 4-1 0 0,-57-5 109 0 0,24 5 131 0 0,0 5-1 0 0,-2 4 0 0 0,1 5 1 0 0,0 4-1 0 0,0 5 0 0 0,1 4 1 0 0,0 4-1 0 0,1 5 0 0 0,-8 6-130 0 0,10 2-2 0 0,2 4 0 0 0,1 5-1 0 0,2 3 1 0 0,2 4 0 0 0,2 5 0 0 0,3 3-1 0 0,-13 14 3 0 0,-13 38-21 0 0,108-103 18 0 0,0 1 0 0 0,1 0 0 0 0,-1 1 0 0 0,1-1-1 0 0,0 0 1 0 0,0 1 0 0 0,0-1 0 0 0,1 1 0 0 0,-1 0 0 0 0,1-1 0 0 0,0 1 0 0 0,0 0 0 0 0,0 0-1 0 0,0 0 1 0 0,1 0 0 0 0,-1 0 0 0 0,1 0 0 0 0,0 0 0 0 0,1-1 0 0 0,-1 1 0 0 0,1 0 0 0 0,-1 0 0 0 0,1 0-1 0 0,0 0 1 0 0,0 0 0 0 0,1 0 3 0 0,6 3 4 0 0,1-1-1 0 0,-1 0 0 0 0,1 0 1 0 0,0-1-1 0 0,1 0 1 0 0,-1-1-1 0 0,1 0 0 0 0,0-1 1 0 0,0 0-1 0 0,0 0 0 0 0,0-1 1 0 0,1 0-1 0 0,2-1-3 0 0,2 3 21 0 0,239 39 213 0 0,3-11-1 0 0,83-7-233 0 0,-322-23-1 0 0,195 10 174 0 0,157-13-173 0 0,-320-1-11 0 0,-1-2 0 0 0,1-3 0 0 0,-1-1 0 0 0,-1-3 1 0 0,25-10 10 0 0,-68 20-18 0 0,1 0 0 0 0,-1 0 1 0 0,0-1-1 0 0,1 1 0 0 0,-1-1 1 0 0,0-1-1 0 0,0 1 0 0 0,0-1 0 0 0,0 0 1 0 0,-1 0-1 0 0,1 0 0 0 0,-1-1 1 0 0,0 0-1 0 0,0 1 0 0 0,0-2 1 0 0,0 1-1 0 0,-1 0 0 0 0,1-1 1 0 0,-1 1-1 0 0,-1-1 0 0 0,1 0 1 0 0,0 0-1 0 0,-1 0 0 0 0,0 0 0 0 0,0-1 1 0 0,-1 1-1 0 0,0-1 0 0 0,0 1 1 0 0,0-1-1 0 0,0 1 0 0 0,-1-1 1 0 0,0 1-1 0 0,0-1 0 0 0,-1-3 18 0 0,-4-3-46 0 0,-1 0 0 0 0,-1 1-1 0 0,0 0 1 0 0,0 0 0 0 0,-1 1 0 0 0,0 0-1 0 0,-1 0 1 0 0,0 1 0 0 0,-1 0-1 0 0,0 0 1 0 0,0 1 0 0 0,-1 1 0 0 0,0-1-1 0 0,0 2 1 0 0,-7-4 46 0 0,16 10-4 0 0,-52-30 42 0 0,-3 2 0 0 0,0 3 0 0 0,-1 2 0 0 0,-2 3 0 0 0,0 2-1 0 0,0 4 1 0 0,-2 1 0 0 0,0 4 0 0 0,0 2 0 0 0,-55 2-38 0 0,55 1-2 0 0,0 4 1 0 0,1 2 0 0 0,-1 3-1 0 0,0 3 1 0 0,1 2 0 0 0,1 3-1 0 0,0 2 1 0 0,0 3-1 0 0,2 3 1 0 0,0 2 0 0 0,-49 29 1 0 0,86-39-43 0 0,0 0 1 0 0,1 2 0 0 0,1 0-1 0 0,0 2 1 0 0,1 0 0 0 0,-7 9 42 0 0,19-19 1 0 0,0 0 0 0 0,0 0 0 0 0,1 0 0 0 0,0 1 1 0 0,1-1-1 0 0,0 1 0 0 0,0 1 0 0 0,0-1 0 0 0,1 0 0 0 0,1 1 0 0 0,-1 0 1 0 0,1-1-1 0 0,1 1 0 0 0,0 0 0 0 0,0 0 0 0 0,0 0 0 0 0,1 0 0 0 0,1 0 1 0 0,0 5-2 0 0,1-7 7 0 0,0 1 1 0 0,1-1 0 0 0,0 0-1 0 0,0 0 1 0 0,1-1 0 0 0,-1 1-1 0 0,1-1 1 0 0,1 0 0 0 0,-1 1-1 0 0,1-2 1 0 0,0 1 0 0 0,1-1-1 0 0,-1 0 1 0 0,1 0 0 0 0,0 0-1 0 0,0-1 1 0 0,1 0 0 0 0,0 1-8 0 0,130 57-40 0 0,-19-28-22 0 0,1-5-1 0 0,1-5 1 0 0,2-5-1 0 0,0-6 1 0 0,71-3 62 0 0,42-1-19 0 0,92-13 19 0 0,-279 4-45 0 0,0-3 0 0 0,0-2 1 0 0,0-2-1 0 0,-1-2 0 0 0,0-2 0 0 0,-1-2 0 0 0,42-18 45 0 0,-80 27-23 0 0,0 0 0 0 0,0 0-1 0 0,0-1 1 0 0,0 0 0 0 0,-1-1-1 0 0,0 1 1 0 0,0-1 0 0 0,0-1-1 0 0,-1 1 1 0 0,0-1 0 0 0,0-1-1 0 0,-1 1 1 0 0,0-1 0 0 0,0 1-1 0 0,-1-2 1 0 0,0 1 0 0 0,0 0-1 0 0,-1-1 1 0 0,0 1 0 0 0,0-1-1 0 0,-1 0 1 0 0,0 0 0 0 0,-1 0-1 0 0,0 0 1 0 0,-1-1 23 0 0,1 2-34 0 0,-2 0-1 0 0,1 1 1 0 0,-1-1-1 0 0,0 1 1 0 0,-1-1 0 0 0,1 1-1 0 0,-2 0 1 0 0,1 0-1 0 0,-1-1 1 0 0,0 2-1 0 0,0-1 1 0 0,-1 0 0 0 0,0 1-1 0 0,0-1 1 0 0,-1 1-1 0 0,1 0 1 0 0,-1 1-1 0 0,-1-1 1 0 0,1 1 0 0 0,-1 0 34 0 0,-133-86-711 0 0,66 62 763 0 0,0 3 0 0 0,-1 4 0 0 0,-2 3 0 0 0,0 3 0 0 0,-1 3 0 0 0,0 4 0 0 0,0 3 0 0 0,-1 4 0 0 0,0 3 0 0 0,-34 6-52 0 0,60-6 34 0 0,0 2 0 0 0,1 3 0 0 0,-1 1 0 0 0,1 3 0 0 0,0 2 0 0 0,1 2 0 0 0,1 3 0 0 0,0 2-1 0 0,1 1 1 0 0,1 3 0 0 0,2 2 0 0 0,0 2 0 0 0,1 1-34 0 0,34-20 47 0 0,0 0 0 0 0,1 1-1 0 0,0 0 1 0 0,0 0 0 0 0,1 1 0 0 0,0 0-1 0 0,1 0 1 0 0,0 1 0 0 0,0 0 0 0 0,1 0-1 0 0,1 0 1 0 0,0 1 0 0 0,0 0 0 0 0,2 0-1 0 0,-1 0 1 0 0,1 1 0 0 0,1-1 0 0 0,0 1 0 0 0,1-1-1 0 0,0 1 1 0 0,1 0 0 0 0,2 11-47 0 0,0-17 41 0 0,0 1 0 0 0,0-1 0 0 0,1 0 1 0 0,0 1-1 0 0,1-1 0 0 0,-1-1 0 0 0,1 1 0 0 0,1-1 1 0 0,-1 1-1 0 0,1-1 0 0 0,0 0 0 0 0,1-1 0 0 0,-1 0 1 0 0,1 1-1 0 0,0-2 0 0 0,1 1 0 0 0,-1-1 0 0 0,4 2-41 0 0,134 56 230 0 0,-59-43-153 0 0,0-4 1 0 0,2-4-1 0 0,-1-3 0 0 0,1-5 1 0 0,29-4-78 0 0,47-2-67 0 0,0-8 1 0 0,-1-7-1 0 0,0-7 0 0 0,-2-7 1 0 0,19-12 66 0 0,-121 28-79 0 0,0-2 0 0 0,-1-2 0 0 0,-2-3 0 0 0,0-2 0 0 0,4-6 79 0 0,-53 29-13 0 0,1-1 0 0 0,0 0 0 0 0,-1-1 0 0 0,0 1 0 0 0,0-1 0 0 0,0-1 0 0 0,0 1 0 0 0,-1-1 0 0 0,1 0 0 0 0,-1 0 0 0 0,0 0 0 0 0,-1-1 0 0 0,1 0 0 0 0,-1 0 0 0 0,-1 0 0 0 0,1 0-1 0 0,-1-1 1 0 0,0 1 0 0 0,0-1 0 0 0,-1 0 0 0 0,0 0 0 0 0,0 0 0 0 0,0 0 0 0 0,-1 0 0 0 0,0-1 0 0 0,-1 1 0 0 0,0 0 0 0 0,0 0 0 0 0,0-1 0 0 0,-1-3 13 0 0,-7 0-8 0 0,0 0 0 0 0,0 1 0 0 0,-1 1 0 0 0,-1-1 0 0 0,1 1 0 0 0,-1 1 0 0 0,-1 0 0 0 0,1 0 0 0 0,-1 1 0 0 0,-1 1-1 0 0,1 0 1 0 0,-1 0 0 0 0,-1 1 0 0 0,1 0 0 0 0,0 1 0 0 0,-1 1 0 0 0,-1 0 8 0 0,13 3 1 0 0,-105-31 130 0 0,-2 6 0 0 0,-1 4 1 0 0,0 5-1 0 0,-1 5 0 0 0,-1 5 1 0 0,-30 5-132 0 0,52-1 58 0 0,-1 3 1 0 0,1 5 0 0 0,0 4 0 0 0,0 4 0 0 0,2 3 0 0 0,0 4 0 0 0,1 4 0 0 0,-51 23-59 0 0,118-40 35 0 0,-1 0 0 0 0,1 1-1 0 0,0 1 1 0 0,0 1 0 0 0,2 1 0 0 0,-1 0-1 0 0,1 1 1 0 0,1 1 0 0 0,1 0 0 0 0,0 1 0 0 0,-11 14-35 0 0,24-25-17 0 0,-1 0 0 0 0,0 0 1 0 0,1 1-1 0 0,-1-1 1 0 0,1 1-1 0 0,0-1 0 0 0,1 1 1 0 0,-1 0-1 0 0,1 0 1 0 0,0-1-1 0 0,0 1 0 0 0,1 0 1 0 0,-1 0-1 0 0,1 0 1 0 0,0 0-1 0 0,0 0 1 0 0,1 0-1 0 0,-1 0 0 0 0,1 0 1 0 0,0 0-1 0 0,1-1 1 0 0,-1 1-1 0 0,1 0 0 0 0,0-1 1 0 0,0 1-1 0 0,0-1 1 0 0,1 1-1 0 0,0-1 0 0 0,0 0 1 0 0,0 0-1 0 0,0-1 1 0 0,0 1-1 0 0,1 0 0 0 0,-1-1 1 0 0,1 0-1 0 0,0 0 1 0 0,1 1 16 0 0,40 20-29 0 0,1-1 0 0 0,0-3-1 0 0,2-1 1 0 0,0-3 0 0 0,1-2 0 0 0,0-2 0 0 0,1-2 0 0 0,1-2 0 0 0,20-1 29 0 0,196 22 22 0 0,2-13 0 0 0,248-17-22 0 0,-271-12 120 0 0,172-33-120 0 0,-370 40 26 0 0,1-2-1 0 0,-2-2 1 0 0,1-2-1 0 0,-2-3 1 0 0,14-6-26 0 0,-56 20 14 0 0,-1 1 1 0 0,0-1-1 0 0,0 0 0 0 0,0 0 1 0 0,0 0-1 0 0,0 0 1 0 0,0 0-1 0 0,-1-1 1 0 0,1 1-1 0 0,0-1 1 0 0,-1 0-1 0 0,1 0 1 0 0,-1 0-1 0 0,1 0 1 0 0,-1 0-1 0 0,0-1 0 0 0,0 1 1 0 0,0-1-1 0 0,0 1 1 0 0,-1-1-1 0 0,1 0 1 0 0,-1 1-1 0 0,1-1 1 0 0,-1 0-1 0 0,0 0 1 0 0,0 0-1 0 0,0 0 1 0 0,-1 0-1 0 0,1 0 0 0 0,-1-1 1 0 0,0 1-1 0 0,1 0 1 0 0,-1 0-1 0 0,-1 0 1 0 0,1 0-1 0 0,0-1 1 0 0,-1 1-1 0 0,0 0 1 0 0,1 0-1 0 0,-1 0 1 0 0,0 0-1 0 0,-1 0 1 0 0,1 0-1 0 0,-1 1 0 0 0,1-1 1 0 0,-1 0-1 0 0,0 1 1 0 0,0-1-1 0 0,0 0-14 0 0,-13-11 23 0 0,-1 1-1 0 0,0 0 0 0 0,-1 2 1 0 0,0-1-1 0 0,-1 2 0 0 0,0 1 1 0 0,-1 0-1 0 0,0 1 0 0 0,-11-3-22 0 0,8 2 1 0 0,-90-30-140 0 0,-3 5 0 0 0,-1 5 1 0 0,-1 5-1 0 0,-1 5 0 0 0,0 6 0 0 0,-2 4 0 0 0,1 6 0 0 0,-14 5 139 0 0,55-3-21 0 0,0 3 1 0 0,1 3-1 0 0,-1 4 0 0 0,2 3 1 0 0,-1 4-1 0 0,2 2 0 0 0,0 4 1 0 0,2 3-1 0 0,1 4 0 0 0,0 2 1 0 0,-54 35 20 0 0,103-51 42 0 0,0 1 1 0 0,2 1 0 0 0,0 1-1 0 0,1 1 1 0 0,0 1-1 0 0,0 3-42 0 0,14-17 18 0 0,1 1-1 0 0,0-1 0 0 0,0 1 1 0 0,0 1-1 0 0,1-1 0 0 0,1 1 0 0 0,-1-1 1 0 0,1 1-1 0 0,0 0 0 0 0,1 1 1 0 0,0-1-1 0 0,0 0 0 0 0,1 0 0 0 0,0 1 1 0 0,0-1-1 0 0,1 1 0 0 0,0-1 0 0 0,1 1 1 0 0,0-1-1 0 0,0 1 0 0 0,2 6-17 0 0,2-6-3 0 0,1 0 0 0 0,0 0 0 0 0,0 0 0 0 0,1 0 0 0 0,0-1 0 0 0,0 0 1 0 0,1-1-1 0 0,0 0 0 0 0,0 0 0 0 0,1 0 0 0 0,0-1 0 0 0,0-1 0 0 0,0 1 0 0 0,1-1 0 0 0,0-1 0 0 0,0 0 0 0 0,0 0 0 0 0,0-1 0 0 0,1-1 0 0 0,0 1 3 0 0,86 20-24 0 0,1-5-1 0 0,1-3 1 0 0,0-5 0 0 0,1-4 0 0 0,-1-4-1 0 0,5-6 25 0 0,-88 4-7 0 0,124 0-107 0 0,-1-6 1 0 0,0-6-1 0 0,0-6 0 0 0,-2-6 1 0 0,0-6-1 0 0,-2-7 1 0 0,6-7 113 0 0,12-31-630 0 0,-147 71 575 0 0,-1 1-1 0 0,1-1 1 0 0,-1-1 0 0 0,-1 1-1 0 0,1-1 1 0 0,-1 0 0 0 0,1 0-1 0 0,-1 0 1 0 0,-1 0 0 0 0,1-1-1 0 0,-1 1 1 0 0,0-1 0 0 0,0 0-1 0 0,-1 0 1 0 0,1 0 0 0 0,-1-1 0 0 0,-1 1-1 0 0,1 0 1 0 0,-1-1 0 0 0,0 1-1 0 0,-1-1 1 0 0,1 0 0 0 0,-1 1-1 0 0,-1-2 56 0 0,-1 1-26 0 0,-1-1 0 0 0,0 0 1 0 0,-1 1-1 0 0,0 0 0 0 0,0 0 0 0 0,0 0 0 0 0,-1 0 0 0 0,0 1 0 0 0,-1 0 0 0 0,1 0 0 0 0,-1 0 0 0 0,0 1 0 0 0,0 0 0 0 0,-1 0 0 0 0,0 0 0 0 0,0 1 0 0 0,0 0 0 0 0,0 0 1 0 0,0 1-1 0 0,-1 0 0 0 0,0 0 0 0 0,-7-1 26 0 0,12 2-7 0 0,-79-29-9 0 0,-2 4 0 0 0,-1 3 1 0 0,-1 4-1 0 0,0 4 0 0 0,-2 3 0 0 0,1 4 0 0 0,-30 4 16 0 0,-14-2 155 0 0,0 6-1 0 0,0 5 0 0 0,1 6 1 0 0,0 6-1 0 0,1 5 1 0 0,0 7-1 0 0,3 4 0 0 0,0 6 1 0 0,-25 16-155 0 0,115-41 63 0 0,1 2 0 0 0,0 1 0 0 0,1 1 0 0 0,1 2 0 0 0,1 2 1 0 0,0 0-1 0 0,2 3 0 0 0,1 0 0 0 0,0 2 0 0 0,-3 6-63 0 0,28-28 15 0 0,0 0-1 0 0,0 1 0 0 0,1-1 1 0 0,-1 1-1 0 0,1 0 1 0 0,0 0-1 0 0,0 0 0 0 0,1 1 1 0 0,0-1-1 0 0,0 0 0 0 0,0 1 1 0 0,0 0-1 0 0,1-1 1 0 0,0 1-1 0 0,0 0 0 0 0,0 0 1 0 0,1 0-1 0 0,0 0 1 0 0,0 0-1 0 0,1-1 0 0 0,-1 1 1 0 0,1 0-1 0 0,1 0 1 0 0,-1 0-1 0 0,1-1 0 0 0,0 1 1 0 0,0-1-1 0 0,0 1 1 0 0,1-1-1 0 0,0 0 0 0 0,0 0 1 0 0,4 4-15 0 0,18 8 24 0 0,1-2 0 0 0,0 0 0 0 0,1-2 0 0 0,1-1-1 0 0,0-1 1 0 0,0-2 0 0 0,1 0 0 0 0,1-2 0 0 0,-1-2 0 0 0,22 2-24 0 0,-44-6 1 0 0,155 24-15 0 0,0-8 1 0 0,1-7-1 0 0,1-8 0 0 0,119-14 14 0 0,-180 5-102 0 0,-1-4 0 0 0,0-5 0 0 0,-1-5-1 0 0,41-15 103 0 0,-37-11-260 0 0,-101 45 243 0 0,-1 0 0 0 0,0 0-1 0 0,0-1 1 0 0,0 1 0 0 0,-1-1-1 0 0,1 1 1 0 0,-1-1 0 0 0,1 0 0 0 0,-1 0-1 0 0,0 0 1 0 0,0 0 0 0 0,0 0-1 0 0,0-1 1 0 0,-1 1 0 0 0,1 0-1 0 0,-1-1 1 0 0,0 0 0 0 0,0 1-1 0 0,0-1 1 0 0,-1 1 0 0 0,1-1 0 0 0,-1 0-1 0 0,0 0 1 0 0,0 1 0 0 0,0-1-1 0 0,0 0 1 0 0,-1 1 0 0 0,0-2 17 0 0,-1-1-7 0 0,-1 0-1 0 0,1 0 1 0 0,-2 0 0 0 0,1 0 0 0 0,0 1 0 0 0,-1 0 0 0 0,0-1 0 0 0,-1 2 0 0 0,1-1-1 0 0,-1 0 1 0 0,0 1 0 0 0,0 0 0 0 0,0 0 0 0 0,0 0 0 0 0,-1 1 0 0 0,0-1-1 0 0,-1 0 8 0 0,-87-45 105 0 0,-1 3 1 0 0,-3 5-1 0 0,-1 3 0 0 0,-2 6 0 0 0,-30-4-105 0 0,-94-25 357 0 0,-3 10 0 0 0,-2 9 0 0 0,-101 0-357 0 0,216 34 43 0 0,0 4-1 0 0,-106 10-42 0 0,184-2-21 0 0,0 0 0 0 0,1 3 0 0 0,0 1 0 0 0,0 2 0 0 0,0 1 0 0 0,1 2 0 0 0,1 1 0 0 0,1 1 0 0 0,0 3 0 0 0,-13 9 21 0 0,36-22 20 0 0,1 1 0 0 0,0 0 1 0 0,1 0-1 0 0,-1 1 0 0 0,1 0 1 0 0,1 0-1 0 0,-1 1 0 0 0,1 0 0 0 0,0 1 1 0 0,1-1-1 0 0,0 1 0 0 0,0 1 0 0 0,1-1 1 0 0,1 1-1 0 0,-1 0 0 0 0,1 0 1 0 0,1 0-1 0 0,0 0 0 0 0,1 1 0 0 0,0-1 1 0 0,0 1-1 0 0,1 0 0 0 0,0 0 1 0 0,1-1-1 0 0,0 1 0 0 0,1 0 0 0 0,0 0 1 0 0,1-1-1 0 0,0 1 0 0 0,1-1 0 0 0,0 1 1 0 0,0-1-1 0 0,1 0 0 0 0,1 0-20 0 0,13 12 1 0 0,1-1 1 0 0,1 0-1 0 0,1-2 0 0 0,1 0 0 0 0,0-2 0 0 0,2 0 1 0 0,0-2-1 0 0,0 0 0 0 0,1-2 0 0 0,1 0 0 0 0,1-2 0 0 0,-1-1 1 0 0,19 4-2 0 0,56 16-65 0 0,2-3 1 0 0,0-5-1 0 0,2-4 1 0 0,0-6-1 0 0,0-3 1 0 0,1-5 0 0 0,0-5-1 0 0,22-7 65 0 0,-66 6-146 0 0,0-4 0 0 0,0-2 0 0 0,0-2 0 0 0,-1-4 0 0 0,-1-2 0 0 0,0-3 0 0 0,-2-2-1 0 0,4-5 147 0 0,-51 22-46 0 0,-1-1 0 0 0,0-1 0 0 0,0 1-1 0 0,-1-2 1 0 0,1 1 0 0 0,-1-2 0 0 0,-1 1 0 0 0,1-1-1 0 0,-1 0 1 0 0,-1-1 0 0 0,1 0 0 0 0,-1 0-1 0 0,-1 0 1 0 0,0-1 0 0 0,0 0 0 0 0,-1-1-1 0 0,-1 1 1 0 0,1-1 0 0 0,-2 0 0 0 0,1-1 46 0 0,-2 1-48 0 0,0 0-1 0 0,-1 0 1 0 0,0 0 0 0 0,-1-1 0 0 0,0 1 0 0 0,-1 0 0 0 0,0 0 0 0 0,-1 0 0 0 0,0 0 0 0 0,-1 0-1 0 0,0 0 1 0 0,-1 0 0 0 0,0 1 0 0 0,0 0 0 0 0,-1 0 0 0 0,-1 0 0 0 0,1 0 0 0 0,-2 1 0 0 0,-5-7 48 0 0,-21-20-124 0 0,-2 3 0 0 0,-1 0 0 0 0,-1 3 1 0 0,-2 1-1 0 0,-1 2 0 0 0,-1 1 0 0 0,-2 3 0 0 0,0 1 1 0 0,-1 2-1 0 0,-1 2 0 0 0,-12-1 124 0 0,-6-2 87 0 0,-1 2 0 0 0,0 4 0 0 0,-1 2-1 0 0,-1 3 1 0 0,0 3 0 0 0,-1 3 0 0 0,1 3 0 0 0,0 3-1 0 0,-1 2 1 0 0,-1 4-87 0 0,34-3 136 0 0,1 2 0 0 0,1 1 0 0 0,-1 1 0 0 0,1 2 0 0 0,1 1 0 0 0,0 2 0 0 0,1 1 0 0 0,0 1 0 0 0,2 2 0 0 0,0 0 0 0 0,1 2 0 0 0,0 2 0 0 0,2 0 0 0 0,1 1 0 0 0,0 1 0 0 0,-14 22-136 0 0,29-33 68 0 0,0 1-1 0 0,1 0 1 0 0,1 1 0 0 0,0 0 0 0 0,1 0-1 0 0,1 0 1 0 0,0 1 0 0 0,1 0 0 0 0,0 0-1 0 0,2 0 1 0 0,0 0 0 0 0,0 0 0 0 0,2 6-68 0 0,-1-14 15 0 0,2 1 1 0 0,-1-1-1 0 0,1 1 1 0 0,0-1-1 0 0,0 1 1 0 0,1-1 0 0 0,1 0-1 0 0,-1 1 1 0 0,1-1-1 0 0,0 0 1 0 0,1-1 0 0 0,0 1-1 0 0,0-1 1 0 0,1 0-1 0 0,0 0 1 0 0,0 0 0 0 0,1 0-1 0 0,-1-1 1 0 0,2 0-1 0 0,-1 0 1 0 0,0-1 0 0 0,1 0-1 0 0,7 4-15 0 0,26 14-14 0 0,1-2-1 0 0,1-2 1 0 0,1-2-1 0 0,0-1 1 0 0,1-3-1 0 0,1-1 1 0 0,0-3-1 0 0,0-1 1 0 0,1-2-1 0 0,0-3 1 0 0,25-1 14 0 0,61 6-169 0 0,1-6-1 0 0,-1-5 1 0 0,0-6-1 0 0,0-6 1 0 0,-1-6 0 0 0,99-29 169 0 0,-207 45-93 0 0,-1-1 0 0 0,1-1 0 0 0,-1-1 0 0 0,-1 0 0 0 0,1-2 0 0 0,-1-1 0 0 0,-1 0 1 0 0,0-1-1 0 0,-1-2 0 0 0,0 0 0 0 0,-1-1 0 0 0,7-7 93 0 0,-21 17 1 0 0,-1-1 0 0 0,1 0-1 0 0,-1 1 1 0 0,0-1 0 0 0,-1 0 0 0 0,0-1-1 0 0,0 1 1 0 0,0 0 0 0 0,0-1 0 0 0,-1 1-1 0 0,0-1 1 0 0,0 1 0 0 0,-1-1 0 0 0,0 1-1 0 0,0-1 1 0 0,-1 1 0 0 0,0-1 0 0 0,0 1-1 0 0,0-1 1 0 0,-1 1 0 0 0,0-1 0 0 0,0 1-1 0 0,0 0 1 0 0,-1 0 0 0 0,0 0 0 0 0,0 0-1 0 0,-1 1 1 0 0,1-1 0 0 0,-4-2-1 0 0,-15-14 43 0 0,-1 1 0 0 0,-2 1 1 0 0,0 2-1 0 0,0 0 0 0 0,-2 1 0 0 0,0 2 1 0 0,-1 1-1 0 0,0 1 0 0 0,-2 1 0 0 0,1 2 0 0 0,-12-2-43 0 0,-24-9 143 0 0,0 3 0 0 0,-2 3 0 0 0,1 3 0 0 0,-2 3 0 0 0,1 3 0 0 0,-1 2 0 0 0,0 4 0 0 0,0 3 0 0 0,-21 5-143 0 0,55-5 25 0 0,0 3-1 0 0,0 0 1 0 0,0 3 0 0 0,1 0-1 0 0,1 2 1 0 0,0 2 0 0 0,0 1-1 0 0,1 1 1 0 0,1 2 0 0 0,0 1-1 0 0,2 1 1 0 0,0 1-1 0 0,1 2 1 0 0,1 1 0 0 0,1 1-1 0 0,2 1 1 0 0,0 0 0 0 0,1 2-1 0 0,-1 6-24 0 0,17-23 20 0 0,0 0 0 0 0,1 0 1 0 0,1 0-1 0 0,0 1 0 0 0,0 0 0 0 0,1 0 0 0 0,0 0 0 0 0,1 0 0 0 0,0 0 0 0 0,1 1 1 0 0,0-1-1 0 0,1 0 0 0 0,0 1 0 0 0,1-1 0 0 0,0 1 0 0 0,1-1 0 0 0,0 0 0 0 0,1 0 1 0 0,0 0-1 0 0,1 0 0 0 0,0-1 0 0 0,3 7-20 0 0,7-3-8 0 0,1 0 0 0 0,0 0 0 0 0,0-1 1 0 0,2-1-1 0 0,-1-1 0 0 0,2 0 0 0 0,-1-1 0 0 0,2-1 0 0 0,-1-1 1 0 0,1 0-1 0 0,0-2 0 0 0,1 0 0 0 0,-1-1 0 0 0,1-1 0 0 0,0 0 1 0 0,6-2 7 0 0,74 10-74 0 0,1-5 1 0 0,0-5 0 0 0,0-3 0 0 0,0-6 0 0 0,0-3 0 0 0,-1-5-1 0 0,-1-5 1 0 0,43-15 73 0 0,19-3-383 0 0,-2-7 0 0 0,-2-6-1 0 0,-2-8 1 0 0,-3-6 0 0 0,116-70 383 0 0,-240 122 96 0 0,-1-2-1 0 0,-1-1 1 0 0,0-1 0 0 0,-1-1 0 0 0,-1-1-1 0 0,-1-1 1 0 0,0-1 0 0 0,-2-1 0 0 0,-1-1-1 0 0,0-1 1 0 0,-2-1 0 0 0,-1-1 0 0 0,0 0-1 0 0,-3-1 1 0 0,0 0 0 0 0,-1-2-1 0 0,4-17-95 0 0,-11 23 145 0 0,-2-1-1 0 0,0 0 1 0 0,-2-1-1 0 0,-1 1 1 0 0,-1-1-1 0 0,-1 1 0 0 0,-1 0 1 0 0,-1 0-1 0 0,-1-1 1 0 0,-1 2-1 0 0,-1-1 0 0 0,-1 1 1 0 0,-1 0-1 0 0,-1 0 1 0 0,-6-8-145 0 0,-4-1 32 0 0,-2 1 1 0 0,-1 0 0 0 0,-1 2 0 0 0,-2 0-1 0 0,0 2 1 0 0,-2 1 0 0 0,-1 1 0 0 0,-2 2-1 0 0,0 0 1 0 0,-1 2 0 0 0,-1 2 0 0 0,-1 0 0 0 0,0 3-1 0 0,-1 0 1 0 0,-1 2 0 0 0,-1 2 0 0 0,0 1-1 0 0,0 2 1 0 0,-1 2 0 0 0,0 1 0 0 0,0 2-1 0 0,-1 1 1 0 0,1 2 0 0 0,-1 1 0 0 0,1 3-1 0 0,0 1 1 0 0,0 1 0 0 0,0 2 0 0 0,0 2-1 0 0,1 1 1 0 0,-4 4-33 0 0,-30 17-59 0 0,1 4 0 0 0,1 2-1 0 0,3 3 1 0 0,1 4 0 0 0,2 2-1 0 0,2 2 1 0 0,2 4 0 0 0,2 1 0 0 0,3 3-1 0 0,3 3 1 0 0,-9 16 59 0 0,34-43 75 0 0,1 1 0 0 0,2 0-1 0 0,1 2 1 0 0,2 1 0 0 0,-10 26-75 0 0,13 44 70 0 0,18-100-97 0 0,0 0 0 0 0,0-1 0 0 0,0 1 0 0 0,1-1 0 0 0,0 1 0 0 0,0-1 0 0 0,1 0 0 0 0,-1 0 0 0 0,1-1 0 0 0,0 1 0 0 0,1-1 0 0 0,-1 1 0 0 0,1-1 0 0 0,-1-1 0 0 0,1 1 0 0 0,0-1 0 0 0,1 0 0 0 0,-1 0 0 0 0,1 0 0 0 0,-1-1 0 0 0,1 1 0 0 0,0-2 0 0 0,0 1 0 0 0,-1-1 0 0 0,1 1 0 0 0,0-1 0 0 0,1-1 0 0 0,-1 0 0 0 0,0 1 0 0 0,0-2 0 0 0,0 1 0 0 0,3-1 27 0 0,55 2-66 0 0,0-2 0 0 0,0-4 1 0 0,0-2-1 0 0,-1-3 0 0 0,0-2 0 0 0,0-4 0 0 0,-2-2 1 0 0,0-3-1 0 0,-1-2 0 0 0,34-20 66 0 0,-48 24-89 0 0,-1-2 0 0 0,-1-2 0 0 0,-1-2 1 0 0,-1-2-1 0 0,-2-2 0 0 0,0-1 0 0 0,-2-2 0 0 0,-2-1 0 0 0,-1-3 0 0 0,-1 0 1 0 0,-2-2-1 0 0,-2-2 0 0 0,-2 0 0 0 0,-1-2 0 0 0,10-24 89 0 0,-27 41 122 0 0,-1 0-1 0 0,-1-1 1 0 0,-2 0 0 0 0,0 0-1 0 0,-2 0 1 0 0,0-1-1 0 0,-2 0 1 0 0,-1 1-1 0 0,-1-1 1 0 0,-3-12-122 0 0,2 22 117 0 0,-1 1 0 0 0,-1-1 0 0 0,-1 1 0 0 0,-1 0 0 0 0,0 0 0 0 0,0 1 0 0 0,-2-1-1 0 0,0 1 1 0 0,-1 1 0 0 0,0-1 0 0 0,-1 1 0 0 0,-1 1 0 0 0,0 0 0 0 0,-1 0 0 0 0,0 1 0 0 0,-1 0 0 0 0,-4-3-117 0 0,-15-4 20 0 0,-1 2 1 0 0,0 1-1 0 0,-1 1 1 0 0,-1 2-1 0 0,0 1 1 0 0,-1 2-1 0 0,0 1 1 0 0,-1 2-1 0 0,1 1 1 0 0,-1 2-1 0 0,0 2 1 0 0,-1 1-1 0 0,1 1 1 0 0,0 3-1 0 0,0 0 1 0 0,-21 7-21 0 0,-28 7-95 0 0,1 3 0 0 0,0 5 1 0 0,2 3-1 0 0,1 3 0 0 0,2 4 0 0 0,1 4 1 0 0,2 3-1 0 0,-52 39 95 0 0,57-37-3 0 0,1 3-1 0 0,3 3 1 0 0,3 3 0 0 0,1 3 0 0 0,3 3 0 0 0,3 2 0 0 0,-24 35 3 0 0,68-79-32 0 0,1 0 0 0 0,0 1 0 0 0,1 1 1 0 0,2 0-1 0 0,-1 0 0 0 0,2 1 0 0 0,1 0 1 0 0,0 0-1 0 0,2 1 0 0 0,0 0 0 0 0,2 0 0 0 0,-1 6 32 0 0,3-21-32 0 0,1 0 0 0 0,0 0 0 0 0,0 1 0 0 0,0-1 0 0 0,1 0 0 0 0,-1 0 1 0 0,2 0-1 0 0,-1 0 0 0 0,1 0 0 0 0,0 0 0 0 0,0 0 0 0 0,0-1 0 0 0,1 1 0 0 0,0-1 0 0 0,0 1 0 0 0,0-1 0 0 0,1 0 0 0 0,0 0 0 0 0,0-1 0 0 0,0 1 0 0 0,0-1 0 0 0,1 0 0 0 0,0 0 0 0 0,-1 0 0 0 0,2 0 0 0 0,-1-1 0 0 0,0 0 0 0 0,1 0 0 0 0,-1-1 0 0 0,1 1 0 0 0,0-1 0 0 0,0 0 32 0 0,31 9-53 0 0,0-1 1 0 0,0-1-1 0 0,1-2 0 0 0,0-2 1 0 0,0-2-1 0 0,0-1 0 0 0,0-2 1 0 0,13-2 52 0 0,91-7 91 0 0,-2-6 0 0 0,0-6 0 0 0,-1-6 1 0 0,-2-7-1 0 0,-1-5 0 0 0,-2-6 0 0 0,16-13-91 0 0,-56 23-9 0 0,-2-5 0 0 0,-1-3 0 0 0,-3-4 0 0 0,-1-4 0 0 0,-3-4 0 0 0,20-20 9 0 0,-87 62 15 0 0,-1 0 1 0 0,0-2-1 0 0,-1 0 1 0 0,0-1-1 0 0,-1 0 1 0 0,-1-1-1 0 0,-1 0 0 0 0,0-1 1 0 0,-1-1-1 0 0,-1 0 1 0 0,-1 0-1 0 0,-1-1 1 0 0,-1 0-1 0 0,4-15-15 0 0,-8 16 101 0 0,0 0 0 0 0,-2 0 0 0 0,0 0 0 0 0,-1 0 0 0 0,-1 0 0 0 0,-1-1 0 0 0,0 1 0 0 0,-1 0 0 0 0,-2 1 0 0 0,0-1 0 0 0,0 1 0 0 0,-2 0 0 0 0,0 0 0 0 0,-2 1 0 0 0,0 0 0 0 0,0 0 0 0 0,-2 1 0 0 0,0 0 0 0 0,0 1 0 0 0,-2 0 0 0 0,0 1 0 0 0,0 0 0 0 0,-12-7-101 0 0,-2-2 87 0 0,-1 2 0 0 0,-1 1-1 0 0,-1 1 1 0 0,-1 1 0 0 0,0 2-1 0 0,-2 2 1 0 0,1 0 0 0 0,-2 2-1 0 0,1 2 1 0 0,-35-6-87 0 0,-3 3-27 0 0,-1 4 0 0 0,0 3-1 0 0,0 3 1 0 0,-65 6 27 0 0,34 7-100 0 0,0 5-1 0 0,1 4 0 0 0,1 5 1 0 0,2 4-1 0 0,0 5 0 0 0,2 4 1 0 0,2 4-1 0 0,2 4 0 0 0,2 4 1 0 0,-36 28 100 0 0,72-45 14 0 0,2 2 0 0 0,2 2 0 0 0,1 3 0 0 0,1 1 1 0 0,3 3-1 0 0,1 2 0 0 0,3 1 0 0 0,1 3 1 0 0,-14 24-15 0 0,47-62-6 0 0,0 1 1 0 0,1 0 0 0 0,0 0 0 0 0,0 1 0 0 0,2-1 0 0 0,-1 1 0 0 0,2 0-1 0 0,0 1 1 0 0,0-1 0 0 0,1 1 0 0 0,1 0 0 0 0,0 0 0 0 0,1 0-1 0 0,1 0 1 0 0,0 0 0 0 0,1-1 0 0 0,0 1 0 0 0,1 0 0 0 0,1 0 0 0 0,0 0-1 0 0,1-1 1 0 0,0 0 0 0 0,1 0 0 0 0,0 0 0 0 0,2 1 5 0 0,9 2-31 0 0,0-1 1 0 0,1 0-1 0 0,1-2 1 0 0,0 0-1 0 0,1 0 0 0 0,0-2 1 0 0,1-1-1 0 0,0 0 1 0 0,1-1-1 0 0,0-1 0 0 0,0-2 1 0 0,1 0-1 0 0,0-1 1 0 0,0-1-1 0 0,1 0 31 0 0,78 12-5 0 0,0-5 0 0 0,0-4 1 0 0,1-4-1 0 0,68-8 5 0 0,26-12 39 0 0,0-9 0 0 0,-1-8 0 0 0,-3-9 0 0 0,37-19-39 0 0,-91 24-228 0 0,-2-5 0 0 0,-2-6 0 0 0,-3-7 0 0 0,-1-4 0 0 0,87-59 228 0 0,-192 104 38 0 0,0 0 0 0 0,-1-2 0 0 0,-1-1-1 0 0,0-1 1 0 0,-1-1 0 0 0,-2-1-1 0 0,0 0 1 0 0,-1-2 0 0 0,-1 0-1 0 0,-1-1 1 0 0,-2-1 0 0 0,0 0 0 0 0,-1-1-1 0 0,-2-1 1 0 0,-1 0 0 0 0,8-28-38 0 0,-13 35 90 0 0,-2-1 1 0 0,0 1 0 0 0,-1-1-1 0 0,-1 0 1 0 0,-1 1 0 0 0,0-1-1 0 0,-2 0 1 0 0,-1 0 0 0 0,0 1-1 0 0,-2-1 1 0 0,0 1-1 0 0,-1 0 1 0 0,-1 0 0 0 0,-1 0-1 0 0,-1 1 1 0 0,0 0 0 0 0,-2 0-1 0 0,0 1 1 0 0,-1 0 0 0 0,-1 1-1 0 0,-4-5-90 0 0,-7 3 0 0 0,-1 0 0 0 0,0 2 0 0 0,-1 1 1 0 0,0 1-1 0 0,-2 1 0 0 0,1 1 0 0 0,-2 1 0 0 0,0 2 0 0 0,0 1 0 0 0,-1 1 0 0 0,0 1 0 0 0,0 2 0 0 0,0 0 0 0 0,-1 3 0 0 0,0 0 0 0 0,0 2 1 0 0,1 1-1 0 0,-4 1 0 0 0,-54 6-80 0 0,0 2 0 0 0,0 5 0 0 0,1 4 0 0 0,1 3 1 0 0,1 4-1 0 0,2 3 0 0 0,0 4 0 0 0,3 4 1 0 0,-26 17 79 0 0,5-3-35 0 0,2 5 0 0 0,3 3 0 0 0,3 5 0 0 0,2 3 0 0 0,3 5 1 0 0,4 3-1 0 0,3 4 0 0 0,0 6 35 0 0,64-68-26 0 0,0 1 0 0 0,2 0 1 0 0,0 1-1 0 0,1 1 0 0 0,1 0 0 0 0,0 1 1 0 0,2 0-1 0 0,0 1 0 0 0,2 0 0 0 0,0 0 1 0 0,2 1-1 0 0,0 0 0 0 0,2 0 1 0 0,0 0-1 0 0,1 18 26 0 0,3-35-20 0 0,0 0 1 0 0,1 0-1 0 0,0 0 0 0 0,1 0 1 0 0,-1 0-1 0 0,1 0 1 0 0,0-1-1 0 0,0 1 0 0 0,1-1 1 0 0,0 0-1 0 0,0 1 1 0 0,0-1-1 0 0,0 0 0 0 0,1-1 1 0 0,0 1-1 0 0,0-1 1 0 0,0 1-1 0 0,0-1 0 0 0,1-1 1 0 0,0 1-1 0 0,0-1 0 0 0,0 1 1 0 0,0-1-1 0 0,0-1 1 0 0,1 1-1 0 0,-1-1 0 0 0,1 0 1 0 0,0 0-1 0 0,-1 0 1 0 0,1-1-1 0 0,0 0 0 0 0,3 0 20 0 0,38 8 43 0 0,1-1-1 0 0,0-3 0 0 0,0-2 1 0 0,0-1-1 0 0,0-3 0 0 0,27-5-42 0 0,70-11 117 0 0,-2-6 0 0 0,0-7 0 0 0,-2-5 0 0 0,-2-7 0 0 0,76-36-117 0 0,-91 33-163 0 0,-2-6 0 0 0,-2-5 1 0 0,-3-5-1 0 0,50-37 163 0 0,-146 86 27 0 0,-1-2 1 0 0,0 0 0 0 0,-1-2-1 0 0,-1 0 1 0 0,0-1 0 0 0,-1 0-1 0 0,-1-2 1 0 0,0 0-1 0 0,-2 0 1 0 0,0-2 0 0 0,-1 0-1 0 0,-1 0 1 0 0,-1-1 0 0 0,-1 0-1 0 0,-1-1 1 0 0,3-13-28 0 0,-8 18 59 0 0,-1 0-1 0 0,-1 1 1 0 0,0-1 0 0 0,-1 0-1 0 0,-1 0 1 0 0,-1 0 0 0 0,0 0-1 0 0,-2 0 1 0 0,0 0 0 0 0,-1 1 0 0 0,0-1-1 0 0,-1 1 1 0 0,-2 0 0 0 0,1 0-1 0 0,-2 1 1 0 0,0 0 0 0 0,-1 0-1 0 0,-1 1 1 0 0,0 0 0 0 0,-1 1 0 0 0,0 0-1 0 0,-1 1 1 0 0,-9-7-59 0 0,1 2 31 0 0,-1 1 0 0 0,0 2-1 0 0,-1 0 1 0 0,-1 1 0 0 0,0 1 0 0 0,-1 1 0 0 0,0 2-1 0 0,-1 0 1 0 0,0 1 0 0 0,-1 2 0 0 0,1 0 0 0 0,-1 2-1 0 0,-1 1 1 0 0,-10 0-31 0 0,-5 2-42 0 0,0 1-1 0 0,0 2 1 0 0,0 3-1 0 0,0 1 1 0 0,1 1-1 0 0,-1 3 1 0 0,1 1-1 0 0,-31 13 43 0 0,-44 26-114 0 0,2 4 0 0 0,3 6 1 0 0,3 4-1 0 0,2 5 0 0 0,3 5 0 0 0,4 4 0 0 0,-12 17 114 0 0,46-39 65 0 0,1 3-1 0 0,4 2 1 0 0,2 3 0 0 0,3 3 0 0 0,-21 35-65 0 0,68-92-1 0 0,2 1 1 0 0,-1-1-1 0 0,1 1 1 0 0,1 1 0 0 0,0-1-1 0 0,0 1 1 0 0,1 0-1 0 0,0 0 1 0 0,1 0-1 0 0,1 0 1 0 0,-1 1-1 0 0,2-1 1 0 0,0 1-1 0 0,0 0 1 0 0,1-1-1 0 0,0 1 1 0 0,2 4 0 0 0,1-10-17 0 0,1-1-1 0 0,0 1 1 0 0,0 0 0 0 0,1-1 0 0 0,0 0 0 0 0,0 0-1 0 0,0-1 1 0 0,0 1 0 0 0,1-1 0 0 0,-1 0 0 0 0,1-1-1 0 0,0 1 1 0 0,0-1 0 0 0,1 0 0 0 0,-1-1 0 0 0,1 1-1 0 0,-1-1 1 0 0,1-1 0 0 0,0 1 0 0 0,0-1-1 0 0,0 0 1 0 0,0-1 0 0 0,-1 0 0 0 0,1 0 0 0 0,2 0 17 0 0,-7 0-1 0 0,83 4 52 0 0,1-4 0 0 0,0-3 0 0 0,-1-4 0 0 0,0-4 0 0 0,-1-4 1 0 0,0-3-1 0 0,68-25-51 0 0,32-11-96 0 0,-3-8 1 0 0,-2-8 0 0 0,-3-7-1 0 0,17-19 96 0 0,-152 73 3 0 0,-1-1-1 0 0,-1-2 1 0 0,-1-1 0 0 0,-2-2-1 0 0,7-9-2 0 0,-30 26 34 0 0,-1-1-1 0 0,0 0 1 0 0,0-1-1 0 0,-1-1 1 0 0,-1 1-1 0 0,-1-2 0 0 0,0 1 1 0 0,-1-1-1 0 0,-1 0 1 0 0,0-1-1 0 0,-1 0 1 0 0,-1 0-1 0 0,0 0 0 0 0,-2-1 1 0 0,0 0-34 0 0,-1 3 38 0 0,0-1-1 0 0,-2 1 1 0 0,1 0 0 0 0,-2 0 0 0 0,0-1-1 0 0,-1 1 1 0 0,-1 0 0 0 0,0 0 0 0 0,-1 1-1 0 0,-1-1 1 0 0,0 1 0 0 0,-1 0 0 0 0,0 0-1 0 0,-1 0 1 0 0,-1 1 0 0 0,-1-1-38 0 0,-15-15 34 0 0,-1 1 0 0 0,-1 1 0 0 0,-2 1-1 0 0,-1 1 1 0 0,0 2 0 0 0,-2 1 0 0 0,-1 1 0 0 0,0 2 0 0 0,-1 1 0 0 0,-1 2-1 0 0,-1 1 1 0 0,-1 2 0 0 0,1 1 0 0 0,-17-2-34 0 0,20 6 12 0 0,0 2 0 0 0,0 1 0 0 0,-1 2-1 0 0,0 1 1 0 0,1 2 0 0 0,-1 1 0 0 0,0 1 0 0 0,1 2 0 0 0,0 1 0 0 0,0 2 0 0 0,-4 2-12 0 0,-6 4-109 0 0,1 2 1 0 0,0 1 0 0 0,0 2-1 0 0,-36 24 109 0 0,1 5-38 0 0,2 3 0 0 0,2 3-1 0 0,3 4 1 0 0,3 2 0 0 0,2 3-1 0 0,3 3 1 0 0,3 3 0 0 0,2 2-1 0 0,4 2 1 0 0,-30 57 38 0 0,67-105-34 0 0,0 0 0 0 0,2 1 1 0 0,1 0-1 0 0,1 1 0 0 0,1 1 0 0 0,1-1 0 0 0,2 1 0 0 0,1 1 1 0 0,0-1-1 0 0,2 1 0 0 0,2 0 0 0 0,0 0 0 0 0,2 0 1 0 0,2 12 33 0 0,0-29-26 0 0,1-1 0 0 0,0 1 0 0 0,1-1 0 0 0,0 0 0 0 0,1 0 0 0 0,0-1 0 0 0,1 1 0 0 0,-1-1 0 0 0,2 0 0 0 0,-1-1 0 0 0,1 1 0 0 0,1-1 0 0 0,0-1 1 0 0,0 0-1 0 0,0 0 0 0 0,1 0 0 0 0,0-1 0 0 0,0 0 0 0 0,0-1 0 0 0,2 1 26 0 0,17 7-35 0 0,0 0 0 0 0,1-2 0 0 0,0-1-1 0 0,1-1 1 0 0,0-2 0 0 0,16 2 35 0 0,33 0 34 0 0,0-3 0 0 0,1-3-1 0 0,0-4 1 0 0,0-4 0 0 0,-1-2 0 0 0,0-5-1 0 0,-1-2 1 0 0,0-5 0 0 0,-1-2 0 0 0,51-23-34 0 0,-49 15-33 0 0,-2-4 0 0 0,-2-2 1 0 0,-1-4-1 0 0,42-31 33 0 0,-80 46-2 0 0,-2-1 0 0 0,-1-1 0 0 0,-1-2-1 0 0,-2-2 1 0 0,0 0 0 0 0,-2-2 0 0 0,-2-1 0 0 0,-1-1 0 0 0,-1-2 0 0 0,-2-1 2 0 0,-10 13 26 0 0,-1-1 1 0 0,-2 0-1 0 0,0 0 1 0 0,-2-1-1 0 0,-1 0 1 0 0,-1-1-1 0 0,-1 1 1 0 0,-1-1-1 0 0,-1 0 1 0 0,-2-25-27 0 0,0 33 31 0 0,-1 0 1 0 0,-1 1-1 0 0,0-1 0 0 0,-1 0 1 0 0,-2 1-1 0 0,1 0 1 0 0,-2 0-1 0 0,0 0 0 0 0,-2 1 1 0 0,1-1-1 0 0,-2 2 0 0 0,-1-1 1 0 0,0 1-1 0 0,0 1 1 0 0,-6-5-32 0 0,-2-2 13 0 0,-2 1 1 0 0,0 0 0 0 0,-1 2 0 0 0,-1 0-1 0 0,-1 1 1 0 0,-1 2 0 0 0,0 0 0 0 0,-1 2 0 0 0,-1 0-1 0 0,0 2 1 0 0,-1 1 0 0 0,0 1 0 0 0,0 1-1 0 0,-1 1 1 0 0,0 2 0 0 0,-1 1 0 0 0,1 1-1 0 0,-1 2 1 0 0,0 0 0 0 0,0 2 0 0 0,0 1 0 0 0,0 2-1 0 0,-16 3-13 0 0,-22 13-54 0 0,2 2-1 0 0,0 3 1 0 0,2 3-1 0 0,1 3 1 0 0,1 2-1 0 0,1 3 1 0 0,2 2-1 0 0,2 3 0 0 0,2 3 1 0 0,-38 38 54 0 0,38-36-15 0 0,3 1 1 0 0,2 3 0 0 0,2 2-1 0 0,2 2 1 0 0,3 2-1 0 0,2 2 1 0 0,2 2 0 0 0,-23 51 14 0 0,53-94-33 0 0,0-1 1 0 0,1 1 0 0 0,1 0 0 0 0,1 0 0 0 0,0 0 0 0 0,1 1 0 0 0,1 0 0 0 0,0 0 0 0 0,2 0-1 0 0,0 0 1 0 0,0 0 0 0 0,2 0 0 0 0,0 0 0 0 0,1 0 0 0 0,1 0 0 0 0,0 0 0 0 0,1 0 0 0 0,5 10 32 0 0,-1-15-48 0 0,0 0 1 0 0,1-1 0 0 0,0 0 0 0 0,0 0 0 0 0,2-1-1 0 0,-1 0 1 0 0,1-1 0 0 0,1 0 0 0 0,-1 0 0 0 0,1-2 0 0 0,1 1-1 0 0,0-2 1 0 0,0 1 0 0 0,0-2 0 0 0,3 1 47 0 0,17 6-84 0 0,1-2 1 0 0,0-2 0 0 0,1-1-1 0 0,-1-1 1 0 0,28 0 83 0 0,24-5 43 0 0,0-4 0 0 0,0-4 0 0 0,-1-4 0 0 0,0-3 1 0 0,-1-4-1 0 0,0-3 0 0 0,-2-4 0 0 0,-1-4 0 0 0,-1-3 0 0 0,-2-4 0 0 0,9-8-43 0 0,-32 16 36 0 0,-2-3 1 0 0,0-1-1 0 0,-2-3 0 0 0,-2-2 0 0 0,45-44-36 0 0,-72 60 21 0 0,-1-2 1 0 0,-1 0-1 0 0,-1-1 1 0 0,-1-1 0 0 0,-1-1-1 0 0,-1-1 1 0 0,-2 0-1 0 0,0-1 1 0 0,-2 0 0 0 0,-1-1-1 0 0,-2 0 1 0 0,6-30-22 0 0,-9 31 81 0 0,-1 0 0 0 0,-2 0 0 0 0,-1 0 0 0 0,-1 0 0 0 0,-1 0 0 0 0,-2 0 0 0 0,0 0 0 0 0,-2 0 0 0 0,-2 1 0 0 0,0-1 0 0 0,-2 1-1 0 0,0 1 1 0 0,-2-1 0 0 0,-1 1 0 0 0,-2 1 0 0 0,0 0 0 0 0,-1 1 0 0 0,-10-11-81 0 0,6 12 24 0 0,-1 1 0 0 0,-1 2 0 0 0,0 0-1 0 0,-2 0 1 0 0,0 2 0 0 0,-2 1 0 0 0,1 1-1 0 0,-2 1 1 0 0,0 1 0 0 0,-1 1 0 0 0,0 2-1 0 0,-1 0 1 0 0,0 2 0 0 0,-1 1 0 0 0,-15-3-24 0 0,-2 3-17 0 0,-1 2 1 0 0,0 1-1 0 0,0 3 1 0 0,0 2-1 0 0,0 1 1 0 0,0 3-1 0 0,0 2 1 0 0,1 1-1 0 0,-20 8 17 0 0,-47 18-102 0 0,2 6 0 0 0,2 4 0 0 0,1 5 0 0 0,3 4 0 0 0,2 5 0 0 0,3 4 0 0 0,-50 43 102 0 0,90-64-37 0 0,1 3 0 0 0,2 2 0 0 0,2 3-1 0 0,2 1 1 0 0,3 4 0 0 0,1 1 0 0 0,-25 40 37 0 0,64-80-35 0 0,1 0 1 0 0,0 1 0 0 0,1 0 0 0 0,1 0 0 0 0,0 0-1 0 0,1 1 1 0 0,1-1 0 0 0,0 1 0 0 0,1 0 0 0 0,1 1-1 0 0,0-1 1 0 0,1 0 0 0 0,1 1 0 0 0,1 1 34 0 0,1-6-65 0 0,0-1 1 0 0,0 0 0 0 0,1 0-1 0 0,1 0 1 0 0,0-1-1 0 0,0 1 1 0 0,1-1 0 0 0,0 0-1 0 0,1 0 1 0 0,0 0-1 0 0,1-1 1 0 0,0 0 0 0 0,0 0-1 0 0,1-1 1 0 0,0 0-1 0 0,0 0 1 0 0,1-1 0 0 0,0 0-1 0 0,1-1 1 0 0,3 3 64 0 0,18 9-228 0 0,0 0 1 0 0,2-2 0 0 0,0-2-1 0 0,0-1 1 0 0,32 8 227 0 0,22-1-30 0 0,1-4-1 0 0,0-4 1 0 0,1-3-1 0 0,0-5 1 0 0,0-3 0 0 0,0-4-1 0 0,0-4 1 0 0,-1-4-1 0 0,0-4 1 0 0,-1-3 0 0 0,0-5-1 0 0,-2-3 1 0 0,-1-4 0 0 0,4-6 30 0 0,-30 12 64 0 0,0-2 1 0 0,-2-4-1 0 0,-1-1 1 0 0,-1-3 0 0 0,-2-3-1 0 0,36-33-64 0 0,-66 51 55 0 0,-1 0 0 0 0,-2-2 0 0 0,0-1 0 0 0,-1 0 0 0 0,-1-1 0 0 0,-1-1 0 0 0,-1 0-1 0 0,-1-1 1 0 0,-1-1 0 0 0,-2 0 0 0 0,0 0 0 0 0,-2-1 0 0 0,-1-1 0 0 0,-1 0 0 0 0,-1 0 0 0 0,-2-3-55 0 0,0 8 74 0 0,-2 1 1 0 0,-1-1 0 0 0,-1 1-1 0 0,-1-1 1 0 0,-1 0-1 0 0,-1 1 1 0 0,-1 0 0 0 0,-1 0-1 0 0,0 0 1 0 0,-2 0 0 0 0,-1 1-1 0 0,0 0 1 0 0,-5-5-75 0 0,-3-1 16 0 0,-1 0 1 0 0,-2 1 0 0 0,-1 1-1 0 0,-1 1 1 0 0,-1 1 0 0 0,0 1-1 0 0,-2 1 1 0 0,-1 1 0 0 0,0 1-1 0 0,-2 1 1 0 0,0 1 0 0 0,-1 2-1 0 0,0 1 1 0 0,-1 1-1 0 0,-1 1 1 0 0,0 2 0 0 0,0 0-1 0 0,-1 3 1 0 0,0 0 0 0 0,0 2-1 0 0,-1 2 1 0 0,0 0 0 0 0,0 2-1 0 0,1 2 1 0 0,-1 1 0 0 0,0 1-1 0 0,1 2 1 0 0,0 1-1 0 0,-24 8-16 0 0,-10 12-46 0 0,2 3 0 0 0,0 2-1 0 0,3 4 1 0 0,0 2-1 0 0,3 2 1 0 0,1 3-1 0 0,2 3 1 0 0,2 1-1 0 0,2 3 1 0 0,3 2 0 0 0,1 3-1 0 0,-9 17 47 0 0,21-28-37 0 0,1 0 0 0 0,3 2 0 0 0,2 2-1 0 0,1 0 1 0 0,3 2 0 0 0,2 0 0 0 0,2 2 0 0 0,2 0-1 0 0,3 1 1 0 0,1 1 0 0 0,3 0 0 0 0,3 1 0 0 0,2 0-1 0 0,1 16 38 0 0,5-50-35 0 0,1 0 0 0 0,0 0 0 0 0,2 0 1 0 0,0 0-1 0 0,2 0 0 0 0,0 0 0 0 0,1-1 0 0 0,0 0 0 0 0,2 0 0 0 0,0-1 0 0 0,2 0 0 0 0,0 0 0 0 0,0-1 0 0 0,2 0 0 0 0,0-1 0 0 0,1 0 0 0 0,1-1 0 0 0,0-1 0 0 0,1 0 0 0 0,13 9 35 0 0,10 0-47 0 0,1-1 1 0 0,0-2-1 0 0,2-2 0 0 0,0-2 0 0 0,1-1 1 0 0,1-3-1 0 0,0-1 0 0 0,0-2 0 0 0,1-2 1 0 0,0-2-1 0 0,1-2 0 0 0,40-2 47 0 0,-14-2 27 0 0,0-2-1 0 0,0-4 1 0 0,-1-2-1 0 0,0-4 1 0 0,-1-3-1 0 0,-1-3 1 0 0,-1-2-1 0 0,0-4 1 0 0,-2-2 0 0 0,-1-4-1 0 0,-1-2 1 0 0,-2-3-1 0 0,-1-2 1 0 0,0-5-27 0 0,-40 30 13 0 0,-1-1 1 0 0,-1-1 0 0 0,-1 0 0 0 0,0-1 0 0 0,-1-1-1 0 0,-1-1 1 0 0,0 0 0 0 0,-1-1 0 0 0,-1-1 0 0 0,-1 0 0 0 0,-1 0-1 0 0,-1-1 1 0 0,-1-1 0 0 0,0 0 0 0 0,-2 0 0 0 0,0 0-1 0 0,1-14-13 0 0,-6 20 35 0 0,-1 1 0 0 0,-1-1 0 0 0,0 1 0 0 0,-1-1 0 0 0,0 1 0 0 0,-2 0-1 0 0,1 0 1 0 0,-2 0 0 0 0,0 0 0 0 0,-1 0 0 0 0,-1 1 0 0 0,0-1 0 0 0,0 1 0 0 0,-2 1 0 0 0,0 0-1 0 0,-5-7-34 0 0,-5-4 8 0 0,-2 0-1 0 0,-1 1 1 0 0,-1 2 0 0 0,0 0-1 0 0,-2 1 1 0 0,0 1-1 0 0,-1 2 1 0 0,-1 0-1 0 0,-1 2 1 0 0,0 1-1 0 0,-1 1 1 0 0,-1 1-1 0 0,0 1 1 0 0,0 2-1 0 0,-1 1 1 0 0,0 1-1 0 0,0 2 1 0 0,-1 1 0 0 0,1 1-1 0 0,-1 2 1 0 0,0 1-1 0 0,1 1 1 0 0,-1 2-1 0 0,0 1 1 0 0,1 1-1 0 0,0 2 1 0 0,0 1-1 0 0,1 1 1 0 0,0 2-1 0 0,-4 2-7 0 0,0 6 35 0 0,1 2 0 0 0,0 0 0 0 0,2 3 0 0 0,0 0 0 0 0,2 2-1 0 0,1 1 1 0 0,1 1 0 0 0,1 1 0 0 0,2 1 0 0 0,1 1 0 0 0,1 1-1 0 0,2 1 1 0 0,1 1 0 0 0,1 1 0 0 0,3 0 0 0 0,0 1 0 0 0,3 0-1 0 0,1 1 1 0 0,1 0 0 0 0,1 8-35 0 0,3-9-7 0 0,1 1 1 0 0,2 0-1 0 0,1-1 0 0 0,2 1 1 0 0,1 0-1 0 0,2-1 1 0 0,2 1-1 0 0,2 3 7 0 0,-4-26-35 0 0,0 1 1 0 0,1-1-1 0 0,1 1 1 0 0,0-1-1 0 0,1-1 1 0 0,0 1-1 0 0,1-1 1 0 0,1-1-1 0 0,0 1 0 0 0,0-2 1 0 0,2 1-1 0 0,-1-1 1 0 0,1-1-1 0 0,1 0 1 0 0,0 0-1 0 0,0-1 1 0 0,1-1-1 0 0,0 0 1 0 0,0-1-1 0 0,13 6 35 0 0,11-3-143 0 0,0-1 1 0 0,0-1-1 0 0,1-3 1 0 0,0 0-1 0 0,0-3 0 0 0,0-1 1 0 0,0-2-1 0 0,0-2 1 0 0,9-2 142 0 0,89-14-2140 0 0,32-24-2958 0 0</inkml:trace>
  <inkml:trace contextRef="#ctx0" brushRef="#br0" timeOffset="-117419.972">7256 3179 444 0 0,'0'0'283'0'0,"0"0"-289"0"0,0 0-296 0 0,0 0 805 0 0,0 0 178 0 0,0 0 726 0 0,0 0 29 0 0,6-16-258 0 0,18-49-129 0 0,-19-2 2492 0 0,-8 42-3102 0 0,6-25 311 0 0,-6-57 528 0 0,-38 43-1274 0 0,-13-79 642 0 0,16 22 408 0 0,12 18-929 0 0,24 95-19 0 0,0 0 0 0 0,0 0 0 0 0,-1 0 0 0 0,0 0 0 0 0,0 1 0 0 0,-1 0 0 0 0,0-1 1 0 0,0 1-1 0 0,-1 1 0 0 0,0-1 0 0 0,0 1 0 0 0,-2-2-106 0 0,-55-57 308 0 0,-45-43-43 0 0,-99-34 428 0 0,172 121-701 0 0,2-2 0 0 0,1-1 0 0 0,1-2 0 0 0,1-1 0 0 0,-17-20 8 0 0,-108-127 231 0 0,18 64 106 0 0,-147-106 132 0 0,9 26-51 0 0,106 29-255 0 0,7-15-20 0 0,22-11-323 0 0,127 169 168 0 0,-1 1 0 0 0,0 0 0 0 0,-1 1 0 0 0,0 1 0 0 0,-2 0 0 0 0,0 1 1 0 0,0 1-1 0 0,-7-4 12 0 0,-44-39 247 0 0,57 46-238 0 0,0 1 0 0 0,-1 0 0 0 0,0 0 0 0 0,0 1 0 0 0,-1 1 0 0 0,0 0 0 0 0,0 0 0 0 0,-1 1 0 0 0,0 1 0 0 0,0 0 0 0 0,-9-2-9 0 0,-252-41-221 0 0,-247 35 697 0 0,78 16-669 0 0,130 15-44 0 0,-231 52 141 0 0,425-55 164 0 0,53-7-128 0 0,0 2 0 0 0,0 4 0 0 0,-23 8 60 0 0,-166 69-369 0 0,141-27 247 0 0,-213 154 153 0 0,209-157-329 0 0,92-49-5282 0 0,2-12 409 0 0</inkml:trace>
  <inkml:trace contextRef="#ctx0" brushRef="#br1" timeOffset="-113182.446">7297 3254 248 0 0,'0'0'475'0'0,"0"0"271"0"0,0 0 1155 0 0,0 0-91 0 0,0 0-510 0 0,0 0-248 0 0,0 0-33 0 0,0 0 4 0 0,0 0-99 0 0,0 0-151 0 0,0 3-148 0 0,0-2-560 0 0,0-1 0 0 0,0 1 0 0 0,1 0 1 0 0,-1 0-1 0 0,0 0 0 0 0,1 0 0 0 0,-1-1 0 0 0,1 1 1 0 0,-1 0-1 0 0,1 0 0 0 0,0-1 0 0 0,-1 1 0 0 0,1 0 1 0 0,0-1-1 0 0,-1 1 0 0 0,1-1 0 0 0,0 1 0 0 0,-1-1 1 0 0,1 1-1 0 0,0-1 0 0 0,0 0 0 0 0,0 1 0 0 0,0-1 1 0 0,-1 0-1 0 0,1 0 0 0 0,0 1 0 0 0,0-1 1 0 0,0 0-1 0 0,0 0 0 0 0,0 0 0 0 0,0 0 0 0 0,0 0 1 0 0,0 0-1 0 0,-1 0 0 0 0,1 0 0 0 0,0-1 0 0 0,0 1 1 0 0,0 0-1 0 0,0-1 0 0 0,0 1 0 0 0,-1 0 0 0 0,1-1 1 0 0,0 1-1 0 0,0-1 0 0 0,-1 1 0 0 0,1-1 0 0 0,0 1 1 0 0,-1-1-1 0 0,1 0 0 0 0,0 0-65 0 0,21-6 807 0 0,-21 7-699 0 0,-1 0-21 0 0,0 0 10 0 0,5-10-115 0 0,71-121-706 0 0,-63 102 623 0 0,-7 17 105 0 0,0 0 0 0 0,-1-1 0 0 0,0 0 0 0 0,-1 1 0 0 0,-1-1 0 0 0,0-1 0 0 0,-1 1 0 0 0,0 0-1 0 0,-1-3-3 0 0,-1 2 34 0 0,1-52 341 0 0,-3-1 1 0 0,-4 1 0 0 0,-5-23-376 0 0,-58-106 572 0 0,20 77-223 0 0,41 92-237 0 0,-2 0 0 0 0,0 1 1 0 0,-2 0-1 0 0,-1 0 0 0 0,-1 1 0 0 0,-14-18-112 0 0,-95-91 375 0 0,-13-32-91 0 0,49 88 736 0 0,57 57-962 0 0,-134-151-32 0 0,142 151 42 0 0,-1 0 1 0 0,-2 1-1 0 0,1 1 0 0 0,-2 1 0 0 0,0 1 1 0 0,-18-6-69 0 0,-58-53-19 0 0,59 38 20 0 0,-140-129-167 0 0,-69-52 482 0 0,142 107-313 0 0,-21-6 112 0 0,91 89-88 0 0,-1 2 0 0 0,-1 2-1 0 0,-1 1 1 0 0,0 2 0 0 0,-15-2-27 0 0,-35-14 33 0 0,8 2 41 0 0,-2 3 1 0 0,-2 4 0 0 0,0 4 0 0 0,-17 0-75 0 0,-185-37 39 0 0,-107 3-91 0 0,-192 11 361 0 0,138 59-159 0 0,186 13-683 0 0,172-12 403 0 0,-188 27-187 0 0,-189 56 317 0 0,398-78 49 0 0,-31 8-179 0 0,1 5 0 0 0,-38 19 130 0 0,125-41-53 0 0,0 0 1 0 0,1 0 0 0 0,0 2-1 0 0,1 0 1 0 0,0 1 0 0 0,0 0-1 0 0,2 1 1 0 0,-1 0-1 0 0,-1 5 53 0 0,-12 10 24 0 0,-74 82-125 0 0,34-48 18 0 0,-3-3 0 0 0,-2-3 0 0 0,-9 1 83 0 0,-137 134-185 0 0,90-52 97 0 0,78-75 83 0 0,-24 51-74 0 0,19-23-91 0 0,41-67 129 0 0,1 0-1 0 0,0 1 1 0 0,2 1 0 0 0,2-1-1 0 0,-5 24 42 0 0,-20 179 36 0 0,19-178-33 0 0,-17 130 141 0 0,4-13-83 0 0,23-41-72 0 0,54-25 47 0 0,-44-92-29 0 0,0 0-1 0 0,-1 0 1 0 0,0 1-1 0 0,-1 0 1 0 0,0 0-1 0 0,0 0 1 0 0,-1 0 0 0 0,-1 0-1 0 0,0 1 1 0 0,0-1-1 0 0,-1 1 1 0 0,-1 10-7 0 0,23 223-284 0 0,-32-133 65 0 0,4-9 496 0 0,-8-55 5 0 0,8-62-178 0 0,-44-21-209 0 0,38 30 98 0 0,-382-193-951 0 0,391 196 2415 0 0,1 2-3528 0 0,3-1-8281 0 0,-1 1 9455 0 0,3 0-5492 0 0</inkml:trace>
  <inkml:trace contextRef="#ctx0" brushRef="#br1" timeOffset="-112879.836">493 3393 1540 0 0,'0'0'694'0'0,"0"0"-360"0"0,0 0 350 0 0,0 0 1911 0 0,0 0 41 0 0,0 0-803 0 0,0 0-442 0 0,0 0-137 0 0,0 0-114 0 0,0 0-177 0 0,19-12-212 0 0,55-40-279 0 0,-22-6-296 0 0,-27 23-446 0 0,37-43-3964 0 0,-55 70 1960 0 0,-5 0-1686 0 0</inkml:trace>
  <inkml:trace contextRef="#ctx0" brushRef="#br1" timeOffset="-77988.581">3863 3331 1956 0 0,'0'0'1002'0'0,"0"0"-270"0"0,0 0-80 0 0,0 0-26 0 0,0 0-71 0 0,0 0-83 0 0,0 0-55 0 0,0 0-96 0 0,0 0 78 0 0,0 0 150 0 0,11 2 345 0 0,-7-2 5808 0 0,23-25-6096 0 0,44-26-408 0 0,97-78-193 0 0,127-99 258 0 0,-8 49-471 0 0,-152 98 258 0 0,19-29 3 0 0,161-131-476 0 0,2-46 875 0 0,-279 249-421 0 0,154-157 234 0 0,-79 75 990 0 0,-47 51-413 0 0,4 10-908 0 0,-42 39 296 0 0,-1-3-98 0 0,-4 11 224 0 0,67-59 55 0 0,-90 71-406 0 0,0 0-34 0 0,0 0-82 0 0,-19 12-191 0 0,-455 221-300 0 0,235-114 526 0 0,174-81-20 0 0,64-37-80 0 0,1-1 2 0 0,4-1 16 0 0,52-23 284 0 0,-2-1 1 0 0,0-4-1 0 0,-2-1 1 0 0,32-26-127 0 0,-44 30 40 0 0,110-83 910 0 0,-148 108-985 0 0,-3 1 60 0 0,1-1-1 0 0,0 1 1 0 0,0 0 0 0 0,-1 0 0 0 0,1 0 0 0 0,0 0-1 0 0,0 0 1 0 0,-1 0 0 0 0,1 0 0 0 0,0-1 0 0 0,0 1-1 0 0,0 0 1 0 0,-1 0 0 0 0,1 0 0 0 0,0 0 0 0 0,0-1-1 0 0,0 1 1 0 0,0 0 0 0 0,-1 0 0 0 0,1 0 0 0 0,0-1-1 0 0,0 1 1 0 0,0 0 0 0 0,0 0 0 0 0,0-1 0 0 0,0 1-1 0 0,0 0 1 0 0,0 0 0 0 0,0-1 0 0 0,0 1 0 0 0,0 0-1 0 0,0 0 1 0 0,0-1-25 0 0,-158 49-280 0 0,4 6 0 0 0,1 7 0 0 0,3 6 0 0 0,-9 14 280 0 0,26-9-152 0 0,132-72 5 0 0,5-1 29 0 0,275-133 626 0 0,-230 108-531 0 0,500-297-149 0 0,-453 262 303 0 0,-168 80 802 0 0,8 8-1112 0 0,0 3 0 0 0,2 3 1 0 0,2 2-1 0 0,-53 41 179 0 0,113-76-43 0 0,0 0 1 0 0,1 0-1 0 0,-1-1 0 0 0,1 1 1 0 0,-1 0-1 0 0,0 0 0 0 0,1 0 1 0 0,-1 0-1 0 0,0 0 1 0 0,1-1-1 0 0,-1 1 0 0 0,1 0 1 0 0,-1 0-1 0 0,1 0 0 0 0,-1 0 1 0 0,0 0-1 0 0,1 0 1 0 0,-1 0-1 0 0,1 0 0 0 0,-1 0 1 0 0,0 1-1 0 0,1-1 1 0 0,-1 0-1 0 0,1 0 0 0 0,-1 0 1 0 0,0 0-1 0 0,1 1 0 0 0,-1-1 1 0 0,0 0-1 0 0,1 0 1 0 0,-1 0-1 0 0,0 1 0 0 0,1-1 1 0 0,-1 0-1 0 0,0 1 0 0 0,1-1 1 0 0,-1 0-1 0 0,0 1 1 0 0,0-1-1 0 0,0 0 0 0 0,1 1 1 0 0,-1-1-1 0 0,0 1 1 0 0,0-1-1 0 0,0 0 0 0 0,0 1 1 0 0,0-1-1 0 0,0 1 0 0 0,0-1 1 0 0,0 0-1 0 0,0 1 1 0 0,0-1-1 0 0,0 1 0 0 0,0-1 1 0 0,0 1-1 0 0,0-1 0 0 0,0 0 1 0 0,0 1-1 0 0,0-1 1 0 0,0 1-1 0 0,0-1 0 0 0,-1 0 1 0 0,1 1 42 0 0,2-1 9 0 0,49-1-6663 0 0,-16-2-358 0 0</inkml:trace>
  <inkml:trace contextRef="#ctx0" brushRef="#br1" timeOffset="-77342.274">6163 1491 848 0 0,'0'0'3629'0'0,"0"0"-1608"0"0,0 0-647 0 0,0 0-130 0 0,0 0 127 0 0,0 0 142 0 0,0 0-214 0 0,0 0-269 0 0,13-16-196 0 0,42-50-130 0 0,-42 50-70 0 0,-13 16-51 0 0,0 0-102 0 0,0 0-93 0 0,0 31 49 0 0,1-4-386 0 0,-1 0 0 0 0,-1 0 0 0 0,-2-1 1 0 0,0 1-1 0 0,-2 0 0 0 0,-1-1 0 0 0,-8 22-51 0 0,-108 211 180 0 0,108-219-500 0 0,14-40 170 0 0,2-2 32 0 0,154-138 194 0 0,-117 87-135 0 0,-2-3 0 0 0,-3-1 0 0 0,-3-1 1 0 0,17-46 58 0 0,-44 96 22 0 0,62-153 837 0 0,-61 138 184 0 0,-23 41-301 0 0,1 1-1042 0 0,-48 56 142 0 0,2 3 1 0 0,4 2 0 0 0,4 3 0 0 0,-1 9 157 0 0,3-7-48 0 0,-5 14 9 0 0,70-102-652 0 0,32-19 627 0 0,0-2 0 0 0,-1-2-1 0 0,-2-1 1 0 0,0-2-1 0 0,-3-2 1 0 0,0-2-1 0 0,-2-1 1 0 0,-1-2 0 0 0,-2-1-1 0 0,-2-2 1 0 0,14-24 64 0 0,-38 53 73 0 0,-1 0 1 0 0,0-1 0 0 0,-1 0-1 0 0,0 0 1 0 0,-1-1 0 0 0,0 1-1 0 0,-1-1 1 0 0,0 0-1 0 0,-1 1 1 0 0,0-1 0 0 0,0-7-74 0 0,-3 19 13 0 0,1-1-1 0 0,0 0 1 0 0,-1 0 0 0 0,1 0 0 0 0,-1 0 0 0 0,1 0-1 0 0,-1 0 1 0 0,0 0 0 0 0,1 1 0 0 0,-1-1 0 0 0,0 0 0 0 0,1 1-1 0 0,-1-1 1 0 0,0 0 0 0 0,0 1 0 0 0,0-1 0 0 0,0 1-1 0 0,1-1 1 0 0,-1 1 0 0 0,0-1 0 0 0,0 1 0 0 0,0 0 0 0 0,0-1-1 0 0,0 1 1 0 0,0 0 0 0 0,0 0 0 0 0,0 0 0 0 0,0 0-1 0 0,0 0 1 0 0,0 0 0 0 0,0 0 0 0 0,0 0 0 0 0,0 0 0 0 0,0 0-1 0 0,0 1 1 0 0,0-1 0 0 0,0 0 0 0 0,0 1 0 0 0,0-1-1 0 0,0 1 1 0 0,0-1 0 0 0,0 1-13 0 0,-3 0-2 0 0,-26 8-101 0 0,1 1 1 0 0,0 1 0 0 0,0 2-1 0 0,1 1 1 0 0,1 1-1 0 0,0 2 1 0 0,1 0-1 0 0,-19 18 103 0 0,-27 19-317 0 0,2 4-1 0 0,3 2 1 0 0,2 4-1 0 0,-1 7 318 0 0,-54 82-4713 0 0,97-118 756 0 0,8 0-1357 0 0</inkml:trace>
  <inkml:trace contextRef="#ctx0" brushRef="#br1" timeOffset="-75956.49">4203 3026 5857 0 0,'0'0'1865'0'0,"0"0"-554"0"0,0 0-330 0 0,0 0-77 0 0,0 0 51 0 0,0 0-89 0 0,-37 18-336 0 0,-116 59-225 0 0,61-10 99 0 0,-26 54 1365 0 0,74-65-1759 0 0,44-55-418 0 0,27-3 365 0 0,0 0 1 0 0,-1-2-1 0 0,1-1 1 0 0,-1-1 0 0 0,0-1-1 0 0,-1-1 1 0 0,1-2-1 0 0,-2 0 1 0 0,1-2-1 0 0,-1 0 1 0 0,-1-2 0 0 0,2-2 42 0 0,40-30 152 0 0,-2-3 0 0 0,-3-2 0 0 0,26-30-152 0 0,142-157 207 0 0,-196 196 145 0 0,-51 44-4 0 0,-28 19-530 0 0,0 2-1 0 0,2 2 1 0 0,1 2 0 0 0,1 1 0 0 0,-22 22 182 0 0,64-50 0 0 0,-51 39 71 0 0,2 2 0 0 0,1 2-1 0 0,2 3 1 0 0,3 1 0 0 0,1 2 0 0 0,-15 27-71 0 0,53-70-66 0 0,1 0 0 0 0,0 0 0 0 0,0 1 0 0 0,0 0-1 0 0,1-1 1 0 0,0 1 0 0 0,0 0 0 0 0,1 0 0 0 0,0 0 0 0 0,0 1 0 0 0,1-1 0 0 0,-1 3 66 0 0,52-4-821 0 0,-30-11 769 0 0,0 0 0 0 0,0-2-1 0 0,-1 0 1 0 0,0-1 0 0 0,0-1 0 0 0,-1-1 0 0 0,0 0 0 0 0,-1-2 0 0 0,0 0 0 0 0,3-3 52 0 0,-3 3 5 0 0,124-95 221 0 0,-6-6 0 0 0,7-17-226 0 0,20-15 331 0 0,-157 140-326 0 0,117-101 501 0 0,-4-5 0 0 0,80-100-506 0 0,-117 89-30 0 0,-86 111 53 0 0,-16 21-9 0 0,14-5-43 0 0,-221 148-529 0 0,181-117 452 0 0,-180 134-545 0 0,-154 155 651 0 0,293-232-159 0 0,89-93 138 0 0,-1-1 0 0 0,1 0 1 0 0,-1 1-1 0 0,1-1 1 0 0,-1 1-1 0 0,1 0 1 0 0,-1-1-1 0 0,1 1 0 0 0,-1-1 1 0 0,1 1-1 0 0,0 0 1 0 0,-1-1-1 0 0,1 1 1 0 0,-1 0-1 0 0,1 0 1 0 0,0-1-1 0 0,-1 1 0 0 0,1 0 1 0 0,0 0-1 0 0,0 0 1 0 0,-1 0-1 0 0,1 0 1 0 0,0 0-1 0 0,-1 0 0 0 0,1 0 1 0 0,0 0-1 0 0,-1 0 1 0 0,1 1-1 0 0,0-1 1 0 0,-1 0-1 0 0,1 0 0 0 0,0 1 1 0 0,-1-1-1 0 0,1 0 1 0 0,-1 1-1 0 0,1-1 1 0 0,-1 0-1 0 0,1 1 0 0 0,0-1 1 0 0,-1 1-1 0 0,1-1 1 0 0,-1 1-1 0 0,0-1 1 0 0,1 1-1 0 0,-1-1 0 0 0,1 1 1 0 0,-1 0-1 0 0,0-1 1 0 0,0 1-1 0 0,1 0 1 0 0,-1-1-1 0 0,0 1 1 0 0,0-1-1 0 0,0 1 0 0 0,0 0 1 0 0,1 0-1 0 0,-1-1 1 0 0,0 1-1 0 0,0 0 1 0 0,-1-1-1 0 0,1 1 0 0 0,0 0 1 0 0,0-1-1 0 0,0 1 1 0 0,0 0-1 0 0,-1 0 21 0 0,42-18-157 0 0,0-1 0 0 0,-2-2 0 0 0,0-2 0 0 0,-2-1 0 0 0,0-2 0 0 0,9-10 157 0 0,-7 7-179 0 0,158-119 75 0 0,77-80 104 0 0,269-299 3669 0 0,-518 502-3568 0 0,-1-2 0 0 0,-2 0 0 0 0,-1-1 0 0 0,0-1-1 0 0,-2-2 1 0 0,4-10-101 0 0,-24 39-31 0 0,1 1-1 0 0,-1 0 0 0 0,0-1 1 0 0,1 1-1 0 0,-1 0 1 0 0,0-1-1 0 0,0 1 1 0 0,1 0-1 0 0,-1 0 1 0 0,0-1-1 0 0,0 1 1 0 0,1 0-1 0 0,-1 0 1 0 0,0 0-1 0 0,0 0 0 0 0,0 0 1 0 0,1 0-1 0 0,-1 0 1 0 0,0 1-1 0 0,0-1 1 0 0,0 0-1 0 0,1 0 1 0 0,-1 1-1 0 0,0-1 1 0 0,0 0-1 0 0,1 1 1 0 0,-1-1-1 0 0,0 0 0 0 0,1 1 1 0 0,-1-1-1 0 0,1 1 1 0 0,-1 0-1 0 0,0-1 1 0 0,1 1-1 0 0,-1-1 1 0 0,1 1-1 0 0,-1 0 1 0 0,1-1-1 0 0,0 1 1 0 0,-1 0-1 0 0,1-1 0 0 0,0 1 1 0 0,-1 0 31 0 0,-28 49-2788 0 0,25-10-3083 0 0,4-22 1600 0 0</inkml:trace>
  <inkml:trace contextRef="#ctx0" brushRef="#br1" timeOffset="-75427.255">5442 2180 7373 0 0,'0'0'1502'0'0,"0"0"-250"0"0,0 0-454 0 0,0 0-395 0 0,9-20 8 0 0,-1 4-317 0 0,-2 2-25 0 0,1 0-1 0 0,1 0 0 0 0,0 1 0 0 0,0-1 0 0 0,1 2 1 0 0,1-1-1 0 0,0 2 0 0 0,1-1 0 0 0,1 1-68 0 0,363-274 1035 0 0,-309 238-303 0 0,-31 27-179 0 0,-254 148-769 0 0,-72 64 216 0 0,123-71-590 0 0,-138 133 590 0 0,282-223-92 0 0,37-28-718 0 0,31-14 757 0 0,0-3 0 0 0,-1-2 0 0 0,-1-1 0 0 0,31-18 53 0 0,142-73-311 0 0,-4-9-1 0 0,108-85 312 0 0,-94 30 2113 0 0,-207 143-1257 0 0,-23 26-391 0 0,-18 5-484 0 0,0 1 0 0 0,0 1-1 0 0,0 1 1 0 0,1 1 0 0 0,-1 0-1 0 0,2 2 1 0 0,-1 1 0 0 0,-12 7 19 0 0,24-12-12 0 0,-172 85-322 0 0,4 7 0 0 0,-102 78 334 0 0,260-162-27 0 0,-244 161-2774 0 0,-173 151 2801 0 0,255-157-4588 0 0,139-126 1504 0 0</inkml:trace>
  <inkml:trace contextRef="#ctx0" brushRef="#br1" timeOffset="-74110.603">4358 2899 1172 0 0,'0'0'865'0'0,"0"0"-302"0"0,0 0-265 0 0,0 0-64 0 0,0 0 148 0 0,0 0 221 0 0,0 0 80 0 0,0 0 47 0 0,0 0 213 0 0,0 0 221 0 0,-1-3-34 0 0,-2-7-173 0 0,2 7-93 0 0,1 3-17 0 0,0 0-29 0 0,0 0-103 0 0,0 0-111 0 0,7 0 519 0 0,18 5-898 0 0,-1 0 0 0 0,1 2 1 0 0,-1 1-1 0 0,0 0 1 0 0,-1 2-1 0 0,0 1 0 0 0,-1 1 1 0 0,0 0-1 0 0,-1 2 1 0 0,0 1-1 0 0,-1 0 0 0 0,-1 1 1 0 0,0 2-1 0 0,1 2-225 0 0,-1-4-21 0 0,0 1 0 0 0,0 1 0 0 0,-2 1-1 0 0,-1 1 1 0 0,0 0 0 0 0,-1 1 0 0 0,-1 0-1 0 0,-1 1 1 0 0,-1 1 0 0 0,-1 0 0 0 0,1 7 21 0 0,10 104-4687 0 0,-23-109-2449 0 0,-7-13 1674 0 0</inkml:trace>
  <inkml:trace contextRef="#ctx0" brushRef="#br1" timeOffset="-73618.179">4952 2790 4716 0 0,'0'0'1358'0'0,"0"0"-385"0"0,0 0 11 0 0,0 0 91 0 0,-14 19 57 0 0,-43 61-162 0 0,-12 36 1561 0 0,10-13-467 0 0,58-102-2126 0 0,54-23-196 0 0,48-42-196 0 0,-2-4 1 0 0,-4-5-1 0 0,-3-4 1 0 0,26-32 453 0 0,-114 106-18 0 0,202-197 4 0 0,-181 160 991 0 0,-29 37-500 0 0,-91 31-205 0 0,-28 25-725 0 0,2 6 0 0 0,-79 54 453 0 0,32-11-36 0 0,5 7 0 0 0,-106 94 36 0 0,148-86 36 0 0,120-116-54 0 0,-1 0 0 0 0,1 0 0 0 0,-1 0 0 0 0,1 0 0 0 0,0 0 0 0 0,-1 0 0 0 0,1 1 1 0 0,0-1-1 0 0,0 0 0 0 0,0 0 0 0 0,0 1 0 0 0,0-1 0 0 0,0 1 0 0 0,0-1 0 0 0,1 1 1 0 0,-1-1-1 0 0,0 1 0 0 0,1 0 0 0 0,-1-1 0 0 0,1 1 0 0 0,0 0 0 0 0,-1-1 0 0 0,1 1 0 0 0,0 0 1 0 0,0 0-1 0 0,0-1 0 0 0,0 1 0 0 0,1 0 0 0 0,-1-1 0 0 0,0 1 0 0 0,1 0 0 0 0,-1-1 0 0 0,1 1 1 0 0,-1 0-1 0 0,1-1 0 0 0,0 1 0 0 0,0-1 0 0 0,0 1 0 0 0,0-1 0 0 0,0 0 0 0 0,0 1 1 0 0,0-1-1 0 0,0 0 0 0 0,0 0 0 0 0,1 0 0 0 0,-1 0 0 0 0,0 0 0 0 0,1 0 0 0 0,-1 0 0 0 0,1 0 1 0 0,1 0 17 0 0,20-1-162 0 0,-1-2-1 0 0,1 0 1 0 0,0-2 0 0 0,0 0 0 0 0,-1-1 0 0 0,0-2 0 0 0,0 0 0 0 0,-1-1 0 0 0,19-11 162 0 0,-18 10-173 0 0,185-82-7548 0 0,158-98 7721 0 0,-201 100-3768 0 0</inkml:trace>
  <inkml:trace contextRef="#ctx0" brushRef="#br1" timeOffset="-70611.036">6058 2387 7129 0 0,'0'0'1974'0'0,"0"0"-624"0"0,0 0-392 0 0,0 0-297 0 0,-47 19-587 0 0,-162 65-160 0 0,-48 47-72 0 0,-12 18-312 0 0,-358 211 1003 0 0,556-304-489 0 0,69-53-85 0 0,2-3 26 0 0,0 0 0 0 0,1 0 0 0 0,-1 0 0 0 0,0-1 0 0 0,0 1 1 0 0,1 0-1 0 0,-1 0 0 0 0,0 0 0 0 0,0 1 0 0 0,1-1 0 0 0,-1 0 0 0 0,0 0 0 0 0,0 0 0 0 0,1 0 0 0 0,-1 0 0 0 0,0 0 1 0 0,0 0-1 0 0,1 0 0 0 0,-1 0 0 0 0,0 1 0 0 0,0-1 0 0 0,0 0 0 0 0,1 0 0 0 0,-1 0 0 0 0,0 0 0 0 0,0 1 1 0 0,0-1-1 0 0,1 0 0 0 0,-1 0 0 0 0,0 1 0 0 0,0-1 0 0 0,0 0 0 0 0,0 0 0 0 0,0 0 0 0 0,0 1 0 0 0,0-1 1 0 0,0 0-1 0 0,0 1 0 0 0,0-1 0 0 0,1 0 0 0 0,-1 0 0 0 0,0 1 0 0 0,0-1 0 0 0,0 0 0 0 0,-1 0 0 0 0,1 1 1 0 0,0-1-1 0 0,0 0 0 0 0,0 0 0 0 0,0 1 0 0 0,0-1 0 0 0,0 0 15 0 0,28-4-143 0 0,0-2 0 0 0,-1 0 0 0 0,1-2 1 0 0,-1-2-1 0 0,24-11 143 0 0,-17 8-132 0 0,263-116-7383 0 0,258-154 7515 0 0,-164 47 972 0 0,-144 63 8819 0 0,-273 175-7683 0 0,-67 27-1667 0 0,1 3 0 0 0,-68 36-441 0 0,138-59 33 0 0,-873 419-189 0 0,655-300 247 0 0,-167 122-91 0 0,343-202-139 0 0,67-41-275 0 0,102-26-257 0 0,116-57-2 0 0,-3-9-1 0 0,-5-9 1 0 0,54-41 673 0 0,470-251-468 0 0,-223 112 3648 0 0,-369 195-2071 0 0,-121 62-778 0 0,-26 13 200 0 0,-20 5-368 0 0,0 1 1 0 0,0 1 0 0 0,1 0 0 0 0,-1 2-1 0 0,1 1 1 0 0,-16 6-164 0 0,-5 1 2 0 0,-300 106-430 0 0,5 15 0 0 0,7 15 0 0 0,-101 71 428 0 0,264-135 14 0 0,-328 176 479 0 0,471-245-521 0 0,50-18-653 0 0,105-42 338 0 0,-3-5 0 0 0,26-19 343 0 0,-118 52-81 0 0,292-133-152 0 0,-7-13 0 0 0,-8-15 1 0 0,65-60 232 0 0,-367 229 40 0 0,48-32 404 0 0,-1-2 0 0 0,-3-3 0 0 0,15-18-444 0 0,-30 7 615 0 0,-47 50-229 0 0,-109 22-306 0 0,-62 43-516 0 0,2 8 0 0 0,4 7 0 0 0,-146 87 436 0 0,131-67 62 0 0,-530 251 296 0 0,660-308-688 0 0,60-35-222 0 0,22-4 406 0 0,-1-1-1 0 0,-1-2 1 0 0,1 0-1 0 0,-1-1 1 0 0,1-1-1 0 0,0-2 147 0 0,16-4-49 0 0,214-75-431 0 0,-5-10 0 0 0,-3-11 1 0 0,151-96 479 0 0,-286 140 941 0 0,-3-4 1 0 0,16-19-942 0 0,-118 83 126 0 0,24-35 1091 0 0,-39 33-446 0 0,-38 5-659 0 0,0 1 0 0 0,0 3 0 0 0,0 2 0 0 0,0 1 0 0 0,0 3 0 0 0,-1 2-112 0 0,-114 30-238 0 0,2 6 1 0 0,2 7-1 0 0,3 7 1 0 0,3 7-1 0 0,2 7 1 0 0,4 6 0 0 0,-9 14 237 0 0,95-59-30 0 0,0 3 1 0 0,3 3 0 0 0,1 2-1 0 0,2 2 1 0 0,-29 34 29 0 0,81-77-11 0 0,-1 0 0 0 0,1 1 0 0 0,0-1 1 0 0,0 1-1 0 0,0-1 0 0 0,0 1 0 0 0,1 0 0 0 0,-1 0 1 0 0,1 0-1 0 0,0 0 0 0 0,-1 0 0 0 0,1 0 0 0 0,1 0 0 0 0,-1 0 1 0 0,0 0-1 0 0,1 1 0 0 0,-1-1 0 0 0,1 3 11 0 0,11 6-313 0 0,108-11-197 0 0,-29-17 212 0 0,0-3-1 0 0,-2-4 1 0 0,0-4 0 0 0,58-28 298 0 0,41-15-207 0 0,-4-8 0 0 0,-3-7 0 0 0,-5-9 0 0 0,-3-7 0 0 0,27-30 207 0 0,-35-9 2747 0 0,-149 120-1771 0 0,-15 20-946 0 0,0-1 1 0 0,0 1 0 0 0,-1-1-1 0 0,1 0 1 0 0,0 1 0 0 0,0-1-1 0 0,0 1 1 0 0,-1-1 0 0 0,1 1 0 0 0,0-1-1 0 0,-1 1 1 0 0,1-1 0 0 0,0 1-1 0 0,-1-1 1 0 0,1 1 0 0 0,0-1-1 0 0,-1 1 1 0 0,1 0 0 0 0,-1-1-1 0 0,1 1 1 0 0,-1 0 0 0 0,1-1-1 0 0,-1 1 1 0 0,1 0 0 0 0,-1 0 0 0 0,1-1-1 0 0,-1 1 1 0 0,0 0 0 0 0,1 0-1 0 0,-1 0 1 0 0,1 0 0 0 0,-1 0-1 0 0,0 0 1 0 0,1 0 0 0 0,-1 0-1 0 0,1 0 1 0 0,-1 0 0 0 0,1 0-1 0 0,-1 0 1 0 0,0 0 0 0 0,1 0 0 0 0,-1 1-1 0 0,1-1 1 0 0,-1 0 0 0 0,1 0-1 0 0,-1 1 1 0 0,1-1 0 0 0,-1 0-1 0 0,1 1 1 0 0,-1-1 0 0 0,1 1-1 0 0,-1-1-30 0 0,-2 0 99 0 0,-65 14-162 0 0,1 3 1 0 0,1 3-1 0 0,0 3 0 0 0,2 2 1 0 0,-10 8 62 0 0,74-32-1 0 0,-326 153-463 0 0,-175 118 464 0 0,334-177 42 0 0,4 8 0 0 0,5 6 0 0 0,-52 54-42 0 0,61-12 58 0 0,144-146-75 0 0,1 1 1 0 0,0 0 0 0 0,0-1-1 0 0,1 2 1 0 0,-1-1 0 0 0,1 0-1 0 0,1 1 1 0 0,-1-1 0 0 0,1 1-1 0 0,0 0 1 0 0,1-1 0 0 0,-1 1-1 0 0,2 0 1 0 0,-1 3 16 0 0,2-6-25 0 0,1 0 0 0 0,0 0 0 0 0,0-1 0 0 0,1 1 0 0 0,-1-1 0 0 0,1 1 1 0 0,-1-1-1 0 0,1 0 0 0 0,0 0 0 0 0,0-1 0 0 0,1 1 0 0 0,-1 0 0 0 0,0-1 0 0 0,1 0 0 0 0,0 0 0 0 0,-1 0 0 0 0,1 0 0 0 0,0-1 0 0 0,0 1 1 0 0,0-1-1 0 0,0 0 0 0 0,0 0 0 0 0,0-1 0 0 0,0 1 0 0 0,1-1 0 0 0,-1 0 0 0 0,0 0 0 0 0,0 0 0 0 0,0 0 0 0 0,1-1 0 0 0,-1 0 0 0 0,1 0 25 0 0,5 1-33 0 0,68-2-34 0 0,-1-4 0 0 0,1-4 1 0 0,-1-2-1 0 0,-1-5 0 0 0,-1-2 1 0 0,0-4-1 0 0,12-8 67 0 0,430-164 4 0 0,190-114-4 0 0,-580 251 265 0 0,91-44 738 0 0,-191 85-500 0 0,-31 17-113 0 0,-37 6-420 0 0,1 3 1 0 0,-1 1-1 0 0,1 2 1 0 0,-17 8 29 0 0,18-7-122 0 0,-315 113-329 0 0,37-12 294 0 0,-111 15 157 0 0,135-60-18 0 0,-90 1 18 0 0,347-65 20 0 0,23-4-103 0 0,20-2-441 0 0,761-174 1433 0 0,133-75-909 0 0,-276 73 129 0 0,-607 171-262 0 0,-29 14 31 0 0,-152 59-1452 0 0,-157 41 1554 0 0,-710 158-642 0 0,728-196 870 0 0,259-59-167 0 0,43-11-67 0 0,1 0-1 0 0,-1 1 1 0 0,0-1 0 0 0,0 0 0 0 0,0 0 0 0 0,0 1-1 0 0,0-1 1 0 0,0 0 0 0 0,1 1 0 0 0,-1-1 0 0 0,0 0-1 0 0,0 1 1 0 0,0-1 0 0 0,0 0 0 0 0,0 1-1 0 0,0-1 1 0 0,0 0 0 0 0,0 1 0 0 0,0-1 0 0 0,-1 0-1 0 0,1 0 1 0 0,0 1 0 0 0,0-1 0 0 0,0 0 0 0 0,0 1-1 0 0,0-1 1 0 0,0 0 0 0 0,-1 0 0 0 0,1 1-1 0 0,0-1 1 0 0,0 0 0 0 0,-1 0 0 0 0,1 1 0 0 0,0-1-1 0 0,0 0 1 0 0,-1 0 0 0 0,1 0 0 0 0,0 1 0 0 0,0-1-1 0 0,-1 0 1 0 0,1 0 0 0 0,0 0 0 0 0,-1 0-1 0 0,1 0 1 0 0,0 0 0 0 0,0 0 0 0 0,-1 1 0 0 0,1-1-1 0 0,0 0 1 0 0,-1 0 0 0 0,1 0 0 0 0,0 0 0 0 0,-1-1-1 0 0,1 1 1 0 0,0 0 6 0 0,27 6-292 0 0,-26-6 298 0 0,146 15 383 0 0,1-7 1 0 0,50-7-390 0 0,-168-1-31 0 0,187-6 172 0 0,0-9 1 0 0,-1-9-1 0 0,-2-10 0 0 0,96-32-141 0 0,-140 18 26 0 0,-203 40 22 0 0,-469 6-1150 0 0,186 8 1097 0 0,1 13 0 0 0,-56 22 5 0 0,221-11-44 0 0,151-30 30 0 0,-1 0 0 0 0,1 0 0 0 0,-1 0 0 0 0,0 1 0 0 0,1-1 0 0 0,-1 0 0 0 0,0 0 0 0 0,1 0 1 0 0,-1 1-1 0 0,1-1 0 0 0,-1 0 0 0 0,0 0 0 0 0,1 1 0 0 0,-1-1 0 0 0,0 0 0 0 0,0 0 0 0 0,1 1 0 0 0,-1-1 0 0 0,0 0 0 0 0,0 1 0 0 0,1-1 0 0 0,-1 1 0 0 0,0-1 0 0 0,0 0 0 0 0,0 1 0 0 0,0-1 0 0 0,0 1 0 0 0,0-1 0 0 0,0 0 0 0 0,1 1 0 0 0,-1-1 0 0 0,0 1 0 0 0,0-1 0 0 0,0 0 1 0 0,-1 1-1 0 0,1-1 0 0 0,0 1 0 0 0,0-1 0 0 0,0 0 0 0 0,0 1 0 0 0,0-1 0 0 0,0 1 0 0 0,-1-1 0 0 0,1 0 0 0 0,0 1 0 0 0,0-1 0 0 0,0 0 0 0 0,-1 1 0 0 0,1-1 0 0 0,0 0 14 0 0,88 12 79 0 0,0-4-1 0 0,1-5 0 0 0,66-5-78 0 0,-151 1 2 0 0,284-18 207 0 0,-1-13 0 0 0,59-24-209 0 0,-250 41 49 0 0,577-115-323 0 0,-669 129 201 0 0,-41 2 51 0 0,-475 54-309 0 0,487-52 376 0 0,-279 31 225 0 0,2 13 0 0 0,-80 33-270 0 0,358-74 15 0 0,-15 3 1 0 0,0 2-1 0 0,0 2 0 0 0,1 1 1 0 0,0 3-1 0 0,-19 11-15 0 0,52-26-1 0 0,1 0 1 0 0,0 0 0 0 0,0 0-1 0 0,0 0 1 0 0,0 1-1 0 0,1 0 1 0 0,-1 0-1 0 0,1 0 1 0 0,0 0 0 0 0,0 0-1 0 0,0 1 1 0 0,0-1-1 0 0,0 1 1 0 0,1 0-1 0 0,-1 0 1 0 0,1 0 0 0 0,0 0-1 0 0,0 0 1 0 0,1 1-1 0 0,-1-1 1 0 0,1 0-1 0 0,0 1 1 0 0,0-1 0 0 0,1 1-1 0 0,-1 0 1 0 0,3-2-5 0 0,0 1 1 0 0,0 0-1 0 0,0 0 0 0 0,1-1 1 0 0,-1 1-1 0 0,1-1 0 0 0,0 1 0 0 0,0-1 1 0 0,0 0-1 0 0,0 0 0 0 0,1-1 0 0 0,-1 1 1 0 0,1-1-1 0 0,0 0 0 0 0,0 1 0 0 0,-1-2 1 0 0,1 1-1 0 0,0 0 0 0 0,1-1 1 0 0,-1 0-1 0 0,0 0 0 0 0,0 0 0 0 0,1 0 1 0 0,-1-1-1 0 0,4 1 5 0 0,2 1-5 0 0,56 11 94 0 0,0-4-1 0 0,1-2 0 0 0,0-3 0 0 0,0-3 0 0 0,-1-4 0 0 0,9-2-88 0 0,11-4 141 0 0,0-4-1 0 0,-1-3 1 0 0,-1-4-1 0 0,-1-4 0 0 0,-1-3 1 0 0,31-17-141 0 0,-81 30 41 0 0,1-1 0 0 0,-2-2 0 0 0,0-1 1 0 0,-1-1-1 0 0,9-9-41 0 0,-29 20-30 0 0,-1 0 0 0 0,1-1 1 0 0,-1 0-1 0 0,-1-1 0 0 0,1 0 1 0 0,-2 0-1 0 0,1 0 0 0 0,-2-1 1 0 0,1 0-1 0 0,-1-1 1 0 0,-1 1-1 0 0,0-1 0 0 0,-1 0 1 0 0,0 0-1 0 0,-1-1 0 0 0,1-3 30 0 0,-2 6-13 0 0,0 1 0 0 0,0 0-1 0 0,-1-1 1 0 0,0 0 0 0 0,-1 1-1 0 0,0-1 1 0 0,0 1 0 0 0,-1-1 0 0 0,0 0-1 0 0,-1 1 1 0 0,0 0 0 0 0,-1-1-1 0 0,0 1 1 0 0,0 0 0 0 0,-1 0-1 0 0,0 0 1 0 0,0 1 0 0 0,-1 0-1 0 0,0-1 1 0 0,-1 2 0 0 0,1-1 0 0 0,-6-4 13 0 0,-19-11-18 0 0,0 1 1 0 0,-2 2 0 0 0,0 1 0 0 0,-2 1 0 0 0,0 2-1 0 0,0 2 1 0 0,-1 1 0 0 0,-1 1 0 0 0,-28-4 17 0 0,24 4-5 0 0,-258-77 349 0 0,274 83-262 0 0,24 6-85 0 0,0 0 1 0 0,-1-1 0 0 0,1 1 0 0 0,0 0 0 0 0,-1 0 0 0 0,1-1 0 0 0,0 1 0 0 0,-1 0 0 0 0,1 0-1 0 0,-1 0 1 0 0,1-1 0 0 0,0 1 0 0 0,-1 0 0 0 0,1 0 0 0 0,-1 0 0 0 0,1 0 0 0 0,0 0-1 0 0,-1 0 1 0 0,1 0 0 0 0,-1 0 0 0 0,1 0 0 0 0,0 0 0 0 0,-1 0 0 0 0,1 0 0 0 0,-1 1 0 0 0,1-1-1 0 0,0 0 1 0 0,-1 0 0 0 0,1 0 0 0 0,0 0 0 0 0,-1 1 0 0 0,1-1 0 0 0,-1 0 0 0 0,1 0-1 0 0,0 1 1 0 0,0-1 0 0 0,-1 0 0 0 0,1 0 0 0 0,0 1 0 0 0,0-1 0 0 0,-1 0 0 0 0,1 1 0 0 0,0-1-1 0 0,0 1 1 0 0,0-1 0 0 0,-1 0 0 0 0,1 1 0 0 0,0-1 0 0 0,0 1 0 0 0,0-1 0 0 0,0 0 0 0 0,0 1-1 0 0,0-1 1 0 0,0 1 0 0 0,0-1 0 0 0,0 0 0 0 0,0 1 0 0 0,0-1 0 0 0,0 1 0 0 0,0-1-1 0 0,0 0 1 0 0,0 1 0 0 0,1-1 0 0 0,-1 1 0 0 0,0-1 0 0 0,0 0 0 0 0,0 1 0 0 0,1-1 2 0 0,-1 1-21 0 0,3 11-28 0 0,1-1 0 0 0,1 1 0 0 0,-1-1 1 0 0,2 0-1 0 0,0 0 0 0 0,0 0 0 0 0,1-1 0 0 0,0 0 1 0 0,1 0-1 0 0,3 3 49 0 0,12 17-21 0 0,-12-11 59 0 0,1 0-1 0 0,1-1 0 0 0,1 0 1 0 0,0-1-1 0 0,2-1 0 0 0,0 0 1 0 0,0-1-1 0 0,1-1 0 0 0,1 0 1 0 0,1-2-1 0 0,-1 0 0 0 0,2-1 1 0 0,0-1-1 0 0,0 0 0 0 0,1-2 1 0 0,0-1-1 0 0,0 0 0 0 0,1-1 1 0 0,0-2-1 0 0,16 2-37 0 0,-32-6 24 0 0,0 0 1 0 0,0-1-1 0 0,-1 0 0 0 0,1 0 1 0 0,0-1-1 0 0,-1 1 1 0 0,1-1-1 0 0,-1 0 0 0 0,1-1 1 0 0,-1 0-1 0 0,0 1 0 0 0,0-1 1 0 0,0-1-1 0 0,0 1 0 0 0,-1-1 1 0 0,1 0-1 0 0,-1 0 1 0 0,0 0-1 0 0,0-1 0 0 0,-1 1 1 0 0,1-1-1 0 0,-1 0 0 0 0,0 0 1 0 0,0 0-1 0 0,-1 0 0 0 0,0-1 1 0 0,1 1-1 0 0,-1-3-24 0 0,5-12-35 0 0,-2 0-1 0 0,0-1 1 0 0,-1 0 0 0 0,-1 0-1 0 0,-1 0 1 0 0,-1 0 0 0 0,-1-6 35 0 0,0 14-8 0 0,0-1 1 0 0,-1 1 0 0 0,-1-1 0 0 0,0 1-1 0 0,-1 0 1 0 0,0-1 0 0 0,-1 2 0 0 0,-1-1-1 0 0,0 0 1 0 0,0 1 0 0 0,-1 0 0 0 0,-1 0-1 0 0,0 0 1 0 0,-1 1 0 0 0,0 0 0 0 0,-1 0 7 0 0,-1-2-35 0 0,-1-1 0 0 0,-1 1 0 0 0,0 1 1 0 0,-1 0-1 0 0,0 0 0 0 0,-1 2 1 0 0,0 0-1 0 0,0 0 0 0 0,-1 1 0 0 0,-1 1 1 0 0,1 0-1 0 0,-1 2 0 0 0,-1-1 1 0 0,-14-2 34 0 0,18 10-12 0 0,0 1 1 0 0,0 1 0 0 0,1 0 0 0 0,-1 1 0 0 0,1 0 0 0 0,0 1-1 0 0,0 0 1 0 0,1 1 0 0 0,0 1 0 0 0,0 0 0 0 0,0 0 0 0 0,1 1-1 0 0,0 0 1 0 0,0 0 0 0 0,1 1 0 0 0,0 1 0 0 0,0 0 0 0 0,1 0-1 0 0,1 0 1 0 0,-3 6 11 0 0,-4 1 27 0 0,1 2-1 0 0,1 0 0 0 0,1 0 1 0 0,0 1-1 0 0,2 1 0 0 0,0-1 1 0 0,1 2-1 0 0,1-1 0 0 0,1 1 1 0 0,1 0-1 0 0,1 0 0 0 0,1 1 1 0 0,1-1-1 0 0,1 12-26 0 0,0-27 0 0 0,1 0 1 0 0,1 1-1 0 0,0-1 1 0 0,0 0 0 0 0,0 0-1 0 0,0 0 1 0 0,1-1-1 0 0,1 1 1 0 0,-1 0-1 0 0,1-1 1 0 0,0 1-1 0 0,0-1 1 0 0,1 0-1 0 0,0 0 1 0 0,0 0-1 0 0,0 0 1 0 0,1-1-1 0 0,0 0 1 0 0,0 0-1 0 0,0 0 1 0 0,1-1-1 0 0,5 4 0 0 0,14 7 8 0 0,0-2 0 0 0,1-1-1 0 0,0-2 1 0 0,1 0 0 0 0,0-2 0 0 0,1 0-1 0 0,-1-2 1 0 0,1-1 0 0 0,1-2-1 0 0,-1 0 1 0 0,1-2 0 0 0,-1-1 0 0 0,0-2-1 0 0,26-4-7 0 0,4 1-1 0 0,-1-2 1 0 0,0-3-1 0 0,-1-2 0 0 0,0-3 0 0 0,-1-2 0 0 0,-1-3 0 0 0,28-14 1 0 0,-53 20-9 0 0,0-1 0 0 0,-1-1 0 0 0,0-1 0 0 0,-2-2 0 0 0,0 0 0 0 0,2-5 9 0 0,-20 18-10 0 0,0-1 1 0 0,-1-1 0 0 0,0 1-1 0 0,-1-1 1 0 0,0 0-1 0 0,0 0 1 0 0,-1-1 0 0 0,1 0-1 0 0,-2 0 1 0 0,0 0-1 0 0,0 0 1 0 0,0-1 0 0 0,-1 0-1 0 0,-1 1 1 0 0,0-1-1 0 0,0 0 1 0 0,-1 0-1 0 0,0 0 1 0 0,0-1 0 0 0,-1 1-1 0 0,-1-5 10 0 0,-1 8-5 0 0,0 0 0 0 0,0-1 0 0 0,-1 1 0 0 0,0 0 0 0 0,0 1 0 0 0,0-1 0 0 0,-1 1 0 0 0,0-1 0 0 0,0 1 0 0 0,-1 0 0 0 0,0 1 0 0 0,0-1 0 0 0,0 1 0 0 0,0 0 0 0 0,-1 0 0 0 0,0 1 0 0 0,0-1 0 0 0,-4-1 5 0 0,-124-60-96 0 0,72 43 101 0 0,-1 3 1 0 0,0 3-1 0 0,-2 3 1 0 0,0 2-1 0 0,0 3 1 0 0,-1 3-1 0 0,1 3 1 0 0,-21 3-6 0 0,59 0 39 0 0,0 2 0 0 0,1 1 0 0 0,-1 0 0 0 0,1 2 1 0 0,0 1-1 0 0,0 1 0 0 0,1 2 0 0 0,0 0 1 0 0,0 2-1 0 0,1 0 0 0 0,1 2 0 0 0,0 0 1 0 0,1 2-1 0 0,0 0 0 0 0,1 2 0 0 0,1 0 0 0 0,0 1 1 0 0,1 2-40 0 0,1 0 51 0 0,1 1 0 0 0,1 1 0 0 0,1 1 0 0 0,1 0 0 0 0,1 1 0 0 0,1 0 0 0 0,1 1 0 0 0,1 0 0 0 0,1 1 0 0 0,2 0 0 0 0,0 0 0 0 0,2 0 0 0 0,1 1 0 0 0,1 0 0 0 0,1 0 0 0 0,2 24-51 0 0,1-41-7 0 0,1 0 0 0 0,0 0 0 0 0,1 0 0 0 0,0-1 0 0 0,0 1 0 0 0,1-1 0 0 0,0 0 0 0 0,1 0 0 0 0,0 0 0 0 0,0-1 0 0 0,1 1 0 0 0,0-1 0 0 0,0-1 0 0 0,1 1 0 0 0,0-1 0 0 0,1 0 0 0 0,-1-1-1 0 0,1 0 1 0 0,1 0 0 0 0,-1-1 0 0 0,1 1 0 0 0,0-2 7 0 0,22 12 10 0 0,0-1 0 0 0,1-2 1 0 0,1-1-1 0 0,0-2 0 0 0,27 5-10 0 0,17 0 61 0 0,1-3 0 0 0,-1-4 1 0 0,1-3-1 0 0,1-3 0 0 0,73-9-61 0 0,-110 5-20 0 0,0-2 0 0 0,0-2 0 0 0,-1-1 0 0 0,0-3-1 0 0,0-1 1 0 0,-1-2 0 0 0,-1-1 0 0 0,0-3 0 0 0,-1-1-1 0 0,-1-2 1 0 0,-1-1 0 0 0,0-2 0 0 0,5-6 20 0 0,-32 21-19 0 0,-1 0 0 0 0,0-1 0 0 0,0 0 1 0 0,0 0-1 0 0,-1 0 0 0 0,-1-1 0 0 0,1 0 1 0 0,-2 0-1 0 0,1-1 0 0 0,-2 0 0 0 0,1 0 1 0 0,-1 0-1 0 0,-1 0 0 0 0,0-1 0 0 0,-1 1 1 0 0,0-1-1 0 0,-1 1 0 0 0,0-1 0 0 0,-1 0 1 0 0,0 0-1 0 0,0 0 0 0 0,-2 1 0 0 0,1-1 1 0 0,-2 0-1 0 0,1 1 0 0 0,-2 0 0 0 0,1-1 1 0 0,-2 1-1 0 0,1 1 0 0 0,-1-1 0 0 0,-1 1 1 0 0,-3-4 18 0 0,-17-16-27 0 0,-2 2 1 0 0,-2 0 0 0 0,0 2 0 0 0,-1 2 0 0 0,-2 1 0 0 0,-1 1-1 0 0,0 1 1 0 0,-1 3 0 0 0,-1 0 0 0 0,-1 3 0 0 0,-38-11 26 0 0,39 11-6 0 0,-1 2-1 0 0,-1 2 1 0 0,0 1 0 0 0,0 3 0 0 0,-1 0 0 0 0,0 3 0 0 0,0 1 0 0 0,0 2 0 0 0,0 1-1 0 0,0 2 1 0 0,0 2 0 0 0,0 2 0 0 0,0 1 0 0 0,1 2 0 0 0,1 2 0 0 0,-20 8 6 0 0,3 9 56 0 0,1 1 1 0 0,1 3 0 0 0,2 3-1 0 0,1 1 1 0 0,2 2 0 0 0,1 3-1 0 0,3 1 1 0 0,1 3 0 0 0,2 1-1 0 0,2 3-56 0 0,23-33 43 0 0,2 0 0 0 0,0 2-1 0 0,1-1 1 0 0,1 2 0 0 0,0-1 0 0 0,2 1-1 0 0,0 1 1 0 0,1 0 0 0 0,1 0-1 0 0,1 1 1 0 0,1-1 0 0 0,1 1 0 0 0,0 1-1 0 0,2-1 1 0 0,0 0 0 0 0,2 18-43 0 0,4-29-19 0 0,1 1 1 0 0,1-1-1 0 0,0 0 1 0 0,0-1 0 0 0,1 1-1 0 0,0-1 1 0 0,1-1-1 0 0,0 1 1 0 0,0-1-1 0 0,1-1 1 0 0,0 0 0 0 0,0 0-1 0 0,0 0 1 0 0,1-1-1 0 0,0-1 1 0 0,0 0 0 0 0,1 0-1 0 0,0-1 1 0 0,0 0-1 0 0,0-1 1 0 0,0 0-1 0 0,8 1 19 0 0,37 9-59 0 0,1-1-1 0 0,1-3 0 0 0,0-3 1 0 0,0-2-1 0 0,0-2 0 0 0,0-4 1 0 0,0-1-1 0 0,0-4 1 0 0,0-1-1 0 0,-1-4 0 0 0,0-1 1 0 0,-1-4-1 0 0,3-3 60 0 0,-20 7-86 0 0,-1-3 0 0 0,0 0 0 0 0,-2-3 0 0 0,0-1 0 0 0,-1-2 1 0 0,-1-1-1 0 0,0-2 86 0 0,-21 15 5 0 0,-1-1 1 0 0,0 0 0 0 0,-1-1-1 0 0,0 0 1 0 0,-1-1-1 0 0,0 0 1 0 0,-1 0 0 0 0,-1-1-1 0 0,0 0 1 0 0,0-1 0 0 0,-2 0-1 0 0,0 0 1 0 0,-1-1-1 0 0,0 1 1 0 0,-1-1 0 0 0,-1 0-1 0 0,0 0 1 0 0,-1-15-6 0 0,-2 20 54 0 0,0 0-1 0 0,-2 0 1 0 0,1 0 0 0 0,-1 0 0 0 0,-1 0-1 0 0,0 0 1 0 0,-1 0 0 0 0,0 1 0 0 0,0 0-1 0 0,-1 0 1 0 0,0 0 0 0 0,-1 0 0 0 0,0 1-1 0 0,-1 0 1 0 0,0 0 0 0 0,0 1 0 0 0,-1 0-1 0 0,0 0 1 0 0,0 0 0 0 0,-1 1 0 0 0,0 1-1 0 0,0-1-53 0 0,-18-10 48 0 0,0 0 0 0 0,-1 2 0 0 0,-1 1-1 0 0,0 1 1 0 0,-1 2 0 0 0,-1 1 0 0 0,-7-1-48 0 0,-18-3-84 0 0,0 2 1 0 0,-1 3 0 0 0,0 3-1 0 0,0 2 1 0 0,-1 2 0 0 0,1 3-1 0 0,-1 2 1 0 0,1 3 0 0 0,0 2-1 0 0,1 3 1 0 0,0 3 0 0 0,1 1-1 0 0,0 3 1 0 0,2 3 0 0 0,0 2-1 0 0,1 2 1 0 0,-5 6 83 0 0,8-2 79 0 0,2 2 1 0 0,2 1-1 0 0,1 3 0 0 0,1 2 1 0 0,2 1-1 0 0,2 2 0 0 0,2 2 1 0 0,1 2-1 0 0,2 1 0 0 0,3 1 1 0 0,1 2-1 0 0,-18 42-79 0 0,41-79-73 0 0,1 0-1 0 0,1 0 1 0 0,0 1-1 0 0,0 0 1 0 0,1 0-1 0 0,1 0 1 0 0,0 1-1 0 0,0-1 1 0 0,1 1-1 0 0,1-1 1 0 0,0 1 0 0 0,1 0-1 0 0,0-1 1 0 0,1 1-1 0 0,1 0 1 0 0,0-1-1 0 0,0 1 1 0 0,1-1-1 0 0,1 0 1 0 0,0 0-1 0 0,1 0 1 0 0,0-1 0 0 0,0 1-1 0 0,2-1 1 0 0,-1 0-1 0 0,1-1 1 0 0,1 0-1 0 0,0 0 1 0 0,3 3 73 0 0,-2-5-814 0 0,1-2 0 0 0,-1 1 1 0 0,1-1-1 0 0,0 0 0 0 0,0-1 1 0 0,1 0-1 0 0,-1-1 0 0 0,1 0 0 0 0,6 1 814 0 0,51 3-6881 0 0</inkml:trace>
  <inkml:trace contextRef="#ctx0" brushRef="#br1" timeOffset="-68418.286">3750 788 980 0 0,'0'0'937'0'0,"0"0"-101"0"0,0 0-161 0 0,-1 18 23 0 0,-3 129 1877 0 0,5-135-2596 0 0,-1 0 1 0 0,2 0-1 0 0,0-1 1 0 0,0 1-1 0 0,1-1 0 0 0,0 1 1 0 0,1-1-1 0 0,0 0 1 0 0,3 3 20 0 0,15 108-1153 0 0,-18-73-1430 0 0,-3-32 1248 0 0,-1-1-98 0 0</inkml:trace>
  <inkml:trace contextRef="#ctx0" brushRef="#br1" timeOffset="-68100.559">3809 2657 1044 0 0,'0'0'768'0'0,"0"0"-220"0"0,0 0-324 0 0,0 0-224 0 0,4 114-68 0 0,-4-93-112 0 0,0-1-224 0 0,0 1-184 0 0,0-2-196 0 0,5 1 224 0 0</inkml:trace>
  <inkml:trace contextRef="#ctx0" brushRef="#br1" timeOffset="-67863.98">3832 2964 612 0 0,'0'0'588'0'0,"0"0"-408"0"0,0 0-180 0 0,0 0-248 0 0,0 106-784 0 0</inkml:trace>
  <inkml:trace contextRef="#ctx0" brushRef="#br1" timeOffset="-67120.281">4271 3018 1864 0 0,'0'0'1094'0'0,"0"0"-502"0"0,25-17-424 0 0,77-56-170 0 0,3-8-470 0 0,72-39-414 0 0,180-83 1401 0 0,324-165 3313 0 0,-313 189-3644 0 0,-270 108-466 0 0,5-3-3883 0 0,-78 57 2563 0 0</inkml:trace>
  <inkml:trace contextRef="#ctx0" brushRef="#br1" timeOffset="-66882.791">6517 1675 744 0 0,'0'0'1163'0'0,"0"0"-178"0"0,0 0-168 0 0,0 0-143 0 0,0 0-207 0 0,0 0-217 0 0,0 0-148 0 0,0 0-93 0 0,0 0-56 0 0,12-16-35 0 0,42-49-26 0 0,7 0 340 0 0,-52 35 311 0 0,3-1-3902 0 0,-11 29 1989 0 0</inkml:trace>
  <inkml:trace contextRef="#ctx0" brushRef="#br1" timeOffset="-66501.78">6666 1468 272 0 0,'0'0'1179'0'0,"0"0"-209"0"0,0 0-313 0 0,0 0-223 0 0,0 0-91 0 0,0 0-108 0 0,0 0-159 0 0,0 0-109 0 0,-25 13 68 0 0,-81 43 199 0 0,-115 63 4680 0 0,-147 107-4914 0 0,-169 160 1194 0 0,-29 38-34 0 0,279-179-1711 0 0,-19 39-3461 0 0,150-199 1447 0 0,102-55-916 0 0,41-21 2488 0 0</inkml:trace>
  <inkml:trace contextRef="#ctx0" brushRef="#br1" timeOffset="-65867.614">4730 2900 1316 0 0,'0'0'806'0'0,"23"-17"-520"0"0,155-112-258 0 0,921-596 2561 0 0,-713 442-3079 0 0,-245 155 997 0 0,-55 58-1861 0 0,-85 69 1416 0 0,-1 1 43 0 0,0 0 52 0 0,0 0 73 0 0,0 0-64 0 0,0 0-184 0 0,0 0-110 0 0,-1 0 144 0 0,1 0 1 0 0,0 0 0 0 0,-1 0-1 0 0,1 0 1 0 0,0 0 0 0 0,0 0-1 0 0,-1 0 1 0 0,1 0 0 0 0,0 0-1 0 0,-1 0 1 0 0,1 0 0 0 0,0 0-1 0 0,0 0 1 0 0,-1 1 0 0 0,1-1-1 0 0,0 0 1 0 0,-1 0 0 0 0,1 0-1 0 0,0 0 1 0 0,0 1 0 0 0,0-1-1 0 0,-1 0 1 0 0,1 0 0 0 0,0 0-1 0 0,0 1 1 0 0,0-1 0 0 0,-1 0-1 0 0,1 0 1 0 0,0 1 0 0 0,0-1 0 0 0,0 0-1 0 0,0 0 1 0 0,0 1 0 0 0,0-1-1 0 0,0 0 1 0 0,-1 0 0 0 0,1 1-1 0 0,0-1 1 0 0,0 0 0 0 0,0 1-1 0 0,0-1 1 0 0,0 0 0 0 0,0 0-1 0 0,0 1 1 0 0,1-1 0 0 0,-1 0-1 0 0,0 1 1 0 0,0-1 0 0 0,0 0-1 0 0,0 0 1 0 0,0 1 0 0 0,0-1-1 0 0,0 0 1 0 0,1 0 0 0 0,-1 1-1 0 0,0-1 1 0 0,0 0 0 0 0,0 0-1 0 0,1 1 1 0 0,-1-1 0 0 0,0 0-1 0 0,0 0 1 0 0,0 0 0 0 0,1 0-1 0 0,-1 1 1 0 0,0-1-17 0 0,-36 9-118 0 0,18-5 232 0 0,-205 98-216 0 0,44-8-2874 0 0,132-65 1312 0 0</inkml:trace>
  <inkml:trace contextRef="#ctx0" brushRef="#br1" timeOffset="-65629.411">5714 2122 496 0 0,'0'0'1216'0'0,"0"0"-155"0"0,-30 24-315 0 0,-102 79-293 0 0,-192 133 1843 0 0,-69 58-1041 0 0,254-199-2435 0 0,56-40-2277 0 0,68-43 1991 0 0</inkml:trace>
  <inkml:trace contextRef="#ctx0" brushRef="#br1" timeOffset="-49671.611">3736 3648 992 0 0,'0'0'2144'0'0,"0"0"-620"0"0,0 0-250 0 0,0 0-239 0 0,0 0-25 0 0,0 0-197 0 0,0 0-207 0 0,0 0-112 0 0,0 0-71 0 0,2 15 364 0 0,-1-14-710 0 0,0-1 0 0 0,0 1 0 0 0,1-1-1 0 0,-1 1 1 0 0,0 0 0 0 0,0 0 0 0 0,0-1-1 0 0,0 1 1 0 0,0 0 0 0 0,0 0 0 0 0,0 0-1 0 0,-1 0 1 0 0,1 0 0 0 0,0 0 0 0 0,0 1 0 0 0,-1-1-1 0 0,1 0 1 0 0,-1 0 0 0 0,1 0 0 0 0,-1 1-1 0 0,1-1 1 0 0,-1 0 0 0 0,0 0 0 0 0,0 1-1 0 0,0-1 1 0 0,0 0 0 0 0,0 1 0 0 0,0-1-1 0 0,0 0 1 0 0,0 1 0 0 0,0-1 0 0 0,0 0-1 0 0,-1 1 1 0 0,1-1 0 0 0,0 0 0 0 0,-1 0 0 0 0,1 1-1 0 0,-1-1-76 0 0,-94 64-38 0 0,-21 9-438 0 0,1 16 1020 0 0,-138 99-893 0 0,-51 24 421 0 0,264-182-111 0 0,1 2 0 0 0,1 1 0 0 0,2 2 0 0 0,1 2 0 0 0,-1 6 39 0 0,-11 12 1 0 0,-3-2 0 0 0,-2-2 1 0 0,-2-2-1 0 0,-3-3 1 0 0,-1-2-1 0 0,-18 8-1 0 0,-139 96 141 0 0,-49 23-235 0 0,113-73-114 0 0,133-89 129 0 0,0 2 1 0 0,1 0-1 0 0,1 1 1 0 0,0 0-1 0 0,1 1 1 0 0,0 1-1 0 0,2 1 1 0 0,-8 10 78 0 0,-4 2 57 0 0,-101 67 339 0 0,58-35-494 0 0,50-47 508 0 0,5 1 58 0 0,-9 9-392 0 0,-46 48 400 0 0,57-64-2728 0 0,25-23-3406 0 0,14-11 1403 0 0</inkml:trace>
  <inkml:trace contextRef="#ctx0" brushRef="#br1" timeOffset="-48273.12">3850 3740 328 0 0,'0'0'825'0'0,"0"0"-381"0"0,0 0-176 0 0,0 0 232 0 0,0 0 331 0 0,0 0 269 0 0,0 0 31 0 0,0 0-177 0 0,0 0-178 0 0,0 0-92 0 0,3 1-94 0 0,30 0 1750 0 0,-43 9-1743 0 0,5-7-586 0 0,1-1 0 0 0,-1 1 1 0 0,1 0-1 0 0,0 0 0 0 0,0 1 0 0 0,0-1 1 0 0,0 1-1 0 0,0 0 0 0 0,1 0 1 0 0,-1 0-1 0 0,1 1 0 0 0,0-1 1 0 0,1 1-1 0 0,-1 0 0 0 0,1-1 0 0 0,0 1 1 0 0,-1 5-12 0 0,-73 213 2212 0 0,8-9-1134 0 0,-24 62-799 0 0,62-207-105 0 0,-3-1-1 0 0,-3-1 0 0 0,-19 22-173 0 0,-168 323-382 0 0,34-54-87 0 0,155-297 412 0 0,4 1-1 0 0,2 2 1 0 0,-3 19 57 0 0,-8 16-92 0 0,25-71 86 0 0,3 1 0 0 0,0 1 0 0 0,2 0 0 0 0,1 0 0 0 0,-3 28 6 0 0,-8 117 41 0 0,-14-76-62 0 0,11-30-386 0 0,13-44 456 0 0,8-23-283 0 0,-1 13-8320 0 0,7-13 5225 0 0,-11-19 1280 0 0</inkml:trace>
  <inkml:trace contextRef="#ctx0" brushRef="#br1" timeOffset="-47464.921">2743 6370 2164 0 0,'0'0'1937'0'0,"0"0"-298"0"0,0 0-338 0 0,0 0-227 0 0,0 0-166 0 0,-8 18-197 0 0,-42 95-206 0 0,23-11-890 0 0,17-40 4069 0 0,-8-39-5985 0 0,18-23 1121 0 0,0 0-436 0 0,0-1-709 0 0,0-7-719 0 0</inkml:trace>
  <inkml:trace contextRef="#ctx0" brushRef="#br1" timeOffset="-46592.474">2403 4733 848 0 0,'0'0'1566'0'0,"0"0"-263"0"0,0 0-66 0 0,0 0-15 0 0,0 0-59 0 0,0 0-181 0 0,0 0-153 0 0,0 0-40 0 0,0 0-26 0 0,0 0-91 0 0,-2 9-144 0 0,-10 73 699 0 0,2 41-49 0 0,-2 21-915 0 0,15-134-239 0 0,0-1-1 0 0,1-1 1 0 0,0 1 0 0 0,0-1-1 0 0,1 1 1 0 0,0-1 0 0 0,1 0-1 0 0,0-1 1 0 0,0 0 0 0 0,1 0-1 0 0,-1 0 1 0 0,2 0 0 0 0,-1-1-1 0 0,1-1 1 0 0,0 1 0 0 0,0-1-1 0 0,0 0 1 0 0,1-1-1 0 0,-1 0 1 0 0,1-1 0 0 0,9 3-24 0 0,-4 1 84 0 0,55 28 122 0 0,2-3-1 0 0,2-3 0 0 0,0-4 1 0 0,29 5-206 0 0,102-1-76 0 0,-100-18-2034 0 0,-92-32-2079 0 0,-16 11-299 0 0,-7 5-22 0 0</inkml:trace>
  <inkml:trace contextRef="#ctx0" brushRef="#br1" timeOffset="-46067.993">1949 5505 2644 0 0,'0'0'2250'0'0,"0"0"-343"0"0,0 0-371 0 0,0 0-275 0 0,0 0-126 0 0,0 0-56 0 0,0 0-133 0 0,0 0-229 0 0,0 0-153 0 0,0 0-165 0 0,7 11-117 0 0,46 73 394 0 0,50 83 854 0 0,-16-14-3685 0 0,-75-147-2174 0 0,-5-6-1678 0 0,1 0 1824 0 0</inkml:trace>
  <inkml:trace contextRef="#ctx0" brushRef="#br1" timeOffset="-45831.502">2185 5553 4124 0 0,'0'0'1414'0'0,"0"0"-56"0"0,0 0-139 0 0,0 0-96 0 0,0 0-41 0 0,0 0-180 0 0,-30 17-310 0 0,-96 56-114 0 0,119-69-410 0 0,0-1-1 0 0,1 2 1 0 0,0-1 0 0 0,0 1 0 0 0,0 0-1 0 0,1 0 1 0 0,0 0 0 0 0,0 1 0 0 0,0 0 0 0 0,0 0-1 0 0,1 0 1 0 0,0 1 0 0 0,0 0-68 0 0,-5 9 196 0 0,-150 265 873 0 0,147-253-2205 0 0,10-6-3853 0 0,2-17-1536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9:43.8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0 2504 0 0,'0'0'638'0'0,"0"0"350"0"0,0 0 1628 0 0,0 0-334 0 0,0 0-815 0 0,0 0-598 0 0,0 0-253 0 0,0 0-30 0 0,0 0-31 0 0,0 0-111 0 0,30 10-107 0 0,96 29-2 0 0,-45 4 110 0 0,-70-34-376 0 0,-4-1-45 0 0,1 1 1 0 0,-1 0-1 0 0,0 0 1 0 0,0 0-1 0 0,-1 1 1 0 0,-1 0 0 0 0,0 0-1 0 0,0 0 1 0 0,-1 1-1 0 0,0 0 1 0 0,-1 0-1 0 0,0 0 1 0 0,-1 0-1 0 0,0 0 1 0 0,-1 1 0 0 0,0-1-1 0 0,0 0 1 0 0,-2 1-1 0 0,1-1 1 0 0,-1 0-1 0 0,-1 3-24 0 0,2 8-98 0 0,-3 5-42 0 0,0 0 1 0 0,-2-1-1 0 0,-1 0 1 0 0,-1 0-1 0 0,-1 0 0 0 0,-1-1 1 0 0,-2 0-1 0 0,0-1 1 0 0,-2 0-1 0 0,0-1 0 0 0,-2 0 1 0 0,0-1-1 0 0,-18 18 140 0 0,-84 63 37 0 0,110-99-72 0 0,1 0 1 0 0,-1 0 0 0 0,1-1-1 0 0,-1 1 1 0 0,0-2 0 0 0,-1 1-1 0 0,1-1 1 0 0,0 0 0 0 0,-1-1-1 0 0,1 1 1 0 0,-1-2 0 0 0,1 1-1 0 0,-1-1 1 0 0,0 0 0 0 0,1 0-1 0 0,-1-1 1 0 0,1 0 0 0 0,-1-1-1 0 0,-2 0 35 0 0,4-1-100 0 0,0-1-1 0 0,1 1 0 0 0,-1-1 1 0 0,1 0-1 0 0,0 0 0 0 0,0 0 1 0 0,0-1-1 0 0,0 0 1 0 0,1 0-1 0 0,0 0 0 0 0,0 0 1 0 0,0-1-1 0 0,1 0 1 0 0,-1 0-1 0 0,2 0 0 0 0,-1 0 1 0 0,1 0-1 0 0,-1 0 0 0 0,2-1 1 0 0,-1 1-1 0 0,1-1 1 0 0,0 1-1 0 0,0-1 0 0 0,1 0 1 0 0,0 1-1 0 0,0-1 0 0 0,0 0 1 0 0,1 1-1 0 0,0-1 1 0 0,0 1-1 0 0,1-1 0 0 0,0 1 1 0 0,0-1-1 0 0,1 1 1 0 0,0-2 100 0 0,1 2 85 0 0,1 1 0 0 0,0-1 0 0 0,-1 1 0 0 0,2 0 0 0 0,-1 0 0 0 0,0 1 0 0 0,1-1 1 0 0,0 1-1 0 0,0 0 0 0 0,0 1 0 0 0,1 0 0 0 0,-1 0 0 0 0,1 0 0 0 0,0 1 0 0 0,0-1 1 0 0,0 2-1 0 0,0-1 0 0 0,0 1 0 0 0,0 0 0 0 0,0 1 0 0 0,0-1 0 0 0,3 1-85 0 0,160 26 2325 0 0,11 29-1127 0 0,150 35-1509 0 0,-204-81-3701 0 0,-108-12-81 0 0,-8-10-1658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9:23.8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1842 812 664 0 0,'0'0'3585'0'0,"0"0"-2238"0"0,0 0-917 0 0,0 0-17 0 0,0 0 966 0 0,0 0-237 0 0,0 0-530 0 0,0 0-315 0 0,-2 18-82 0 0,-3 55 75 0 0,6-70-264 0 0,-1-1 0 0 0,1 1 0 0 0,0-1 1 0 0,0 0-1 0 0,0 1 0 0 0,0-1 0 0 0,0 0 1 0 0,1 0-1 0 0,-1 0 0 0 0,0 0 1 0 0,1 0-1 0 0,0 0 0 0 0,-1 0 0 0 0,1 0 1 0 0,0 0-1 0 0,0-1 0 0 0,0 1 0 0 0,0-1 1 0 0,0 0-1 0 0,1 1 0 0 0,-1-1 0 0 0,0 0 1 0 0,1 0-1 0 0,0 0-26 0 0,9 5 160 0 0,40 25 57 0 0,-2 2 1 0 0,-1 2-1 0 0,-1 3 0 0 0,-2 1 0 0 0,26 31-217 0 0,-54-50-374 0 0,25 29-612 0 0,-23-9-3024 0 0,-15-17 66 0 0</inkml:trace>
  <inkml:trace contextRef="#ctx0" brushRef="#br0" timeOffset="411.955">1761 1422 5561 0 0,'0'0'1794'0'0,"0"0"-297"0"0,0 0-107 0 0,0 0 276 0 0,23-22-157 0 0,78-72-308 0 0,210-213 1078 0 0,-104 122-4747 0 0,-175 151-2771 0 0,-31 23-759 0 0</inkml:trace>
  <inkml:trace contextRef="#ctx0" brushRef="#br0" timeOffset="1317.643">1674 758 484 0 0,'0'0'1776'0'0,"0"0"-219"0"0,0 0 8 0 0,0 0-59 0 0,0 0-128 0 0,0 0-204 0 0,0 0-363 0 0,0 0-454 0 0,0 0-216 0 0,3-11 2 0 0,8-86 1446 0 0,-11 91-1390 0 0,0 5 455 0 0,12 20-117 0 0,247 156 277 0 0,-66-13 1011 0 0,122 135-1825 0 0,-228-205-31 0 0,-87-92-75 0 0,0 0 0 0 0,-1 0 1 0 0,1 0-1 0 0,-1 0 0 0 0,1 0 0 0 0,0 1 0 0 0,-1-1 1 0 0,1 0-1 0 0,0 0 0 0 0,-1 0 0 0 0,1 0 1 0 0,0 0-1 0 0,-1 0 0 0 0,1 1 0 0 0,0-1 1 0 0,-1 0-1 0 0,1 0 0 0 0,0 0 0 0 0,-1 1 1 0 0,1-1-1 0 0,0 0 0 0 0,0 1 0 0 0,0-1 0 0 0,-1 0 1 0 0,1 0-1 0 0,0 1 0 0 0,0-1 0 0 0,0 0 1 0 0,-1 1-1 0 0,1-1 0 0 0,0 0 0 0 0,0 1 1 0 0,0-1-1 0 0,0 1 0 0 0,0-1 0 0 0,0 0 1 0 0,0 1-1 0 0,0-1 0 0 0,0 0 0 0 0,0 1 1 0 0,0-1-1 0 0,0 0 0 0 0,0 1 0 0 0,0-1 0 0 0,0 1 1 0 0,0-1-1 0 0,1 0 0 0 0,-1 1 0 0 0,0-1 106 0 0,-9 0-660 0 0,-14 0-5124 0 0,15-1 2125 0 0,70 0 2466 0 0</inkml:trace>
  <inkml:trace contextRef="#ctx0" brushRef="#br0" timeOffset="2081.125">1806 1381 1528 0 0,'0'0'2862'0'0,"0"0"-590"0"0,0 0-579 0 0,0 0-316 0 0,0 0-201 0 0,0 0-226 0 0,0 0-198 0 0,0 0-194 0 0,0 0-156 0 0,0 0-103 0 0,2-2-19 0 0,47-46 547 0 0,244-184 707 0 0,-40 59-547 0 0,-199 134-984 0 0,25-34-53 0 0,-25 10-548 0 0,-72 77-6023 0 0,-18 0 1198 0 0</inkml:trace>
  <inkml:trace contextRef="#ctx0" brushRef="#br0" timeOffset="12804.35">3121 1125 3060 0 0,'0'0'2899'0'0,"0"0"-878"0"0,0 0-675 0 0,0 0-226 0 0,0 0-190 0 0,0 0-180 0 0,0 0-108 0 0,0 0-87 0 0,0 0-115 0 0,27 0-143 0 0,85 0-137 0 0,-7 5-1966 0 0,-91-12-5452 0 0,-13-3 3090 0 0</inkml:trace>
  <inkml:trace contextRef="#ctx0" brushRef="#br0" timeOffset="13043.896">3126 866 5136 0 0,'0'0'3189'0'0,"0"0"-1273"0"0,0 0-656 0 0,0 0-476 0 0,0 0 240 0 0,0 0 44 0 0,0 0-424 0 0,0 0-424 0 0,0 0-220 0 0,0 0-112 0 0,0 0-216 0 0,186-2-356 0 0,-150 2-348 0 0,9 0-184 0 0,-8 0-1800 0 0,-1-4-3637 0 0</inkml:trace>
  <inkml:trace contextRef="#ctx0" brushRef="#br0" timeOffset="20847.871">287 1426 3116 0 0,'0'0'361'0'0,"0"0"-187"0"0,0 0 251 0 0,0 0 1368 0 0,0 0 201 0 0,0 0-498 0 0,0 0-523 0 0,0 0-249 0 0,0 0 158 0 0,0 0 169 0 0,-3 6-95 0 0,-8 14 1132 0 0,-30-96-859 0 0,22 23-1189 0 0,2-1 0 0 0,2 0 0 0 0,2 0 0 0 0,3-2 1 0 0,3 1-1 0 0,2-1 0 0 0,2 0 0 0 0,3 0 1 0 0,3-13-41 0 0,-4 24 21 0 0,2-1-1 0 0,3 1 1 0 0,1-1 0 0 0,2 1 0 0 0,5-12-21 0 0,1 13 18 0 0,1 0 0 0 0,3 1-1 0 0,1 1 1 0 0,2 0-1 0 0,2 2 1 0 0,2 0 0 0 0,1 2-1 0 0,2 0 1 0 0,2 2 0 0 0,1 1-1 0 0,32-28-17 0 0,-60 61-40 0 0,0 0 0 0 0,-1 1 0 0 0,1-1-1 0 0,0 0 1 0 0,0 0 0 0 0,0 1-1 0 0,0-1 1 0 0,0 1 0 0 0,0 0 0 0 0,1-1-1 0 0,-1 1 1 0 0,0 0 0 0 0,1 0 0 0 0,-1 1-1 0 0,0-1 1 0 0,1 0 0 0 0,-1 1 0 0 0,1 0-1 0 0,0-1 1 0 0,-1 1 0 0 0,1 0 0 0 0,-1 0-1 0 0,1 0 1 0 0,-1 1 0 0 0,1-1-1 0 0,-1 1 1 0 0,1-1 0 0 0,-1 1 0 0 0,1 0-1 0 0,-1 0 1 0 0,0 0 0 0 0,1 0 0 0 0,-1 0-1 0 0,0 1 1 0 0,0-1 0 0 0,0 1 40 0 0,12 13-116 0 0,-1 1 1 0 0,0 1-1 0 0,-2 0 1 0 0,0 1-1 0 0,0 0 1 0 0,-2 0-1 0 0,-1 1 1 0 0,0 1-1 0 0,-1-1 1 0 0,-1 1-1 0 0,1 10 116 0 0,2-4-30 0 0,6 38 128 0 0,-3 0 1 0 0,-2 0-1 0 0,-3 1 1 0 0,-3 0-1 0 0,-3 0 0 0 0,-4 28-98 0 0,2 0 196 0 0,-8 250-319 0 0,9-308-25 0 0,-1-6-185 0 0,1 0-1 0 0,1 0 1 0 0,2 0-1 0 0,1 0 1 0 0,6 23 333 0 0,-4-33-574 0 0,4 15-607 0 0,-7-12-2645 0 0,-4-18 682 0 0,-7-4-1279 0 0</inkml:trace>
  <inkml:trace contextRef="#ctx0" brushRef="#br0" timeOffset="21086.356">1 783 11581 0 0,'0'0'1292'0'0,"0"0"-808"0"0,0 0-484 0 0,0 0-36 0 0,240 73-52 0 0,-167-57-16 0 0,8-3-152 0 0,1-5-356 0 0,13-6-792 0 0,-27-2-1520 0 0,23 0-2469 0 0</inkml:trace>
  <inkml:trace contextRef="#ctx0" brushRef="#br0" timeOffset="21450.887">1579 1729 3056 0 0,'0'0'598'0'0,"0"0"898"0"0,0 0 364 0 0,0 0-459 0 0,0 0-155 0 0,0 0-196 0 0,0 0-170 0 0,0 0-135 0 0,0 0-158 0 0,-40-13-233 0 0,-128-41-102 0 0,37-11 196 0 0,115 58-391 0 0,1-1-1 0 0,0 0 1 0 0,0-1-1 0 0,1-1 1 0 0,0 0-1 0 0,1-1 0 0 0,0-1 1 0 0,1 0-1 0 0,0 0 1 0 0,1-1-1 0 0,0-1 1 0 0,1 0-1 0 0,0 0 1 0 0,2-1-1 0 0,-1 0 1 0 0,2-1-1 0 0,0 0 1 0 0,1 0-1 0 0,1 0 0 0 0,0-1 1 0 0,1 1-1 0 0,1-3-56 0 0,1 0 22 0 0,1-1-1 0 0,2 0 1 0 0,0 1-1 0 0,1-1 1 0 0,0 1-1 0 0,2 0 1 0 0,1-1-1 0 0,0 2 1 0 0,1-1-1 0 0,1 1 0 0 0,4-8-21 0 0,26-44-52 0 0,3 3 0 0 0,3 1-1 0 0,3 2 1 0 0,3 2-1 0 0,2 3 1 0 0,3 1-1 0 0,2 3 1 0 0,3 3-1 0 0,2 2 1 0 0,2 3-1 0 0,2 3 1 0 0,2 2 52 0 0,48-21-1954 0 0,-34 38-4855 0 0,-54 24 2306 0 0</inkml:trace>
  <inkml:trace contextRef="#ctx0" brushRef="#br0" timeOffset="21832.102">2899 410 4396 0 0,'0'0'4096'0'0,"0"0"-2520"0"0,2 19-1025 0 0,25 126 502 0 0,-6-74-483 0 0,-2 1 0 0 0,-4 1 0 0 0,-3 0 0 0 0,-3 1 0 0 0,-1 28-570 0 0,-8 155 755 0 0,-4-211-971 0 0,-2-1-1 0 0,-2-1 1 0 0,-2 1-1 0 0,-8 16 217 0 0,15-49-147 0 0,-19 62-1693 0 0,-15 22-1971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4T22:55:12.66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48,'2'-3,"0"0,-1 0,1 0,0 0,0 0,1 0,-1 1,1-1,-1 1,1 0,0 0,-1 0,1 0,0 0,1 1,-1-1,0 1,0 0,1 0,-1 0,0 0,1 0,-1 1,1 0,-1 0,1 0,-1 0,1 0,313 9,-100 5,8 10,17 2,305-28,-520 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4T22:55:13.5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1 276,'35'-2,"1"1,-1 2,0 2,0 1,0 2,0 1,-1 2,0 2,0 0,-2 2,27 15,-26-8,-1 1,-1 1,-1 1,0 2,-2 1,-2 2,0 0,6 12,78 53,-86-78</inkml:trace>
  <inkml:trace contextRef="#ctx0" brushRef="#br0" timeOffset="894.206">848 1,'-12'0,"1"0,0 0,-1 1,1 0,-1 1,1 0,0 1,0 0,0 1,1 0,-1 1,1 0,0 1,0 0,1 0,0 1,0 0,0 1,-5 6,-122 192,130-198,0 0,0-1,-1 0,0-1,0 0,-1 0,0 0,0-1,0 0,-1 0,1-1,-1 0,0-1,0 0,0 0,-4-1,-14 8,10-4</inkml:trace>
  <inkml:trace contextRef="#ctx0" brushRef="#br0" timeOffset="2852.808">324 376,'-4'4,"-6"6,-1 5,-2 4,-4 8,-4 3,-1 1,-2 4,3-1,5-1,-2-2,0-2,1-2,-11-1,0-5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0:59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166 338 3648 0 0,'0'0'1879'0'0,"0"0"-428"0"0,0 0-439 0 0,0 0-408 0 0,0 0-195 0 0,0 0 38 0 0,0 0 1034 0 0,0 0-530 0 0,0 0-547 0 0,13-18-223 0 0,73-119 399 0 0,-65 105-408 0 0,-14 18 11 0 0,1 1 0 0 0,0 0 0 0 0,1 1 0 0 0,0-1 0 0 0,1 2 0 0 0,0-1 0 0 0,1 2-1 0 0,0-1 1 0 0,1 1 0 0 0,0 1 0 0 0,0 0 0 0 0,7-3-183 0 0,-11 11 20 0 0,0 1 0 0 0,0-1 1 0 0,0 1-1 0 0,0 1 0 0 0,0 0 0 0 0,0 0 0 0 0,0 0 1 0 0,0 1-1 0 0,0 0 0 0 0,0 1 0 0 0,-1-1 0 0 0,1 2 0 0 0,-1-1 1 0 0,0 1-1 0 0,0 0 0 0 0,0 0 0 0 0,0 2-20 0 0,1-2-2 0 0,9 6-52 0 0,0 0 0 0 0,0 2-1 0 0,-1 0 1 0 0,-1 1 0 0 0,0 0-1 0 0,-1 1 1 0 0,0 1 0 0 0,-1 0-1 0 0,-1 1 1 0 0,0 0 0 0 0,-2 1-1 0 0,1 0 1 0 0,-2 1 0 0 0,2 7 54 0 0,97 283-33 0 0,-73-192-403 0 0,-29-99 207 0 0,1 0 0 0 0,0 0 0 0 0,1-1 0 0 0,1 0-1 0 0,0 0 1 0 0,1-1 0 0 0,1 0 0 0 0,10 10 229 0 0,17 12-142 0 0,-40-69 1246 0 0,-3 17-1155 0 0,-2-1-1 0 0,0 1 1 0 0,-1 0-1 0 0,0 1 1 0 0,-1 0-1 0 0,-1 0 1 0 0,0 1-1 0 0,0 0 1 0 0,-2 1 51 0 0,-1-4 38 0 0,-1 1-1 0 0,0 1 1 0 0,-1 0 0 0 0,-1 1 0 0 0,0 0-1 0 0,-1 1 1 0 0,0 1 0 0 0,-1 1 0 0 0,0 1-1 0 0,-1 0 1 0 0,0 1 0 0 0,0 1-1 0 0,0 1 1 0 0,-1 0 0 0 0,-20-2-38 0 0,-3 6 148 0 0,-1 1 0 0 0,0 2 0 0 0,1 2-1 0 0,0 2 1 0 0,-1 2 0 0 0,2 2 0 0 0,-1 1 0 0 0,2 3 0 0 0,-27 11-148 0 0,57-22-2 0 0,1 1 0 0 0,0 0 0 0 0,-1 1-1 0 0,1 0 1 0 0,0 0 0 0 0,1 1 0 0 0,-1 0 0 0 0,1 1 0 0 0,0 0 0 0 0,0 0 0 0 0,1 1 0 0 0,0 0 0 0 0,0 0 0 0 0,1 1 0 0 0,-1 0 0 0 0,2 1 0 0 0,-1 0 0 0 0,1 0-1 0 0,1 0 1 0 0,0 0 0 0 0,0 1 0 0 0,0 0 0 0 0,2 0 0 0 0,-1 0 0 0 0,1 1 0 0 0,1-1 0 0 0,-1 1 0 0 0,2-1 0 0 0,0 1 0 0 0,0 3 2 0 0,5-1 15 0 0,0-1 1 0 0,0 0-1 0 0,1-1 1 0 0,1 1-1 0 0,0-1 1 0 0,1 0-1 0 0,0-1 1 0 0,1 0-1 0 0,0 0 1 0 0,0 0-1 0 0,1-1 1 0 0,0 0-1 0 0,1-1 1 0 0,0 0-1 0 0,10 6-15 0 0,20 18-153 0 0,1-2 0 0 0,2-1-1 0 0,1-3 1 0 0,2-1 0 0 0,0-3-1 0 0,1-1 1 0 0,1-3 0 0 0,1-1-1 0 0,19 1 154 0 0,-31-9-553 0 0,1-2 0 0 0,0-2 0 0 0,0-1 0 0 0,0-2 0 0 0,0-2 0 0 0,1-1-1 0 0,-1-2 1 0 0,7-3 553 0 0,33-19-3028 0 0,2-32-1102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1:00.1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368 98 1032 0 0,'0'0'5818'0'0,"0"0"-3883"0"0,0 0-1193 0 0,0 0-232 0 0,0 0 33 0 0,0 0 318 0 0,0 0-4 0 0,0 0-378 0 0,42-15-304 0 0,134-47-150 0 0,-77 41 33 0 0,-81 22-20 0 0,0-1 0 0 0,81 9 190 0 0,-96-8-202 0 0,0 0 1 0 0,0 0-1 0 0,0 1 1 0 0,-1-1-1 0 0,1 1 1 0 0,0-1 0 0 0,-1 1-1 0 0,1 0 1 0 0,-1 0-1 0 0,0 0 1 0 0,0 0 0 0 0,1 0-1 0 0,-1 1 1 0 0,-1-1-1 0 0,1 1 1 0 0,0-1-1 0 0,-1 1 1 0 0,1 0 0 0 0,-1-1-1 0 0,0 1 1 0 0,0 0-1 0 0,0 0 1 0 0,0 0-1 0 0,0 0 1 0 0,-1 0 0 0 0,1 0-1 0 0,-1 0 1 0 0,0 0-1 0 0,0 0 1 0 0,0 2-27 0 0,0 5 23 0 0,0 0 0 0 0,0 0 0 0 0,-1 0 0 0 0,-1 0 0 0 0,0 0 0 0 0,0 0 1 0 0,-1 0-1 0 0,0-1 0 0 0,0 1 0 0 0,-1-1 0 0 0,-1 0 0 0 0,1 0 0 0 0,-5 5-23 0 0,-22 32-51 0 0,-2-1 0 0 0,-2-1 0 0 0,-2-2 1 0 0,-2-1-1 0 0,-1-3 0 0 0,-3-1 0 0 0,0-2 0 0 0,-27 15 51 0 0,44-35 69 0 0,-2-1 0 0 0,1 0-1 0 0,-2-3 1 0 0,1 0 0 0 0,-2-2 0 0 0,1-1-1 0 0,-1-1 1 0 0,-12 0-69 0 0,-149 7-2861 0 0,189-14 2094 0 0,66-18-794 0 0,-43 12 1734 0 0,-1 1 1 0 0,1 1 0 0 0,0 1 0 0 0,-1 1-1 0 0,1 1 1 0 0,1 0 0 0 0,-1 2 0 0 0,0 0-1 0 0,-1 1 1 0 0,1 2 0 0 0,0 0 0 0 0,-1 1-1 0 0,1 1-173 0 0,37 18 893 0 0,-25-9-821 0 0,0-1 1 0 0,2-2-1 0 0,-1-1 0 0 0,1-1 1 0 0,1-2-1 0 0,-1-2 0 0 0,23 1-72 0 0,-34-7-859 0 0,0-1 0 0 0,0-1 0 0 0,0-1 0 0 0,0-1 0 0 0,-1-1 0 0 0,13-4 859 0 0,12-7-4085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1:00.4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2091 12765 0 0,'0'0'1582'0'0,"0"0"-572"0"0,0 0-663 0 0,0 0-146 0 0,0 0 323 0 0,0 0 39 0 0,0 0-195 0 0,41-1-356 0 0,132-2-296 0 0,38-22-1940 0 0,-207 24 2075 0 0,54-19-1512 0 0,-34-14-2732 0 0,-22 10 488 0 0</inkml:trace>
  <inkml:trace contextRef="#ctx0" brushRef="#br0" timeOffset="238.15">281 1801 8809 0 0,'0'0'2016'0'0,"0"0"-564"0"0,-72 124-416 0 0,49-66-212 0 0,0 9 264 0 0,-4 12-144 0 0,9 3-279 0 0,-5 1-253 0 0,5 0-140 0 0,5 0-148 0 0,8-6-124 0 0,-4-2-212 0 0,9-7-132 0 0,0-6-192 0 0,14-8-637 0 0,4-10-1187 0 0,-5-13-2528 0 0,10 2-2849 0 0</inkml:trace>
  <inkml:trace contextRef="#ctx0" brushRef="#br0" timeOffset="747.943">703 1031 1772 0 0,'0'0'3092'0'0,"0"0"-1024"0"0,0 0-633 0 0,0 0-366 0 0,0 0-22 0 0,23 22-16 0 0,72 77-311 0 0,-88-90-645 0 0,1 0-1 0 0,-2 1 1 0 0,0-1 0 0 0,0 1 0 0 0,0 0 0 0 0,-1 1-1 0 0,-1-1 1 0 0,0 1 0 0 0,0 0 0 0 0,1 10-75 0 0,2 5 177 0 0,7 35 414 0 0,-3 2 0 0 0,-3-1 0 0 0,-3 1 0 0 0,-2 0 0 0 0,-3 0 0 0 0,-3 0 0 0 0,-4 16-591 0 0,-5 2 325 0 0,-3-2 1 0 0,-4 0-1 0 0,-3-1 0 0 0,-12 22-325 0 0,23-64-34 0 0,-46 129-995 0 0,57-165 936 0 0,1 0 0 0 0,-1 0-1 0 0,0 0 1 0 0,0 0 0 0 0,1 0-1 0 0,-1 0 1 0 0,0 0 0 0 0,1 1 0 0 0,-1-1-1 0 0,0 0 1 0 0,0 0 0 0 0,1 0-1 0 0,-1 0 1 0 0,0 0 0 0 0,0 0-1 0 0,1 1 1 0 0,-1-1 0 0 0,0 0 93 0 0,81-106-532 0 0,-61 78 569 0 0,5-14-226 0 0,2 1 0 0 0,2 1 0 0 0,2 1 0 0 0,1 2 0 0 0,2 2 0 0 0,2 1 0 0 0,0 1 0 0 0,3 2 0 0 0,0 2 1 0 0,30-16 188 0 0,-40 31-252 0 0,-1 2 1 0 0,2 1 0 0 0,-1 2 0 0 0,2 1 0 0 0,-1 1 0 0 0,1 1 0 0 0,0 2 0 0 0,0 1-1 0 0,0 1 1 0 0,26 3 251 0 0,-43-1-8 0 0,1 2 0 0 0,-1 0-1 0 0,1 0 1 0 0,-1 1-1 0 0,0 1 1 0 0,0 1 0 0 0,0 0-1 0 0,-1 0 1 0 0,0 1-1 0 0,0 1 1 0 0,0 0 0 0 0,-1 1-1 0 0,0 1 1 0 0,-1-1-1 0 0,1 2 1 0 0,-2 0 0 0 0,1 0-1 0 0,-2 1 1 0 0,1 0 0 0 0,-1 0-1 0 0,-1 1 1 0 0,0 1-1 0 0,6 12 9 0 0,-6-3 332 0 0,-1 1 0 0 0,-1-1 0 0 0,-1 1-1 0 0,-1 1 1 0 0,0-1 0 0 0,-2 0 0 0 0,-1 1-1 0 0,-1 0 1 0 0,-1-1 0 0 0,-3 15-332 0 0,0-12 137 0 0,-2 0-1 0 0,-1-1 1 0 0,-1 0-1 0 0,-1 0 1 0 0,-1-1-1 0 0,-1 0 1 0 0,-1 0 0 0 0,-1-1-1 0 0,-1-1 1 0 0,-1 0-1 0 0,-1-1 1 0 0,-1-1 0 0 0,-1-1-1 0 0,0 0 1 0 0,-2-1-1 0 0,0-1 1 0 0,-1-1 0 0 0,-1-1-1 0 0,0-1 1 0 0,-1-1-1 0 0,0 0 1 0 0,-11 2-137 0 0,0 1-101 0 0,-1-3 1 0 0,0-1-1 0 0,0-1 1 0 0,-1-2-1 0 0,-1-2 1 0 0,1-1-1 0 0,-1-2 0 0 0,0-1 1 0 0,0-2-1 0 0,-29-3 101 0 0,35-1-606 0 0,0-2-1 0 0,1 0 0 0 0,0-2 1 0 0,0-2-1 0 0,1 0 1 0 0,0-2-1 0 0,0-1 0 0 0,-18-12 607 0 0,-56-39-4669 0 0</inkml:trace>
  <inkml:trace contextRef="#ctx0" brushRef="#br0" timeOffset="1353.348">2277 201 2480 0 0,'0'0'2394'0'0,"0"0"-461"0"0,0 0-301 0 0,40-2-183 0 0,135-4 15 0 0,-135 6-989 0 0,0 0 0 0 0,0 3-1 0 0,0 1 1 0 0,0 2-1 0 0,-1 2 1 0 0,10 4-475 0 0,-19-5 128 0 0,0 2 0 0 0,0 0-1 0 0,-1 2 1 0 0,-1 1 0 0 0,8 5-128 0 0,-27-12 60 0 0,-1 0 0 0 0,0 0 0 0 0,-1 0 0 0 0,1 1 0 0 0,-1 0 0 0 0,0 0 0 0 0,-1 1 0 0 0,1 0-1 0 0,-1 0 1 0 0,0 0 0 0 0,-1 1 0 0 0,0 0 0 0 0,0 0 0 0 0,-1 0 0 0 0,0 1 0 0 0,-1-1 0 0 0,1 1 0 0 0,-2 0 0 0 0,2 6-60 0 0,-2-4 103 0 0,0-1 0 0 0,-1 1 1 0 0,0 0-1 0 0,-1 0 0 0 0,0 0 0 0 0,-1 0 0 0 0,0 0 0 0 0,-1 0 1 0 0,0-1-1 0 0,0 1 0 0 0,-1-1 0 0 0,-1 1 0 0 0,0-1 0 0 0,0 0 0 0 0,-1 0 1 0 0,0-1-1 0 0,-1 1 0 0 0,-2 1-103 0 0,-32 36 56 0 0,-3-1-1 0 0,-2-3 1 0 0,-2-2-1 0 0,-1-2 1 0 0,-2-2-1 0 0,-1-2 1 0 0,-2-2-1 0 0,-2-3 1 0 0,-1-2-1 0 0,-6-1-55 0 0,50-21-56 0 0,-19 11-314 0 0,0-2 1 0 0,-1-1 0 0 0,-1-1 0 0 0,0-2 0 0 0,-1-1-1 0 0,0-2 1 0 0,-1-1 0 0 0,-11-1 369 0 0,43-6-124 0 0,1 0 0 0 0,-1-1 0 0 0,1 0 0 0 0,-1 1 0 0 0,1-1 0 0 0,0 0-1 0 0,-1 0 1 0 0,1 0 0 0 0,0 0 0 0 0,0-1 0 0 0,0 1 0 0 0,-1-1 0 0 0,2 1 0 0 0,-1-1 0 0 0,0 0 0 0 0,0 0 0 0 0,0 0 0 0 0,1 0-1 0 0,-1 0 1 0 0,1 0 0 0 0,0 0 0 0 0,-1 0 0 0 0,1 0 0 0 0,0-1 0 0 0,0 1 0 0 0,1 0 0 0 0,-1-1 0 0 0,0 1 0 0 0,1-1 0 0 0,-1 1-1 0 0,1-1 1 0 0,0 1 0 0 0,0-1 0 0 0,0 0 0 0 0,0 1 0 0 0,1-1 0 0 0,-1 1 0 0 0,0-1 0 0 0,1 1 0 0 0,0-1 0 0 0,0 1 0 0 0,0 0-1 0 0,0-1 1 0 0,0 1 0 0 0,0 0 0 0 0,0 0 0 0 0,1 0 0 0 0,-1 0 0 0 0,1 0 0 0 0,-1 0 0 0 0,1 0 0 0 0,0 0 0 0 0,0 1 0 0 0,0-1-1 0 0,1 0 125 0 0,13-10-106 0 0,0 0-1 0 0,1 1 0 0 0,1 0 0 0 0,0 2 0 0 0,0 0 0 0 0,1 1 0 0 0,0 1 0 0 0,0 1 0 0 0,1 0 0 0 0,0 2 0 0 0,0 0 0 0 0,0 1 0 0 0,0 2 0 0 0,0-1 0 0 0,9 3 107 0 0,8-3 757 0 0,-1 1 0 0 0,1 2-1 0 0,-1 2 1 0 0,1 2-1 0 0,-1 1 1 0 0,-1 1 0 0 0,1 2-1 0 0,-1 2 1 0 0,-1 1-1 0 0,19 10-756 0 0,-25-8 365 0 0,1-2 0 0 0,1-1 0 0 0,0-1 0 0 0,0-2 0 0 0,1-1 0 0 0,0-1-1 0 0,0-2 1 0 0,4-1-365 0 0,29-1-316 0 0,0-3 0 0 0,0-3 1 0 0,-1-3-1 0 0,0-3 0 0 0,0-2 0 0 0,17-8 316 0 0,85-27-7057 0 0,-93 21-155 0 0</inkml:trace>
  <inkml:trace contextRef="#ctx0" brushRef="#br0" timeOffset="3006.977">7452 73 4772 0 0,'0'0'2818'0'0,"0"0"-741"0"0,39-11-399 0 0,128-36-313 0 0,-38 33 465 0 0,-121 14-1708 0 0,5 3-69 0 0,0 1 1 0 0,0 0-1 0 0,0 1 0 0 0,-1 0 0 0 0,1 1 1 0 0,-1 0-1 0 0,-1 1 0 0 0,1 0 0 0 0,-1 1 1 0 0,-1 0-1 0 0,1 1 0 0 0,-2 0 0 0 0,1 1 1 0 0,-1 0-1 0 0,0 0 0 0 0,-1 1 0 0 0,0 0 1 0 0,-1 0-1 0 0,0 1 0 0 0,-1 0 0 0 0,-1 0 1 0 0,0 1-1 0 0,0 0-53 0 0,1 6 27 0 0,-1 0 0 0 0,-1 1 1 0 0,0 0-1 0 0,-2-1 0 0 0,0 1 1 0 0,-2 0-1 0 0,0 0 0 0 0,-1 0 1 0 0,-1 0-1 0 0,0 0 0 0 0,-2 0 0 0 0,0-1 1 0 0,-2 0-1 0 0,0 0 0 0 0,-1 0 1 0 0,-1-1-1 0 0,0 0 0 0 0,-2 0 1 0 0,0-1-1 0 0,-1 0 0 0 0,0-1 1 0 0,-9 9-28 0 0,-9 10 45 0 0,-1-1 0 0 0,-2-1 0 0 0,-1-2 0 0 0,-2-2 0 0 0,-1-1 0 0 0,-1-1 0 0 0,-1-2 0 0 0,-39 18-45 0 0,-21 5-276 0 0,-2-4 0 0 0,-2-5 0 0 0,-18 1 276 0 0,59-20-306 0 0,-2-2 1 0 0,0-3-1 0 0,-52 6 306 0 0,115-21-23 0 0,-1 0 1 0 0,1 1 0 0 0,-1-1 0 0 0,0 0-1 0 0,1 0 1 0 0,-1 1 0 0 0,0-1 0 0 0,1 0-1 0 0,-1 0 1 0 0,0 0 0 0 0,0 0 0 0 0,1 0-1 0 0,-1 0 1 0 0,0 0 0 0 0,1 0 0 0 0,-1 0-1 0 0,0 0 1 0 0,1 0 0 0 0,-1 0 0 0 0,0-1-1 0 0,1 1 1 0 0,-1 0 0 0 0,0 0 0 0 0,1-1-1 0 0,-1 1 1 0 0,0-1 0 0 0,1 1 0 0 0,-1 0-1 0 0,1-1 1 0 0,-1 1 0 0 0,1-1 0 0 0,-1 1-1 0 0,1-1 1 0 0,-1 1 0 0 0,1-1 0 0 0,0 0-1 0 0,-1 1 1 0 0,1-1 0 0 0,0 0 0 0 0,-1 1-1 0 0,1-1 1 0 0,0 0 0 0 0,0 1 0 0 0,0-1-1 0 0,0 0 1 0 0,0 1 0 0 0,-1-1 0 0 0,1 0-1 0 0,0 1 1 0 0,1-1 0 0 0,-1 0 0 0 0,0 1-1 0 0,0-1 1 0 0,0 0 0 0 0,0 0 0 0 0,0 1-1 0 0,1-1 1 0 0,-1 0 0 0 0,0 1 0 0 0,1-1-1 0 0,-1 1 1 0 0,0-1 0 0 0,1 0 0 0 0,-1 1-1 0 0,1-1 1 0 0,-1 1 0 0 0,1-1 22 0 0,61-60-897 0 0,-17 30 1037 0 0,1 1 0 0 0,2 2 0 0 0,1 3 0 0 0,0 1 0 0 0,2 3 0 0 0,1 2 0 0 0,0 2 0 0 0,2 3 0 0 0,-1 2 0 0 0,37-3-140 0 0,136 2 1698 0 0,1 9-1 0 0,157 21-1697 0 0,88 0-1047 0 0,-408-18-1601 0 0,-5-4-2814 0 0</inkml:trace>
  <inkml:trace contextRef="#ctx0" brushRef="#br0" timeOffset="1666.951">4304 2087 9701 0 0,'0'0'1600'0'0,"0"0"-868"0"0,0 0-16 0 0,0 0 40 0 0,268-33 92 0 0,-164 22-304 0 0,10 3-304 0 0,4-2-240 0 0,-10 3-124 0 0,-3 1-156 0 0,-15 0-148 0 0,-13 0-120 0 0,-4 2-216 0 0,-19 0-236 0 0,-13 1-428 0 0,-9-1-628 0 0,-14 0-2089 0 0</inkml:trace>
  <inkml:trace contextRef="#ctx0" brushRef="#br0" timeOffset="1921.62">4195 1838 9761 0 0,'0'0'1280'0'0,"0"0"-396"0"0,0 0-52 0 0,300-10-128 0 0,-178 5-196 0 0,10 3-356 0 0,-1 0-152 0 0,1-2-496 0 0,-10 2-676 0 0,-26 0-720 0 0,12-8-2084 0 0</inkml:trace>
  <inkml:trace contextRef="#ctx0" brushRef="#br0" timeOffset="2319.466">6626 1573 5777 0 0,'0'0'2508'0'0,"0"0"-258"0"0,0 0-303 0 0,-50 12-230 0 0,-166 41-227 0 0,193-48-1201 0 0,0 2 0 0 0,1 1-1 0 0,0 1 1 0 0,0 1 0 0 0,1 0 0 0 0,-10 8-289 0 0,4-2 207 0 0,7-6-122 0 0,1 1 0 0 0,-1 0 0 0 0,2 2 0 0 0,0 0 0 0 0,1 1 0 0 0,0 1 0 0 0,1 1 0 0 0,0 0 0 0 0,2 1 1 0 0,0 1-1 0 0,1 0 0 0 0,0 0 0 0 0,2 2 0 0 0,0-1 0 0 0,1 1 0 0 0,2 1 0 0 0,0 0 0 0 0,0 0 0 0 0,0 9-85 0 0,3 6 16 0 0,2 0-1 0 0,1 0 1 0 0,2 1-1 0 0,1-1 1 0 0,4 16-16 0 0,-1-29-38 0 0,1 1 1 0 0,2 0-1 0 0,0-1 0 0 0,2 0 1 0 0,0-1-1 0 0,2 0 0 0 0,0 0 0 0 0,1-1 1 0 0,2-1-1 0 0,0 0 0 0 0,1-1 1 0 0,0 0-1 0 0,2-1 0 0 0,0-1 0 0 0,1-1 1 0 0,1-1-1 0 0,1 0 0 0 0,0-1 1 0 0,0-1-1 0 0,1-1 0 0 0,1-1 0 0 0,0-1 1 0 0,5 1 37 0 0,16 0-337 0 0,1-2 0 0 0,0-2 1 0 0,0-2-1 0 0,1-1 1 0 0,0-3-1 0 0,-1-2 0 0 0,40-5 337 0 0,-17-3-951 0 0,1-2 0 0 0,-2-4 0 0 0,0-2-1 0 0,13-8 952 0 0,16-9-3300 0 0,0-16-2698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1:31.0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1134 2065 5629 0 0,'0'0'1824'0'0,"0"0"-1044"0"0,0 0-296 0 0,0 0 214 0 0,0 0 381 0 0,0 0 49 0 0,0 0-227 0 0,0 0-263 0 0,0 0-72 0 0,-3 3-3 0 0,-9 10-15 0 0,13-14-317 0 0,-1 1-219 0 0,0 0 0 0 0,1-1 0 0 0,-1 1 1 0 0,0 0-1 0 0,0-1 0 0 0,1 1 0 0 0,-1-1 1 0 0,0 1-1 0 0,0-1 0 0 0,0 1 1 0 0,0 0-1 0 0,1-1 0 0 0,-1 1 0 0 0,0-1 1 0 0,0 1-1 0 0,0-1 0 0 0,0 1 1 0 0,0-1-1 0 0,0 1 0 0 0,0-1 0 0 0,0 1 1 0 0,0 0-1 0 0,0-1 0 0 0,-1 1 0 0 0,1-1 1 0 0,0 1-1 0 0,0-1 0 0 0,0 1 1 0 0,0 0-1 0 0,-1-1 0 0 0,1 1 0 0 0,0-1 1 0 0,-1 1-1 0 0,1 0 0 0 0,0-1 1 0 0,0 1-1 0 0,-1 0 0 0 0,1-1 0 0 0,-1 1 1 0 0,1 0-1 0 0,0 0 0 0 0,-1-1 0 0 0,1 1 1 0 0,-1 0-1 0 0,1 0 0 0 0,0 0 1 0 0,-1-1-1 0 0,1 1 0 0 0,-1 0 0 0 0,1 0 1 0 0,-1 0-1 0 0,1 0 0 0 0,-1 0 1 0 0,1 0-1 0 0,-1 0 0 0 0,1 0 0 0 0,0 0 1 0 0,-1 0-1 0 0,1 0 0 0 0,-1 0 0 0 0,1 1 1 0 0,-1-1-1 0 0,1 0 0 0 0,-1 0 1 0 0,1 0-1 0 0,0 1 0 0 0,-1-1 0 0 0,1 0-12 0 0,-58-13-120 0 0,0 3 0 0 0,0 2 0 0 0,0 3 0 0 0,-49 2 120 0 0,66 2 14 0 0,0 2 1 0 0,0 2 0 0 0,0 2-1 0 0,0 1 1 0 0,1 2 0 0 0,0 2-1 0 0,0 2 1 0 0,1 1 0 0 0,1 2-1 0 0,0 2 1 0 0,-21 14-15 0 0,31-16 57 0 0,1 2 0 0 0,0 1-1 0 0,1 1 1 0 0,1 1 0 0 0,1 1 0 0 0,0 3-57 0 0,15-15 47 0 0,1 1 0 0 0,0-1 0 0 0,0 2 0 0 0,1-1 0 0 0,0 1 0 0 0,1 0 0 0 0,0 0 0 0 0,1 1 0 0 0,1 0 0 0 0,-1 0 0 0 0,2 0 0 0 0,0 0 0 0 0,0 1 0 0 0,1-1 0 0 0,1 1 1 0 0,-1 7-48 0 0,3-13 16 0 0,-1 1 0 0 0,1-1 0 0 0,0 0 1 0 0,1 1-1 0 0,-1-1 0 0 0,2 0 0 0 0,-1 0 1 0 0,1 0-1 0 0,0-1 0 0 0,0 1 1 0 0,1-1-1 0 0,-1 1 0 0 0,2-1 0 0 0,-1 0 1 0 0,1-1-1 0 0,0 1 0 0 0,0-1 0 0 0,0 0 1 0 0,1 0-1 0 0,-1 0 0 0 0,1-1 1 0 0,2 1-17 0 0,28 16-49 0 0,1-1 1 0 0,1-2 0 0 0,0-1 0 0 0,1-2 0 0 0,1-2 0 0 0,1-1 0 0 0,0-3 0 0 0,0-1 0 0 0,1-2 0 0 0,11-1 48 0 0,45 7-741 0 0,0-4 0 0 0,0-5 0 0 0,1-3 0 0 0,-1-6 1 0 0,39-8 740 0 0,-12-16-6980 0 0,-89 18 1321 0 0</inkml:trace>
  <inkml:trace contextRef="#ctx0" brushRef="#br0" timeOffset="554.809">1992 2495 1200 0 0,'0'0'8693'0'0,"0"0"-5373"0"0,0 0-2104 0 0,0 0-658 0 0,0 0-241 0 0,37 1-4 0 0,123 5 4 0 0,123-4-1158 0 0,-260-2 515 0 0,-1-1 0 0 0,1-1 0 0 0,-1-1 1 0 0,0-1-1 0 0,0-1 0 0 0,0-1 1 0 0,11-5 325 0 0,-32 10-157 0 0,0 1 1 0 0,1-1 0 0 0,-1 0 0 0 0,0 1 0 0 0,0-1 0 0 0,-1 0 0 0 0,1 0 0 0 0,0 1-1 0 0,0-1 1 0 0,0 0 0 0 0,0 0 0 0 0,-1 0 0 0 0,1 0 0 0 0,0 0 0 0 0,-1 0 0 0 0,1 0-1 0 0,-1 0 1 0 0,1-1 0 0 0,-1 1 0 0 0,0 0 0 0 0,1 0 0 0 0,-1 0 0 0 0,0 0 0 0 0,0-1-1 0 0,0 1 1 0 0,0 0 0 0 0,0 0 0 0 0,0 0 0 0 0,0-1 0 0 0,0 1 0 0 0,-1 0 0 0 0,1 0-1 0 0,0 0 1 0 0,-1 0 0 0 0,1-1 0 0 0,-1 1 0 0 0,1 0 0 0 0,-1 0 0 0 0,1 0 0 0 0,-1 0 0 0 0,0 0-1 0 0,1 0 1 0 0,-1 0 0 0 0,0 1 0 0 0,0-1 0 0 0,0 0 0 0 0,0 0 0 0 0,0 0 0 0 0,0 1-1 0 0,0-1 1 0 0,0 1 0 0 0,0-1 0 0 0,0 1 0 0 0,0-1 0 0 0,0 1 0 0 0,-1-1 0 0 0,1 1-1 0 0,0 0 1 0 0,0 0 0 0 0,0 0 0 0 0,0 0 0 0 0,-1 0 156 0 0,-21-11-1797 0 0</inkml:trace>
  <inkml:trace contextRef="#ctx0" brushRef="#br0" timeOffset="793.346">1951 2225 1292 0 0,'0'0'8577'0'0,"0"0"-7029"0"0,0 0-292 0 0,0 0 8 0 0,245-10-240 0 0,-168 10-192 0 0,13 0-456 0 0,1 2-364 0 0,0 8-12 0 0,-9 1-300 0 0,4 1-544 0 0,-14 0-600 0 0,-4-1-900 0 0,-9 3-1748 0 0,-18-3-1993 0 0,-9 5 5013 0 0</inkml:trace>
  <inkml:trace contextRef="#ctx0" brushRef="#br0" timeOffset="3004.495">3502 2391 520 0 0,'0'0'1063'0'0,"0"0"1360"0"0,0 0-34 0 0,0 0-698 0 0,0 0-529 0 0,0 0-321 0 0,0 0-41 0 0,0 0-2 0 0,0 0-121 0 0,0 0-186 0 0,4 0-118 0 0,66-22 2465 0 0,-40-7-2873 0 0,0 0-1 0 0,-2-2 1 0 0,-2-1-1 0 0,-1-1 1 0 0,-1-2-1 0 0,5-12 36 0 0,31-42-316 0 0,-18 28 112 0 0,-26 34 76 0 0,2 0 0 0 0,1 2 0 0 0,2 0 0 0 0,0 1 0 0 0,9-6 128 0 0,-30 28-6 0 0,1 1 0 0 0,0 0 0 0 0,0-1 0 0 0,-1 1 0 0 0,1 0 0 0 0,0 0 0 0 0,0 0 0 0 0,0 0 0 0 0,0 0 0 0 0,1 0-1 0 0,-1 0 1 0 0,0 0 0 0 0,0 0 0 0 0,1 0 0 0 0,-1 1 0 0 0,0-1 0 0 0,1 1 0 0 0,-1-1 0 0 0,0 1 0 0 0,1-1 0 0 0,-1 1 0 0 0,1 0-1 0 0,-1-1 1 0 0,1 1 0 0 0,-1 0 0 0 0,1 0 0 0 0,-1 0 0 0 0,1 0 0 0 0,-1 1 0 0 0,1-1 0 0 0,-1 0 0 0 0,0 1 0 0 0,1-1 0 0 0,-1 1-1 0 0,1-1 1 0 0,-1 1 0 0 0,0-1 0 0 0,1 1 0 0 0,-1 0 0 0 0,0 0 0 0 0,0 0 0 0 0,0 0 0 0 0,0 0 0 0 0,0 0 0 0 0,0 0 0 0 0,0 0-1 0 0,0 0 1 0 0,0 0 0 0 0,0 1 6 0 0,8 21-18 0 0,-2 1 0 0 0,0-1 0 0 0,-2 2 0 0 0,-1-1 0 0 0,-1 0 1 0 0,0 1-1 0 0,-2 10 18 0 0,0-26 21 0 0,5 396 993 0 0,-7-273-620 0 0,6-1 0 0 0,6 1-1 0 0,10 24-393 0 0,-19-140-4 0 0,0 0 0 0 0,2 0 0 0 0,0 0 1 0 0,0-1-1 0 0,2 0 0 0 0,0 0 0 0 0,0 0 0 0 0,2-1 0 0 0,-1 1 0 0 0,2-2 0 0 0,0 1 0 0 0,1-1 0 0 0,0-1 0 0 0,1 0 0 0 0,0 0 5 0 0,-8-11-5 0 0,-1 0 1 0 0,0 0 0 0 0,0 0 0 0 0,0 0 0 0 0,1 0 0 0 0,-1-1 0 0 0,0 1 0 0 0,1-1 0 0 0,-1 0-1 0 0,0 1 1 0 0,1-1 0 0 0,-1 0 0 0 0,1 0 0 0 0,-1-1 0 0 0,0 1 0 0 0,1 0 0 0 0,-1-1 0 0 0,0 0 0 0 0,1 1-1 0 0,-1-1 1 0 0,0 0 0 0 0,0 0 0 0 0,0 0 0 0 0,0-1 0 0 0,0 1 0 0 0,0 0 0 0 0,0-1 0 0 0,0 1-1 0 0,0-2 4 0 0,52-50 552 0 0,-41 35-546 0 0,-1-1 0 0 0,-1 0 0 0 0,-1-1 0 0 0,-1 0 0 0 0,-1-1 0 0 0,-1 0 0 0 0,0 0 0 0 0,-2-1 0 0 0,0-3-6 0 0,13-40-41 0 0,186-663-482 0 0,-142 518 430 0 0,10 3-1 0 0,8 3 1 0 0,9 4 0 0 0,9 4 0 0 0,55-73 93 0 0,-123 223-287 0 0,-18 23 251 0 0,2 0 1 0 0,0 1-1 0 0,2 1 1 0 0,0 0-1 0 0,1 2 1 0 0,2-1-1 0 0,-1 2 1 0 0,2 1-1 0 0,1 0 1 0 0,12-7 35 0 0,82 17 118 0 0,236 51 158 0 0,-179-21-164 0 0,1-7-1 0 0,1-7 0 0 0,151-14-111 0 0,-63-29-70 0 0,0-11-1 0 0,64-28 71 0 0,-154 35-30 0 0,1195-229 897 0 0,-414 111-896 0 0,-897 145 35 0 0,36-9-75 0 0,1 5-1 0 0,1 4 1 0 0,43 2 69 0 0,-115 11-64 0 0,-1 1 0 0 0,0 1 0 0 0,0 1 0 0 0,0 1 0 0 0,0 1 0 0 0,-1 1 1 0 0,0 1-1 0 0,-1 0 0 0 0,0 1 0 0 0,0 1 0 0 0,1 3 64 0 0,88 42-600 0 0,40-9 6 0 0,-143-41-198 0 0,-23-2-1163 0 0,-14-2-2399 0 0,-22 3-2768 0 0</inkml:trace>
  <inkml:trace contextRef="#ctx0" brushRef="#br0" timeOffset="3895.849">6164 1924 2540 0 0,'0'0'1806'0'0,"0"0"2358"0"0,0 0-1856 0 0,0 0-944 0 0,0 0-457 0 0,0 0-131 0 0,0 0 32 0 0,0 0-88 0 0,0 0-230 0 0,0 0-253 0 0,49-1-124 0 0,161-3-92 0 0,-165 2-2 0 0,-1 2-1 0 0,0 2 1 0 0,0 2-1 0 0,0 1 1 0 0,10 5-19 0 0,-44-9-1 0 0,-1 0 0 0 0,1 0 0 0 0,0 1 1 0 0,-1 0-1 0 0,1 1 0 0 0,-1 0 0 0 0,0 1 0 0 0,0 0 0 0 0,0 0 1 0 0,-1 1-1 0 0,1 0 0 0 0,-1 0 0 0 0,0 1 0 0 0,0 0 1 0 0,-1 0-1 0 0,0 1 0 0 0,0 0 0 0 0,-1 1 0 0 0,1-1 0 0 0,-2 1 1 0 0,1 0-1 0 0,4 9 1 0 0,-6 1-15 0 0,-1 0 1 0 0,-1 0-1 0 0,0 1 1 0 0,-1-1-1 0 0,-1 1 1 0 0,-1-1-1 0 0,-1 1 1 0 0,0-1-1 0 0,-1 0 1 0 0,-1 0-1 0 0,-1 0 1 0 0,-1 0-1 0 0,0-1 1 0 0,-1 0-1 0 0,-8 14 15 0 0,-112 230 215 0 0,50-168-144 0 0,72-132-1449 0 0,10-127 120 0 0,-6 159 1208 0 0,1 1 0 0 0,-1 0 0 0 0,-1 0 0 0 0,1 0 0 0 0,-1 0 0 0 0,0 0 0 0 0,-1 0 0 0 0,1 0 0 0 0,-1 1 0 0 0,0-1 0 0 0,-1 1 0 0 0,1 0 0 0 0,-1 0 0 0 0,0 0 0 0 0,0 0 0 0 0,-1 1 0 0 0,1 0 0 0 0,-1 0 0 0 0,0 0 0 0 0,0 0 0 0 0,0 1 0 0 0,-5-3 50 0 0,-5-2 28 0 0,0 0 1 0 0,-1 1-1 0 0,0 0 0 0 0,-1 1 0 0 0,1 1 0 0 0,-1 1 0 0 0,0 0 0 0 0,-1 1-28 0 0,-14 0 41 0 0,-1 0-1 0 0,0 3 1 0 0,1 0 0 0 0,-1 2 0 0 0,0 1 0 0 0,1 2 0 0 0,0 2-1 0 0,0 0 1 0 0,0 2 0 0 0,1 2 0 0 0,1 0 0 0 0,0 2-1 0 0,0 2 1 0 0,1 0 0 0 0,1 2 0 0 0,1 1 0 0 0,0 1 0 0 0,-11 13-41 0 0,30-25 43 0 0,1 0 0 0 0,0 0 0 0 0,0 0 0 0 0,1 1 0 0 0,0 0 0 0 0,0 0 0 0 0,1 1 0 0 0,0 0 0 0 0,0 0 0 0 0,1 0 0 0 0,1 0 0 0 0,-1 1 0 0 0,2-1 0 0 0,-1 1 0 0 0,1 0 0 0 0,1 0 0 0 0,-1 0 0 0 0,1 7-43 0 0,2-13 15 0 0,-1 1 1 0 0,1-1-1 0 0,0 1 1 0 0,0 0-1 0 0,0-1 1 0 0,1 1-1 0 0,-1-1 1 0 0,1 0-1 0 0,0 0 1 0 0,0 0-1 0 0,1 0 1 0 0,-1 0-1 0 0,1 0 1 0 0,0 0-1 0 0,0-1 1 0 0,0 1-1 0 0,1-1 1 0 0,-1 0-1 0 0,1 0 1 0 0,0 0 0 0 0,0-1-1 0 0,0 1 1 0 0,0-1-1 0 0,0 0 1 0 0,1 0-16 0 0,117 37-68 0 0,-58-28-231 0 0,2-3 0 0 0,-1-3 0 0 0,1-3 1 0 0,0-2-1 0 0,63-10 299 0 0,69-27-2551 0 0,-70-12-4441 0 0,-69 15 3570 0 0</inkml:trace>
  <inkml:trace contextRef="#ctx0" brushRef="#br0" timeOffset="4452.879">7284 1149 312 0 0,'0'0'6273'0'0,"0"0"-3030"0"0,0 0-1596 0 0,0 0-625 0 0,0 0-408 0 0,45-8-110 0 0,141-27-95 0 0,-67 29 24 0 0,-106 9-405 0 0,-1-1 3 0 0,1 1 0 0 0,-1 0 0 0 0,1 1 0 0 0,-1 1 0 0 0,0 0 0 0 0,-1 0 0 0 0,1 1 1 0 0,-1 0-1 0 0,0 1 0 0 0,-1 1 0 0 0,0 0 0 0 0,0 0 0 0 0,0 1 0 0 0,-1 0 0 0 0,0 0 0 0 0,-1 1 1 0 0,0 0-1 0 0,-1 1 0 0 0,0 0 0 0 0,-1 0 0 0 0,0 0 0 0 0,0 1 0 0 0,-1 0 0 0 0,-1 0 1 0 0,0 0-1 0 0,-1 0 0 0 0,0 1 0 0 0,-1 0 0 0 0,0-1 0 0 0,0 12-31 0 0,-2-10 30 0 0,-1 0 0 0 0,0-1 0 0 0,-1 1 0 0 0,0 0 0 0 0,-1-1 0 0 0,-1 1 0 0 0,0-1 0 0 0,-1 0 0 0 0,0-1 0 0 0,-1 1 0 0 0,0-1 0 0 0,-1 0 0 0 0,-4 5-30 0 0,-10 16 43 0 0,-2-2 0 0 0,-2-1 0 0 0,0 0 0 0 0,-2-2 1 0 0,-1-1-1 0 0,-1-1 0 0 0,-1-2 0 0 0,-1-1 0 0 0,-2-1 0 0 0,0-2 0 0 0,-1-1 0 0 0,-1-2 0 0 0,0-1 0 0 0,-1-2 0 0 0,-1-1 1 0 0,-21 3-44 0 0,50-13-46 0 0,0-1 0 0 0,0 0 0 0 0,-1-1 1 0 0,1 1-1 0 0,0-2 0 0 0,-1 1 0 0 0,1-1 1 0 0,-1 0-1 0 0,1-1 0 0 0,-1 0 0 0 0,1 0 1 0 0,-1-1-1 0 0,1 0 0 0 0,0-1 1 0 0,0 0-1 0 0,0 0 0 0 0,0 0 0 0 0,1-1 1 0 0,-1 0-1 0 0,1-1 0 0 0,0 0 0 0 0,-1-1 46 0 0,7 5-15 0 0,0-1 0 0 0,0 0 0 0 0,0 0 0 0 0,0 0 0 0 0,0 0 0 0 0,1 0 0 0 0,-1 0 0 0 0,1-1 0 0 0,-1 1 0 0 0,1 0 0 0 0,0 0-1 0 0,-1 0 1 0 0,1 0 0 0 0,0-1 0 0 0,1 1 0 0 0,-1 0 0 0 0,0 0 0 0 0,1 0 0 0 0,-1 0 0 0 0,1 0 0 0 0,-1 0 0 0 0,1-1 0 0 0,0 1 0 0 0,0 1-1 0 0,0-1 1 0 0,0 0 0 0 0,0 0 0 0 0,1 0 0 0 0,-1 0 0 0 0,1 1 0 0 0,-1-1 0 0 0,1 1 0 0 0,-1-1 0 0 0,1 1 0 0 0,0 0 0 0 0,0-1 0 0 0,-1 1-1 0 0,1 0 1 0 0,2 0 15 0 0,10-3 127 0 0,1 0 0 0 0,1 2 0 0 0,-1 0 0 0 0,0 0 0 0 0,1 2 0 0 0,-1 0 0 0 0,0 0 0 0 0,1 2-127 0 0,2-2 95 0 0,412 32 1036 0 0,-106-31-1395 0 0,-245-1-3973 0 0,1-1-4801 0 0,-79 1 5576 0 0</inkml:trace>
  <inkml:trace contextRef="#ctx0" brushRef="#br0" timeOffset="4865.544">8164 2441 9489 0 0,'0'0'2399'0'0,"0"0"-744"0"0,0 0-509 0 0,0 0-120 0 0,0 0 60 0 0,0 0-131 0 0,49 3-231 0 0,156 7-215 0 0,-29-14 148 0 0,178-44-1661 0 0,-354 48 906 0 0,0 0 0 0 0,0 0-1 0 0,-1 0 1 0 0,1 0-1 0 0,0 0 1 0 0,0-1 0 0 0,0 1-1 0 0,0 0 1 0 0,-1 0 0 0 0,1-1-1 0 0,0 1 1 0 0,0 0-1 0 0,0 0 1 0 0,0 0 0 0 0,0-1-1 0 0,0 1 1 0 0,0 0-1 0 0,0 0 1 0 0,0-1 0 0 0,0 1-1 0 0,0 0 1 0 0,0 0 0 0 0,0-1-1 0 0,0 1 1 0 0,0 0-1 0 0,0 0 1 0 0,0-1 0 0 0,0 1-1 0 0,0 0 1 0 0,0 0-1 0 0,0-1 1 0 0,0 1 0 0 0,0 0-1 0 0,0 0 1 0 0,0-1 0 0 0,1 1-1 0 0,-1 0 1 0 0,0 0-1 0 0,0 0 1 0 0,0-1 0 0 0,0 1-1 0 0,1 0 1 0 0,-1 0-1 0 0,0 0 1 0 0,0 0 98 0 0,-26-8-4921 0 0,1 3-513 0 0,-9-7 2554 0 0</inkml:trace>
  <inkml:trace contextRef="#ctx0" brushRef="#br0" timeOffset="5103.209">8586 2254 10905 0 0,'0'0'2571'0'0,"0"0"-910"0"0,0 0-699 0 0,0 19-171 0 0,0 123 914 0 0,2-84-1812 0 0,2-1-1 0 0,3 0 1 0 0,3 0 0 0 0,15 54 107 0 0,50 105-4541 0 0,-45-151 233 0 0,10-1-3376 0 0,-11-28 6547 0 0</inkml:trace>
  <inkml:trace contextRef="#ctx0" brushRef="#br0" timeOffset="5656.967">9248 1752 1280 0 0,'0'0'5129'0'0,"0"0"-2256"0"0,3 20-1336 0 0,17 129 65 0 0,-3-57-126 0 0,3-1-1 0 0,5-1 1 0 0,5 3-1476 0 0,-3-20 359 0 0,-2 1 0 0 0,-4 0 0 0 0,-3 2 0 0 0,-3 1 1 0 0,-1 29-360 0 0,-13-23-1172 0 0,72-238-303 0 0,-66 132 1424 0 0,1 2 0 0 0,0-1 0 0 0,2 1 0 0 0,1 0 1 0 0,0 1-1 0 0,2 0 0 0 0,0 1 0 0 0,1 1 0 0 0,1 0 0 0 0,1 1 1 0 0,0 0-1 0 0,1 2 0 0 0,1 0 0 0 0,1 0 0 0 0,0 2 0 0 0,0 0 1 0 0,1 2-1 0 0,1 0 0 0 0,0 1 0 0 0,0 1 0 0 0,1 1 1 0 0,0 1-1 0 0,1 1 0 0 0,-1 1 0 0 0,6 0 51 0 0,-18 4 18 0 0,0 0 0 0 0,0 0 0 0 0,0 1 0 0 0,0 0 0 0 0,0 1 0 0 0,0 0 0 0 0,0 1 0 0 0,0 0 0 0 0,0 0 0 0 0,-1 1 0 0 0,1 1 0 0 0,-1-1 0 0 0,0 2 0 0 0,0-1 0 0 0,0 1 0 0 0,-1 0 0 0 0,1 1 0 0 0,-1 0 0 0 0,0 0 0 0 0,-1 1 0 0 0,0 0 0 0 0,0 0 0 0 0,0 1 0 0 0,4 7-18 0 0,-3-1 97 0 0,-1 0 0 0 0,-1 1 0 0 0,0-1 1 0 0,-1 1-1 0 0,-1 0 0 0 0,0 0 0 0 0,-1 1 0 0 0,0-1 0 0 0,-2 1 0 0 0,1 0 0 0 0,-2-1 0 0 0,0 1 1 0 0,-1 0-1 0 0,-1-1 0 0 0,0 1 0 0 0,-1-1 0 0 0,-1 0 0 0 0,-3 7-97 0 0,-3 6 100 0 0,-2-1 0 0 0,-1-1 1 0 0,-1 0-1 0 0,-2-1 0 0 0,0 0 0 0 0,-2-1 0 0 0,0-1 0 0 0,-1-1 0 0 0,-2-1 0 0 0,0-1 0 0 0,-1 0 0 0 0,-1-2 0 0 0,-1 0 1 0 0,-1-2-1 0 0,0-1 0 0 0,-1 0 0 0 0,-15 5-100 0 0,16-10-164 0 0,-1-1 0 0 0,1 0-1 0 0,-1-2 1 0 0,-1-1 0 0 0,1-1 0 0 0,-1-2 0 0 0,0 0-1 0 0,0-2 1 0 0,0 0 0 0 0,0-2 0 0 0,0-2 0 0 0,-14-2 164 0 0,-63-31-2543 0 0,47-6-2989 0 0,33 12-180 0 0,13-15 3425 0 0</inkml:trace>
  <inkml:trace contextRef="#ctx0" brushRef="#br0" timeOffset="6688.328">10024 1051 548 0 0,'0'0'49'0'0,"0"0"178"0"0,0 0 636 0 0,0 0 1054 0 0,0 0-537 0 0,0 0-475 0 0,0 0-222 0 0,0 0 22 0 0,0 0 26 0 0,0 0-14 0 0,7-8 6 0 0,34-38 821 0 0,-24 32 1571 0 0,249-101-682 0 0,-240 105-2334 0 0,1 2-1 0 0,0 1 1 0 0,1 1-1 0 0,-1 1 1 0 0,1 1-1 0 0,0 2 1 0 0,0 0 0 0 0,0 2-1 0 0,0 2 1 0 0,9 1-99 0 0,-28-1-2 0 0,-1-1 1 0 0,1 2-1 0 0,-1-1 1 0 0,0 1-1 0 0,0 1 1 0 0,0 0-1 0 0,0 0 1 0 0,-1 0 0 0 0,1 1-1 0 0,-1 0 1 0 0,0 0-1 0 0,-1 1 1 0 0,1 0-1 0 0,-1 0 1 0 0,0 0-1 0 0,-1 1 1 0 0,1 0 0 0 0,-2 0-1 0 0,1 0 1 0 0,-1 1-1 0 0,0 0 1 0 0,0 0-1 0 0,-1 0 1 0 0,0 0-1 0 0,0 0 1 0 0,-1 1-1 0 0,0-1 1 0 0,-1 1 0 0 0,1 4 1 0 0,-1-3-25 0 0,0-1 1 0 0,-1 1 0 0 0,-1-1-1 0 0,1 0 1 0 0,-1 1 0 0 0,-1-1 0 0 0,0 0-1 0 0,0 0 1 0 0,-1 0 0 0 0,0 0-1 0 0,0 0 1 0 0,-1 0 0 0 0,0-1 0 0 0,-4 6 24 0 0,-13 12 14 0 0,-2 0 1 0 0,-1-1-1 0 0,0-2 1 0 0,-2 0-1 0 0,-1-2 1 0 0,0-1-1 0 0,-2-1 1 0 0,0-1-1 0 0,-1-2 1 0 0,-1-1-1 0 0,0-1 1 0 0,-1-2-1 0 0,0-1 1 0 0,-1-1-1 0 0,0-2 1 0 0,-30 3-15 0 0,-120 1-650 0 0,180-12 621 0 0,1 0 0 0 0,-1 0 1 0 0,1 0-1 0 0,-1 0 1 0 0,1 0-1 0 0,-1-1 0 0 0,1 1 1 0 0,-1-1-1 0 0,1 1 1 0 0,-1-1-1 0 0,1 0 1 0 0,0 0-1 0 0,0 0 0 0 0,-1 0 1 0 0,1-1-1 0 0,0 1 1 0 0,0-1-1 0 0,0 1 0 0 0,0-1 1 0 0,1 0-1 0 0,-1 1 1 0 0,0-1-1 0 0,1 0 1 0 0,-1 0-1 0 0,1 0 0 0 0,-1-1 1 0 0,1 1-1 0 0,0 0 1 0 0,0 0-1 0 0,0-1 1 0 0,0 1-1 0 0,1 0 0 0 0,-1-1 1 0 0,1 1-1 0 0,-1-1 1 0 0,1 1-1 0 0,0-1 0 0 0,0 1 1 0 0,0-1-1 0 0,0 1 1 0 0,0-1-1 0 0,1 1 1 0 0,-1-1-1 0 0,1 1 0 0 0,0-3 29 0 0,3 1 18 0 0,-1 0 0 0 0,1 0 0 0 0,0 1 0 0 0,0-1 0 0 0,0 1 0 0 0,1-1 0 0 0,-1 1 0 0 0,1 1 0 0 0,-1-1 0 0 0,1 1 0 0 0,0 0 0 0 0,0 0 0 0 0,0 0 0 0 0,1 0 0 0 0,-1 1 0 0 0,0 0 0 0 0,0 0 0 0 0,1 1 0 0 0,-1-1 0 0 0,1 1 0 0 0,-1 1 0 0 0,0-1 0 0 0,2 1-18 0 0,14 1 203 0 0,-1 0-1 0 0,0 2 1 0 0,0 1-1 0 0,0 0 0 0 0,0 1 1 0 0,-1 1-1 0 0,0 1 0 0 0,8 5-202 0 0,42 15 236 0 0,-16-10-108 0 0,1-2 1 0 0,1-3 0 0 0,0-2-1 0 0,0-3 1 0 0,1-2 0 0 0,1-2-1 0 0,54-5-128 0 0,-98 1-353 0 0,-1 0-1 0 0,0-1 1 0 0,0-1-1 0 0,0 0 1 0 0,0 0-1 0 0,0-1 1 0 0,-1-1-1 0 0,1 0 1 0 0,-1-1-1 0 0,10-5 354 0 0,-3-6-3741 0 0,-15-7-3207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2:07.1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1149 4044 0 0,'0'0'2713'0'0,"0"0"-443"0"0,0 0-745 0 0,0 0-499 0 0,0 0-491 0 0,0 0-155 0 0,0 0 124 0 0,0 0 135 0 0,0 0-80 0 0,11 13-211 0 0,39 40-112 0 0,6-25 257 0 0,-39-25-360 0 0,19 7 68 0 0,84 24 224 0 0,1-5 0 0 0,119 13-425 0 0,-230-41-2 0 0,2 1-8 0 0,0-1 0 0 0,-1 0 0 0 0,1 0 0 0 0,0-1-1 0 0,0-1 1 0 0,0 0 0 0 0,0-1 0 0 0,-1 0-1 0 0,1 0 1 0 0,6-3 10 0 0,-17 3-17 0 0,1 0 0 0 0,-1 0 0 0 0,1 0-1 0 0,-1-1 1 0 0,0 1 0 0 0,0 0 0 0 0,0 0-1 0 0,0-1 1 0 0,0 1 0 0 0,0-1 0 0 0,-1 1 0 0 0,1-1-1 0 0,-1 1 1 0 0,1-1 0 0 0,-1 1 0 0 0,0-1-1 0 0,0 1 1 0 0,0-1 0 0 0,-1 1 0 0 0,1-1 0 0 0,-1 1-1 0 0,1-1 1 0 0,-1 1 0 0 0,0 0 0 0 0,0-1-1 0 0,0 1 1 0 0,0 0 0 0 0,0-1 0 0 0,0 1 0 0 0,-1 0-1 0 0,1 0 1 0 0,-1 0 0 0 0,1 0 0 0 0,-1 0 0 0 0,0 1-1 0 0,0-1 1 0 0,0 0 0 0 0,0 1 0 0 0,0 0-1 0 0,-1-1 18 0 0,-47-38-100 0 0,-1 2-1 0 0,-3 2 1 0 0,0 2-1 0 0,-2 3 1 0 0,-20-6 100 0 0,-20-12 134 0 0,-62-42 980 0 0,158 89-1101 0 0,0 0-1 0 0,0 0 1 0 0,0 0 0 0 0,1 1-1 0 0,-1-1 1 0 0,1 0 0 0 0,-1 0-1 0 0,1 0 1 0 0,0 1 0 0 0,-1-1-1 0 0,1 0 1 0 0,0 1 0 0 0,0-1-1 0 0,0 1 1 0 0,1-1 0 0 0,-1 1-1 0 0,0 0 1 0 0,0-1 0 0 0,1 1-1 0 0,-1 0 1 0 0,1 0 0 0 0,-1 0 0 0 0,1 0-1 0 0,0 0 1 0 0,-1 0 0 0 0,1 0-1 0 0,0 1 1 0 0,0-1 0 0 0,-1 1-1 0 0,1-1 1 0 0,0 1-13 0 0,0-2 20 0 0,49-23-80 0 0,0 3 0 0 0,2 1-1 0 0,0 3 1 0 0,51-10 60 0 0,-23 13-605 0 0,3 1-1587 0 0,-34-6-5365 0 0,-39 12 3050 0 0</inkml:trace>
  <inkml:trace contextRef="#ctx0" brushRef="#br0" timeOffset="441.502">804 1230 6513 0 0,'0'0'1342'0'0,"0"0"-399"0"0,0 0-265 0 0,0 0-130 0 0,0 0-72 0 0,0 0-152 0 0,39-7-108 0 0,126-21-48 0 0,130-24 1473 0 0,-266 47-1393 0 0,1-1 1 0 0,-1-2-1 0 0,0-1 0 0 0,0-1 0 0 0,-1-2 1 0 0,6-4-249 0 0,-29 14 17 0 0,-1-1 0 0 0,0 0 1 0 0,1 0-1 0 0,-1 0 0 0 0,-1 0 1 0 0,1-1-1 0 0,0 0 0 0 0,-1 0 1 0 0,0 0-1 0 0,0 0 1 0 0,0 0-1 0 0,0 0 0 0 0,-1-1 1 0 0,1 0-1 0 0,-1 1 0 0 0,0-1 1 0 0,-1 0-1 0 0,1 0 0 0 0,-1 0 1 0 0,0 0-1 0 0,0 0 0 0 0,-1 0 1 0 0,1 0-1 0 0,-1 0 1 0 0,0-1-1 0 0,-1 1 0 0 0,1 0 1 0 0,-1 0-1 0 0,0 0 0 0 0,0 0 1 0 0,-1 0-1 0 0,1 0 0 0 0,-1 0 1 0 0,-1-1-18 0 0,-8-6-30 0 0,-1 0-1 0 0,-1 0 1 0 0,0 1 0 0 0,0 1 0 0 0,-1 0 0 0 0,-1 1 0 0 0,0 0 0 0 0,0 1 0 0 0,0 1 0 0 0,-1 0-1 0 0,0 1 1 0 0,-3 0 30 0 0,10 2 8 0 0,-1 1-1 0 0,1 0 1 0 0,-1 0-1 0 0,0 1 1 0 0,0 0-1 0 0,1 0 1 0 0,-1 1-1 0 0,0 1 1 0 0,0 0-1 0 0,0 0 1 0 0,0 1-1 0 0,0 0 1 0 0,0 1-1 0 0,0 0 1 0 0,0 0-1 0 0,1 1 0 0 0,-1 0 1 0 0,1 1-1 0 0,0 0 1 0 0,0 1-1 0 0,0 0 1 0 0,0 0-1 0 0,-2 3-7 0 0,1 0 14 0 0,2 0 0 0 0,-1 1-1 0 0,1-1 1 0 0,0 2-1 0 0,1-1 1 0 0,0 1 0 0 0,0 0-1 0 0,1 1 1 0 0,0-1-1 0 0,1 1 1 0 0,1 0 0 0 0,-1 1-1 0 0,2-1 1 0 0,0 1 0 0 0,0 0-1 0 0,1 0 1 0 0,0 0-1 0 0,1 0 1 0 0,0 11-14 0 0,2-12 30 0 0,0-1 0 0 0,1 0-1 0 0,0 1 1 0 0,0-1 0 0 0,1 0 0 0 0,0 0 0 0 0,1-1-1 0 0,0 1 1 0 0,0-1 0 0 0,1 1 0 0 0,1-1 0 0 0,-1-1-1 0 0,2 1 1 0 0,-1-1 0 0 0,1 0 0 0 0,0-1-1 0 0,1 1 1 0 0,-1-1 0 0 0,1-1 0 0 0,1 1 0 0 0,-1-2-1 0 0,1 1 1 0 0,0-1 0 0 0,1 0 0 0 0,5 1-30 0 0,16 6-294 0 0,2-2 1 0 0,-1-1-1 0 0,1-1 0 0 0,1-2 1 0 0,-1-1-1 0 0,1-2 1 0 0,0-1-1 0 0,0-2 0 0 0,-1-1 1 0 0,1-2-1 0 0,1-2 294 0 0,55-11-2545 0 0,-35-7-3678 0 0,-45 16 3319 0 0,-4-2 2063 0 0</inkml:trace>
  <inkml:trace contextRef="#ctx0" brushRef="#br0" timeOffset="855.189">2123 1597 8809 0 0,'0'0'1565'0'0,"0"0"-288"0"0,0 0-438 0 0,0 0-276 0 0,0 0-103 0 0,3-19-21 0 0,12-118-148 0 0,-20 103-516 0 0,-2 1 0 0 0,-1 0 0 0 0,-1 1-1 0 0,-2 0 1 0 0,-2 0 0 0 0,0 1 0 0 0,-2 1-1 0 0,-2 0 1 0 0,-2-2 225 0 0,-6-14-601 0 0,-9-37-3321 0 0,27 94-1739 0 0,-8 20 4184 0 0,13-27 1479 0 0,1-1 0 0 0,0 1 0 0 0,0-1 1 0 0,0 1-1 0 0,1 0 0 0 0,-1 0 0 0 0,1-1 0 0 0,0 1 0 0 0,0 0 0 0 0,0 0 0 0 0,1 0 0 0 0,-1-1 0 0 0,1 1 0 0 0,0 0 0 0 0,0-1 0 0 0,0 1 0 0 0,0 0 0 0 0,1-1 0 0 0,0 0 0 0 0,-1 1 0 0 0,1-1 0 0 0,0 0 0 0 0,1 0 0 0 0,-1 0 0 0 0,3 3-2 0 0,58 18 5221 0 0,-31-25-4137 0 0,-1-2-1 0 0,1-1 1 0 0,0-1 0 0 0,-1-2 0 0 0,0-1 0 0 0,-1-1 0 0 0,3-3-1084 0 0,110-28 1125 0 0,-136 37-1053 0 0,0 1 1 0 0,-1 0-1 0 0,1 0 0 0 0,0 1 0 0 0,1 0 0 0 0,-1 0 0 0 0,0 1 0 0 0,0 0 0 0 0,0 0 1 0 0,0 0-1 0 0,0 1 0 0 0,1 0 0 0 0,-1 1 0 0 0,0 0 0 0 0,-1 0 0 0 0,1 0 0 0 0,0 1 0 0 0,-1 0 1 0 0,1 0-1 0 0,-1 0 0 0 0,0 1 0 0 0,0 0 0 0 0,0 1 0 0 0,2 1-72 0 0,3 17 7 0 0,-1 0 1 0 0,-1 1-1 0 0,-1 0 0 0 0,-1 0 1 0 0,-2 1-1 0 0,0 0 0 0 0,-1 0 1 0 0,-2 0-1 0 0,0 0 0 0 0,-2 0 0 0 0,-1 0 1 0 0,-1 9-8 0 0,2 8-441 0 0,-19 82-3048 0 0,-6-45-6721 0 0,23-74 9137 0 0,-2 6 168 0 0</inkml:trace>
  <inkml:trace contextRef="#ctx0" brushRef="#br0" timeOffset="1364.058">3312 151 1356 0 0,'0'0'2686'0'0,"0"0"872"0"0,0 0-1752 0 0,0 0-550 0 0,0 0-30 0 0,0 0 51 0 0,0 0-80 0 0,0 0-276 0 0,0 0-356 0 0,0 0-117 0 0,-27 21-36 0 0,-82 74-52 0 0,102-89-331 0 0,1 0 1 0 0,1 0-1 0 0,-1 0 0 0 0,1 1 0 0 0,0 0 0 0 0,1 0 0 0 0,-1 0 0 0 0,1 1 1 0 0,1-1-1 0 0,0 1 0 0 0,0 0 0 0 0,0 0 0 0 0,1 1-29 0 0,-5 12 55 0 0,-4 21-95 0 0,1 2 1 0 0,2-1-1 0 0,2 1 1 0 0,2 1-1 0 0,2-1 1 0 0,2 0 0 0 0,2 1-1 0 0,6 37 40 0 0,-3-53-8 0 0,1 0 1 0 0,1-1-1 0 0,2 0 0 0 0,1 0 0 0 0,0-1 1 0 0,3 0-1 0 0,0-1 0 0 0,1 0 0 0 0,2-1 0 0 0,0-1 1 0 0,2-1-1 0 0,0 0 0 0 0,2-1 0 0 0,0-1 0 0 0,2-1 1 0 0,0-1-1 0 0,1-1 0 0 0,1-1 0 0 0,0-1 1 0 0,2-1-1 0 0,-1-1 0 0 0,2-1 0 0 0,0-1 0 0 0,0-2 1 0 0,1-1-1 0 0,0-1 0 0 0,1-1 0 0 0,19 1 8 0 0,-22-3-33 0 0,0-2 0 0 0,0-1 0 0 0,0-1 0 0 0,0-1 0 0 0,0-1 0 0 0,1-1 0 0 0,-2-2 0 0 0,1-1 0 0 0,0 0 0 0 0,-1-2 0 0 0,0-1 0 0 0,0-1 0 0 0,-1-1 0 0 0,0-1 0 0 0,-1-2 0 0 0,-1 0 0 0 0,1-1 0 0 0,-2-1 0 0 0,0-1 0 0 0,-1-1 0 0 0,-1-1 0 0 0,9-11 33 0 0,-7 4 5 0 0,-2-1 0 0 0,0-1 0 0 0,-2-1 0 0 0,-1 0 0 0 0,-2-1 0 0 0,0-1 0 0 0,-2 0 0 0 0,-1-1 0 0 0,-2-1 0 0 0,-1 1 0 0 0,-1-1 0 0 0,-2 0 0 0 0,0-12-5 0 0,-3 19 5 0 0,0 1 0 0 0,-2-1 0 0 0,0 0 0 0 0,-2 1 0 0 0,-1-1 0 0 0,-1 1 0 0 0,-1-1 0 0 0,-1 1 0 0 0,-1 1 0 0 0,-1-1-1 0 0,-1 0-4 0 0,-8-12-7 0 0,-1 2-1 0 0,-2-1 1 0 0,-1 2-1 0 0,-1 1 0 0 0,-2 0 1 0 0,-1 2-1 0 0,-2 1 0 0 0,-1 1 1 0 0,-1 2-1 0 0,-1 0 0 0 0,-1 2 1 0 0,-1 1-1 0 0,-2 2 0 0 0,0 1 1 0 0,-35-14 7 0 0,54 28-9 0 0,1 1 1 0 0,-1 1 0 0 0,0 1-1 0 0,0 0 1 0 0,0 0 0 0 0,0 2-1 0 0,0 0 1 0 0,0 0-1 0 0,-1 2 1 0 0,1 0 0 0 0,0 0-1 0 0,0 2 1 0 0,0 0 0 0 0,0 0-1 0 0,0 2 1 0 0,-8 3 8 0 0,-11 11-96 0 0,2 2 0 0 0,0 2 0 0 0,2 0 1 0 0,1 2-1 0 0,0 1 0 0 0,2 2 0 0 0,1 0 0 0 0,2 2 1 0 0,0 1-1 0 0,-10 19 96 0 0,-147 245-2871 0 0,82-93-2750 0 0,66-122 1393 0 0,9 10 2601 0 0</inkml:trace>
  <inkml:trace contextRef="#ctx0" brushRef="#br0" timeOffset="1696.438">3076 693 820 0 0,'0'0'8585'0'0,"0"0"-6869"0"0,0 0 156 0 0,240-9-460 0 0,-126-5-452 0 0,8 1-220 0 0,5 3-323 0 0,-4 2-417 0 0,-10 8-205 0 0,-9 0-351 0 0,-4 8-184 0 0,-9 5-312 0 0,-28 1-928 0 0,-4 11-2256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2:23.6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41 1528 0 0,'0'0'1094'0'0,"0"0"-668"0"0,0 0 144 0 0,0 0 1583 0 0,0 0-164 0 0,0 0-602 0 0,0 0-334 0 0,0 0-230 0 0,0 0-132 0 0,-6 7 547 0 0,65-27 2965 0 0,39 37-2844 0 0,-9-8-1655 0 0,2-4 1 0 0,-1-3 0 0 0,31-7 295 0 0,2-15-1533 0 0,-110 12 77 0 0,-11-4-2305 0 0,-2-3-1136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2:23.8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39 5168 0 0,'0'0'1889'0'0,"0"0"1235"0"0,0 0-1864 0 0,0 0-80 0 0,0 0-476 0 0,0 0 20 0 0,0 0-52 0 0,281-6-672 0 0,-213 0-264 0 0,0-1-892 0 0,-9-1-368 0 0,-14 4-744 0 0,-8-4-3193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2:24.9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177 1 2704 0 0,'0'0'526'0'0,"0"0"514"0"0,0 0 1448 0 0,-2 21-964 0 0,-10 161 1507 0 0,36 7-445 0 0,-6-51-1596 0 0,-1 135-990 0 0,-17-270 6 0 0,1 77-65 0 0,-4 0 0 0 0,-13 76 59 0 0,15-147 1 0 0,-4 21-356 0 0,2-40 277 0 0,-36-161 327 0 0,37 155-259 0 0,2 1 0 0 0,0-1 0 0 0,1 0 1 0 0,0 1-1 0 0,1-1 0 0 0,1 1 0 0 0,0 0 0 0 0,1 0 0 0 0,1 0 0 0 0,0 0 0 0 0,1 0 1 0 0,1 1-1 0 0,0 0 0 0 0,1 1 0 0 0,1-1 10 0 0,15-21 11 0 0,1 2 1 0 0,2 0-1 0 0,2 2 1 0 0,0 1-1 0 0,2 2 0 0 0,1 0 1 0 0,2 2-1 0 0,0 2 0 0 0,1 1 1 0 0,2 2-1 0 0,0 1 1 0 0,1 2-1 0 0,40-12-11 0 0,-74 27 19 0 0,0 1-1 0 0,0-1 1 0 0,1 1 0 0 0,-1 0-1 0 0,0 1 1 0 0,1-1 0 0 0,-1 1-1 0 0,1 0 1 0 0,-1 0 0 0 0,1 0-1 0 0,-1 1 1 0 0,1 0 0 0 0,0-1-1 0 0,-1 2 1 0 0,1-1 0 0 0,0 0-1 0 0,-1 1 1 0 0,1 0 0 0 0,-1 0-1 0 0,1 1 1 0 0,-1-1 0 0 0,1 1-1 0 0,-1 0 1 0 0,0 0 0 0 0,0 0-1 0 0,0 0 1 0 0,0 1 0 0 0,0 0-1 0 0,-1 0 1 0 0,1 0 0 0 0,1 2-19 0 0,2 14 85 0 0,-2 0 0 0 0,1 1 1 0 0,-2-1-1 0 0,-1 1 1 0 0,0 0-1 0 0,-2 0 0 0 0,0 1 1 0 0,-1-1-1 0 0,-1 0 0 0 0,-1 5-85 0 0,1-15 2 0 0,-2 18 102 0 0,-1-1-1 0 0,-1-1 1 0 0,-1 1-1 0 0,-2-1 1 0 0,0 0 0 0 0,-2 0-1 0 0,-1-1 1 0 0,-1 0-1 0 0,-1-1 1 0 0,-1-1-1 0 0,-1 0 1 0 0,-1-1-1 0 0,-1-1 1 0 0,-1 0 0 0 0,-1-1-1 0 0,0-1 1 0 0,-2-1-1 0 0,0-1 1 0 0,-1 0-1 0 0,-1-2 1 0 0,-8 4-104 0 0,-4 0-246 0 0,-1-1 0 0 0,0-2 0 0 0,-2-1 1 0 0,1-2-1 0 0,-30 5 246 0 0,-118 11-4948 0 0,65-23-1065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2:25.7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0 217 1748 0 0,'0'0'1518'0'0,"0"0"2925"0"0,0 0-1799 0 0,0 0-1089 0 0,0 0-303 0 0,0 0-189 0 0,0 0 45 0 0,0 0 39 0 0,48 0-161 0 0,316-9 451 0 0,15-33-1079 0 0,-2-17 1 0 0,55-30-359 0 0,-407 83-450 0 0,19-3-164 0 0,-12 6-2892 0 0,-28 5 254 0 0,-4 4-1827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2:26.3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1093 184 1564 0 0,'0'0'1186'0'0,"0"0"1370"0"0,0 0-337 0 0,0 0-755 0 0,0 0-265 0 0,0 0-221 0 0,0 0-258 0 0,0 0-106 0 0,0 0-162 0 0,0 0-55 0 0,20-2-101 0 0,63-8-51 0 0,-82 10-225 0 0,0 0 1 0 0,1 0-1 0 0,-1 0 0 0 0,0-1 0 0 0,1 1 1 0 0,-1 0-1 0 0,0-1 0 0 0,0 1 1 0 0,1-1-1 0 0,-1 1 0 0 0,0-1 0 0 0,0 0 1 0 0,0 0-1 0 0,1 1 0 0 0,-1-1 1 0 0,0 0-1 0 0,0 0 0 0 0,-1 0 1 0 0,1 0-1 0 0,0 0 0 0 0,0 0 0 0 0,0 0 1 0 0,0 0-1 0 0,-1-1 0 0 0,1 1 1 0 0,-1 0-1 0 0,1 0 0 0 0,-1-1 0 0 0,1 1 1 0 0,-1 0-1 0 0,0 0 0 0 0,0-1 1 0 0,1 1-1 0 0,-1-1 0 0 0,0 1 0 0 0,0 0 1 0 0,0-1-1 0 0,-1 1 0 0 0,1 0 1 0 0,0-1-1 0 0,0 1 0 0 0,-1-1-20 0 0,0-5 199 0 0,1 5-173 0 0,0 1 0 0 0,-1-1 0 0 0,0 0 1 0 0,1 0-1 0 0,-1 1 0 0 0,0-1 0 0 0,0 1 1 0 0,0-1-1 0 0,0 0 0 0 0,0 1 0 0 0,0 0 1 0 0,0-1-1 0 0,-1 1 0 0 0,1 0 0 0 0,0 0 1 0 0,-1-1-1 0 0,1 1 0 0 0,-1 0 0 0 0,1 0 1 0 0,-1 1-1 0 0,0-1 0 0 0,1 0 0 0 0,-1 0 1 0 0,0 1-1 0 0,0-1 0 0 0,1 1 0 0 0,-2 0-26 0 0,0-2 8 0 0,-57-18-91 0 0,-1 2 0 0 0,-1 3-1 0 0,0 2 1 0 0,-1 4-1 0 0,0 2 1 0 0,-1 2-1 0 0,-11 4 84 0 0,51 1-73 0 0,-1 0 0 0 0,0 2 0 0 0,1 1 0 0 0,-1 1 0 0 0,1 1 0 0 0,0 1 0 0 0,1 2 0 0 0,-1 0 0 0 0,1 1 0 0 0,1 1 0 0 0,0 1 0 0 0,0 1 0 0 0,1 1 0 0 0,1 1 0 0 0,0 1 0 0 0,-2 3 73 0 0,-7 10-21 0 0,1 1 0 0 0,2 1 0 0 0,1 1 0 0 0,1 1 0 0 0,1 1 0 0 0,2 1 0 0 0,2 1 0 0 0,1 1 0 0 0,2 1 0 0 0,1 0 0 0 0,-7 29 21 0 0,18-53 35 0 0,0 0 1 0 0,0-1 0 0 0,2 2-1 0 0,0-1 1 0 0,0 0-1 0 0,1 0 1 0 0,0 1-1 0 0,1-1 1 0 0,1 0-1 0 0,0 1 1 0 0,1-1-1 0 0,1 0 1 0 0,0 0 0 0 0,0 0-1 0 0,1 0 1 0 0,1-1-1 0 0,0 0 1 0 0,1 0-1 0 0,1 1-35 0 0,14 6 20 0 0,2-1-1 0 0,0-1 0 0 0,0 0 0 0 0,2-2 1 0 0,0-1-1 0 0,0-1 0 0 0,2-1 0 0 0,-1-2 1 0 0,2 0-1 0 0,-1-2 0 0 0,1-1 0 0 0,0-1 1 0 0,0-1-1 0 0,1-2 0 0 0,17 0-19 0 0,42 5-321 0 0,1-4-1 0 0,-1-4 1 0 0,1-4-1 0 0,-1-4 1 0 0,0-3-1 0 0,1-5 322 0 0,0-7-2790 0 0,-4-10-2665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3:42.9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1 176 900 0 0,'0'0'2300'0'0,"0"0"-418"0"0,0 0-192 0 0,0 0-108 0 0,0 0-60 0 0,0 0-66 0 0,0 0-38 0 0,0 0-72 0 0,0 0-250 0 0,0 0-423 0 0,34-5-147 0 0,111-19-45 0 0,-45 9-802 0 0,-2-5 0 0 0,81-28 321 0 0,-147 29-2758 0 0,-26-6-5265 0 0,-6 5 2842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3:43.1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1 112 3556 0 0,'0'0'5781'0'0,"0"0"-4241"0"0,0 0-472 0 0,0 0-352 0 0,0 0-296 0 0,0 0 156 0 0,0 0-80 0 0,286-59-244 0 0,-209 45-252 0 0,4 2-432 0 0,-3 3-444 0 0,3-1-572 0 0,-4 6-640 0 0,-22 0-1212 0 0,13 4-2709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3:44.5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859 152 6033 0 0,'0'0'877'0'0,"0"0"-20"0"0,0 0 48 0 0,0 0 133 0 0,0 0 78 0 0,0 0-50 0 0,0 0-37 0 0,0 0-23 0 0,0 0-84 0 0,0 0-150 0 0,-6-12-162 0 0,4 7-573 0 0,-1-1 0 0 0,0 1 0 0 0,0 0 0 0 0,0 0 0 0 0,-1 0 0 0 0,0 0 0 0 0,0 0 0 0 0,0 1 0 0 0,-1 0 0 0 0,1 0 0 0 0,-1 0 0 0 0,0 0 0 0 0,0 1 0 0 0,0 0 0 0 0,0 0 0 0 0,-1 0 0 0 0,1 1 0 0 0,-1 0 0 0 0,-3-1-37 0 0,-40-12 60 0 0,0 2 1 0 0,-1 2 0 0 0,0 3-1 0 0,0 2 1 0 0,-1 2 0 0 0,-20 2-61 0 0,57 2-12 0 0,1 1 1 0 0,0 1 0 0 0,-1 1 0 0 0,1-1 0 0 0,0 2 0 0 0,0 0 0 0 0,1 1 0 0 0,-1 0-1 0 0,1 1 1 0 0,0 0 0 0 0,0 1 0 0 0,1 0 0 0 0,0 1 0 0 0,0 0 0 0 0,1 1-1 0 0,0 0 1 0 0,0 0 0 0 0,1 1 0 0 0,1 1 0 0 0,-2 2 11 0 0,-10 17-8 0 0,1 1 0 0 0,2 1 0 0 0,1 1 1 0 0,1 0-1 0 0,2 1 0 0 0,2 0 0 0 0,1 1 0 0 0,1 1 1 0 0,2-1-1 0 0,2 1 0 0 0,1 0 0 0 0,2 1 0 0 0,1-1 1 0 0,4 23 7 0 0,-3-44 4 0 0,1-1 0 0 0,1 0 0 0 0,0 1 1 0 0,1-1-1 0 0,0 0 0 0 0,2-1 0 0 0,-1 1 1 0 0,2-1-1 0 0,-1 1 0 0 0,2-2 0 0 0,0 1 1 0 0,0-1-1 0 0,1 0 0 0 0,1 0 0 0 0,0-1 1 0 0,0 0-1 0 0,1-1 0 0 0,5 3-4 0 0,15 10 18 0 0,0-2 0 0 0,2-2 0 0 0,0-1-1 0 0,1-1 1 0 0,1-2 0 0 0,1-1 0 0 0,0-2-1 0 0,0-1 1 0 0,1-2 0 0 0,1-1 0 0 0,-1-2 0 0 0,14-1-18 0 0,36 6-256 0 0,1-3 1 0 0,0-5 0 0 0,0-3 0 0 0,0-4-1 0 0,-1-4 1 0 0,1-4 0 0 0,43-12 255 0 0,-27-5-2260 0 0,-1-15-2480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3:43.8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336 42 5777 0 0,'0'0'1730'0'0,"0"0"-93"0"0,0 0-430 0 0,0 0-207 0 0,39-6 16 0 0,128-18-85 0 0,30 15 358 0 0,-190 8-1222 0 0,0 0-1 0 0,0 0 0 0 0,0 1 0 0 0,0 0 1 0 0,0 0-1 0 0,0 1 0 0 0,0 0 0 0 0,0 0 0 0 0,0 1 1 0 0,-1 0-1 0 0,1 0 0 0 0,0 0 0 0 0,-1 1 1 0 0,0 0-1 0 0,1 0 0 0 0,-1 1 0 0 0,0-1 1 0 0,-1 1-1 0 0,1 1 0 0 0,-1-1 0 0 0,0 1 1 0 0,0 0-1 0 0,0 0 0 0 0,0 0 0 0 0,-1 1 0 0 0,0 0 1 0 0,0 0-1 0 0,-1 0 0 0 0,0 0 0 0 0,0 0 1 0 0,0 1-1 0 0,0 3-66 0 0,0 6 30 0 0,-2 0 0 0 0,0 1-1 0 0,-1 0 1 0 0,0-1 0 0 0,-1 1 0 0 0,-1-1 0 0 0,-1 0-1 0 0,-1 1 1 0 0,0-1 0 0 0,-1 0 0 0 0,-1 1-30 0 0,-125 314-10 0 0,129-326-1 0 0,-7 14-42 0 0,2 0 1 0 0,0 1 0 0 0,1 0-1 0 0,1 0 1 0 0,1 1 0 0 0,-2 19 52 0 0,6-39-92 0 0,2-6-122 0 0,64-96 238 0 0,-60 90-34 0 0,-2-1 1 0 0,1 0 0 0 0,-1 0 0 0 0,-1-1 0 0 0,0 1 0 0 0,-1-1 0 0 0,-1 1 0 0 0,0-1 0 0 0,0 0 0 0 0,-1 0 0 0 0,-1 1 0 0 0,0-1 0 0 0,0 0 0 0 0,-2 1 0 0 0,0-1 0 0 0,0 1 0 0 0,-1 0 0 0 0,0 0-1 0 0,-4-5 10 0 0,-4 3 15 0 0,-1 0-1 0 0,0 1 0 0 0,-1 1 1 0 0,-1 0-1 0 0,0 1 0 0 0,0 1 0 0 0,-1 0 1 0 0,0 1-1 0 0,-1 1 0 0 0,0 1 0 0 0,-1 0 1 0 0,1 1-1 0 0,-1 1 0 0 0,0 0 1 0 0,0 2-1 0 0,-1 0 0 0 0,1 1 0 0 0,-1 1 1 0 0,1 0-1 0 0,-1 2 0 0 0,0 0 0 0 0,1 1 1 0 0,-1 1-1 0 0,1 0 0 0 0,-5 3-14 0 0,5-2-46 0 0,1 1-1 0 0,-1 0 1 0 0,1 1 0 0 0,0 1-1 0 0,1 1 1 0 0,0 0 0 0 0,0 1-1 0 0,0 1 1 0 0,1 0-1 0 0,1 1 1 0 0,0 1 0 0 0,0 0-1 0 0,1 1 1 0 0,1 1-1 0 0,0 0 1 0 0,0 1 46 0 0,10-11-17 0 0,0 0-1 0 0,-1 1 1 0 0,2-1-1 0 0,-1 0 1 0 0,0 1-1 0 0,1-1 1 0 0,0 1-1 0 0,0-1 1 0 0,0 1-1 0 0,1 0 1 0 0,0-1-1 0 0,-1 1 1 0 0,2 0-1 0 0,-1-1 1 0 0,0 1-1 0 0,1 0 1 0 0,0-1-1 0 0,0 1 1 0 0,0-1-1 0 0,1 1 1 0 0,0-1-1 0 0,-1 0 1 0 0,1 0-1 0 0,1 1 1 0 0,-1-1-1 0 0,1-1 1 0 0,0 1-1 0 0,-1 0 1 0 0,2-1-1 0 0,-1 1 1 0 0,0-1-1 0 0,1 0 1 0 0,-1 0-1 0 0,1 0 1 0 0,0-1-1 0 0,0 1 1 0 0,0-1-1 0 0,1 1 18 0 0,30 10-216 0 0,0-2 0 0 0,0-1 0 0 0,1-2 0 0 0,0-1 0 0 0,1-2 0 0 0,-1-1-1 0 0,1-2 1 0 0,0-2 0 0 0,35-3 216 0 0,-48 2-91 0 0,186-18-5135 0 0,-148 8 685 0 0</inkml:trace>
  <inkml:trace contextRef="#ctx0" brushRef="#br0" timeOffset="286.429">0 1245 9913 0 0,'0'0'1987'0'0,"0"0"-502"0"0,0 0-383 0 0,0 0-381 0 0,0 0-162 0 0,0 0 138 0 0,0 0-41 0 0,27-17-149 0 0,-4 2-402 0 0,6-4 6 0 0,1 2-1 0 0,1 0 1 0 0,0 2 0 0 0,1 2 0 0 0,4-1-111 0 0,178-49 413 0 0,4 10 0 0 0,198-22-413 0 0,38 28-1398 0 0,-257 43-7725 0 0,-175 4 3948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3:40.1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755 392 1160 0 0,'0'0'1131'0'0,"0"0"-126"0"0,0 0-258 0 0,0 0-120 0 0,0 0-76 0 0,0 0-137 0 0,0 0-243 0 0,0 0-141 0 0,-3-8 152 0 0,-13-20 736 0 0,13 21 235 0 0,3 7-211 0 0,0 0-199 0 0,-6-1 3523 0 0,-6-1-3224 0 0,-9-9-1071 0 0,0 1 0 0 0,0 2-1 0 0,-1 0 1 0 0,0 1 0 0 0,-1 1-1 0 0,-11-1 30 0 0,11 2 2 0 0,-10-3 76 0 0,-1 1-1 0 0,0 2 1 0 0,0 1 0 0 0,0 1 0 0 0,0 3-1 0 0,-24 2-77 0 0,46-1 8 0 0,1 0 0 0 0,0 1 0 0 0,-1 0 0 0 0,1 1 0 0 0,0 1 0 0 0,1-1 0 0 0,-1 2 0 0 0,1-1 0 0 0,0 2 0 0 0,0-1 1 0 0,0 1-1 0 0,1 1 0 0 0,-1 0 0 0 0,2 0 0 0 0,-1 1 0 0 0,1 0 0 0 0,0 0 0 0 0,1 1 0 0 0,0 0 0 0 0,0 0 0 0 0,-4 9-8 0 0,1 5-22 0 0,1-1 0 0 0,1 1 1 0 0,1 1-1 0 0,1 0 0 0 0,2 0 1 0 0,0 0-1 0 0,1 0 0 0 0,1 0 0 0 0,2 1 1 0 0,0-1-1 0 0,2 6 22 0 0,-1-20-9 0 0,0-1 1 0 0,0 1-1 0 0,1-1 0 0 0,0 0 1 0 0,0 0-1 0 0,1 0 0 0 0,1 0 1 0 0,-1-1-1 0 0,1 1 0 0 0,1-1 1 0 0,0 0-1 0 0,0 0 0 0 0,0 0 1 0 0,1-1-1 0 0,0 0 0 0 0,1 0 1 0 0,-1 0-1 0 0,1-1 0 0 0,1 0 1 0 0,-1 0-1 0 0,1-1 0 0 0,0 0 0 0 0,0 0 1 0 0,1-1-1 0 0,7 3 9 0 0,10 3-187 0 0,0-1 1 0 0,1-2-1 0 0,0 0 1 0 0,1-2-1 0 0,-1-1 0 0 0,1-1 1 0 0,0-1-1 0 0,6-2 187 0 0,255-23-5314 0 0,-201 7 1583 0 0,15-10 270 0 0</inkml:trace>
  <inkml:trace contextRef="#ctx0" brushRef="#br0" timeOffset="409.568">1014 505 5428 0 0,'0'0'2165'0'0,"0"0"-710"0"0,0 0-279 0 0,0 0-344 0 0,0 0-89 0 0,-14 19-37 0 0,-37 59-132 0 0,50-76-552 0 0,0 0 0 0 0,1 0-1 0 0,-1 0 1 0 0,1 0 0 0 0,-1 0 0 0 0,1 0 0 0 0,0 0-1 0 0,0 0 1 0 0,0 0 0 0 0,0 1 0 0 0,0-1-1 0 0,0 0 1 0 0,1 0 0 0 0,-1 0 0 0 0,1 0-1 0 0,-1 0 1 0 0,1 0 0 0 0,0 0 0 0 0,0 0-1 0 0,0 0 1 0 0,0 0 0 0 0,0 0 0 0 0,0-1-1 0 0,0 1 1 0 0,1 0 0 0 0,-1-1 0 0 0,1 1 0 0 0,-1-1-1 0 0,1 1 1 0 0,0-1 0 0 0,-1 0 0 0 0,1 0-1 0 0,0 1 1 0 0,0-1 0 0 0,0-1-22 0 0,5 6 72 0 0,29 20 88 0 0,1-1 1 0 0,1-2-1 0 0,1-1 0 0 0,2-3 0 0 0,-1-1 0 0 0,2-2 1 0 0,0-1-1 0 0,26 3-160 0 0,-45-11 48 0 0,-1-1 1 0 0,1-2 0 0 0,1 0 0 0 0,-1-1-1 0 0,1-2 1 0 0,-1 0 0 0 0,1-2 0 0 0,-1 0-1 0 0,1-2 1 0 0,-1 0 0 0 0,14-5-49 0 0,-31 7 0 0 0,-1-1 0 0 0,0 0 0 0 0,0 0 0 0 0,1-1 0 0 0,-1 1 0 0 0,-1-1 1 0 0,1 0-1 0 0,0-1 0 0 0,-1 1 0 0 0,0-1 0 0 0,0 0 0 0 0,0 0 0 0 0,0 0 0 0 0,0 0 0 0 0,-1-1 0 0 0,0 0 1 0 0,0 1-1 0 0,0-1 0 0 0,0 0 0 0 0,-1-1 0 0 0,0 1 0 0 0,0 0 0 0 0,-1-1 0 0 0,1 1 0 0 0,-1-4 0 0 0,0 5 3 0 0,0-1 0 0 0,-1 0 0 0 0,1 0 0 0 0,-1 0 0 0 0,-1 0 0 0 0,1 0 0 0 0,-1 0 0 0 0,0 0 0 0 0,0 1 0 0 0,0-1 0 0 0,0 0 0 0 0,-1 1 0 0 0,0-1 0 0 0,0 1 0 0 0,0-1 0 0 0,-1 1 0 0 0,1 0 0 0 0,-1 0 0 0 0,0 0 0 0 0,0 0 0 0 0,-1 1 0 0 0,0-2-3 0 0,-29-21 13 0 0,-1 0 1 0 0,-1 2 0 0 0,-1 2 0 0 0,-2 1-1 0 0,0 2 1 0 0,0 2 0 0 0,-2 1-1 0 0,0 3 1 0 0,-16-4-14 0 0,3 1 31 0 0,-1 2-1 0 0,0 2 1 0 0,-1 3-1 0 0,0 2 1 0 0,0 2-1 0 0,-16 3-30 0 0,61 1-15 0 0,0 0-1 0 0,0 1 0 0 0,1 1 1 0 0,-1 0-1 0 0,0 0 0 0 0,0 1 1 0 0,1 0-1 0 0,-1 0 0 0 0,1 1 1 0 0,0 0-1 0 0,0 1 0 0 0,0 0 1 0 0,0 1-1 0 0,1 0 0 0 0,-1 0 1 0 0,1 1-1 0 0,1-1 0 0 0,-1 2 1 0 0,1-1-1 0 0,0 1 0 0 0,0 1 0 0 0,1-1 1 0 0,0 1-1 0 0,0 0 0 0 0,1 0 16 0 0,0 2-47 0 0,1 1 0 0 0,0-1-1 0 0,1 1 1 0 0,0 0-1 0 0,0 0 1 0 0,2 0 0 0 0,-1 1-1 0 0,1-1 1 0 0,1 0-1 0 0,0 0 1 0 0,0 1 0 0 0,1-1-1 0 0,1 0 1 0 0,0 0-1 0 0,1 0 1 0 0,-1 0-1 0 0,2 0 1 0 0,0-1 0 0 0,0 1-1 0 0,1-1 1 0 0,0 0-1 0 0,1 0 1 0 0,0-1 0 0 0,1 0-1 0 0,0 0 1 0 0,0 0-1 0 0,4 3 48 0 0,13 9-684 0 0,1-1 0 0 0,1-1-1 0 0,1-1 1 0 0,0-2 0 0 0,1 0-1 0 0,1-2 1 0 0,0-1 0 0 0,1-2-1 0 0,0 0 1 0 0,0-3 0 0 0,1 0-1 0 0,17 1 685 0 0,51 7-3929 0 0</inkml:trace>
  <inkml:trace contextRef="#ctx0" brushRef="#br0" timeOffset="774.435">1744 853 6369 0 0,'0'0'1290'0'0,"0"0"-18"0"0,0 0-388 0 0,0 0-540 0 0,0 0-212 0 0,0 0-21 0 0,0 0 8 0 0,0 0 84 0 0,0 0 117 0 0,41 10 78 0 0,131 30 51 0 0,-53-30 533 0 0,-104-10-844 0 0,85-9 678 0 0,-96 9-806 0 0,-1-1 0 0 0,0 0 0 0 0,0 0-1 0 0,0-1 1 0 0,0 1 0 0 0,0 0 0 0 0,-1-1 0 0 0,1 0 0 0 0,0 0-1 0 0,-1 0 1 0 0,1 0 0 0 0,-1 0 0 0 0,1 0 0 0 0,-1 0 0 0 0,0-1 0 0 0,0 0-1 0 0,0 1 1 0 0,0-1 0 0 0,-1 0 0 0 0,1 0 0 0 0,-1 0 0 0 0,0 0-1 0 0,1 0 1 0 0,-1 0 0 0 0,-1 0 0 0 0,1 0 0 0 0,0 0 0 0 0,-1-3-10 0 0,-1-8 12 0 0,0 1 0 0 0,-2-1 0 0 0,0 1 1 0 0,0 0-1 0 0,-1 0 0 0 0,-1 0 0 0 0,0 0 0 0 0,-1 1 1 0 0,0 0-1 0 0,-1 0 0 0 0,0 0 0 0 0,-1 1 1 0 0,0 0-1 0 0,-1 1 0 0 0,0 0 0 0 0,0 0 0 0 0,-2 1 1 0 0,-7-6-13 0 0,14 10 15 0 0,-242-226 825 0 0,244 230-853 0 0,1-1-1 0 0,-1 1 1 0 0,1-1-1 0 0,-1 1 1 0 0,1-1 0 0 0,0 0-1 0 0,-1 0 1 0 0,1 1-1 0 0,0-1 1 0 0,0 0 0 0 0,0 0-1 0 0,1 0 1 0 0,-1 0-1 0 0,0 0 1 0 0,1 0 0 0 0,-1 0-1 0 0,1-1 1 0 0,0 1-1 0 0,0 0 1 0 0,-1 0-1 0 0,2 0 1 0 0,-1 0 0 0 0,0 0-1 0 0,0 0 1 0 0,1-1-1 0 0,-1 1 1 0 0,1 0 0 0 0,-1 0-1 0 0,1 0 1 0 0,0 0-1 0 0,0 0 1 0 0,0 0 0 0 0,0 1-1 0 0,0-1 1 0 0,0 0-1 0 0,2-1 14 0 0,22-8-34 0 0,0 2 1 0 0,0 1-1 0 0,1 0 0 0 0,0 2 0 0 0,1 1 0 0 0,-1 1 0 0 0,24 0 34 0 0,-39 3-30 0 0,180-10-865 0 0,-67 29-2442 0 0,-91-7 803 0 0,-5 4-1128 0 0</inkml:trace>
  <inkml:trace contextRef="#ctx0" brushRef="#br0" timeOffset="1760.422">3304 73 6217 0 0,'0'0'1760'0'0,"0"0"-309"0"0,0 0-383 0 0,0 0-176 0 0,0 0 27 0 0,0 0-45 0 0,0 0-192 0 0,-28 21-225 0 0,-88 67-128 0 0,110-84-300 0 0,0 1-1 0 0,0-1 1 0 0,0 1 0 0 0,1 1 0 0 0,0-1 0 0 0,0 1 0 0 0,0 0-1 0 0,1 0 1 0 0,0 0 0 0 0,0 0 0 0 0,0 1 0 0 0,1 0 0 0 0,-1 2-29 0 0,-2 5 47 0 0,-4 13 59 0 0,1 1-1 0 0,1-1 1 0 0,1 1 0 0 0,2 1-1 0 0,1-1 1 0 0,1 1-1 0 0,1 0 1 0 0,2 0-1 0 0,0-1 1 0 0,4 13-106 0 0,1-19 10 0 0,1-1 1 0 0,1 0 0 0 0,1-1-1 0 0,1 1 1 0 0,0-2-1 0 0,2 1 1 0 0,0-1-1 0 0,1-1 1 0 0,1 0 0 0 0,1-1-1 0 0,0 0 1 0 0,2-1-1 0 0,-1-1 1 0 0,2 0-11 0 0,-1 0 15 0 0,1 0-1 0 0,0-1 1 0 0,1 0 0 0 0,1-2-1 0 0,0 0 1 0 0,0-1 0 0 0,1-1-1 0 0,1-1 1 0 0,0 0 0 0 0,0-2 0 0 0,0 0-1 0 0,1-2 1 0 0,0 0 0 0 0,0-2-1 0 0,0 0 1 0 0,1-1 0 0 0,-1-2-1 0 0,1 0 1 0 0,-1-1 0 0 0,6-2-15 0 0,-15 0-28 0 0,0-1 0 0 0,0 0 0 0 0,-1 0 0 0 0,1-1-1 0 0,-1-1 1 0 0,0 0 0 0 0,0-1 0 0 0,-1 0 0 0 0,0 0 0 0 0,0-1 0 0 0,-1-1 0 0 0,0 0 0 0 0,0-1 0 0 0,-1 1 0 0 0,0-2 0 0 0,-1 1 0 0 0,0-1 0 0 0,-1-1-1 0 0,0 1 1 0 0,-1-1 0 0 0,0 0 0 0 0,-1-1 0 0 0,0 1 0 0 0,-1-1 0 0 0,-1 0 0 0 0,0 0 0 0 0,0 0 0 0 0,-1-5 28 0 0,6-44-191 0 0,-2-1 1 0 0,-4 0-1 0 0,-5-63 191 0 0,0 105 20 0 0,0 0 0 0 0,-2 0 0 0 0,0 0-1 0 0,-2 0 1 0 0,0 1 0 0 0,-1 0-1 0 0,-1 0 1 0 0,-1 1 0 0 0,0 0 0 0 0,-2 1-1 0 0,0 0 1 0 0,-1 1 0 0 0,-1 0-1 0 0,-1 1 1 0 0,0 1 0 0 0,0 0 0 0 0,-2 1-1 0 0,0 1 1 0 0,-1 0 0 0 0,0 1-1 0 0,0 2 1 0 0,-1-1 0 0 0,-1 2 0 0 0,0 1-1 0 0,0 0 1 0 0,-1 2 0 0 0,1 0-1 0 0,-2 1 1 0 0,1 1 0 0 0,-17 0-20 0 0,25 4-153 0 0,-1 2-1 0 0,1 0 1 0 0,-1 0 0 0 0,1 1 0 0 0,0 1-1 0 0,0 0 1 0 0,1 1 0 0 0,-1 0 0 0 0,1 1-1 0 0,0 0 1 0 0,0 1 0 0 0,1 1 0 0 0,0 0 0 0 0,0 0-1 0 0,1 1 1 0 0,0 0 0 0 0,1 1 0 0 0,0 0-1 0 0,0 0 1 0 0,1 1 0 0 0,0 0 0 0 0,1 1-1 0 0,1 0 1 0 0,0 0 0 0 0,0 0 0 0 0,1 1 0 0 0,0-1-1 0 0,2 1 1 0 0,-3 11 153 0 0,-17 182-7676 0 0,23-146 3993 0 0</inkml:trace>
  <inkml:trace contextRef="#ctx0" brushRef="#br0" timeOffset="2013.319">3127 617 7737 0 0,'0'0'1504'0'0,"0"0"-276"0"0,0 0-468 0 0,0 0 164 0 0,0 0 416 0 0,0 0-664 0 0,0 0-360 0 0,264-63-152 0 0,-192 49-164 0 0,-4-1-44 0 0,-4 1-184 0 0,-10 5-384 0 0,-9 3-292 0 0,-4 6-96 0 0,-14 0-544 0 0,-8 2-1448 0 0,3 11-2621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02.5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531 242 2896 0 0,'0'0'3043'0'0,"0"0"-923"0"0,0 0-543 0 0,0 0-258 0 0,0 0-40 0 0,0 0-84 0 0,0 0-209 0 0,0 0-341 0 0,0 0-324 0 0,-37-8-139 0 0,-118-22-50 0 0,148 28-116 0 0,1 1 1 0 0,0 0-1 0 0,0 0 1 0 0,-1 1 0 0 0,1 0-1 0 0,0 0 1 0 0,-1 1-1 0 0,1-1 1 0 0,0 1-1 0 0,0 1 1 0 0,0-1 0 0 0,0 1-1 0 0,0 0 1 0 0,0 0-1 0 0,-4 3-16 0 0,-8 3 75 0 0,5-4 4 0 0,1 1 0 0 0,-1 0 0 0 0,2 1 0 0 0,-1 0 0 0 0,0 1 0 0 0,1 1 0 0 0,1-1 0 0 0,-1 2 0 0 0,1-1 0 0 0,0 1 0 0 0,1 1 0 0 0,0 0 0 0 0,1 0 0 0 0,0 1 0 0 0,1 0 0 0 0,0 0 0 0 0,0 1 0 0 0,1 0 0 0 0,1 0 0 0 0,0 0 0 0 0,1 1 0 0 0,0 0 0 0 0,1-1 0 0 0,-1 8-79 0 0,2-12-7 0 0,0 0 0 0 0,1 0 0 0 0,0 0 0 0 0,1 0 0 0 0,0 0 0 0 0,0 0 0 0 0,1 1 1 0 0,0-1-1 0 0,0 0 0 0 0,0 0 0 0 0,1 0 0 0 0,1-1 0 0 0,-1 1 0 0 0,1 0 0 0 0,1-1 1 0 0,-1 0-1 0 0,1 0 0 0 0,1 0 0 0 0,-1 0 0 0 0,1 0 0 0 0,0-1 0 0 0,1 0 0 0 0,-1 0 1 0 0,1-1-1 0 0,2 2 7 0 0,12 4-12 0 0,1-2 1 0 0,1 0-1 0 0,0-1 1 0 0,0-1 0 0 0,1-1-1 0 0,0 0 1 0 0,0-2 0 0 0,0-1-1 0 0,0-1 1 0 0,1-1-1 0 0,-1-1 1 0 0,5-2 11 0 0,158-11-1188 0 0,-72-37-5277 0 0,-83 28 1825 0 0,-7 3-628 0 0</inkml:trace>
  <inkml:trace contextRef="#ctx0" brushRef="#br0" timeOffset="413.794">763 335 11489 0 0,'0'0'1942'0'0,"0"0"-478"0"0,0 0-322 0 0,0 0-113 0 0,0 0-149 0 0,-4 16-379 0 0,-7 56-330 0 0,11-68-169 0 0,0-1 0 0 0,1 1 0 0 0,0-1 0 0 0,-1 0 0 0 0,2 1 0 0 0,-1-1 0 0 0,0 0 0 0 0,0 0 0 0 0,1 1 0 0 0,0-1 1 0 0,0 0-1 0 0,0-1 0 0 0,0 1 0 0 0,0 0 0 0 0,0 0 0 0 0,1-1 0 0 0,-1 0 0 0 0,1 1 0 0 0,0-1 0 0 0,0 0 0 0 0,2 1-2 0 0,3 4 9 0 0,17 11 15 0 0,1-2 0 0 0,1 0 1 0 0,0-1-1 0 0,1-2 1 0 0,1-1-1 0 0,0-1 0 0 0,0-1 1 0 0,1-2-1 0 0,0-1 1 0 0,1-1-1 0 0,-1-2 0 0 0,1-1 1 0 0,0-1-1 0 0,12-2-24 0 0,-36 1-11 0 0,0-1 0 0 0,0 1 0 0 0,0-1 0 0 0,0-1 0 0 0,0 1-1 0 0,0-1 1 0 0,0 0 0 0 0,0-1 0 0 0,-1 0 0 0 0,1 0 0 0 0,0 0 0 0 0,-1-1 0 0 0,0 0 0 0 0,1 0 0 0 0,-1-1 0 0 0,0 1-1 0 0,-1-1 1 0 0,1-1 0 0 0,-1 1 0 0 0,0-1 0 0 0,0 0 0 0 0,0 0 0 0 0,0 0 0 0 0,-1-1 0 0 0,0 0 0 0 0,0 0-1 0 0,-1 0 1 0 0,0 0 0 0 0,0 0 0 0 0,0-1 0 0 0,1-3 11 0 0,-4 4-29 0 0,1 0 0 0 0,-1-1-1 0 0,0 1 1 0 0,-1 0 0 0 0,1 0 0 0 0,-1 0 0 0 0,-1-1-1 0 0,1 1 1 0 0,-1 0 0 0 0,0 0 0 0 0,0 1-1 0 0,-1-1 1 0 0,0 0 0 0 0,0 1 0 0 0,0-1 0 0 0,0 1-1 0 0,-1 0 1 0 0,0 0 0 0 0,0 1 0 0 0,0-1 0 0 0,-1 1-1 0 0,0-1 30 0 0,-9-8-73 0 0,0 0-1 0 0,-1 1 1 0 0,-1 0-1 0 0,0 1 1 0 0,0 1-1 0 0,-1 0 1 0 0,0 2-1 0 0,-1 0 1 0 0,0 0-1 0 0,0 2 1 0 0,-1 0-1 0 0,0 1 1 0 0,0 1-1 0 0,0 1 1 0 0,0 1-1 0 0,0 0 1 0 0,-17 2 73 0 0,27 3-188 0 0,1 0 1 0 0,-1 0 0 0 0,1 1-1 0 0,-1 0 1 0 0,1 1-1 0 0,1 0 1 0 0,-1 0-1 0 0,1 1 1 0 0,-1-1 0 0 0,2 2-1 0 0,-1-1 1 0 0,1 1-1 0 0,0 0 1 0 0,0 0-1 0 0,1 1 1 0 0,0 0 0 0 0,0 0-1 0 0,1 0 1 0 0,0 0-1 0 0,0 1 1 0 0,1-1-1 0 0,0 1 1 0 0,1 0 0 0 0,0 0-1 0 0,0 0 1 0 0,1 0-1 0 0,0 0 1 0 0,0 1-1 0 0,1-1 1 0 0,1 0-1 0 0,-1 0 1 0 0,2 1 0 0 0,-1 0 187 0 0,0-4-330 0 0,0 0 0 0 0,1 0 0 0 0,-1 0 0 0 0,1 0 0 0 0,0 0 0 0 0,1-1 0 0 0,-1 1 0 0 0,1-1 0 0 0,0 1 0 0 0,1-1 0 0 0,-1 0 0 0 0,1 0 0 0 0,0-1 0 0 0,0 1 0 0 0,0-1 0 0 0,1 0 0 0 0,-1 0 0 0 0,1 0 0 0 0,0-1 0 0 0,1 1 0 0 0,-1-1 0 0 0,0-1 0 0 0,1 1 0 0 0,5 1 330 0 0,148 39-2091 0 0,-37-27 1707 0 0,-63-10 189 0 0</inkml:trace>
  <inkml:trace contextRef="#ctx0" brushRef="#br0" timeOffset="715.445">1552 655 260 0 0,'0'0'129'0'0,"0"0"719"0"0,0 0 2650 0 0,0 0-470 0 0,0 0-919 0 0,0 0-601 0 0,0 0-350 0 0,0 0-113 0 0,0 0-121 0 0,18 3-168 0 0,115 19 224 0 0,-102-15-655 0 0,1-3-1 0 0,-1 0 0 0 0,1-2 0 0 0,0-1 0 0 0,0-2 1 0 0,-1-1-1 0 0,1-1 0 0 0,21-6-324 0 0,-49 9 19 0 0,-1 0-1 0 0,0-1 0 0 0,1 1 1 0 0,-1-1-1 0 0,0 0 1 0 0,0 0-1 0 0,1 0 1 0 0,-1 0-1 0 0,0 0 1 0 0,0-1-1 0 0,0 1 1 0 0,0-1-1 0 0,-1 0 1 0 0,1 0-1 0 0,0 0 1 0 0,-1-1-1 0 0,1 1 0 0 0,-1 0 1 0 0,0-1-1 0 0,0 1 1 0 0,0-1-1 0 0,0 0 1 0 0,0 0-1 0 0,-1 0 1 0 0,1 0-1 0 0,-1 0 1 0 0,0 0-1 0 0,0 0 1 0 0,0-1-1 0 0,0 1 1 0 0,0 0-1 0 0,-1 0 1 0 0,1-1-1 0 0,-1 1 0 0 0,0-1 1 0 0,0 1-1 0 0,-1 0 1 0 0,1-1-1 0 0,0 1 1 0 0,-2-2-19 0 0,-3-5-70 0 0,-1 1 0 0 0,-1 1 0 0 0,1-1 0 0 0,-2 1 1 0 0,1 0-1 0 0,-1 1 0 0 0,0 0 0 0 0,0 0 0 0 0,-1 1 0 0 0,0 0 1 0 0,-5-3 69 0 0,-1-1-111 0 0,-94-62-785 0 0,59 41 343 0 0,1-2 1 0 0,2-2-1 0 0,1-2 0 0 0,-35-38 553 0 0,31 2-977 0 0,50 73 964 0 0,0-1 0 0 0,0 1 0 0 0,0-1-1 0 0,0 1 1 0 0,0-1 0 0 0,0 1 0 0 0,0 0 0 0 0,0-1 0 0 0,0 1 0 0 0,1-1 0 0 0,-1 1 0 0 0,0 0 0 0 0,0-1 0 0 0,0 1 0 0 0,1-1 0 0 0,-1 1 0 0 0,0 0 0 0 0,1-1 0 0 0,-1 1 0 0 0,0 0 0 0 0,1 0 0 0 0,-1-1-1 0 0,0 1 1 0 0,1 0 0 0 0,-1 0 0 0 0,1-1 0 0 0,-1 1 0 0 0,0 0 0 0 0,1 0 0 0 0,-1 0 0 0 0,1 0 0 0 0,-1 0 0 0 0,1 0 0 0 0,-1 0 0 0 0,0 0 0 0 0,1 0 0 0 0,-1 0 0 0 0,1 0 0 0 0,-1 0 0 0 0,1 0 0 0 0,-1 0-1 0 0,1 0 1 0 0,-1 0 0 0 0,0 0 0 0 0,1 0 0 0 0,-1 1 0 0 0,1-1 0 0 0,-1 0 0 0 0,0 0 0 0 0,1 0 0 0 0,-1 1 0 0 0,0-1 0 0 0,1 0 0 0 0,-1 1 0 0 0,0-1 0 0 0,1 0 0 0 0,-1 1 0 0 0,0-1 0 0 0,1 0 0 0 0,-1 1-1 0 0,0-1 1 0 0,0 1 0 0 0,0-1 0 0 0,0 0 0 0 0,1 1 0 0 0,-1-1 0 0 0,0 1 0 0 0,0-1 13 0 0,1 1 13 0 0,15 7-150 0 0,178 81-1781 0 0,-54-49-6607 0 0,-106-34 6355 0 0</inkml:trace>
  <inkml:trace contextRef="#ctx0" brushRef="#br0" timeOffset="1112.402">2395 244 1996 0 0,'0'0'2046'0'0,"0"0"3080"0"0,-11 19-2788 0 0,-35 63-1263 0 0,42-74-877 0 0,1 1 0 0 0,0-1 0 0 0,0 1-1 0 0,1-1 1 0 0,0 1 0 0 0,0 0 0 0 0,1 0 0 0 0,0 0 0 0 0,1 0-1 0 0,0 0 1 0 0,1 9-198 0 0,-1 7 596 0 0,1-14-470 0 0,0 1 0 0 0,1 0 0 0 0,1-1 0 0 0,-1 1 1 0 0,2-1-1 0 0,-1 0 0 0 0,2 0 0 0 0,0 0 0 0 0,0 0 0 0 0,0-1 0 0 0,2 0 0 0 0,-1 0 0 0 0,1-1 0 0 0,1 1 0 0 0,-1-2 0 0 0,1 1 0 0 0,1-1 0 0 0,0 0 0 0 0,1 0-126 0 0,5 4 97 0 0,1 0 1 0 0,0-2-1 0 0,1 1 1 0 0,0-2 0 0 0,1 0-1 0 0,0-1 1 0 0,0-1-1 0 0,1-1 1 0 0,-1-1-1 0 0,1 0 1 0 0,6 0-98 0 0,-5-1 21 0 0,-1-1 0 0 0,1-1-1 0 0,0 0 1 0 0,-1-2 0 0 0,1 0 0 0 0,0-1 0 0 0,0-1-1 0 0,-1-1 1 0 0,1-1 0 0 0,-1-1 0 0 0,0 0 0 0 0,0-1-1 0 0,0-2 1 0 0,-1 1 0 0 0,0-2 0 0 0,-1-1 0 0 0,0 0-1 0 0,0-1 1 0 0,-1 0 0 0 0,-1-2 0 0 0,0 0 0 0 0,0 0-1 0 0,-2-2 1 0 0,1 1 0 0 0,8-15-21 0 0,-13 12-80 0 0,-2 0-1 0 0,0 0 0 0 0,-1 0 1 0 0,-1-1-1 0 0,-1 0 1 0 0,0 0-1 0 0,-1 0 1 0 0,-1-1-1 0 0,-1 1 0 0 0,-1 0 1 0 0,0-1-1 0 0,-3-16 81 0 0,-2 16-169 0 0,0 1 0 0 0,-1-1 0 0 0,-1 1 0 0 0,-1 0 0 0 0,-1 0 0 0 0,0 1 0 0 0,-1 1 0 0 0,-1-1 0 0 0,0 1 0 0 0,-1 1 0 0 0,-1 0 0 0 0,-1 1 0 0 0,0 1 0 0 0,0 0 0 0 0,-1 0 0 0 0,-1 2 0 0 0,0 0 0 0 0,-1 1 0 0 0,0 0 0 0 0,0 1 0 0 0,-1 1 0 0 0,0 1 0 0 0,-7-1 169 0 0,5 2-292 0 0,1 0 0 0 0,-1 2 0 0 0,-1 0 0 0 0,1 1 0 0 0,0 1 0 0 0,-1 1 0 0 0,0 1 0 0 0,1 1 0 0 0,-1 1 0 0 0,1 0 0 0 0,0 2 0 0 0,0 0 0 0 0,0 2 0 0 0,0 0 0 0 0,1 1 0 0 0,0 0 1 0 0,-16 10 291 0 0,27-13-178 0 0,-16 7-1216 0 0,0 1 0 0 0,0 1-1 0 0,1 2 1 0 0,1 0-1 0 0,0 1 1 0 0,-17 18 1394 0 0,-7 18-512 0 0</inkml:trace>
  <inkml:trace contextRef="#ctx0" brushRef="#br0" timeOffset="1350.971">2296 344 3756 0 0,'0'0'4361'0'0,"0"0"319"0"0,0 0-2948 0 0,0 0-124 0 0,0 0-279 0 0,0 0-9 0 0,245 14-336 0 0,-168-1-592 0 0,9-1-392 0 0,0 0-220 0 0,-9-5-220 0 0,-13-3-584 0 0,-24-4-1213 0 0,-30-4-4327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42.3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11 8265 0 0,'0'0'1879'0'0,"0"0"-553"0"0,0 0-334 0 0,0 0-84 0 0,0 0-42 0 0,0 0-49 0 0,0 0-125 0 0,0 0-198 0 0,0 0-180 0 0,16-3-61 0 0,51-5 36 0 0,-64 8-264 0 0,0 1 1 0 0,0-1-1 0 0,0 1 1 0 0,1 0-1 0 0,-1-1 1 0 0,0 1-1 0 0,0 1 1 0 0,-1-1-1 0 0,1 0 1 0 0,0 1-1 0 0,0-1 1 0 0,-1 1-1 0 0,1 0 1 0 0,-1 0-1 0 0,1 0 0 0 0,-1 0 1 0 0,0 0-1 0 0,0 1 1 0 0,0-1-1 0 0,0 1 1 0 0,0-1-1 0 0,0 1 1 0 0,-1 0-1 0 0,1 1-25 0 0,7 9 54 0 0,-4-5-49 0 0,-1 0 1 0 0,1 0 0 0 0,-2 1-1 0 0,1 0 1 0 0,-1 0-1 0 0,0 0 1 0 0,-1 0 0 0 0,0 1-1 0 0,-1-1 1 0 0,0 0 0 0 0,0 1-1 0 0,-1-1 1 0 0,0 1-1 0 0,-1-1 1 0 0,0 1 0 0 0,-2 7-6 0 0,0-3-97 0 0,-2-1 0 0 0,1 1 0 0 0,-2-1 0 0 0,0 0 0 0 0,0 0 0 0 0,-2-1 1 0 0,1 0-1 0 0,-1 0 0 0 0,-1-1 0 0 0,-4 5 97 0 0,-1 2-103 0 0,-77 78-257 0 0,91-96 346 0 0,-1 1 1 0 0,0-1 0 0 0,0 0 0 0 0,0 1 0 0 0,1-1 0 0 0,-1 0 0 0 0,0 0 0 0 0,0 0 0 0 0,0 0 0 0 0,0 0 0 0 0,1 0-1 0 0,-1 0 1 0 0,0 0 0 0 0,0 0 0 0 0,0 0 0 0 0,0 0 0 0 0,0 0 0 0 0,1 0 0 0 0,-1-1 0 0 0,0 1 0 0 0,0 0 0 0 0,1-1-1 0 0,-1 1 1 0 0,0-1 0 0 0,0 1 0 0 0,1-1 0 0 0,-1 1 0 0 0,0-1 0 0 0,1 1 0 0 0,-1-1 0 0 0,1 0 0 0 0,-1 1 0 0 0,1-1 0 0 0,-1 0-1 0 0,1 1 1 0 0,-1-1 0 0 0,1 0 0 0 0,-1 0 0 0 0,1 1 0 0 0,0-1 0 0 0,0 0 0 0 0,-1 0 0 0 0,1 0 0 0 0,0 0 0 0 0,0 1-1 0 0,0-1 1 0 0,0 0 0 0 0,0 0 13 0 0,-10-55-999 0 0,9 42 806 0 0,-3-72-384 0 0,5 85 627 0 0,1-1 0 0 0,0 1 0 0 0,0-1 0 0 0,0 1 1 0 0,0 0-1 0 0,0 0 0 0 0,0 0 0 0 0,0 0 0 0 0,0 0 0 0 0,0 1 0 0 0,0-1 0 0 0,0 1 0 0 0,1-1 1 0 0,-1 1-1 0 0,0 0 0 0 0,0 0 0 0 0,1 0 0 0 0,-1 0 0 0 0,0 0 0 0 0,0 0 0 0 0,1 1 1 0 0,-1-1-1 0 0,0 1 0 0 0,0-1 0 0 0,0 1 0 0 0,0 0 0 0 0,0 0 0 0 0,2 1-50 0 0,-2-2-40 0 0,199 45-389 0 0,-66-34-3108 0 0,-99-11 311 0 0,3-2-1305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44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320 0 7885 0 0,'0'0'4489'0'0,"0"0"-2546"0"0,0 0-995 0 0,0 0-278 0 0,0 0-231 0 0,0 0-604 0 0,-42 18-401 0 0,-128 61-132 0 0,110-26 193 0 0,50-28 492 0 0,1-1-1 0 0,2 2 1 0 0,0-1-1 0 0,2 1 1 0 0,1 0-1 0 0,1 0 1 0 0,1 0 0 0 0,1 1-1 0 0,2-1 1 0 0,0 2 13 0 0,-1-10 80 0 0,0-15-88 0 0,0 0 0 0 0,0 0-1 0 0,0 0 1 0 0,0 0 0 0 0,0 1 0 0 0,1-1 0 0 0,-1 0 0 0 0,1 0-1 0 0,0 0 1 0 0,0 0 0 0 0,0 0 0 0 0,0 0 0 0 0,1 0 0 0 0,-1 0-1 0 0,1-1 1 0 0,-1 1 0 0 0,1 0 0 0 0,0-1 0 0 0,0 1-1 0 0,0-1 1 0 0,1 0 0 0 0,-1 0 0 0 0,1 0 0 0 0,-1 0 0 0 0,1 0-1 0 0,-1 0 1 0 0,1-1 0 0 0,0 1 0 0 0,0-1 0 0 0,0 0 0 0 0,0 0-1 0 0,0 0 1 0 0,0 0 0 0 0,0-1 0 0 0,0 1 0 0 0,1-1-1 0 0,-1 1 1 0 0,2-1 8 0 0,84-2-2487 0 0,-23-13-2116 0 0,14-10-1250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44.3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202 865 10981 0 0,'0'0'2169'0'0,"0"0"-772"0"0,0 0-302 0 0,0 0-142 0 0,0 0-192 0 0,-32 19-334 0 0,-97 62-307 0 0,127-81-119 0 0,0 1-1 0 0,-1 0 1 0 0,1 0-1 0 0,0 0 1 0 0,0 1-1 0 0,0-1 1 0 0,0 1 0 0 0,0-1-1 0 0,0 1 1 0 0,0-1-1 0 0,0 1 1 0 0,1 0 0 0 0,-1 0-1 0 0,0 0 1 0 0,1 0-1 0 0,0 0 1 0 0,-1 0 0 0 0,1 0-1 0 0,0 1 1 0 0,0-1-1 0 0,0 0 1 0 0,1 1-1 0 0,-1-1 1 0 0,1 0 0 0 0,-1 1-1 0 0,1-1 1 0 0,0 1-1 0 0,-1-1 1 0 0,1 1 0 0 0,1-1-1 0 0,-1 1 0 0 0,1 8 1 0 0,-1-5 2 0 0,1 0 0 0 0,0-1 0 0 0,0 1 0 0 0,0 0 0 0 0,0-1 0 0 0,1 1 0 0 0,0-1 0 0 0,0 1 0 0 0,1-1 1 0 0,-1 0-1 0 0,1 0 0 0 0,0 0 0 0 0,1 0 0 0 0,-1 0 0 0 0,1-1 0 0 0,0 0 0 0 0,0 0 0 0 0,0 0 0 0 0,1 0 0 0 0,-1 0 0 0 0,1-1 1 0 0,0 0-1 0 0,0 0 0 0 0,0 0 0 0 0,0-1 0 0 0,1 0 0 0 0,4 2-3 0 0,18 6 102 0 0,1-2 0 0 0,-1-1 0 0 0,1-1 0 0 0,0-1 0 0 0,1-2 0 0 0,-1-1 1 0 0,1-1-1 0 0,-1-2 0 0 0,13-2-102 0 0,95-28 523 0 0,-131 29-536 0 0,-1-1 0 0 0,0 1 1 0 0,0-1-1 0 0,0 0 0 0 0,0-1 0 0 0,0 1 0 0 0,-1-1 0 0 0,1 0 0 0 0,-1 0 0 0 0,0 0 0 0 0,0 0 0 0 0,-1-1 0 0 0,1 0 0 0 0,-1 0 1 0 0,0 0-1 0 0,0 0 0 0 0,-1 0 0 0 0,0 0 0 0 0,0-1 0 0 0,0 1 0 0 0,0-1 0 0 0,0-4 13 0 0,-1 3-64 0 0,-1-1-1 0 0,0 0 1 0 0,0 0 0 0 0,-1 1-1 0 0,0-1 1 0 0,0 0 0 0 0,0 1-1 0 0,-1-1 1 0 0,-1 1 0 0 0,1-1-1 0 0,-1 1 1 0 0,0 0 0 0 0,-1 0-1 0 0,0 0 1 0 0,0 1 0 0 0,0-1-1 0 0,-1 1 1 0 0,0 0 0 0 0,0 0-1 0 0,0 1 1 0 0,-1-1 0 0 0,0 1-1 0 0,0 0 1 0 0,-1 1 0 0 0,1 0-1 0 0,-7-4 65 0 0,-3-3-80 0 0,-1 1 0 0 0,0 1 0 0 0,-1 0 0 0 0,0 1 0 0 0,0 1 0 0 0,-1 1-1 0 0,0 0 1 0 0,0 2 0 0 0,0 0 0 0 0,0 1 0 0 0,-1 1 0 0 0,1 1 0 0 0,-11 0 80 0 0,21 3-221 0 0,1 0 0 0 0,1 0 1 0 0,-1 1-1 0 0,0 0 0 0 0,1 0 0 0 0,-1 1 1 0 0,1 0-1 0 0,0 0 0 0 0,0 0 0 0 0,0 1 1 0 0,1 0-1 0 0,0 1 0 0 0,0-1 0 0 0,0 1 1 0 0,1 1-1 0 0,-1-1 0 0 0,2 1 0 0 0,-1-1 1 0 0,1 1-1 0 0,0 1 0 0 0,0-1 1 0 0,1 0-1 0 0,0 1 0 0 0,0 0 0 0 0,1 0 1 0 0,0 0-1 0 0,0 0 0 0 0,1 0 0 0 0,0 0 1 0 0,0 0-1 0 0,1 1 0 0 0,0-1 0 0 0,1 0 1 0 0,0 0-1 0 0,0 0 0 0 0,2 7 221 0 0,5 25-2604 0 0,20 5-246 0 0</inkml:trace>
  <inkml:trace contextRef="#ctx0" brushRef="#br0" timeOffset="330.042">723 1201 3008 0 0,'0'0'2941'0'0,"0"0"-589"0"0,0 0-569 0 0,0 0-365 0 0,0 0-167 0 0,0 0-102 0 0,0 0-88 0 0,0 0-155 0 0,0 0-215 0 0,0 0-164 0 0,34 5-41 0 0,111 16-9 0 0,-89-12-110 0 0,1-1 0 0 0,0-3 0 0 0,0-3 0 0 0,44-4-367 0 0,-99 2-2 0 0,1 0-1 0 0,-1 1 0 0 0,1-1 0 0 0,-1 0 0 0 0,1 0-1 0 0,-1 0 1 0 0,1 0 0 0 0,0 0 0 0 0,-1-1 0 0 0,0 1 0 0 0,1-1 0 0 0,-1 0-1 0 0,1 1 1 0 0,-1-1 0 0 0,0 0 0 0 0,1-1 0 0 0,-1 1 0 0 0,0 0 0 0 0,0 0 0 0 0,0-1-1 0 0,0 0 1 0 0,0 1 0 0 0,0-1 0 0 0,-1 0 0 0 0,1 0 0 0 0,0 0 0 0 0,-1 0-1 0 0,1 0 1 0 0,-1 0 0 0 0,0 0 0 0 0,0 0 0 0 0,0-1 0 0 0,0 1 3 0 0,-1 0-15 0 0,1-4-72 0 0,-1 0 0 0 0,0 0 0 0 0,0 1 0 0 0,0-1 0 0 0,-1 0 0 0 0,0 0 0 0 0,0 0 0 0 0,-1 1 0 0 0,1-1 1 0 0,-1 0-1 0 0,-1 1 0 0 0,1 0 0 0 0,-1-1 0 0 0,1 1 0 0 0,-3-3 87 0 0,-122-154-1174 0 0,125 159 1168 0 0,0-1 1 0 0,0 1 0 0 0,0 0-1 0 0,1-1 1 0 0,-1 0-1 0 0,1 1 1 0 0,0-1-1 0 0,0 0 1 0 0,0 1-1 0 0,1-1 1 0 0,-1 0 0 0 0,1 0-1 0 0,0 0 1 0 0,0 1-1 0 0,0-1 1 0 0,1 0-1 0 0,-1 0 1 0 0,1 0-1 0 0,0 1 1 0 0,0-1 0 0 0,0 0-1 0 0,0 1 1 0 0,1-1-1 0 0,-1 1 1 0 0,1-1-1 0 0,0 1 1 0 0,0 0-1 0 0,1 0 1 0 0,-1 0 0 0 0,3-3 5 0 0,69-33-2154 0 0,-72 38 1856 0 0,0 1 0 0 0,-1-1 0 0 0,1 1 0 0 0,0 0 0 0 0,0 0-1 0 0,0 0 1 0 0,0 0 0 0 0,0 0 0 0 0,0 0 0 0 0,0 1 0 0 0,0-1 0 0 0,-1 1 0 0 0,1-1 0 0 0,0 1 0 0 0,0-1 0 0 0,0 1 0 0 0,-1 0 0 0 0,1 0 0 0 0,0 0 0 0 0,-1 0 0 0 0,1 0 0 0 0,-1 1 0 0 0,1-1 0 0 0,-1 0 0 0 0,0 1 0 0 0,1-1 0 0 0,0 2 298 0 0,11 19-4387 0 0</inkml:trace>
  <inkml:trace contextRef="#ctx0" brushRef="#br0" timeOffset="842.808">1077 0 6413 0 0,'0'0'1941'0'0,"0"0"-483"0"0,0 0-58 0 0,0 0-52 0 0,0 0-21 0 0,0 0-161 0 0,0 0-254 0 0,0 0-265 0 0,43 3-179 0 0,134 11-76 0 0,-111 9 10 0 0,-59-17-347 0 0,-1 2 0 0 0,0-1-1 0 0,0 1 1 0 0,0 0 0 0 0,-1 0 0 0 0,0 0 0 0 0,-1 1 0 0 0,0-1 0 0 0,0 1 0 0 0,-1 0 0 0 0,0 1 0 0 0,0-1 0 0 0,-1 0 0 0 0,0 1 0 0 0,-1-1 0 0 0,0 1 0 0 0,-1 0 0 0 0,0-1 0 0 0,0 2-55 0 0,0-1-17 0 0,0-2-14 0 0,1 0 1 0 0,-1 0 0 0 0,-1-1 0 0 0,0 1 0 0 0,0 0 0 0 0,0 0 0 0 0,-1 0-1 0 0,0-1 1 0 0,0 1 0 0 0,-1-1 0 0 0,-3 7 30 0 0,5-13-3 0 0,-1 4-79 0 0,0 1 0 0 0,-1 0 0 0 0,0-1 0 0 0,0 0 0 0 0,0 0 0 0 0,-1 0 0 0 0,1 0 0 0 0,-1 0 0 0 0,0-1 0 0 0,-1 0 0 0 0,1 0 1 0 0,-1 0-1 0 0,0 0 0 0 0,0-1 0 0 0,0 1 0 0 0,0-1 0 0 0,-1 0 0 0 0,1-1 0 0 0,-1 0 0 0 0,1 0 0 0 0,-1 0 0 0 0,0 0 0 0 0,0-1 1 0 0,-3 0 81 0 0,2 0-73 0 0,0-1 0 0 0,-1-1 1 0 0,1 1-1 0 0,0-1 1 0 0,-1-1-1 0 0,1 1 0 0 0,0-1 1 0 0,0-1-1 0 0,0 1 1 0 0,0-1-1 0 0,1 0 0 0 0,-1-1 1 0 0,1 1-1 0 0,-1-1 1 0 0,1-1-1 0 0,0 1 1 0 0,1-1-1 0 0,-1 0 0 0 0,1 0 1 0 0,0-1-1 0 0,1 1 1 0 0,-1-1-1 0 0,1 0 0 0 0,0-1 1 0 0,0 1-1 0 0,1-1 1 0 0,0 1-1 0 0,0-1 1 0 0,1 0-1 0 0,-1 0 0 0 0,0-6 73 0 0,3 2-81 0 0,0 10 101 0 0,-1-1 0 0 0,1 1 0 0 0,-1 0 0 0 0,1 0 0 0 0,0-1 0 0 0,-1 1 0 0 0,1 0 0 0 0,0 0-1 0 0,0-1 1 0 0,0 1 0 0 0,0 0 0 0 0,0-1 0 0 0,0 1 0 0 0,1 0 0 0 0,-1 0 0 0 0,0-1 0 0 0,1 1 0 0 0,-1 0 0 0 0,1 0 0 0 0,-1-1 0 0 0,1 1 0 0 0,0 0 0 0 0,-1 0 0 0 0,1 0 0 0 0,0 0 0 0 0,0 0 0 0 0,0 0 0 0 0,-1 0 0 0 0,1 0 0 0 0,0 0 0 0 0,0 1 0 0 0,0-1 0 0 0,1 0 0 0 0,-1 1 0 0 0,0-1 0 0 0,0 1-1 0 0,0-1 1 0 0,0 1 0 0 0,1-1 0 0 0,-1 1 0 0 0,0 0 0 0 0,1-1 0 0 0,-1 1 0 0 0,0 0 0 0 0,0 0 0 0 0,1 0 0 0 0,-1 0 0 0 0,0 0 0 0 0,1 1-20 0 0,175 52 1597 0 0,-132-37-1863 0 0,111 34 143 0 0,-47-35-4422 0 0,-74-15-163 0 0</inkml:trace>
  <inkml:trace contextRef="#ctx0" brushRef="#br0" timeOffset="1456.704">2179 547 5348 0 0,'0'0'2810'0'0,"0"0"-707"0"0,0 0-476 0 0,0 0-185 0 0,0 0-74 0 0,0 0-347 0 0,-26 16-483 0 0,-82 55-257 0 0,25 11 37 0 0,76-73-262 0 0,1 0 0 0 0,0 0 0 0 0,0 1 0 0 0,1 0 0 0 0,1 0 0 0 0,-1 1 0 0 0,1-1 0 0 0,1 1 1 0 0,0 0-1 0 0,1 0 0 0 0,0 0 0 0 0,1 0 0 0 0,0 1 0 0 0,0-1 0 0 0,1 0 0 0 0,1 0 0 0 0,0 0 0 0 0,0 1 0 0 0,1-1 0 0 0,1 0 0 0 0,0-1 0 0 0,0 1 0 0 0,1 0 0 0 0,4 6-56 0 0,1-5 48 0 0,0-1 0 0 0,1-1 0 0 0,0 0 1 0 0,1 0-1 0 0,0-1 0 0 0,1 0 0 0 0,0-1 0 0 0,0 0 0 0 0,0-1 0 0 0,1 0 1 0 0,0-1-1 0 0,1-1 0 0 0,-1 0 0 0 0,1 0 0 0 0,4-1-48 0 0,20 5 32 0 0,1-3-1 0 0,0-1 1 0 0,0-1-1 0 0,1-2 1 0 0,0-3-32 0 0,-23 2-3 0 0,0-1-1 0 0,1 0 1 0 0,-1-1-1 0 0,0-2 0 0 0,0 1 1 0 0,0-2-1 0 0,0 0 1 0 0,-1-1-1 0 0,1-1 1 0 0,-1-1-1 0 0,0 0 1 0 0,-1-1-1 0 0,0 0 1 0 0,0-1-1 0 0,-1-1 1 0 0,0-1-1 0 0,-1 0 1 0 0,0 0-1 0 0,-1-1 1 0 0,0-1-1 0 0,-1 0 1 0 0,0-1-1 0 0,-1 0 1 0 0,0-1-1 0 0,-2 1 1 0 0,1-2-1 0 0,-2 1 0 0 0,0-1 1 0 0,-1-1-1 0 0,-1 1 1 0 0,0-1-1 0 0,2-16 4 0 0,-6 25-47 0 0,0-1 1 0 0,-1 1-1 0 0,0 0 0 0 0,0 0 0 0 0,-1 0 0 0 0,0 0 0 0 0,-1 0 0 0 0,1 0 0 0 0,-1 0 0 0 0,-1 0 0 0 0,0 0 0 0 0,0 1 0 0 0,0-1 0 0 0,-1 1 0 0 0,0 0 0 0 0,-1 0 1 0 0,1 0-1 0 0,-1 1 0 0 0,0-1 0 0 0,-1 1 0 0 0,0 1 0 0 0,0-1 0 0 0,0 1 0 0 0,-1 0 0 0 0,1 0 0 0 0,-1 1 0 0 0,0 0 0 0 0,-2-1 47 0 0,-10-1-152 0 0,0 0-1 0 0,0 2 0 0 0,0 0 0 0 0,-1 1 1 0 0,0 1-1 0 0,0 1 0 0 0,0 0 1 0 0,1 2-1 0 0,-1 0 0 0 0,0 2 0 0 0,1 0 1 0 0,-1 1-1 0 0,1 1 0 0 0,0 0 1 0 0,0 2-1 0 0,1 0 0 0 0,-1 1 0 0 0,2 1 1 0 0,-1 1-1 0 0,-10 8 153 0 0,-76 57-2726 0 0,54-5-2503 0 0,35-29 1212 0 0</inkml:trace>
  <inkml:trace contextRef="#ctx0" brushRef="#br0" timeOffset="1695.311">2138 846 9189 0 0,'0'0'2836'0'0,"0"0"-1556"0"0,0 0-316 0 0,0 0 436 0 0,0 0 81 0 0,0 0-229 0 0,263-4-416 0 0,-172 4-320 0 0,-9 0-296 0 0,-10-4-220 0 0,-13 0-664 0 0,-9 1-492 0 0,-23-1-913 0 0,-9 4-3115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43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0 188 4820 0 0,'0'0'5033'0'0,"0"0"-3781"0"0,0 0-304 0 0,0 0 92 0 0,0 0-36 0 0,0 0-320 0 0,0 0-308 0 0,245-31-336 0 0,-195 17-40 0 0,-9-1-428 0 0,-14 3-344 0 0,-4 1-352 0 0,-14 1-464 0 0,-5 0-620 0 0,-4 6-792 0 0,0-5-2265 0 0</inkml:trace>
  <inkml:trace contextRef="#ctx0" brushRef="#br0" timeOffset="238.826">145 0 744 0 0,'0'0'11513'0'0,"0"0"-9413"0"0,0 0-848 0 0,0 0-459 0 0,-45 99-133 0 0,40-68 136 0 0,5 3-116 0 0,0 5-436 0 0,0 4-244 0 0,0-3-168 0 0,9 3-240 0 0,5-5-172 0 0,0-1-192 0 0,4-6-469 0 0,-5-6-1015 0 0,5-8-2064 0 0,10-3-1265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42.7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5 376 9081 0 0,'0'0'2674'0'0,"0"0"-1048"0"0,0 0-673 0 0,0 0-268 0 0,0 0 1 0 0,0 0-145 0 0,19 18-312 0 0,64 55-202 0 0,12-17-117 0 0,135 58-108 0 0,-225-111 207 0 0,0 0 0 0 0,1-1 1 0 0,-1 1-1 0 0,1-1 0 0 0,-1-1 0 0 0,1 1 0 0 0,0-1 0 0 0,0 0 1 0 0,0 0-1 0 0,-1-1 0 0 0,1 0 0 0 0,0 0 0 0 0,0 0 1 0 0,0-1-1 0 0,0 0 0 0 0,0 0 0 0 0,-1 0 0 0 0,1-1 0 0 0,0 0 1 0 0,-1 0-1 0 0,1 0 0 0 0,-1-1 0 0 0,0 1 0 0 0,0-1 0 0 0,0-1 1 0 0,0 1-1 0 0,0-1 0 0 0,3-3-9 0 0,1-12-113 0 0,-1-1 0 0 0,0 0 0 0 0,-2 0-1 0 0,0 0 1 0 0,-1-1 0 0 0,-1 0 0 0 0,-1 0 0 0 0,-1 0 0 0 0,-1 0 0 0 0,-1-1 0 0 0,-1 1-1 0 0,-1 0 1 0 0,-1-8 113 0 0,2 7 5 0 0,-3 6-37 0 0,0 1 0 0 0,-1-1 0 0 0,0 1 0 0 0,-1 0 0 0 0,-1 1 0 0 0,0-1 0 0 0,-1 1 0 0 0,-1 1 0 0 0,0 0 0 0 0,-1 0 0 0 0,0 0 0 0 0,-1 1 0 0 0,0 1 0 0 0,-1 0 0 0 0,0 1 0 0 0,-1 0 0 0 0,0 1 0 0 0,0 0 0 0 0,-1 1 0 0 0,-1 0 0 0 0,1 1 0 0 0,-1 1 0 0 0,0 1 0 0 0,0 0 0 0 0,-1 0 0 0 0,0 2 0 0 0,1 0 0 0 0,-1 1 0 0 0,0 0 0 0 0,0 2 0 0 0,-3 0 32 0 0,10 1-91 0 0,0 0 1 0 0,0 1 0 0 0,0 0 0 0 0,0 0 0 0 0,0 1 0 0 0,1 0 0 0 0,-1 1-1 0 0,1 0 1 0 0,0 0 0 0 0,0 1 0 0 0,0 0 0 0 0,1 0 0 0 0,0 1 0 0 0,0 0-1 0 0,0 0 1 0 0,0 1 0 0 0,1 0 0 0 0,1 0 0 0 0,-1 0 0 0 0,1 1 0 0 0,0 0-1 0 0,-3 7 91 0 0,-6 12-73 0 0,0 0-1 0 0,2 1 1 0 0,2 1-1 0 0,0 0 1 0 0,2 1-1 0 0,-1 9 74 0 0,-9 136-1716 0 0,21-135-175 0 0,12 0-1082 0 0</inkml:trace>
  <inkml:trace contextRef="#ctx0" brushRef="#br0" timeOffset="255.277">110 239 9169 0 0,'0'0'2065'0'0,"0"0"-739"0"0,0 0-582 0 0,0 0-198 0 0,0 0-88 0 0,0 0-44 0 0,0 0 242 0 0,0 0 280 0 0,0 0 116 0 0,44-8-48 0 0,148-28-246 0 0,66 3-244 0 0,-225 32-829 0 0,80 2-612 0 0,-42 16-3154 0 0,-38 1-1961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40.9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0 472 4092 0 0,'0'0'896'0'0,"0"0"-381"0"0,0 0-144 0 0,0 0-116 0 0,0 0-191 0 0,0 0 6 0 0,0 0 211 0 0,43 9 772 0 0,132 28 369 0 0,-19-19 1364 0 0,-121-19-2105 0 0,146-9 2902 0 0,-176-26-2855 0 0,-5 26-768 0 0,-1 1-1 0 0,1-1 1 0 0,-1 0 0 0 0,-1 1-1 0 0,0-1 1 0 0,0 1 0 0 0,-1 0-1 0 0,0 0 1 0 0,-1 0 0 0 0,0 0-1 0 0,0 0 1 0 0,-1 1 0 0 0,0-1-1 0 0,-1 1 1 0 0,0 0 40 0 0,-22-26-256 0 0,-1 3-1 0 0,-1 0 1 0 0,-2 2-1 0 0,-12-8 257 0 0,-94-93-57 0 0,93 79-13 0 0,44 51-185 0 0,2 0-118 0 0,103 62-3260 0 0,-12-5-2021 0 0,-35-26 1734 0 0</inkml:trace>
  <inkml:trace contextRef="#ctx0" brushRef="#br0" timeOffset="237.266">853 14 796 0 0,'0'0'6579'0'0,"0"0"-4010"0"0,0 0-1478 0 0,0 0-327 0 0,7 17-26 0 0,46 98 757 0 0,-39-90-1310 0 0,-1 0-1 0 0,0 1 1 0 0,-2 1 0 0 0,-2-1-1 0 0,0 2 1 0 0,-2-1 0 0 0,0 1-1 0 0,0 14-184 0 0,1 81-663 0 0,-7-70-3735 0 0,-1-40-513 0 0</inkml:trace>
  <inkml:trace contextRef="#ctx0" brushRef="#br0" timeOffset="459.887">1198 572 9201 0 0,'0'0'2864'0'0,"0"0"-1612"0"0,0 0-592 0 0,0 0-328 0 0,0 0-272 0 0,0 0-60 0 0,0 0-224 0 0,-27-110-184 0 0,22 71-204 0 0,5-1-104 0 0,0-3-40 0 0,0 3-108 0 0,0-3-104 0 0,0 3-68 0 0,0 1-624 0 0,-5 3-125 0 0,1 10-115 0 0,-14-1-696 0 0</inkml:trace>
  <inkml:trace contextRef="#ctx0" brushRef="#br0" timeOffset="712.363">1130 157 7325 0 0,'0'0'2363'0'0,"0"0"-1157"0"0,0 0-389 0 0,0 0 55 0 0,0 0 131 0 0,0 0-8 0 0,0 0-170 0 0,0 0-331 0 0,41-3-225 0 0,128-7-63 0 0,-159 8-157 0 0,-1 1-1 0 0,1 0 1 0 0,0 1 0 0 0,0 0-1 0 0,0 0 1 0 0,-1 1 0 0 0,1 0 0 0 0,0 1-1 0 0,0 0 1 0 0,-1 0 0 0 0,0 1 0 0 0,7 3-49 0 0,-1 0 61 0 0,-1 0-69 0 0,0 0-1 0 0,-1 0 1 0 0,0 1 0 0 0,-1 0 0 0 0,1 2 0 0 0,-1-1-1 0 0,-1 1 1 0 0,0 1 0 0 0,0 0 0 0 0,-1 1-1 0 0,0 0 1 0 0,-1 0 0 0 0,0 1 0 0 0,-1 0 0 0 0,0 0-1 0 0,-1 1 1 0 0,0 0 0 0 0,-1 1 0 0 0,-1 0-1 0 0,0-1 1 0 0,-1 2 0 0 0,0-1 0 0 0,-1 0 0 0 0,1 10 8 0 0,-4-16-125 0 0,-9 117-621 0 0,8-121 457 0 0,0 0-1 0 0,-1-1 1 0 0,1 0 0 0 0,-1 1-1 0 0,0-1 1 0 0,0 0-1 0 0,-1 0 1 0 0,1 0 0 0 0,-1 0-1 0 0,1 0 1 0 0,-1 0-1 0 0,0-1 1 0 0,0 0-1 0 0,0 1 1 0 0,0-1 0 0 0,0 0-1 0 0,-1 0 1 0 0,1-1-1 0 0,-1 1 1 0 0,1-1 289 0 0,-12 4-4616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48.4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1 231 3816 0 0,'0'0'3624'0'0,"0"0"-1340"0"0,0 0-690 0 0,0 0-167 0 0,0 0-42 0 0,0 0-110 0 0,0 0-185 0 0,0 0-197 0 0,0 0-153 0 0,0 0-111 0 0,30-2-100 0 0,96-3-97 0 0,113 0 157 0 0,-233 5-785 0 0,45-5-3340 0 0,-32-22-4454 0 0,-18 9 3257 0 0</inkml:trace>
  <inkml:trace contextRef="#ctx0" brushRef="#br0" timeOffset="238.589">187 1 10477 0 0,'0'0'2452'0'0,"0"0"-976"0"0,0 0-276 0 0,0 0 41 0 0,0 0-345 0 0,245 17-896 0 0,-191-13-24 0 0,-4-2-684 0 0,5-2-197 0 0,-15 0-643 0 0,-8-4-1592 0 0,-5-9-4173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51.3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1 492 1632 0 0,'0'0'2362'0'0,"0"0"-925"0"0,0 0 162 0 0,0 0-3 0 0,0 0-182 0 0,0 0-298 0 0,0 0-59 0 0,0 0 73 0 0,0 0 67 0 0,0 0 8 0 0,21-8-203 0 0,65-26-213 0 0,-82 33-735 0 0,0 0 1 0 0,1 0-1 0 0,-1-1 1 0 0,0 0 0 0 0,0 0-1 0 0,-1 0 1 0 0,1 0-1 0 0,0-1 1 0 0,-1 0 0 0 0,1 1-1 0 0,-1-1 1 0 0,0-1-1 0 0,0 1 1 0 0,0 0 0 0 0,0-1-1 0 0,-1 1 1 0 0,1-1-1 0 0,-1 0 1 0 0,0 0 0 0 0,0 0-1 0 0,0 0 1 0 0,0-3-55 0 0,3-4 13 0 0,27-97-660 0 0,-22 67 297 0 0,-2-1 0 0 0,-2 0 1 0 0,-1 0-1 0 0,-3 0 0 0 0,-1-12 350 0 0,-24 209-1526 0 0,60 341 612 0 0,-1-189 1221 0 0,-13-227 152 0 0,-23-80-466 0 0,-28-1 8 0 0,-130-56-300 0 0,71 26-1858 0 0,289 59 3668 0 0,95 15-1523 0 0,-226-33-1736 0 0,-43-5-1734 0 0,-9 4-2561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5:25.85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757.38086"/>
      <inkml:brushProperty name="anchorY" value="-11346.6757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4166.63867"/>
      <inkml:brushProperty name="anchorY" value="-11464.84961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7161.35938"/>
      <inkml:brushProperty name="anchorY" value="-8945.10059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8008.02734"/>
      <inkml:brushProperty name="anchorY" value="-9791.76758"/>
      <inkml:brushProperty name="scaleFactor" value="0.5"/>
    </inkml:brush>
  </inkml:definitions>
  <inkml:trace contextRef="#ctx0" brushRef="#br0">7 5006 132 0 0,'0'0'0'0'0,"0"0"104"0"0,0 0 135 0 0,0 0-66 0 0,0 0 27 0 0,0 0 1868 0 0,0 0-246 0 0,0 0-716 0 0,0 0-233 0 0,0 0-467 0 0,0 0 8 0 0,6 1-26 0 0,1 0-91 0 0,-1 0-142 0 0,1 0-85 0 0,-3-1-58 0 0,1-1 90 0 0,-1 0 8 0 0,0-1-14 0 0,0-1 38 0 0,2-1 97 0 0,0-1 53 0 0,1-1-58 0 0,0-3-3 0 0,2 0 1 0 0,0-2-37 0 0,2-1-55 0 0,2-2-146 0 0,1-2-220 0 0,2-2 200 0 0,2-2-121 0 0,3-2-14 0 0,2-3-20 0 0,5-3-4 0 0,3-2 31 0 0,4-2 36 0 0,3-3-224 0 0,2-3-39 0 0,1-3 108 0 0,1-2-149 0 0,-2-1-189 0 0,-1-1-171 0 0,-2 0-475 0 0,-4 1 463 0 0,-3 1-554 0 0,-3 1 415 0 0,-3 3 941 0 0,-1 3 2 0 0,-4 4-41 0 0,-1 2 342 0 0,-3 5 284 0 0,-3 4-22 0 0,-3 3 194 0 0,-3 2-9 0 0,-2 4-149 0 0,-2 2 93 0 0,-1 1-190 0 0,-3 3-328 0 0,-1 2-157 0 0,-3 1 2 0 0,0 1-400 0 0,-1 1-13 0 0,-1 2-113 0 0,-1 1-218 0 0,-1 2-131 0 0,-1 3 674 0 0,0 2 136 0 0,-2 2 13 0 0,-1 3 77 0 0,-1 2-58 0 0,-1 3-181 0 0,-1 1-781 0 0,-1 2 750 0 0,0 2-633 0 0,-1 1 175 0 0,-1 0 12 0 0,5-5 578 0 0</inkml:trace>
  <inkml:trace contextRef="#ctx0" brushRef="#br1" timeOffset="3069.213">356 4529 680 0 0,'0'0'0'0'0,"0"0"156"0"0,0 0-322 0 0,0 0 92 0 0,0 0 472 0 0,0 0-325 0 0,0 0 59 0 0,0 0-49 0 0,0 0 1067 0 0,-8 8-207 0 0,2-4-466 0 0,4-5-232 0 0,6-7-26 0 0,4-9-10 0 0,6-7 15 0 0,4-5-154 0 0,3-7-55 0 0,4-4 82 0 0,3-4-120 0 0,3-5 96 0 0,2-3 3 0 0,5-5 130 0 0,4-5 234 0 0,5-4-2 0 0,5-4 8 0 0,4-5 86 0 0,4-4 38 0 0,2-1-25 0 0,0-1-14 0 0,-1 1-102 0 0,-5 5-245 0 0,-3 5-180 0 0,-9 8-90 0 0,-6 7-85 0 0,-8 8 208 0 0,-9 8-61 0 0,-6 7 22 0 0,-6 7 92 0 0,-5 6-111 0 0,-2 4 200 0 0,-3 5-16 0 0,-1 3 72 0 0,-1 4 21 0 0,-1 1-183 0 0,-3 2 24 0 0,-1 2-105 0 0,-2 4-40 0 0,-2 4-84 0 0,-4 4 92 0 0,-2 6-217 0 0,-4 6 30 0 0,-2 4-11 0 0,-3 5-115 0 0,-3 3-61 0 0,-1 4 208 0 0,-3 2 130 0 0,-2 2 60 0 0,-1 2 64 0 0,-2 1 164 0 0,-1 1 2 0 0,-2 2 72 0 0,1 0 51 0 0,1-1-327 0 0,1 1 24 0 0,3-2-32 0 0,2-1-14 0 0,3-3-46 0 0,3-5-15 0 0,5-4 76 0 0,3-6-26 0 0,4-6 11 0 0,6-8-75 0 0,3-5-44 0 0,4-6-61 0 0,2-5 234 0 0,4-4 182 0 0,3-6 203 0 0,3-6-291 0 0,4-6-129 0 0,1-5 40 0 0,3-7 11 0 0,2-7-60 0 0,3-5 82 0 0,3-5 36 0 0,6-7 52 0 0,4-6 98 0 0,6-5 68 0 0,5-5 92 0 0,5-4 58 0 0,3-2-7 0 0,2 0-50 0 0,0 2-239 0 0,-2 5-187 0 0,-5 4-119 0 0,-6 9-211 0 0,-8 8-198 0 0,-8 8 32 0 0,-6 11 150 0 0,-7 8 78 0 0,-6 9 81 0 0,-4 6 114 0 0,-7 6-40 0 0,-5 6-168 0 0,-5 5 196 0 0,-6 6 85 0 0,-4 5 159 0 0,-4 7 152 0 0,-1 5-59 0 0,-1 6-132 0 0,-1 5-120 0 0,1 5-67 0 0,2 3 31 0 0,2 2 40 0 0,2 2-182 0 0,0 1 220 0 0,4-1-168 0 0,-1-1 154 0 0,1-2-105 0 0,2-2 94 0 0,0-2-134 0 0,0-2-17 0 0,3-4 71 0 0,1-3-70 0 0,2-5-85 0 0,4-5-424 0 0,2-5 29 0 0,2-6 128 0 0,2-5 187 0 0,1-5 84 0 0,0-4 73 0 0,1-4 152 0 0,3-5 45 0 0,1-5 238 0 0,3-5-71 0 0,2-7-56 0 0,2-6 212 0 0,3-7-192 0 0,1-6 122 0 0,3-8-198 0 0,5-6 112 0 0,1-6-203 0 0,5-7 357 0 0,6-4 8 0 0,3-4 345 0 0,6-3-177 0 0,4-2 225 0 0,4 1-219 0 0,3 1-236 0 0,2 4 63 0 0,0 4 4 0 0,-1 5-18 0 0,-3 5-212 0 0,-6 8-162 0 0,-7 8-116 0 0,-8 8-106 0 0,-10 9 151 0 0,-9 10 61 0 0,-6 7-70 0 0,-7 8-107 0 0,-8 9-266 0 0,-8 8 74 0 0,-9 8-116 0 0,-7 9 120 0 0,-7 9 191 0 0,-6 7 116 0 0,-3 6 50 0 0,-5 5-45 0 0,-1 3 18 0 0,-2 3 56 0 0,-1 4-28 0 0,0 2-59 0 0,-1 2 89 0 0,0 3-21 0 0,1 0 195 0 0,5-1-151 0 0,3-3 83 0 0,8-5-139 0 0,7-6 24 0 0,8-9-78 0 0,6-10 86 0 0,7-10-99 0 0,6-10-40 0 0,2-9 24 0 0,7-9 121 0 0,5-7 174 0 0,5-9-27 0 0,6-8-49 0 0,6-9-37 0 0,5-9 114 0 0,4-9-11 0 0,5-9 96 0 0,4-8-227 0 0,5-8 216 0 0,4-7-24 0 0,4-6-11 0 0,4-6 44 0 0,2-4-26 0 0,4-3 93 0 0,0-1-231 0 0,-1 0-102 0 0,-3 3 150 0 0,-2 5-34 0 0,-6 5-63 0 0,-5 7 52 0 0,-6 10-134 0 0,-8 9 32 0 0,-7 10-146 0 0,-7 13 41 0 0,-8 10-15 0 0,-6 11 116 0 0,-7 9-210 0 0,-7 7-157 0 0,-8 10-161 0 0,-8 8 43 0 0,-8 10 153 0 0,-6 10 131 0 0,-6 9-20 0 0,-2 9 239 0 0,-2 8-103 0 0,1 6 85 0 0,2 5-205 0 0,3 3-122 0 0,5 2-143 0 0,5 0-67 0 0,3-2-77 0 0,5-4 219 0 0,4-6 400 0 0,2-7-76 0 0,3-8 120 0 0,4-8-75 0 0,4-8-34 0 0,2-9-66 0 0,3-7-6 0 0,3-7-150 0 0,5-6 197 0 0,3-7 0 0 0,6-7 78 0 0,4-6 49 0 0,5-8 26 0 0,3-9 205 0 0,4-7 193 0 0,1-9-46 0 0,1-8 112 0 0,3-7 131 0 0,1-7-192 0 0,1-5 73 0 0,2-6-90 0 0,-1-3 155 0 0,0-3-203 0 0,-1-2 36 0 0,-3 1 42 0 0,-2 2-94 0 0,-1 4-149 0 0,-4 3 54 0 0,-1 6 13 0 0,-4 6-266 0 0,-3 7 191 0 0,-3 9-228 0 0,-4 7 1 0 0,-4 10-5 0 0,-2 9-9 0 0,-4 8 51 0 0,-1 7-66 0 0,-2 6-160 0 0,-4 7-85 0 0,-4 9-27 0 0,-5 7-157 0 0,-7 10 140 0 0,-5 10-9 0 0,-6 11-99 0 0,-5 9-278 0 0,-3 8-285 0 0,-3 9 212 0 0,0 7 87 0 0,0 4 404 0 0,2 3 5 0 0,2 1 167 0 0,2-2 98 0 0,5-4 46 0 0,1-5 134 0 0,2-9-57 0 0,4-7-10 0 0,3-10-17 0 0,5-10 57 0 0,3-12-182 0 0,4-9 40 0 0,4-9-215 0 0,3-8 68 0 0,5-7 164 0 0,7-8 249 0 0,5-7 87 0 0,7-9-237 0 0,5-8 75 0 0,4-8 26 0 0,5-10 122 0 0,4-7-69 0 0,5-9 306 0 0,5-8 55 0 0,6-9-74 0 0,6-5-109 0 0,7-8-150 0 0,5-3-67 0 0,4-4-114 0 0,3-1 116 0 0,0 1-160 0 0,-1 3 135 0 0,-3 6-140 0 0,-6 6 98 0 0,-5 8-36 0 0,-8 10-18 0 0,-8 8 39 0 0,-10 12-185 0 0,-11 11 119 0 0,-11 12-11 0 0,-8 10-102 0 0,-9 9-83 0 0,-11 9-401 0 0,-12 9-126 0 0,-11 8-317 0 0,-10 9 205 0 0,-8 9 332 0 0,-6 8 41 0 0,-4 7 118 0 0,-1 5 53 0 0,0 3 99 0 0,0 3 101 0 0,-1 2-7 0 0,2 1 14 0 0,1 1-2 0 0,2 0-9 0 0,2 1-7 0 0,5-2-125 0 0,4-2 21 0 0,6-4 0 0 0,8-6-137 0 0,7-7-86 0 0,8-8-100 0 0,7-10-17 0 0,5-8-35 0 0,7-8 362 0 0,7-8 104 0 0,9-9 80 0 0,8-7 158 0 0,6-11-185 0 0,7-8 99 0 0,7-9-144 0 0,3-9 37 0 0,5-8 157 0 0,3-9-143 0 0,2-5 200 0 0,1-6 234 0 0,0-5 23 0 0,-2-2 50 0 0,-1-2 44 0 0,-3 0 49 0 0,-4 2-56 0 0,-4 3 118 0 0,-4 5-253 0 0,-5 4-87 0 0,-4 6-204 0 0,-4 6-31 0 0,-5 6-62 0 0,-5 7 23 0 0,-3 8-92 0 0,-6 8 91 0 0,-4 8 12 0 0,-2 8 81 0 0,-3 6-219 0 0,-3 6 14 0 0,-4 6-219 0 0,-6 6-177 0 0,-6 8-16 0 0,-9 8 113 0 0,-7 9 16 0 0,-6 9-78 0 0,-5 9-99 0 0,-3 7 7 0 0,-2 8-149 0 0,-2 5 167 0 0,0 3 125 0 0,1 2 84 0 0,2-2 99 0 0,4-4 15 0 0,6-7 142 0 0,7-8-20 0 0,7-11 15 0 0,6-11 2 0 0,8-11-191 0 0,4-9 49 0 0,6-8 171 0 0,8-8 36 0 0,8-9 375 0 0,8-8-233 0 0,9-11-52 0 0,9-9-85 0 0,7-10-52 0 0,6-9 138 0 0,5-8-136 0 0,3-8 148 0 0,3-5 121 0 0,1-4-14 0 0,-2-2 74 0 0,-3 0 1 0 0,-5 1 177 0 0,-6 2-118 0 0,-6 2 27 0 0,-7 4-108 0 0,-5 5-62 0 0,-6 6-4 0 0,-5 6 25 0 0,-5 9-193 0 0,-5 8 28 0 0,-4 11 24 0 0,-4 9 86 0 0,-2 8-83 0 0,-2 7-169 0 0,-7 7-245 0 0,-6 8-277 0 0,-9 8 165 0 0,-8 8 113 0 0,-8 9-100 0 0,-4 9 86 0 0,-5 7-118 0 0,-2 6 30 0 0,-2 2 75 0 0,2 2-12 0 0,1 0 154 0 0,2-1 40 0 0,4-4 11 0 0,5-2 92 0 0,5-4-120 0 0,3-5-20 0 0,6-7-77 0 0,6-6 33 0 0,5-8-78 0 0,6-7-156 0 0,5-6 218 0 0,9-6 191 0 0,8-7-18 0 0,13-8 271 0 0,10-8-308 0 0,9-8 105 0 0,9-9-114 0 0,8-9 45 0 0,4-8-78 0 0,2-6 138 0 0,1-4 139 0 0,-4-4 68 0 0,-5-1 66 0 0,-7 1 271 0 0,-7 2-4 0 0,-8 4 11 0 0,-9 5 50 0 0,-7 6-45 0 0,-9 7-4 0 0,-6 6-256 0 0,-5 7-125 0 0,-5 7-84 0 0,-4 6 2 0 0,-3 6 41 0 0,-5 5-175 0 0,-2 3 40 0 0,-5 3-383 0 0,-3 6-193 0 0,-5 4 1 0 0,-6 8 172 0 0,-4 6 67 0 0,-4 7 67 0 0,-2 7 11 0 0,-1 6 110 0 0,0 4 33 0 0,1 5 100 0 0,2 3-16 0 0,1 2 69 0 0,4-1-75 0 0,3-2-60 0 0,7-4 12 0 0,6-7-12 0 0,6-7-32 0 0,7-9-76 0 0,5-9 151 0 0,9-7 25 0 0,10-8 277 0 0,9-9-8 0 0,12-8-66 0 0,9-9-144 0 0,10-10-27 0 0,8-9 73 0 0,4-8-61 0 0,2-7 62 0 0,0-3-30 0 0,-5-3 85 0 0,-6 1 196 0 0,-8 2-25 0 0,-9 2 85 0 0,-10 5-32 0 0,-9 5 46 0 0,-7 4-44 0 0,-7 6 9 0 0,-5 4-73 0 0,-2 6-117 0 0,-4 6-40 0 0,-2 5 88 0 0,-2 5-81 0 0,-2 5-100 0 0,0 3-60 0 0,-2 3-53 0 0,-1 3-121 0 0,-3 3-15 0 0,-3 5-254 0 0,-4 6 192 0 0,-5 5-82 0 0,-4 8 176 0 0,-6 7-130 0 0,-2 5-57 0 0,-1 4 97 0 0,-1 4 70 0 0,2 0 83 0 0,1 0 80 0 0,4-3-106 0 0,4-4 134 0 0,6-4-237 0 0,6-7 38 0 0,6-6-1 0 0,6-6-112 0 0,8-7 115 0 0,8-5 154 0 0,8-6-6 0 0,8-6-40 0 0,6-7 74 0 0,7-6-84 0 0,3-7 99 0 0,5-6-30 0 0,3-6 86 0 0,0-6-22 0 0,1-5-7 0 0,-1-4 84 0 0,-1-2-91 0 0,-6-1 254 0 0,-5 1 2 0 0,-7 3 141 0 0,-8 4 48 0 0,-8 5-138 0 0,-7 7-72 0 0,-5 7 48 0 0,-5 7-129 0 0,-6 6 76 0 0,-5 5-289 0 0,-3 6 54 0 0,-6 5-264 0 0,-5 6-118 0 0,-5 8-20 0 0,-5 7 149 0 0,-3 7-99 0 0,-4 7 190 0 0,-3 4-59 0 0,0 5 160 0 0,-2 2-45 0 0,3 1 67 0 0,3-1-14 0 0,4-1 12 0 0,4-4-2 0 0,6-4 1 0 0,5-4-65 0 0,7-7 18 0 0,4-6-139 0 0,5-6 22 0 0,3-6-28 0 0,2-3-16 0 0,5-5 254 0 0,5-2-27 0 0,6-4 223 0 0,5-4-79 0 0,7-5-47 0 0,6-4-101 0 0,5-7 125 0 0,5-5-103 0 0,4-6 41 0 0,2-5-68 0 0,2-3 74 0 0,-1-3 98 0 0,-3 2 0 0 0,-4 2 29 0 0,-6 4 139 0 0,-7 6-6 0 0,-8 6 7 0 0,-8 8-13 0 0,-5 6-33 0 0,-5 6-99 0 0,-5 3-217 0 0,-6 6 12 0 0,-8 4-401 0 0,-6 6-10 0 0,-7 7 57 0 0,-8 8-6 0 0,-6 8 40 0 0,-4 8 35 0 0,-4 7-57 0 0,-2 9-120 0 0,-2 7-214 0 0,-1 8-384 0 0,-1 6-280 0 0,0 7 21 0 0,-1 3-145 0 0,1 3-437 0 0,0 0-144 0 0,3-2 65 0 0,3-2-711 0 0,10-20 2422 0 0</inkml:trace>
  <inkml:trace contextRef="#ctx0" brushRef="#br2" timeOffset="3275.949">2266 1407 272 0 0,'0'0'0'0'0,"0"0"0"0"0,0 0-308 0 0</inkml:trace>
  <inkml:trace contextRef="#ctx0" brushRef="#br3" timeOffset="4863.822">2089 1685 236 0 0,'0'0'0'0'0,"0"0"248"0"0,0 0-201 0 0,0 0 77 0 0,0 0 40 0 0,0 0-94 0 0,0 0 108 0 0,-7 22-47 0 0,-2 4-46 0 0,0 2 2480 0 0,1-2-1674 0 0,1-4 249 0 0,1-5-198 0 0,1-4-254 0 0,1-3-162 0 0,1 0-219 0 0,0 0-324 0 0,0 1-57 0 0,-1 3-226 0 0,0 2 196 0 0,-1 3-74 0 0,-2 2-100 0 0,-2 2 82 0 0,-1 2 226 0 0,-3 0 209 0 0,-1 1-14 0 0,-3 0 287 0 0,0 0 95 0 0,-1 0 23 0 0,-1 0-62 0 0,0 1-188 0 0,1 2-131 0 0,-1 0-264 0 0,2 1-84 0 0,-1 1-192 0 0,1 1-162 0 0,-1 0-78 0 0,0 0-106 0 0,0-1 157 0 0,0 0 107 0 0,1-1 198 0 0,0-1 173 0 0,-1-1 4 0 0,-1-1 274 0 0,2-1-50 0 0,-1-1 46 0 0,1-2 138 0 0,1-1-43 0 0,0-1-113 0 0,3-1-178 0 0,2 0-60 0 0,1 0-15 0 0,3-1-11 0 0,2 2-49 0 0,2 0 61 0 0,1 0-100 0 0,-1 0 122 0 0,-1 1-37 0 0,-2-1 106 0 0,-2 1-105 0 0,-1 1 217 0 0,-2 0-49 0 0,-1 0-67 0 0,-2 0 177 0 0,-1 0-55 0 0,-1-2-128 0 0,0 0 56 0 0,1-1-39 0 0,0-1-115 0 0,2-1 32 0 0,1-1-78 0 0,1 0 79 0 0,1 1 122 0 0,0 0 121 0 0,2 1-74 0 0,0 0-95 0 0,1 2 17 0 0,-1 1-20 0 0,-1 0-9 0 0,-1 2-4 0 0,-2-1 29 0 0,-1 0-4 0 0,0 0-59 0 0,-2-2-42 0 0,2-1 9 0 0,-1-1-23 0 0,0-1-57 0 0,1-1 81 0 0,2-1-32 0 0,0-1 11 0 0,1-1 4 0 0,0 1-81 0 0,0 0 107 0 0,-1 2-30 0 0,-1 2 5 0 0,-3 2-6 0 0,-3 3-32 0 0,-2 2 51 0 0,-4 4-8 0 0,-1 2-1 0 0,-3 2 12 0 0,-1 2-8 0 0,1 0 3 0 0,0-1-1 0 0,1-1 70 0 0,2-2-85 0 0,1-1 126 0 0,3-3-84 0 0,2-1-28 0 0,4-3 18 0 0,0 0 55 0 0,3-3-96 0 0,1 0-58 0 0,2-1-18 0 0,2-1 44 0 0,1 0 42 0 0,1-2-86 0 0,1-1 120 0 0,0-2-56 0 0,2-2-37 0 0,-1-4 32 0 0,2-2 28 0 0,-1-2 5 0 0,1-3 11 0 0,1 0-5 0 0,0-1-2 0 0,0-1-13 0 0,0-2-100 0 0,0-1 37 0 0,2-4 76 0 0,2-4-58 0 0,4-5-66 0 0,3-6-96 0 0,7-7 105 0 0,5-5-97 0 0,5-7 23 0 0,7-6 125 0 0,6-5 59 0 0,4-4 52 0 0,5-3 57 0 0,0-1 33 0 0,0 2-59 0 0,-5 5-85 0 0,-6 5-53 0 0,-9 9-236 0 0,-9 9 124 0 0,-9 11 199 0 0,-9 7-58 0 0,-11 9 29 0 0,-10 8-193 0 0,-9 8-20 0 0,-7 7 265 0 0,-6 7 112 0 0,-6 7 51 0 0,-3 5 56 0 0,-3 6 145 0 0,-2 4-21 0 0,-2 4 106 0 0,-1 4-24 0 0,-1 2-48 0 0,0 2 88 0 0,1 1-43 0 0,1 0-74 0 0,5-2-216 0 0,4-5 84 0 0,8-5-247 0 0,7-8 2 0 0,10-7-232 0 0,8-8-6 0 0,7-8-108 0 0,7-7 51 0 0,7-5 309 0 0,10-4-86 0 0,8-6 42 0 0,7-5-92 0 0,6-6-95 0 0,3-6 68 0 0,2-6-21 0 0,0-4 8 0 0,0-5-75 0 0,-2-4-98 0 0,-3 0 56 0 0,-4-2 1 0 0,-3 1 296 0 0,-2-1-157 0 0,-4 1 4 0 0,-1-1 82 0 0,-1 2 30 0 0,0 0 35 0 0,-3 3 16 0 0,-2 3 61 0 0,-3 5-76 0 0,-4 5 55 0 0,-4 7 58 0 0,-5 6-74 0 0,-7 5-80 0 0,-6 6-53 0 0,-6 8-324 0 0,-7 7 69 0 0,-6 7 60 0 0,-3 10 285 0 0,-3 6-75 0 0,-3 8 199 0 0,-2 4 40 0 0,-1 5-58 0 0,0 1 219 0 0,0 3-62 0 0,2-1 27 0 0,2 0-14 0 0,2-2-42 0 0,5-2-167 0 0,4-3-91 0 0,6-5-15 0 0,6-4-132 0 0,6-5-91 0 0,4-7 50 0 0,3-5-41 0 0,3-7-98 0 0,4-5-107 0 0,2-6 275 0 0,4-3 152 0 0,5-6-34 0 0,4-5 82 0 0,3-6-61 0 0,3-6 7 0 0,3-8-185 0 0,2-7-221 0 0,3-7-97 0 0,4-6-258 0 0,1-5 207 0 0,3-4 521 0 0,1 0-29 0 0,-1-1 234 0 0,-3 2 40 0 0,-2 4 153 0 0,-6 5-59 0 0,-6 7-92 0 0,-6 9-59 0 0,-6 8 126 0 0,-7 9 46 0 0,-9 7-387 0 0,-8 7 88 0 0,-8 8-63 0 0,-8 8 52 0 0,-6 7 62 0 0,-6 7 41 0 0,-5 8 37 0 0,-4 6 43 0 0,-3 5 132 0 0,-2 4 112 0 0,-1 3-83 0 0,0 2-8 0 0,1 0-125 0 0,3-1-3 0 0,2-2-131 0 0,5-4-77 0 0,5-6 4 0 0,7-6-101 0 0,6-8-51 0 0,7-7-38 0 0,7-8-54 0 0,4-5-83 0 0,5-6-57 0 0,7-3 270 0 0,6-5 88 0 0,7-3 76 0 0,6-5-15 0 0,7-5-48 0 0,5-5 16 0 0,6-6-18 0 0,4-6-12 0 0,3-6-44 0 0,3-5 68 0 0,1-4-84 0 0,1-3 82 0 0,-3 0-20 0 0,-3 3-335 0 0,-6 4-172 0 0,-9 7 211 0 0,-8 7 343 0 0,-8 9 37 0 0,-10 9 281 0 0,-11 8-386 0 0,-13 9 70 0 0,-11 9-48 0 0,-11 9 16 0 0,-12 7 355 0 0,-7 8 30 0 0,-7 5-196 0 0,-2 5 135 0 0,0 1 90 0 0,0 2-102 0 0,4-1 64 0 0,6-2-92 0 0,6-2 10 0 0,8-5-290 0 0,8-3 22 0 0,9-5-187 0 0,7-5-139 0 0,7-6 13 0 0,6-3-81 0 0,4-5-93 0 0,2-4-295 0 0,1-3-116 0 0,1-3-346 0 0,2-3-882 0 0,1-1-716 0 0,1 0-311 0 0,0-2 1569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2:00.974"/>
    </inkml:context>
    <inkml:brush xml:id="br0">
      <inkml:brushProperty name="width" value="0.1" units="cm"/>
      <inkml:brushProperty name="height" value="0.1" units="cm"/>
      <inkml:brushProperty name="color" value="#FFC114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12197 6911 380 0 0,'0'0'5471'0'0,"0"0"-3297"0"0,0 0-1442 0 0,0 0-304 0 0,0 0-77 0 0,0 0 106 0 0,0 0-57 0 0,0 0-155 0 0,0 0-139 0 0,-8 11-22 0 0,-26 39 53 0 0,16 30 1835 0 0,0 20-196 0 0,15-81-1784 0 0,1-15 38 0 0,1-1 0 0 0,0 1 0 0 0,0-1-1 0 0,0 1 1 0 0,1 0 0 0 0,-1 0 0 0 0,1-1-1 0 0,0 1 1 0 0,0 0 0 0 0,0 0-1 0 0,1-1 1 0 0,-1 1 0 0 0,1 0 0 0 0,0-1-1 0 0,0 1 1 0 0,0 0 0 0 0,0-1 0 0 0,1 1-1 0 0,0-1 1 0 0,-1 0 0 0 0,1 1 0 0 0,0-1-1 0 0,1 0 1 0 0,-1 0 0 0 0,2 1-30 0 0,6 4 44 0 0,1 0 1 0 0,1 0 0 0 0,-1-2-1 0 0,1 1 1 0 0,1-1 0 0 0,-1-1-1 0 0,1 0 1 0 0,0-1 0 0 0,0 0-1 0 0,0-1 1 0 0,13 1-45 0 0,0 1 231 0 0,53 9 65 0 0,1-4-1 0 0,75 1-295 0 0,155-12 109 0 0,34-44 134 0 0,-309 45-254 0 0,-1 2 0 0 0,0 2 0 0 0,0 1 0 0 0,0 1 0 0 0,13 6 11 0 0,-42-9 35 0 0,-1 1-1 0 0,1 1 1 0 0,-1-1 0 0 0,0 1 0 0 0,0 0-1 0 0,0 0 1 0 0,-1 0 0 0 0,0 0 0 0 0,0 0-1 0 0,0 1 1 0 0,-1-1 0 0 0,1 1 0 0 0,-1 0-1 0 0,-1 0 1 0 0,1 2-35 0 0,5 9 0 0 0,11 25-74 0 0,-10 51 105 0 0,-8 62-166 0 0,18-128 115 0 0,-18-47-30 0 0,5-236-772 0 0,-4 248 832 0 0,0 2 7 0 0,-1-1 0 0 0,1 0 0 0 0,1 1 0 0 0,-1 0 0 0 0,1-1 0 0 0,0 1 1 0 0,1 0-1 0 0,-1 0 0 0 0,1 0 0 0 0,1 0 0 0 0,-1 0 0 0 0,1 1 0 0 0,3-5-17 0 0,-4 9 23 0 0,0 0 0 0 0,0 1 0 0 0,-1 0 0 0 0,1-1 0 0 0,0 1 0 0 0,0 0 0 0 0,0 0 0 0 0,0 1 0 0 0,-1-1 0 0 0,1 0 0 0 0,0 1 0 0 0,0 0 0 0 0,-1 0 0 0 0,1 0-1 0 0,0 0 1 0 0,-1 0 0 0 0,1 0 0 0 0,-1 1 0 0 0,3 1-23 0 0,-2-2 54 0 0,290 122 232 0 0,-260-116-119 0 0,1-2 0 0 0,0-1 0 0 0,0-1 0 0 0,1-2 1 0 0,-1-1-1 0 0,0-2 0 0 0,0-1 0 0 0,30-8-167 0 0,117-4 393 0 0,132 14-389 0 0,-264-3 132 0 0,0-2-1 0 0,-1-3 1 0 0,0-2 0 0 0,18-7-136 0 0,33-7 145 0 0,-62 17-150 0 0,-23 6 63 0 0,1-1 1 0 0,-1 0-1 0 0,0-1 0 0 0,0-1 0 0 0,0 0 0 0 0,0-1 0 0 0,-1 0 0 0 0,0-1 0 0 0,8-6-58 0 0,118-117 121 0 0,-119 112-1014 0 0,-124 53-4974 0 0,27-26-5206 0 0,25-9 8327 0 0</inkml:trace>
  <inkml:trace contextRef="#ctx0" brushRef="#br0" timeOffset="891.016">12442 6563 116 0 0,'0'0'1906'0'0,"0"0"2158"0"0,0 0-1828 0 0,0 0-1023 0 0,0 0-45 0 0,0 0 155 0 0,0 0-32 0 0,0 0-291 0 0,0 0-319 0 0,-8 4 1173 0 0,82-4 22 0 0,254 4-1615 0 0,330-8-170 0 0,-371-15 26 0 0,286-8 888 0 0,-84 13-198 0 0,-196 1-856 0 0,-293 13 25 0 0,0 0 0 0 0,0 0 0 0 0,0 1 0 0 0,-1-1 0 0 0,1 0-1 0 0,0 0 1 0 0,0 1 0 0 0,0-1 0 0 0,0 0 0 0 0,0 0 0 0 0,0 1 0 0 0,0-1 0 0 0,0 0 0 0 0,0 0 0 0 0,0 1 0 0 0,1-1 0 0 0,-1 0 0 0 0,0 1-1 0 0,0-1 1 0 0,0 0 0 0 0,0 0 0 0 0,0 0 0 0 0,0 1 0 0 0,1-1 0 0 0,-1 0 0 0 0,0 0 0 0 0,0 1 0 0 0,0-1 0 0 0,0 0 0 0 0,1 0 0 0 0,-1 0-1 0 0,0 0 1 0 0,0 1 0 0 0,1-1 0 0 0,-1 0 0 0 0,0 0 0 0 0,0 0 0 0 0,1 0 0 0 0,-1 0 0 0 0,0 0 0 0 0,0 0 0 0 0,1 0 0 0 0,-1 0 0 0 0,0 0-1 0 0,0 0 1 0 0,1 0 0 0 0,-1 0 0 0 0,0 0 0 0 0,0 0 0 0 0,1 0 0 0 0,-1 0 0 0 0,0 0 0 0 0,1 0 24 0 0,-24 11-1137 0 0,-51 6-3237 0 0,0-9-1174 0 0</inkml:trace>
  <inkml:trace contextRef="#ctx0" brushRef="#br0" timeOffset="4958.315">12120 2565 716 0 0,'0'0'427'0'0,"0"0"1128"0"0,0 0 191 0 0,0 0-351 0 0,0 0-217 0 0,0 0-104 0 0,0 0-11 0 0,0 0-7 0 0,0 0-89 0 0,0 0-139 0 0,5 5-88 0 0,1 1-496 0 0,0 0 0 0 0,0 1 1 0 0,-1 0-1 0 0,0 0 0 0 0,-1 0 1 0 0,1 0-1 0 0,-1 1 1 0 0,-1 0-1 0 0,1 0 0 0 0,-1 0 1 0 0,1 4-245 0 0,21 69 1081 0 0,-7 28-711 0 0,1-11-443 0 0,3 52 212 0 0,-21 23-313 0 0,-37 19-433 0 0,24-145 473 0 0,2 0 0 0 0,2 0 0 0 0,2 1 0 0 0,1 32 134 0 0,14 89-88 0 0,17-33 128 0 0,-20 55-289 0 0,-8-142 246 0 0,3 1-1 0 0,2-1 1 0 0,2 0-1 0 0,3-1 1 0 0,1 1 0 0 0,2-1-1 0 0,9 17 4 0 0,89 249 417 0 0,-99-143-515 0 0,-12-109 28 0 0,2 372-616 0 0,-9-297 964 0 0,-5-33-976 0 0,23 7 1460 0 0,18-15-340 0 0,-26-91-449 0 0,0 1-1 0 0,-1-1 0 0 0,1 1 0 0 0,-1-1 0 0 0,0 1 0 0 0,-1-1 0 0 0,1 1 1 0 0,-1-1-1 0 0,0 1 0 0 0,0-1 0 0 0,-1 0 0 0 0,0 1 0 0 0,0-1 0 0 0,-2 3 28 0 0,-33 34-25 0 0,-1-43-14380 0 0,29-4 13586 0 0</inkml:trace>
  <inkml:trace contextRef="#ctx0" brushRef="#br0" timeOffset="5944.179">9984 4795 208 0 0,'0'0'205'0'0,"0"0"701"0"0,0 0 1684 0 0,0 0-456 0 0,0 0-574 0 0,0 0-437 0 0,42 9-201 0 0,135 31-16 0 0,60-1 1907 0 0,-236-38-2797 0 0,-1-1 1 0 0,1 1 0 0 0,0-1 0 0 0,0 1 0 0 0,-1-1-1 0 0,1 1 1 0 0,0-1 0 0 0,0 0 0 0 0,0 1 0 0 0,-1-1 0 0 0,1 0-1 0 0,0 0 1 0 0,0 0 0 0 0,0 1 0 0 0,0-1 0 0 0,-1 0-1 0 0,1 0 1 0 0,0 0 0 0 0,0 0 0 0 0,0-1 0 0 0,0 1 0 0 0,0 0-1 0 0,-1 0 1 0 0,1 0 0 0 0,0-1 0 0 0,0 1 0 0 0,0 0-1 0 0,-1-1 1 0 0,1 1 0 0 0,0-1 0 0 0,0 1 0 0 0,-1-1 0 0 0,1 1-1 0 0,0-1 1 0 0,-1 1 0 0 0,1-1 0 0 0,-1 0 0 0 0,1 1-1 0 0,-1-1 1 0 0,1 0 0 0 0,-1 0 0 0 0,1 1 0 0 0,-1-1 0 0 0,0 0-1 0 0,1 0 1 0 0,-1 0 0 0 0,0 1 0 0 0,0-1 0 0 0,1 0-1 0 0,-1 0 1 0 0,0 0 0 0 0,0 0 0 0 0,0 0 0 0 0,0 1 0 0 0,0-1-1 0 0,0 0 1 0 0,-1 0 0 0 0,1 0 0 0 0,0 0 0 0 0,0 0-1 0 0,-1 1 1 0 0,1-1 0 0 0,0 0 0 0 0,-1 0 0 0 0,1 1 0 0 0,-1-1-1 0 0,1 0-16 0 0,-40-48-147 0 0,-2 2-1 0 0,-2 2 1 0 0,-2 2-1 0 0,-1 2 1 0 0,-3 2 0 0 0,-12-6 147 0 0,59 45-8 0 0,1-1 0 0 0,0 0 1 0 0,0 0-1 0 0,0 0 1 0 0,0 0-1 0 0,1 0 0 0 0,-1 0 1 0 0,0 0-1 0 0,0-1 1 0 0,1 1-1 0 0,-1-1 0 0 0,1 0 1 0 0,-1 1-1 0 0,1-1 1 0 0,0 0-1 0 0,-1 0 0 0 0,1 1 1 0 0,0-1-1 0 0,0 0 1 0 0,0 0-1 0 0,1 0 0 0 0,-1-1 1 0 0,0 1-1 0 0,1 0 1 0 0,-1 0-1 0 0,1 0 0 0 0,0 0 1 0 0,0-1-1 0 0,0 1 1 0 0,0 0-1 0 0,0 0 0 0 0,0 0 1 0 0,1-1-1 0 0,-1 1 1 0 0,1 0-1 0 0,-1 0 0 0 0,1 0 1 0 0,0 0-1 0 0,0 0 1 0 0,0 0-1 0 0,0 0 0 0 0,0 0 1 0 0,1-1 7 0 0,24-12-28 0 0,0 0 0 0 0,0 2 0 0 0,2 1 0 0 0,0 1 1 0 0,0 1-1 0 0,0 1 0 0 0,1 2 0 0 0,1 1 0 0 0,14 0 28 0 0,163-4-7716 0 0,-187 13 3931 0 0,-2 7 2611 0 0</inkml:trace>
  <inkml:trace contextRef="#ctx0" brushRef="#br0" timeOffset="6183.465">10841 4424 1148 0 0,'0'0'7425'0'0,"0"0"-4766"0"0,0 0-1549 0 0,0 0-163 0 0,-1 18-117 0 0,-3 128 387 0 0,6-125-1559 0 0,1 0 0 0 0,1-1 1 0 0,1 0-1 0 0,0 0 0 0 0,2 0 0 0 0,0-1 0 0 0,1 0 1 0 0,1 0-1 0 0,9 12 342 0 0,-13 11-5733 0 0,-5-34 1857 0 0,-2-2 2261 0 0,-10-2 735 0 0</inkml:trace>
  <inkml:trace contextRef="#ctx0" brushRef="#br0" timeOffset="6547.998">10986 4866 8465 0 0,'0'0'1928'0'0,"0"0"-583"0"0,0 0-237 0 0,0 0-296 0 0,0 0-198 0 0,0 0-279 0 0,8-22-298 0 0,22-73-356 0 0,-23-35-2306 0 0,-32 29-304 0 0,11 64 1338 0 0,11 23 94 0 0,5 20-285 0 0,54 33 3623 0 0,134 22 4101 0 0,-154-53-5172 0 0,-2 1 0 0 0,1 1 0 0 0,-1 2 1 0 0,-1 2-1 0 0,11 6-770 0 0,-35-16-101 0 0,0 0 1 0 0,-1 1-1 0 0,0 0 0 0 0,1 0 1 0 0,-2 1-1 0 0,1-1 1 0 0,-1 2-1 0 0,0-1 0 0 0,0 1 1 0 0,0 0-1 0 0,-1 1 1 0 0,-1 0-1 0 0,1-1 1 0 0,-1 2-1 0 0,0-1 0 0 0,-1 1 1 0 0,0-1-1 0 0,0 1 1 0 0,-1 0-1 0 0,0 1 0 0 0,-1-1 1 0 0,1 7 100 0 0,-2-14-232 0 0,-1 0 1 0 0,0 0-1 0 0,1 1 1 0 0,-1-1-1 0 0,0 0 0 0 0,0 0 1 0 0,-1 0-1 0 0,1 0 1 0 0,0 0-1 0 0,-1 0 1 0 0,1 0-1 0 0,-1 0 0 0 0,0 0 1 0 0,1 0-1 0 0,-1 0 1 0 0,0 0-1 0 0,0 0 1 0 0,0 0-1 0 0,-1 0 0 0 0,1-1 1 0 0,0 1-1 0 0,-1 0 1 0 0,1-1-1 0 0,-1 0 0 0 0,1 1 1 0 0,-1-1-1 0 0,0 0 1 0 0,0 1-1 0 0,1-1 1 0 0,-1 0-1 0 0,0 0 0 0 0,0-1 1 0 0,-2 2 231 0 0,-42 12-4845 0 0,16-9 4166 0 0</inkml:trace>
  <inkml:trace contextRef="#ctx0" brushRef="#br0" timeOffset="6960.476">11648 4351 820 0 0,'0'0'4821'0'0,"0"0"-3010"0"0,-20 19-1083 0 0,-63 65-178 0 0,75-77-392 0 0,0 1 0 0 0,1 1 0 0 0,0 0 0 0 0,0 0 0 0 0,1 0 0 0 0,0 0 0 0 0,1 1 0 0 0,0 0 0 0 0,0 1 0 0 0,1-1 0 0 0,0 1-1 0 0,1-1 1 0 0,1 1 0 0 0,-1 0 0 0 0,2 0 0 0 0,-1 1 0 0 0,2-1 0 0 0,-1 0 0 0 0,2 11-158 0 0,3-8 147 0 0,0-1 1 0 0,0 1-1 0 0,2-1 0 0 0,-1 0 0 0 0,2 0 1 0 0,0-1-1 0 0,0 1 0 0 0,1-2 1 0 0,1 1-1 0 0,0-1 0 0 0,0 0 0 0 0,1-1 1 0 0,0 0-1 0 0,1-1 0 0 0,0 0 0 0 0,1-1 1 0 0,0 0-1 0 0,12 6-147 0 0,-4 1 124 0 0,2-1 1 0 0,-1-1-1 0 0,2-1 1 0 0,0-1-1 0 0,0-1 1 0 0,1-1-1 0 0,0-1 0 0 0,0-1 1 0 0,1-1-1 0 0,0-1 1 0 0,0-1-1 0 0,0-2 0 0 0,10 0-124 0 0,-29-2-14 0 0,0-1 0 0 0,-1 0-1 0 0,1 0 1 0 0,0 0-1 0 0,-1-1 1 0 0,1 0-1 0 0,-1 0 1 0 0,1 0-1 0 0,-1-1 1 0 0,0 0-1 0 0,0 0 1 0 0,0 0 0 0 0,-1 0-1 0 0,1-1 1 0 0,-1 0-1 0 0,0 0 1 0 0,0 0-1 0 0,0-1 1 0 0,0 1-1 0 0,-1-1 1 0 0,0 0-1 0 0,0 0 1 0 0,0 0-1 0 0,0 0 1 0 0,-1 0 0 0 0,0-1-1 0 0,0 1 1 0 0,-1-1-1 0 0,1 1 1 0 0,-1-1-1 0 0,0 0 1 0 0,-1 1-1 0 0,1-1 1 0 0,-1 0-1 0 0,-1-5 15 0 0,3-7-166 0 0,0 0 0 0 0,-2 0 0 0 0,0 0-1 0 0,-1 0 1 0 0,-1 0 0 0 0,-1 0-1 0 0,-1 0 1 0 0,0 1 0 0 0,-1-1-1 0 0,-1 1 1 0 0,0 0 0 0 0,-8-14 166 0 0,6 17-85 0 0,1 0 0 0 0,-2 0 0 0 0,0 0 1 0 0,-1 1-1 0 0,0 1 0 0 0,-1 0 0 0 0,0 0 0 0 0,-1 1 0 0 0,-1 0 0 0 0,1 1 1 0 0,-2 1-1 0 0,1 0 0 0 0,-1 0 0 0 0,-1 2 0 0 0,1 0 0 0 0,-1 0 0 0 0,0 1 1 0 0,-1 1-1 0 0,-14-3 85 0 0,17 6-459 0 0,-1 1 0 0 0,1 0-1 0 0,-1 1 1 0 0,0 0 0 0 0,1 1 0 0 0,-1 1 0 0 0,1 0 0 0 0,0 1 0 0 0,-1 0 0 0 0,1 1 0 0 0,0 0 0 0 0,1 1-1 0 0,-1 1 1 0 0,1 0 0 0 0,0 1 0 0 0,1 0 0 0 0,0 0 0 0 0,0 2 0 0 0,0-1 0 0 0,1 1 0 0 0,0 1 0 0 0,1 0 0 0 0,0 0-1 0 0,-1 2 460 0 0,-4 31-535 0 0,13-20 203 0 0</inkml:trace>
  <inkml:trace contextRef="#ctx0" brushRef="#br0" timeOffset="7213.746">11666 4528 872 0 0,'0'0'4961'0'0,"0"0"-633"0"0,0 0-3024 0 0,0 0-408 0 0,0 0-216 0 0,0 0 136 0 0,0 0-96 0 0,0 0-164 0 0,0 0-556 0 0,268 25-212 0 0,-236-25-548 0 0,-1 0-388 0 0,-8-2-452 0 0,-14-5-700 0 0,-4-3-1629 0 0,-5 0-499 0 0,-14 1 4052 0 0</inkml:trace>
  <inkml:trace contextRef="#ctx0" brushRef="#br0" timeOffset="7470.152">10864 4065 5549 0 0,'0'0'7600'0'0,"0"0"-5708"0"0,0 0-379 0 0,0 0-357 0 0,0 0 260 0 0,0 0-300 0 0,0 0-544 0 0,0 0-496 0 0,0 0-76 0 0,0 0-160 0 0,27-4-436 0 0,-41 12-436 0 0,1-3-732 0 0,-24 13-3521 0 0</inkml:trace>
  <inkml:trace contextRef="#ctx0" brushRef="#br0" timeOffset="10592.217">12487 2501 52 0 0,'0'0'76'0'0,"0"0"-72"0"0,0 0 316 0 0,0 0-228 0 0,0 0 168 0 0,0 0-260 0 0,0 0-116 0 0,0 0-368 0 0,0 0 280 0 0</inkml:trace>
  <inkml:trace contextRef="#ctx0" brushRef="#br0" timeOffset="12281.675">12179 2557 168 0 0,'0'0'242'0'0,"0"0"-58"0"0,0 0-128 0 0,0 0 19 0 0,0 0 5 0 0,0 0-4 0 0,0 0 72 0 0,0 0 478 0 0,0 0 626 0 0,0 0-240 0 0,4 6 3767 0 0,0-29-5036 0 0,8 25 3007 0 0,28 19-2738 0 0,96 98 675 0 0,-37-25-918 0 0,86 67 484 0 0,-118-91-235 0 0,42 47-169 0 0,1 40 464 0 0,-23-43 374 0 0,-23 22-345 0 0,-54-110-245 0 0,1-1 0 0 0,1 0 1 0 0,2-1-1 0 0,0-1 1 0 0,15 18-98 0 0,17 28 487 0 0,162 222 689 0 0,-137-180-510 0 0,-3 19-433 0 0,50 57 562 0 0,127 121 106 0 0,-204-269-833 0 0,0 2 0 0 0,-3 2 0 0 0,-2 2 0 0 0,-1 1 0 0 0,-3 1 0 0 0,24 47-68 0 0,-35-50-3 0 0,2 0 1 0 0,2-2 0 0 0,2-1 0 0 0,1-1-1 0 0,3-1 1 0 0,1-2 0 0 0,24 22 2 0 0,113 126 334 0 0,-106-116-414 0 0,-9-18 38 0 0,6 47-59 0 0,-48-78 61 0 0,1 0 0 0 0,0-2 1 0 0,2 1-1 0 0,0-2 0 0 0,1 0 0 0 0,0-1 1 0 0,2-1-1 0 0,0 0 0 0 0,17 10 40 0 0,-25-17-55 0 0,0 1-1 0 0,0 0 1 0 0,-1 1 0 0 0,0 0-1 0 0,0 0 1 0 0,-1 1 0 0 0,-1 0-1 0 0,0 0 1 0 0,-1 0 0 0 0,4 10 55 0 0,-4 10 82 0 0,20-2-112 0 0,-27-12-2110 0 0,-58-26-7870 0 0,49 1 6125 0 0,81 14 2410 0 0</inkml:trace>
  <inkml:trace contextRef="#ctx0" brushRef="#br0" timeOffset="14774.508">15077 6291 152 0 0,'0'0'33'0'0,"0"0"114"0"0,0 0 194 0 0,0 0 733 0 0,0 0 146 0 0,0 0-419 0 0,0 0-369 0 0,0 0-191 0 0,0 0-42 0 0,5 6 1246 0 0,-4-7-1291 0 0,0 0 0 0 0,0 0 1 0 0,0 1-1 0 0,0-1 0 0 0,0 0 0 0 0,0 1 0 0 0,0-1 0 0 0,0 1 0 0 0,0-1 0 0 0,0 1 0 0 0,1 0 0 0 0,-1-1 0 0 0,0 1 1 0 0,0 0-1 0 0,0 0 0 0 0,0 0 0 0 0,1 0 0 0 0,-1 0 0 0 0,0 0 0 0 0,0 0 0 0 0,0 0 0 0 0,1 1 0 0 0,-1-1 1 0 0,0 0-1 0 0,0 1 0 0 0,0-1 0 0 0,0 1 0 0 0,0-1 0 0 0,0 1 0 0 0,0-1 0 0 0,0 1 0 0 0,1 0-154 0 0,47 47 2301 0 0,58 90-1683 0 0,-87-97-799 0 0,-16-13-4982 0 0,-14-22-1357 0 0,-7-3 5461 0 0</inkml:trace>
  <inkml:trace contextRef="#ctx0" brushRef="#br0" timeOffset="32804.392">13834 3839 2008 0 0,'0'0'767'0'0,"0"0"-270"0"0,0 0-210 0 0,0 0 26 0 0,0 0 96 0 0,0 0-62 0 0,-5 2-208 0 0,-12 8-188 0 0,34-9 85 0 0,25-14 10977 0 0,-36-7-10633 0 0,84-74-367 0 0,-61 57-86 0 0,-1-1 0 0 0,-2-1 1 0 0,-2-1-1 0 0,-1-2 0 0 0,-2 0 0 0 0,-2-1 0 0 0,0-8 73 0 0,49-76-255 0 0,-68 127 272 0 0,0 0 1 0 0,0 1-1 0 0,0-1 0 0 0,0 0 0 0 0,0 1 0 0 0,0-1 0 0 0,-1 0 0 0 0,1 1 0 0 0,0-1 0 0 0,0 0 0 0 0,0 1 0 0 0,0-1 0 0 0,0 0 0 0 0,0 1 0 0 0,0-1 1 0 0,1 0-1 0 0,-1 1 0 0 0,0-1 0 0 0,0 0 0 0 0,0 1 0 0 0,0-1 0 0 0,0 0 0 0 0,0 0 0 0 0,1 1 0 0 0,-1-1 0 0 0,0 0 0 0 0,0 0 0 0 0,0 1 0 0 0,1-1 0 0 0,-1 0 1 0 0,0 0-1 0 0,0 1 0 0 0,1-1 0 0 0,-1 0 0 0 0,0 0 0 0 0,0 0 0 0 0,1 0 0 0 0,-1 1 0 0 0,0-1 0 0 0,1 0 0 0 0,-1 0 0 0 0,0 0 0 0 0,1 0 0 0 0,-1 0 1 0 0,0 0-1 0 0,1 0 0 0 0,-1 0 0 0 0,0 0-17 0 0,-6 36-32 0 0,-6 19 101 0 0,3 2 0 0 0,2-1 0 0 0,1 45-69 0 0,-20 134-2 0 0,-11-57-121 0 0,1-86 407 0 0,10 44-291 0 0,26-136 113 0 0,0 0 15 0 0,0 0-19 0 0,0 0-21 0 0,0 0-24 0 0,0 0-15 0 0,-10-17-827 0 0,1 12 660 0 0,1 1-1 0 0,-1 1 1 0 0,1-1 0 0 0,-1 2-1 0 0,0-1 1 0 0,-1 1 0 0 0,1 0-1 0 0,0 1 1 0 0,0 0 0 0 0,-1 1-1 0 0,-3 0 126 0 0,13 0-4 0 0,0 0-1 0 0,0 0 1 0 0,1 0-1 0 0,-1 1 0 0 0,0-1 1 0 0,0 0-1 0 0,0 0 1 0 0,0 0-1 0 0,0 1 0 0 0,1-1 1 0 0,-1 0-1 0 0,0 0 0 0 0,0 1 1 0 0,0-1-1 0 0,0 0 1 0 0,0 0-1 0 0,0 1 0 0 0,0-1 1 0 0,0 0-1 0 0,0 0 1 0 0,0 1-1 0 0,0-1 0 0 0,0 0 1 0 0,0 0-1 0 0,0 1 1 0 0,0-1-1 0 0,0 0 0 0 0,0 0 1 0 0,0 0-1 0 0,0 1 1 0 0,0-1-1 0 0,-1 0 0 0 0,1 0 1 0 0,0 1-1 0 0,0-1 1 0 0,0 0-1 0 0,0 0 0 0 0,-1 0 1 0 0,1 1-1 0 0,0-1 1 0 0,0 0-1 0 0,0 0 0 0 0,0 0 1 0 0,-1 0 4 0 0,68 1 475 0 0,59-1-669 0 0,-42-9-5075 0 0,-78 6 2320 0 0,-42 3-13 0 0,-220 11-824 0 0</inkml:trace>
  <inkml:trace contextRef="#ctx0" brushRef="#br0" timeOffset="81563.701">12446 6221 732 0 0,'0'0'1389'0'0,"0"0"-182"0"0,0 0-519 0 0,0 0-436 0 0,0 0-133 0 0,0 0-86 0 0,0 0 508 0 0,0 0 1656 0 0,-5 1-926 0 0,-16 2-642 0 0,16-6 3526 0 0,7-10-3036 0 0,-2 13-1111 0 0,0 0-1 0 0,1 0 0 0 0,-1 0 0 0 0,0 0 1 0 0,0 0-1 0 0,0 0 0 0 0,0 1 0 0 0,1-1 1 0 0,-1 0-1 0 0,0 0 0 0 0,0 0 0 0 0,0 0 1 0 0,0 0-1 0 0,1 0 0 0 0,-1 0 0 0 0,0 0 1 0 0,0 0-1 0 0,0 0 0 0 0,1 0 0 0 0,-1 0 1 0 0,0 0-1 0 0,0 0 0 0 0,0 0 0 0 0,1 0 1 0 0,-1 0-1 0 0,0 0 0 0 0,0 0 0 0 0,0 0 1 0 0,0 0-1 0 0,1-1 0 0 0,-1 1 0 0 0,0 0 1 0 0,0 0-1 0 0,0 0 0 0 0,0 0 0 0 0,0 0 1 0 0,1-1-8 0 0,-3 21 72 0 0,-1 0 0 0 0,0 0 0 0 0,-2-1 0 0 0,0 0 0 0 0,-1 0 1 0 0,-1 0-1 0 0,-1-1 0 0 0,-6 11-72 0 0,-1 6 179 0 0,6 49-550 0 0,17-83-407 0 0,-9-4-4160 0 0,-6-4 404 0 0</inkml:trace>
  <inkml:trace contextRef="#ctx0" brushRef="#br0" timeOffset="123268.961">9108 2015 5685 0 0,'0'0'2132'0'0,"0"0"-597"0"0,0 0-442 0 0,0 0-116 0 0,0 0 76 0 0,0 0 20 0 0,0 0-211 0 0,0 0-295 0 0,0 0-191 0 0,4 5-55 0 0,-2-3-254 0 0,0 0-40 0 0,-1-1 0 0 0,0 0 0 0 0,0 0 0 0 0,0 1 1 0 0,0-1-1 0 0,0 1 0 0 0,0-1 0 0 0,0 1 1 0 0,0-1-1 0 0,0 1 0 0 0,-1 0 0 0 0,1 0 0 0 0,-1-1 1 0 0,1 1-1 0 0,-1 0 0 0 0,0 0 0 0 0,1-1 0 0 0,-1 1 1 0 0,0 0-1 0 0,0 0 0 0 0,0-1 0 0 0,-1 1 0 0 0,1 0 1 0 0,0 0-1 0 0,-1 0-27 0 0,-72 86 792 0 0,53-56-603 0 0,2 1 0 0 0,1 0 0 0 0,2 1 1 0 0,1 1-1 0 0,2 0 0 0 0,1 1 0 0 0,2 1 0 0 0,1-1 1 0 0,2 1-1 0 0,2 0 0 0 0,1 1 0 0 0,2-1 0 0 0,4 30-189 0 0,-1-52-16 0 0,1-1 0 0 0,1 1-1 0 0,1-1 1 0 0,0 0 0 0 0,1 0-1 0 0,0 0 1 0 0,1-1-1 0 0,1 0 1 0 0,0 0 0 0 0,0-1-1 0 0,2 0 1 0 0,-1-1-1 0 0,1 0 1 0 0,1 0 0 0 0,0-1-1 0 0,1 0 1 0 0,0-1 0 0 0,0-1-1 0 0,1 0 1 0 0,0 0-1 0 0,0-1 1 0 0,1-1 0 0 0,-1 0-1 0 0,2-1 1 0 0,-1-1-1 0 0,13 3 17 0 0,-1 1-91 0 0,1-1-1 0 0,0-1 0 0 0,0-2 0 0 0,0 0 0 0 0,1-2 0 0 0,-1-1 1 0 0,1-2-1 0 0,-1 0 92 0 0,-15-2-35 0 0,1 0-1 0 0,-1 0 1 0 0,0-2 0 0 0,-1 1 0 0 0,1-2 0 0 0,-1 1 0 0 0,0-1 0 0 0,0-1-1 0 0,0 0 1 0 0,-1-1 0 0 0,-1 0 0 0 0,1 0 0 0 0,-1-1 0 0 0,0 0 0 0 0,-1-1-1 0 0,0 0 1 0 0,-1 0 0 0 0,0-1 0 0 0,-1 0 0 0 0,0 0 0 0 0,0 0 0 0 0,-1-1-1 0 0,-1 0 1 0 0,0 0 0 0 0,0 0 0 0 0,-2 0 0 0 0,1-1 0 0 0,-1 1 0 0 0,-1-1-1 0 0,0 1 1 0 0,-1-2 35 0 0,0-24-180 0 0,1 19 92 0 0,0-1 0 0 0,-2 1-1 0 0,0-1 1 0 0,-1 1 0 0 0,-1 0 0 0 0,0 0-1 0 0,-2 0 1 0 0,-6-16 88 0 0,1 16-31 0 0,0 0-1 0 0,-1 0 1 0 0,-2 1 0 0 0,0 1-1 0 0,0 0 1 0 0,-2 0 0 0 0,0 2-1 0 0,-1 0 1 0 0,0 1-1 0 0,-1 0 1 0 0,-1 1 0 0 0,0 1-1 0 0,-1 1 1 0 0,0 1-1 0 0,-1 0 1 0 0,0 2 0 0 0,0 0-1 0 0,-3 0 32 0 0,4 2-206 0 0,0 2 0 0 0,0 0 1 0 0,0 1-1 0 0,0 1 0 0 0,-1 0 0 0 0,1 2 0 0 0,-1 0 0 0 0,1 1 0 0 0,-13 3 206 0 0,17-1-525 0 0,-1 0 1 0 0,1 1-1 0 0,-1 1 0 0 0,1 1 1 0 0,0 0-1 0 0,1 1 1 0 0,0 1-1 0 0,0 0 1 0 0,0 0-1 0 0,1 2 0 0 0,1 0 1 0 0,-3 2 524 0 0,-29 31-3835 0 0</inkml:trace>
  <inkml:trace contextRef="#ctx0" brushRef="#br0" timeOffset="123507.001">9058 2518 8265 0 0,'0'0'2832'0'0,"0"0"-1228"0"0,0 0-600 0 0,0 0-216 0 0,0 0 184 0 0,0 0-88 0 0,272 12-471 0 0,-213-10-413 0 0,0 2-76 0 0,0 2-817 0 0,-18-1-927 0 0,-5 13-2912 0 0</inkml:trace>
  <inkml:trace contextRef="#ctx0" brushRef="#br0" timeOffset="-73297.088">7426 6414 3616 0 0,'0'0'836'0'0,"0"0"-20"0"0,0 0 1385 0 0,0 0 547 0 0,0 0-666 0 0,0 0-732 0 0,0 0-348 0 0,0 0-45 0 0,0 0-99 0 0,6 6-316 0 0,61 95 107 0 0,-1 20-2195 0 0,-52-89-4485 0 0,-13-17 1496 0 0</inkml:trace>
  <inkml:trace contextRef="#ctx0" brushRef="#br0" timeOffset="-73075.458">7648 6335 6481 0 0,'0'0'2244'0'0,"0"0"-1296"0"0,0 0-136 0 0,0 0 156 0 0,0 0-288 0 0,-227 103-296 0 0,173-73-308 0 0,-1 3-72 0 0,1 8 8 0 0,4 3-12 0 0,5 3 0 0 0,8 1-280 0 0,1 0-68 0 0,18-2-280 0 0,4-3-676 0 0,5-12-1392 0 0,5 2-3005 0 0</inkml:trace>
  <inkml:trace contextRef="#ctx0" brushRef="#br0" timeOffset="-72106.647">1774 870 2888 0 0,'0'0'402'0'0,"0"0"11"0"0,0 0 1286 0 0,0 0 1538 0 0,0 0-1132 0 0,0 0-697 0 0,0 0-7 0 0,0 0 129 0 0,0 0-53 0 0,0 0-245 0 0,12-1-342 0 0,34-3-268 0 0,-10 19 409 0 0,1 44-972 0 0,-19 16-1273 0 0,-12 6-4643 0 0,-6-58 1257 0 0,0-13 553 0 0</inkml:trace>
  <inkml:trace contextRef="#ctx0" brushRef="#br0" timeOffset="-71852.897">2183 914 3696 0 0,'0'0'2465'0'0,"0"0"-655"0"0,0 0-567 0 0,0 0-197 0 0,0 0 149 0 0,0 0 81 0 0,0 0-108 0 0,0 0-269 0 0,0 0-284 0 0,-8 0-143 0 0,7 0-454 0 0,-2 0 28 0 0,-1 0 1 0 0,1 0-1 0 0,-1 0 1 0 0,1 1-1 0 0,-1-1 0 0 0,1 1 1 0 0,-1 0-1 0 0,1 0 1 0 0,0 0-1 0 0,0 0 1 0 0,-1 0-1 0 0,1 1 0 0 0,0 0 1 0 0,0 0-1 0 0,0-1 1 0 0,1 2-1 0 0,-3 1-46 0 0,-52 56 230 0 0,3 3 0 0 0,2 2 0 0 0,4 2 0 0 0,-29 53-230 0 0,4-7-292 0 0,-14 35-1105 0 0,45-40-6730 0 0,34-87 2287 0 0</inkml:trace>
  <inkml:trace contextRef="#ctx0" brushRef="#br0" timeOffset="-47946.098">4763 6760 2216 0 0,'0'0'1368'0'0,"0"0"2865"0"0,0 0-2440 0 0,0 0-1070 0 0,0 0-80 0 0,0 0 133 0 0,0 0-252 0 0,0 0-215 0 0,-16 17-143 0 0,-54 56-12 0 0,57-59 45 0 0,1 1 0 0 0,1 0 0 0 0,0 0 0 0 0,1 2 0 0 0,1-1 0 0 0,0 1 0 0 0,1 0 0 0 0,1 1 0 0 0,1 0 0 0 0,-1 3-199 0 0,-1 8 113 0 0,1 1 0 0 0,1 0 1 0 0,2 0-1 0 0,1 0 0 0 0,1 1 0 0 0,2-1 0 0 0,2 18-113 0 0,-2-44-6 0 0,0-1 0 0 0,1 0 0 0 0,-1 1 0 0 0,1-1 0 0 0,-1 1-1 0 0,1-1 1 0 0,0 0 0 0 0,1 0 0 0 0,-1 1 0 0 0,0-1 0 0 0,1 0 0 0 0,0 0 0 0 0,-1 0 0 0 0,1-1 0 0 0,0 1 0 0 0,1 0 0 0 0,-1-1 0 0 0,0 1 0 0 0,1-1 0 0 0,-1 0 0 0 0,1 0 0 0 0,0 0 0 0 0,0 0 0 0 0,0 0 0 0 0,0-1 0 0 0,0 1 0 0 0,0-1-1 0 0,0 0 1 0 0,0 0 0 0 0,1 0 0 0 0,-1 0 0 0 0,0 0 0 0 0,1-1 0 0 0,-1 0 0 0 0,1 1 0 0 0,-1-1 0 0 0,1-1 0 0 0,-1 1 0 0 0,0 0 0 0 0,1-1 0 0 0,-1 0 0 0 0,0 0 0 0 0,2 0 6 0 0,10-2 50 0 0,0 0 1 0 0,0-2-1 0 0,-1 1 0 0 0,0-2 1 0 0,0 0-1 0 0,0 0 0 0 0,0-2 1 0 0,-1 1-1 0 0,-1-2 1 0 0,1 0-1 0 0,-1 0 0 0 0,7-8-50 0 0,-7 2-145 0 0,-1-1 0 0 0,0 0-1 0 0,-1-1 1 0 0,-1 1 0 0 0,0-2-1 0 0,-1 0 1 0 0,-1 0-1 0 0,-1 0 1 0 0,-1 0 0 0 0,0-1-1 0 0,-2 0 1 0 0,0 0-1 0 0,-1 0 1 0 0,0-1 0 0 0,-2 1-1 0 0,-1 0 1 0 0,-2-19 145 0 0,2 33-89 0 0,1 0 0 0 0,-1 0 0 0 0,-1 1 1 0 0,1-1-1 0 0,-1 1 0 0 0,0-1 0 0 0,0 1 0 0 0,0-1 0 0 0,0 1 0 0 0,-1 0 1 0 0,0 0-1 0 0,0 0 0 0 0,0 0 0 0 0,0 1 0 0 0,0-1 0 0 0,-1 1 1 0 0,0 0-1 0 0,1 0 0 0 0,-1 0 0 0 0,-1 1 0 0 0,1-1 0 0 0,0 1 1 0 0,0 0-1 0 0,-1 0 0 0 0,1 0 0 0 0,-1 1 89 0 0,-1-1-326 0 0,1 1 1 0 0,0 0-1 0 0,-1 0 0 0 0,1 1 0 0 0,0 0 1 0 0,-1 0-1 0 0,1 0 0 0 0,-1 0 0 0 0,1 1 1 0 0,0 0-1 0 0,-1 0 0 0 0,1 1 0 0 0,0-1 1 0 0,0 1-1 0 0,-3 1 326 0 0,-86 60-6215 0 0,66-32 6122 0 0</inkml:trace>
  <inkml:trace contextRef="#ctx0" brushRef="#br0" timeOffset="-47703.995">4496 7052 3860 0 0,'0'0'3021'0'0,"0"0"-1553"0"0,0 0-172 0 0,0 0-44 0 0,263 25-1252 0 0,-186-18-284 0 0,-9 3-2056 0 0,-23-6-4393 0 0,5 9 5729 0 0</inkml:trace>
  <inkml:trace contextRef="#ctx0" brushRef="#br0" timeOffset="-49118.105">3307 6905 508 0 0,'0'0'1279'0'0,"0"0"3282"0"0,0 0-2000 0 0,0 0-1136 0 0,0 0-353 0 0,0 0-211 0 0,0 0-201 0 0,0 0-288 0 0,0 0-288 0 0,0-8 553 0 0,-13 8-554 0 0,1 1 1 0 0,0 0-1 0 0,0 0 0 0 0,0 1 1 0 0,0 0-1 0 0,0 1 1 0 0,0 1-1 0 0,1 0 0 0 0,-1 1 1 0 0,1 0-1 0 0,0 0 0 0 0,0 1 1 0 0,1 1-1 0 0,0-1 1 0 0,0 2-1 0 0,1 0 0 0 0,0 0 1 0 0,-3 3-84 0 0,7-4-35 0 0,-1 0 1 0 0,1 1-1 0 0,1-1 1 0 0,-1 1-1 0 0,1 1 1 0 0,1-1-1 0 0,0 0 1 0 0,0 1-1 0 0,0-1 1 0 0,1 1-1 0 0,1 0 1 0 0,-1 0-1 0 0,1 0 0 0 0,1 0 1 0 0,0 0-1 0 0,0 0 1 0 0,1 0-1 0 0,0 1 35 0 0,-1-6-9 0 0,0 0-1 0 0,1 0 1 0 0,0 0-1 0 0,0 0 1 0 0,0 0-1 0 0,0 0 1 0 0,1 0-1 0 0,-1 0 1 0 0,1-1-1 0 0,0 1 1 0 0,0-1 0 0 0,0 0-1 0 0,1 1 1 0 0,-1-1-1 0 0,1 0 1 0 0,0 0-1 0 0,0 0 1 0 0,0-1-1 0 0,0 1 1 0 0,0-1-1 0 0,0 1 1 0 0,1-1-1 0 0,-1 0 1 0 0,1-1-1 0 0,0 1 1 0 0,-1-1-1 0 0,1 1 1 0 0,0-1-1 0 0,4 1 10 0 0,120 15-759 0 0,-115-16 350 0 0,0-1 0 0 0,0-1 1 0 0,0 0-1 0 0,1 0 1 0 0,-2-1-1 0 0,1-1 0 0 0,0-1 1 0 0,10-3 408 0 0,-18 5-535 0 0,1-1 0 0 0,-1 0 0 0 0,1 0 1 0 0,-1 0-1 0 0,0-1 0 0 0,-1 0 0 0 0,1 0 0 0 0,0 0 0 0 0,-1 0 1 0 0,0-1-1 0 0,0 0 0 0 0,-1 0 0 0 0,1 0 0 0 0,-1 0 0 0 0,0 0 1 0 0,0-1-1 0 0,-1 1 0 0 0,1-1 0 0 0,0-6 535 0 0,6-12-434 0 0</inkml:trace>
  <inkml:trace contextRef="#ctx0" brushRef="#br0" timeOffset="-48753.824">3484 7017 3940 0 0,'0'0'3865'0'0,"0"0"-2234"0"0,0 0-679 0 0,0 0-132 0 0,0 0-42 0 0,-2 17-187 0 0,-7 55-209 0 0,9-67-345 0 0,1 0 0 0 0,-1-1 0 0 0,1 1 0 0 0,0 0-1 0 0,1 0 1 0 0,-1 0 0 0 0,1 0 0 0 0,0-1 0 0 0,0 1 0 0 0,0-1-1 0 0,1 0 1 0 0,-1 1 0 0 0,1-1 0 0 0,0 0 0 0 0,1-1 0 0 0,-1 1-1 0 0,1 0 1 0 0,-1-1 0 0 0,1 0 0 0 0,0 0 0 0 0,0 0 0 0 0,0 0-1 0 0,1-1 1 0 0,-1 0 0 0 0,1 1 0 0 0,-1-2 0 0 0,1 1 0 0 0,0 0-1 0 0,0-1-36 0 0,9 6 173 0 0,-2-2-92 0 0,-1 0 0 0 0,1-1 0 0 0,1 0 0 0 0,-1-1 0 0 0,0 0 0 0 0,1-1 1 0 0,0 0-1 0 0,-1-1 0 0 0,1-1 0 0 0,0 0 0 0 0,0-1 0 0 0,-1 0 0 0 0,1 0 0 0 0,0-2 0 0 0,-1 0 0 0 0,0 0 0 0 0,1-1 0 0 0,-1 0 0 0 0,-1-1 1 0 0,1-1-1 0 0,-1 0 0 0 0,0 0 0 0 0,7-6-81 0 0,-14 7-54 0 0,1-2 1 0 0,-1 1 0 0 0,0 0-1 0 0,-1-1 1 0 0,0 1-1 0 0,0-1 1 0 0,0 0 0 0 0,0 0-1 0 0,-1 0 1 0 0,-1-1 0 0 0,1 1-1 0 0,-1 0 1 0 0,0-1-1 0 0,-1 1 1 0 0,0-1 0 0 0,0 1-1 0 0,0-1 1 0 0,-1 1-1 0 0,0 0 1 0 0,-1-1 0 0 0,1 1-1 0 0,-2 0 1 0 0,1 0 0 0 0,-1 0-1 0 0,0 0 1 0 0,0 0-1 0 0,-1 1 1 0 0,0-2 53 0 0,-4-1-8 0 0,0 0 1 0 0,0 1-1 0 0,0 0 0 0 0,-1 0 1 0 0,0 1-1 0 0,-1 0 1 0 0,1 0-1 0 0,-1 1 0 0 0,-1 1 1 0 0,1 0-1 0 0,-1 0 0 0 0,0 1 1 0 0,0 0-1 0 0,0 1 0 0 0,-1 0 1 0 0,1 1-1 0 0,-1 0 1 0 0,1 1-1 0 0,-1 0 0 0 0,0 1 1 0 0,1 1-1 0 0,-3 0 8 0 0,5 2-168 0 0,0 1 0 0 0,1 1 0 0 0,0-1 0 0 0,0 1 1 0 0,0 1-1 0 0,0 0 0 0 0,1 0 0 0 0,0 0 0 0 0,0 1 0 0 0,1 0 0 0 0,0 0 0 0 0,0 1 1 0 0,0-1-1 0 0,1 1 0 0 0,0 1 0 0 0,1-1 0 0 0,0 1 0 0 0,0-1 0 0 0,1 1 0 0 0,0 0 0 0 0,1 1 1 0 0,0-1-1 0 0,0 0 0 0 0,1 1 0 0 0,0 2 168 0 0,0-8-268 0 0,1-1 1 0 0,-1 1-1 0 0,1-1 1 0 0,0 1-1 0 0,1-1 1 0 0,-1 1-1 0 0,1-1 1 0 0,-1 1-1 0 0,1-1 1 0 0,0 1-1 0 0,0-1 1 0 0,1 0 0 0 0,-1 1-1 0 0,0-1 1 0 0,1 0-1 0 0,0 0 1 0 0,0 0-1 0 0,0 0 1 0 0,0-1-1 0 0,1 1 1 0 0,-1 0-1 0 0,1-1 1 0 0,-1 0-1 0 0,1 1 1 0 0,0-1-1 0 0,0 0 1 0 0,0-1-1 0 0,0 1 1 0 0,0 0-1 0 0,0-1 1 0 0,0 0-1 0 0,1 1 1 0 0,-1-1-1 0 0,1-1 268 0 0,18 9-487 0 0,11 2 20 0 0</inkml:trace>
  <inkml:trace contextRef="#ctx0" brushRef="#br0" timeOffset="-48372.514">3911 7256 6065 0 0,'0'0'2472'0'0,"0"0"-1092"0"0,0 0-547 0 0,0 0-285 0 0,0 0 7 0 0,0 0-62 0 0,0 0-168 0 0,0 0-64 0 0,0 0 86 0 0,0 0-9 0 0,35 5-66 0 0,110 14-44 0 0,-54-14 862 0 0,-54-36-1050 0 0,-35 26-68 0 0,0 1-1 0 0,-1-1 1 0 0,1 1-1 0 0,-1-1 1 0 0,0 1-1 0 0,-1-1 0 0 0,1 0 1 0 0,-1 1-1 0 0,0-1 1 0 0,0 0-1 0 0,0 1 1 0 0,0-1-1 0 0,-1 0 1 0 0,0 1-1 0 0,0-1 0 0 0,0 1 1 0 0,-1-1-1 0 0,0 1 1 0 0,1-1-1 0 0,-2 1 1 0 0,1 0-1 0 0,0 0 1 0 0,-1 0-1 0 0,0 0 0 0 0,1 1 1 0 0,-2-1-1 0 0,1 1 1 0 0,0-1-1 0 0,-1 1 1 0 0,-1-1 28 0 0,-93-74-322 0 0,147 83-236 0 0,-38-2 268 0 0,55 13-2603 0 0,-19-12-6440 0 0,-69-9 8465 0 0,-134-21 741 0 0</inkml:trace>
  <inkml:trace contextRef="#ctx0" brushRef="#br0" timeOffset="-79384.393">4568 2684 2596 0 0,'0'0'628'0'0,"0"0"-423"0"0,0 0-154 0 0,0 0 138 0 0,0 0 297 0 0,0 0 63 0 0,0 0-271 0 0,0 0-212 0 0,0 0 62 0 0,0 0 211 0 0,-8 0 223 0 0,-25 1 144 0 0,11 16 1691 0 0,-46 12 69 0 0,69-19-2520 0 0,6-7 39 0 0,0-1 1 0 0,0 0 0 0 0,0 0-1 0 0,0 0 1 0 0,0-1 0 0 0,0 0-1 0 0,1 0 1 0 0,-1 0-1 0 0,0-1 1 0 0,1-1 0 0 0,-1 1-1 0 0,0-1 1 0 0,2-1 14 0 0,-6 1 19 0 0,-1-1 0 0 0,0 0 0 0 0,1-1 0 0 0,-1 1 1 0 0,0 0-1 0 0,0 0 0 0 0,-1-1 0 0 0,1 0 0 0 0,0 1 0 0 0,-1-1 0 0 0,0 0 0 0 0,1 1 0 0 0,-1-1 1 0 0,0 0-1 0 0,0 0 0 0 0,-1 0 0 0 0,1 0 0 0 0,-1 0 0 0 0,1 0 0 0 0,-1 0 0 0 0,0 0 0 0 0,0 0 0 0 0,0 0 1 0 0,-1 0-1 0 0,1 0 0 0 0,-2-3-19 0 0,1 5 40 0 0,-1-1 1 0 0,0 1 0 0 0,1 0-1 0 0,-1-1 1 0 0,0 1 0 0 0,0 0-1 0 0,0 1 1 0 0,0-1 0 0 0,0 0-1 0 0,0 0 1 0 0,-1 1 0 0 0,1-1-1 0 0,0 1 1 0 0,0 0 0 0 0,0 0-1 0 0,0 0 1 0 0,-1 0 0 0 0,1 0 0 0 0,0 0-1 0 0,0 0 1 0 0,0 1 0 0 0,0-1-1 0 0,-1 1 1 0 0,1-1 0 0 0,0 1-1 0 0,0 0 1 0 0,0 0 0 0 0,0 0-1 0 0,0 0 1 0 0,1 0 0 0 0,-1 1-1 0 0,0-1-40 0 0,2 66-720 0 0,2-63 746 0 0,0 0 0 0 0,1-1 0 0 0,-1 1 1 0 0,1-1-1 0 0,-1 0 0 0 0,1 0 0 0 0,0 0 0 0 0,1 0 0 0 0,-1 0 0 0 0,0-1 0 0 0,1 1 0 0 0,-1-1 1 0 0,1 0-1 0 0,0 0 0 0 0,0-1 0 0 0,0 1 0 0 0,0-1 0 0 0,0 1 0 0 0,0-1 0 0 0,0-1 0 0 0,0 1 1 0 0,1-1-1 0 0,-1 1 0 0 0,0-1 0 0 0,0 0 0 0 0,0 0 0 0 0,1-1 0 0 0,-1 0 0 0 0,0 1 0 0 0,0-1 1 0 0,0-1-1 0 0,0 1 0 0 0,0 0 0 0 0,0-1 0 0 0,0 0 0 0 0,0 0 0 0 0,-1 0 0 0 0,1-1 0 0 0,-1 1 1 0 0,1-1-1 0 0,-1 0 0 0 0,0 1 0 0 0,0-2-26 0 0,0 1 15 0 0,0-1 0 0 0,-1 1 0 0 0,1-1 0 0 0,-1 0 1 0 0,0 0-1 0 0,0 0 0 0 0,0 0 0 0 0,0 0 0 0 0,-1 0 0 0 0,1-1 0 0 0,-1 1 1 0 0,0 0-1 0 0,-1-1 0 0 0,1 1 0 0 0,-1-1 0 0 0,0 1 0 0 0,0-2-15 0 0,-45 3 80 0 0,-11 26-608 0 0,55-23 514 0 0,-1 1 0 0 0,1-1 0 0 0,0 1-1 0 0,-1 0 1 0 0,1 0 0 0 0,0 0-1 0 0,-1 0 1 0 0,1 0 0 0 0,0 0 0 0 0,0 0-1 0 0,0 0 1 0 0,0 0 0 0 0,0 1-1 0 0,0-1 1 0 0,0 0 0 0 0,1 1 0 0 0,-1-1-1 0 0,0 1 1 0 0,1-1 0 0 0,-1 1-1 0 0,1-1 1 0 0,-1 1 0 0 0,1-1 0 0 0,0 1-1 0 0,0-1 1 0 0,-1 1 0 0 0,1-1-1 0 0,0 1 1 0 0,1 0 0 0 0,-1-1 0 0 0,0 1-1 0 0,0-1 1 0 0,1 1 0 0 0,-1-1-1 0 0,1 1 1 0 0,-1 0 14 0 0,44 5 602 0 0,-44-35-510 0 0,-5 23-77 0 0,1 1 0 0 0,0 0 0 0 0,-1 0-1 0 0,1 0 1 0 0,-1 1 0 0 0,0-1 0 0 0,-1 1-1 0 0,1 1 1 0 0,0-1 0 0 0,-1 1 0 0 0,0 0-1 0 0,1 0 1 0 0,-4-1-15 0 0,3 1 76 0 0,-66-5 444 0 0,80 18-1246 0 0,105 18 1574 0 0,-113-29-759 0 0,1 0 15 0 0,3-29-1328 0 0,-4 27 1220 0 0,0-1-1 0 0,0 1 1 0 0,0 0 0 0 0,0-1 0 0 0,0 1 0 0 0,0-1-1 0 0,-1 1 1 0 0,1 0 0 0 0,-1-1 0 0 0,1 1 0 0 0,-1 0-1 0 0,0 0 1 0 0,0-1 0 0 0,0 1 0 0 0,-1 0-1 0 0,1 0 1 0 0,0 0 0 0 0,-1 0 0 0 0,1 0 0 0 0,-1 1-1 0 0,0-1 1 0 0,1 0 0 0 0,-1 1 0 0 0,0-1-1 0 0,0 1 1 0 0,0 0 0 0 0,0-1 0 0 0,0 1 0 0 0,0 0-1 0 0,-1 0 1 0 0,1 1 0 0 0,0-1 0 0 0,-1 0 0 0 0,1 1-1 0 0,0-1 1 0 0,-1 1 0 0 0,1 0 0 0 0,-1 0-1 0 0,1 0 1 0 0,-1 0 4 0 0,2-1-5 0 0,0 1 1 0 0,0 0-1 0 0,-1 0 0 0 0,1 0 0 0 0,0-1 1 0 0,0 1-1 0 0,0 0 0 0 0,0 0 0 0 0,0 1 1 0 0,-1-1-1 0 0,1 0 0 0 0,0 0 0 0 0,0 0 1 0 0,0 1-1 0 0,0-1 0 0 0,0 1 0 0 0,0-1 0 0 0,0 1 1 0 0,0-1-1 0 0,0 1 0 0 0,0 0 0 0 0,0-1 1 0 0,0 1-1 0 0,0 0 0 0 0,0 0 0 0 0,1-1 1 0 0,-1 1-1 0 0,0 0 0 0 0,1 0 0 0 0,-1 0 1 0 0,0 0-1 0 0,1 0 0 0 0,-1 0 0 0 0,1 0 0 0 0,0 0 1 0 0,-1 0-1 0 0,1 0 0 0 0,0 1 0 0 0,0-1 1 0 0,-1 0-1 0 0,1 0 0 0 0,0 0 0 0 0,0 0 1 0 0,0 0-1 0 0,0 1 0 0 0,1-1 0 0 0,-1 0 1 0 0,0 0-1 0 0,0 0 0 0 0,1 0 0 0 0,-1 0 1 0 0,0 0-1 0 0,1 0 5 0 0,-1 8-2 0 0,2-6 24 0 0,0-1 0 0 0,0 0-1 0 0,0-1 1 0 0,0 1 0 0 0,0 0 0 0 0,0 0 0 0 0,0-1-1 0 0,1 0 1 0 0,-1 1 0 0 0,1-1 0 0 0,-1 0-1 0 0,1 0 1 0 0,-1 0 0 0 0,1 0 0 0 0,0-1-1 0 0,-1 1 1 0 0,1-1 0 0 0,0 0 0 0 0,0 0-1 0 0,-1 0 1 0 0,1 0 0 0 0,0 0 0 0 0,0 0 0 0 0,-1-1-1 0 0,1 1 1 0 0,0-1-22 0 0,2 1 128 0 0,5-20 5 0 0,-9 19-128 0 0,0 0 0 0 0,0 0 0 0 0,0-1 0 0 0,0 1 0 0 0,0 0 0 0 0,0-1 0 0 0,0 1 0 0 0,0-1 0 0 0,0 1 0 0 0,-1-1 0 0 0,1 1 0 0 0,-1-1 0 0 0,1 0 0 0 0,-1 1 0 0 0,0-1 0 0 0,0 0-1 0 0,1 1 1 0 0,-1-1 0 0 0,0 0 0 0 0,0 0 0 0 0,-1 1 0 0 0,1-1 0 0 0,0 0 0 0 0,-1 1 0 0 0,1-1 0 0 0,-1 1 0 0 0,1-1 0 0 0,-1 0 0 0 0,0 1 0 0 0,1-1 0 0 0,-1 1 0 0 0,0-1 0 0 0,0 1 0 0 0,0 0 0 0 0,0-1 0 0 0,0 1 0 0 0,-1 0 0 0 0,1 0 0 0 0,0 0 0 0 0,-1 0 0 0 0,1 0 0 0 0,0 0 0 0 0,-1 0 0 0 0,1 0 0 0 0,-1 1 0 0 0,0-1 0 0 0,1 0 0 0 0,-1 1 0 0 0,1 0 0 0 0,-1-1-5 0 0,1 1-16 0 0,-1-1-1 0 0,1 1 1 0 0,0 0 0 0 0,0 0 0 0 0,-1 0 0 0 0,1 0 0 0 0,0 0 0 0 0,0 0 0 0 0,-1 0 0 0 0,1 0 0 0 0,0 0 0 0 0,0 1-1 0 0,-1-1 1 0 0,1 0 0 0 0,0 1 0 0 0,0-1 0 0 0,0 1 0 0 0,0-1 0 0 0,0 1 0 0 0,0 0 0 0 0,-1-1 0 0 0,1 1 0 0 0,1 0-1 0 0,-1 0 1 0 0,0 0 0 0 0,0 0 0 0 0,0 0 0 0 0,0 0 0 0 0,1 0 0 0 0,-1 0 0 0 0,0 0 0 0 0,1 0 0 0 0,-1 0 0 0 0,1 0 0 0 0,-1 0-1 0 0,1 1 1 0 0,0-1 0 0 0,-1 0 0 0 0,1 0 0 0 0,0 1 0 0 0,0-1 0 0 0,0 0 0 0 0,0 0 0 0 0,0 1 0 0 0,0-1 0 0 0,0 0-1 0 0,0 0 1 0 0,1 1 0 0 0,-1-1 0 0 0,0 0 0 0 0,1 0 0 0 0,-1 0 0 0 0,1 1 16 0 0,2 2 39 0 0,0-1 1 0 0,0 0-1 0 0,1 0 0 0 0,-1 0 1 0 0,1 0-1 0 0,-1-1 1 0 0,1 1-1 0 0,0-1 0 0 0,0 0 1 0 0,0 0-1 0 0,0 0 1 0 0,1 0-1 0 0,-1-1 0 0 0,0 0 1 0 0,1 0-1 0 0,-1 0 1 0 0,1 0-1 0 0,-1-1 0 0 0,1 0 1 0 0,-1 0-1 0 0,1 0 1 0 0,2-1-40 0 0,-3 2-22 0 0,-1 0 0 0 0,0-1 0 0 0,1 0 0 0 0,-1 0 0 0 0,0 0 1 0 0,1 0-1 0 0,-1 0 0 0 0,0-1 0 0 0,1 0 0 0 0,-1 1 0 0 0,0-1 0 0 0,1 0 1 0 0,-1-1-1 0 0,0 1 0 0 0,0 0 0 0 0,0-1 0 0 0,0 0 0 0 0,-1 0 0 0 0,1 0 1 0 0,0 0-1 0 0,-1 0 0 0 0,1 0 0 0 0,-1-1 0 0 0,0 1 0 0 0,1-1 0 0 0,-1 1 1 0 0,-1-1-1 0 0,1 0 0 0 0,0 0 0 0 0,-1 0 0 0 0,1 0 0 0 0,-1 0 1 0 0,0 0-1 0 0,0-1 0 0 0,0 1 0 0 0,0 0 0 0 0,-1-1 0 0 0,0 1 0 0 0,1 0 1 0 0,-1-1 21 0 0,0 3 19 0 0,0 0 1 0 0,0-1-1 0 0,0 1 1 0 0,-1 0 0 0 0,1 0-1 0 0,0-1 1 0 0,-1 1 0 0 0,1 0-1 0 0,0 0 1 0 0,-1 0 0 0 0,1 0-1 0 0,-1-1 1 0 0,0 1 0 0 0,1 0-1 0 0,-1 0 1 0 0,0 0-1 0 0,0 0 1 0 0,0 1 0 0 0,1-1-1 0 0,-1 0 1 0 0,0 0 0 0 0,0 0-1 0 0,0 1 1 0 0,-1-1 0 0 0,1 0-1 0 0,0 1 1 0 0,0-1 0 0 0,0 1-1 0 0,0 0 1 0 0,0-1-1 0 0,-1 1 1 0 0,1 0 0 0 0,0 0-1 0 0,0-1 1 0 0,-1 1 0 0 0,1 0-1 0 0,0 0 1 0 0,0 0 0 0 0,-1 1-1 0 0,1-1 1 0 0,0 0 0 0 0,0 0-1 0 0,0 1 1 0 0,-1-1-1 0 0,0 1-19 0 0,-7-1 55 0 0,5 1-87 0 0,1 0 0 0 0,0 0 0 0 0,-1 1 0 0 0,1 0 0 0 0,0-1 0 0 0,0 1 0 0 0,0 0 0 0 0,0 0 0 0 0,0 0 0 0 0,1 1 0 0 0,-1-1 0 0 0,1 1 0 0 0,-1 0 0 0 0,1-1 0 0 0,0 1 0 0 0,0 0 0 0 0,0 0 0 0 0,0 0 0 0 0,1 1 0 0 0,-1-1 0 0 0,1 0 0 0 0,0 1 0 0 0,0-1 0 0 0,0 1 0 0 0,1-1 0 0 0,-1 1 0 0 0,1-1 0 0 0,-1 1 0 0 0,1-1 0 0 0,0 1 0 0 0,1 0 0 0 0,-1-1 0 0 0,1 3 32 0 0,0-3 8 0 0,0-1-1 0 0,0 1 0 0 0,1 0 1 0 0,-1 0-1 0 0,1-1 0 0 0,0 1 1 0 0,0 0-1 0 0,-1-1 0 0 0,2 0 1 0 0,-1 1-1 0 0,0-1 0 0 0,0 0 1 0 0,1 0-1 0 0,-1 0 1 0 0,1-1-1 0 0,0 1 0 0 0,-1-1 1 0 0,1 1-1 0 0,0-1 0 0 0,0 0 1 0 0,0 0-1 0 0,0 0 0 0 0,0 0 1 0 0,0-1-1 0 0,0 1 0 0 0,0-1 1 0 0,0 0-1 0 0,0 0 1 0 0,1 0-1 0 0,-1 0 0 0 0,2-1-7 0 0,-3-1-18 0 0,0 0 1 0 0,-1 0-1 0 0,1-1 0 0 0,-1 1 0 0 0,1-1 0 0 0,-1 1 0 0 0,0-1 0 0 0,0 0 1 0 0,0 1-1 0 0,-1-1 0 0 0,1 0 0 0 0,0 0 0 0 0,-1 1 0 0 0,0-1 1 0 0,0 0-1 0 0,0 0 0 0 0,0 0 0 0 0,0 0 0 0 0,0 1 0 0 0,-1-1 1 0 0,0-3 17 0 0,-1 4 25 0 0,0 0 1 0 0,0-1-1 0 0,0 1 1 0 0,0 0-1 0 0,0 0 1 0 0,-1 1-1 0 0,1-1 1 0 0,0 0-1 0 0,-1 1 1 0 0,0-1-1 0 0,1 1 1 0 0,-1 0 0 0 0,0 0-1 0 0,0 0 1 0 0,1 0-1 0 0,-1 0 1 0 0,0 1-1 0 0,0-1 1 0 0,0 1-1 0 0,0 0 1 0 0,0 0-1 0 0,0 0 1 0 0,0 0-1 0 0,0 0 1 0 0,0 1 0 0 0,0-1-1 0 0,1 1 1 0 0,-1 0-1 0 0,0 0 1 0 0,0 0-1 0 0,0 0 1 0 0,1 1-1 0 0,-1-1 1 0 0,1 1-1 0 0,-1-1 1 0 0,0 1-26 0 0,4-1-7 0 0,-1-1 1 0 0,1 0-1 0 0,-1 0 1 0 0,0 1-1 0 0,1-1 1 0 0,-1 0-1 0 0,1 0 1 0 0,-1 0-1 0 0,1 0 1 0 0,-1 0 0 0 0,1 0-1 0 0,-1 0 1 0 0,1 0-1 0 0,-1 0 1 0 0,1 0-1 0 0,-1 0 1 0 0,1 0-1 0 0,-1 0 1 0 0,1 0-1 0 0,-1-1 1 0 0,1 1-1 0 0,-1 0 1 0 0,1 0-1 0 0,-1-1 1 0 0,1 1-1 0 0,-1 0 1 0 0,0 0-1 0 0,1-1 1 0 0,-1 1-1 0 0,1 0 1 0 0,-1-1-1 0 0,0 1 1 0 0,0-1-1 0 0,1 1 1 0 0,-1 0-1 0 0,0-1 1 0 0,1 1-1 0 0,-1-1 1 0 0,0 1-1 0 0,0-1 1 0 0,0 1-1 0 0,0-1 1 0 0,0 1-1 0 0,1-1 1 0 0,-1 1-1 0 0,0-1 1 0 0,0 1-1 0 0,0-1 1 0 0,0 1-1 0 0,0-1 7 0 0,-28-1 34 0 0,25 2-44 0 0,0 0 0 0 0,0-1 1 0 0,0 2-1 0 0,0-1 1 0 0,0 0-1 0 0,0 1 1 0 0,0-1-1 0 0,0 1 1 0 0,0 0-1 0 0,0 0 1 0 0,0 0-1 0 0,1 0 0 0 0,-1 1 1 0 0,0-1-1 0 0,1 1 1 0 0,-1 0-1 0 0,1 0 1 0 0,-1-1-1 0 0,1 2 1 0 0,0-1-1 0 0,0 0 1 0 0,0 0-1 0 0,0 1 0 0 0,0-1 1 0 0,0 1 9 0 0,26-9 478 0 0,-24 4-494 0 0,0 0-1 0 0,0 1 1 0 0,0-1 0 0 0,-1 0 0 0 0,1 1 0 0 0,0-1-1 0 0,-1 0 1 0 0,1 0 0 0 0,-1 1 0 0 0,0-1-1 0 0,1 1 1 0 0,-1-1 0 0 0,0 1 0 0 0,0-1-1 0 0,0 1 1 0 0,0-1 0 0 0,0 1 0 0 0,-1 0-1 0 0,1-1 1 0 0,0 1 0 0 0,-1 0 0 0 0,1 0 0 0 0,0 0-1 0 0,-1 0 1 0 0,1 0 0 0 0,-1 0 0 0 0,0 1-1 0 0,1-1 1 0 0,-1 1 0 0 0,1-1 0 0 0,-1 1-1 0 0,0-1 1 0 0,0 1 0 0 0,1 0 0 0 0,-1 0-1 0 0,0-1 1 0 0,-1 2 16 0 0,2-2-1 0 0,0 0 0 0 0,0 0 0 0 0,0 1 0 0 0,0-1 0 0 0,0 0 0 0 0,-1 1 0 0 0,1 0 0 0 0,0-1 0 0 0,0 1 0 0 0,-1 0 1 0 0,1-1-1 0 0,0 1 0 0 0,-1 0 0 0 0,1 0 0 0 0,0 0 0 0 0,-1 0 0 0 0,1 0 0 0 0,0 0 0 0 0,-1 1 0 0 0,1-1 0 0 0,0 0 0 0 0,0 1 0 0 0,-1-1 0 0 0,1 1 0 0 0,0-1 0 0 0,0 1 0 0 0,0 0 0 0 0,-1-1 0 0 0,1 1 0 0 0,0 0 0 0 0,0 0 0 0 0,0 0 0 0 0,0 0 0 0 0,1 0 0 0 0,-1 0 0 0 0,0 0 0 0 0,0 0 0 0 0,0 0 0 0 0,1 0 0 0 0,-1 0 0 0 0,1 0 0 0 0,-1 1 0 0 0,1-1 0 0 0,-1 0 0 0 0,1 0 0 0 0,0 1 1 0 0,0-1-1 0 0,-1 1 1 0 0,1 1-11 0 0,0-1 1 0 0,0 0-1 0 0,0 0 1 0 0,0 1 0 0 0,0-1-1 0 0,0 0 1 0 0,0 0 0 0 0,1 1-1 0 0,-1-1 1 0 0,1 0 0 0 0,0 0-1 0 0,0 0 1 0 0,0 0 0 0 0,0 0-1 0 0,0 0 1 0 0,0 0 0 0 0,0 0-1 0 0,0 0 1 0 0,1 0-1 0 0,-1-1 1 0 0,1 1 0 0 0,0 0-1 0 0,-1-1 1 0 0,1 1 0 0 0,0-1-1 0 0,0 0 1 0 0,0 0 0 0 0,0 0-1 0 0,0 0 1 0 0,0 0 0 0 0,0 0-1 0 0,0 0 1 0 0,0-1 0 0 0,1 1-1 0 0,-1-1 1 0 0,1 1 10 0 0,41 1 492 0 0,-43-2-389 0 0,-3-27-74 0 0,-1 22-7 0 0,-1 0-1 0 0,0 0 1 0 0,-1 1 0 0 0,1-1 0 0 0,-1 1 0 0 0,0 0-1 0 0,0 0 1 0 0,0 1 0 0 0,-1-1 0 0 0,1 1-1 0 0,-1 0 1 0 0,0 1 0 0 0,1-1 0 0 0,-1 1 0 0 0,0 0-1 0 0,-1 1 1 0 0,1-1 0 0 0,0 1 0 0 0,0 1-1 0 0,-1-1 1 0 0,-4 1-22 0 0,10 1-91 0 0,0 1-1 0 0,0-1 0 0 0,-1 0 0 0 0,1 1 1 0 0,0-1-1 0 0,0 1 0 0 0,0-1 0 0 0,1 1 1 0 0,-1-1-1 0 0,0 1 0 0 0,1 0 0 0 0,-1-1 1 0 0,1 1-1 0 0,-1 0 0 0 0,1 0 1 0 0,0-1-1 0 0,0 1 0 0 0,-1 0 0 0 0,1 0 1 0 0,1-1-1 0 0,-1 1 0 0 0,0 0 0 0 0,0 0 1 0 0,1-1-1 0 0,0 3 92 0 0,-1 3-342 0 0,-2 24-4289 0 0,-10-13-2034 0 0</inkml:trace>
  <inkml:trace contextRef="#ctx0" brushRef="#br0" timeOffset="-69646.064">4550 2918 536 0 0,'0'0'972'0'0,"0"0"-338"0"0,0 0-300 0 0,0 0-140 0 0,0 0 68 0 0,0 0 62 0 0,0 0-12 0 0,0 0-28 0 0,0-3-23 0 0,-4-13 1223 0 0,4 16-822 0 0,0 0-68 0 0,0 0-340 0 0,0 0-153 0 0,0 0 74 0 0,0 0 96 0 0,0 0-200 0 0,0 0-43 0 0,0 0 42 0 0,0 0-20 0 0,0 0-30 0 0,0 0 26 0 0,0 0 45 0 0,0 0 190 0 0,0 0 361 0 0,0 0 27 0 0,0 0-82 0 0,0 0-40 0 0,0 0 21 0 0,0 0-26 0 0,0 0-126 0 0,0 0-114 0 0,0 0-87 0 0,0 0-115 0 0,-14 10-1194 0 0,4 15-3975 0 0,9-22 289 0 0,26-41 2824 0 0</inkml:trace>
  <inkml:trace contextRef="#ctx0" brushRef="#br0" timeOffset="-69390.856">4496 3105 12 0 0,'0'0'1762'0'0,"0"0"-528"0"0,0 0-331 0 0,0 0-68 0 0,0 0-104 0 0,0 0 315 0 0,0 0-128 0 0,0 0-300 0 0,0 0-251 0 0,0 4-156 0 0,0 71-1885 0 0,-12-56-2191 0 0,1-12 1439 0 0</inkml:trace>
  <inkml:trace contextRef="#ctx0" brushRef="#br0" timeOffset="-68850.379">4614 3787 2520 0 0,'0'0'1568'0'0,"0"0"-516"0"0,0 0-347 0 0,0 0-133 0 0,0 0 328 0 0,0 0 112 0 0,0 0-248 0 0,0 0-336 0 0,0 0-220 0 0,0 0-136 0 0,0 0-72 0 0,-23 79-12 0 0,23-71-144 0 0,0-2-232 0 0,0-1-520 0 0,0 3-600 0 0,0-2-677 0 0,0 0-671 0 0</inkml:trace>
  <inkml:trace contextRef="#ctx0" brushRef="#br0" timeOffset="-68675.05">4487 4194 3696 0 0,'0'0'1460'0'0,"0"0"-615"0"0,0 0-297 0 0,0 0-92 0 0,0 0 232 0 0,0 0 0 0 0,0 0-260 0 0,0 0-428 0 0,0 0-156 0 0,0 0-144 0 0,0 0 28 0 0,-19 91-180 0 0,24-85-252 0 0,9-2-312 0 0,-10-1-285 0 0,1-1-187 0 0,-5 4-504 0 0</inkml:trace>
  <inkml:trace contextRef="#ctx0" brushRef="#br0" timeOffset="-68483.416">4527 4461 1292 0 0,'0'0'3599'0'0,"0"0"-1851"0"0,0 0-954 0 0,0 0-290 0 0,0 0 89 0 0,0 0-27 0 0,0 0-190 0 0,0 0-201 0 0,0 0-118 0 0,0 13-127 0 0,-4 64-488 0 0,20-60-1940 0 0,-16-16 2414 0 0,0-1 1 0 0,1 0 0 0 0,-1 0-1 0 0,0 0 1 0 0,0 1 0 0 0,1-1-1 0 0,-1 0 1 0 0,0 0 0 0 0,1 0 0 0 0,-1 0-1 0 0,0 0 1 0 0,1 1 0 0 0,-1-1-1 0 0,0 0 1 0 0,0 0 0 0 0,1 0-1 0 0,-1 0 1 0 0,0 0 0 0 0,1 0-1 0 0,-1 0 1 0 0,0 0 0 0 0,1 0 0 0 0,-1 0-1 0 0,0-1 1 0 0,1 1 0 0 0,-1 0-1 0 0,0 0 1 0 0,1 0 0 0 0,-1 0-1 0 0,0 0 1 0 0,1 0 0 0 0,-1-1-1 0 0,0 1 1 0 0,0 0 0 0 0,1 0 0 0 0,-1-1-1 0 0,0 1 1 0 0,0 0 0 0 0,0 0-1 0 0,1-1 1 0 0,-1 1 0 0 0,0 0-1 0 0,0 0 1 0 0,0-1 0 0 0,0 1-1 0 0,1 0 1 0 0,-1-1 0 0 0,0 1 0 0 0,0 0-1 0 0,0-1 1 0 0,0 1 0 0 0,0 0-1 0 0,0-1 1 0 0,0 1 0 0 0,0 0-1 0 0,0-1 1 0 0,0 1 0 0 0,0 0-1 0 0,0-1 1 0 0,0 1 0 0 0,0 0 0 0 0,-1-1-1 0 0,1 1 1 0 0,0 0 0 0 0,0 0-1 0 0,0-1 1 0 0,0 1 0 0 0,0 0-1 0 0,-1-1 1 0 0,1 1 83 0 0,-23-97-746 0 0</inkml:trace>
  <inkml:trace contextRef="#ctx0" brushRef="#br0" timeOffset="-69167.706">4500 3331 2704 0 0,'0'0'1222'0'0,"0"0"-63"0"0,0 0 1 0 0,0 0-37 0 0,0 0 4 0 0,0 0-216 0 0,0 0-335 0 0,0 0-254 0 0,0 0-134 0 0,2 10-123 0 0,10 42-240 0 0,-3-29-4586 0 0,-9-17 2623 0 0,0 2-257 0 0</inkml:trace>
  <inkml:trace contextRef="#ctx0" brushRef="#br0" timeOffset="-69009.83">4532 3505 1332 0 0,'0'0'2082'0'0,"0"0"-636"0"0,0 0-602 0 0,0 0-419 0 0,0 0-33 0 0,0 0-42 0 0,0 0-68 0 0,0 0-78 0 0,-5 16-44 0 0,-13 51 4 0 0,13-30 304 0 0,10-30-3219 0 0,0-5 757 0 0</inkml:trace>
  <inkml:trace contextRef="#ctx0" brushRef="#br0" timeOffset="-84152.897">3076 4885 2904 0 0,'0'0'1498'0'0,"0"0"-554"0"0,0 0-313 0 0,0 0-229 0 0,0 0-160 0 0,0 0-178 0 0,0 0 27 0 0,0 0 266 0 0,-2 6 780 0 0,-10 21 391 0 0,36-21 2666 0 0,7 6-2415 0 0,24 25-1780 0 0,-10 11 183 0 0,-39-37-201 0 0,-1 0 0 0 0,-1 1 0 0 0,0-1 0 0 0,-1 1 0 0 0,0 0 0 0 0,0 0 0 0 0,-2 0 0 0 0,1 0 0 0 0,-2 0 19 0 0,-8 106-88 0 0,6-111 9 0 0,1 1 0 0 0,0 0 1 0 0,1-1-1 0 0,0 1 0 0 0,0 0 1 0 0,0 0-1 0 0,1-1 0 0 0,0 1 1 0 0,0 0-1 0 0,1-1 0 0 0,0 1 1 0 0,1-1-1 0 0,0 2 79 0 0,11 3-301 0 0,-1 17-4216 0 0,-16-24 2074 0 0,-8 3-1762 0 0</inkml:trace>
  <inkml:trace contextRef="#ctx0" brushRef="#br0" timeOffset="-82690.744">3176 5300 940 0 0,'0'0'1408'0'0,"0"0"-616"0"0,0 0-792 0 0,0 0-860 0 0,0 0-836 0 0</inkml:trace>
  <inkml:trace contextRef="#ctx0" brushRef="#br0" timeOffset="-82450.676">3176 5300 1004 0 0,'68'-54'1224'0'0,"-55"43"-104"0"0,-13 11 31 0 0,14 14 4386 0 0,-23 84-2633 0 0,-1-44-2111 0 0,-10 34-1619 0 0,-4-36-5300 0 0,19-45 2125 0 0</inkml:trace>
  <inkml:trace contextRef="#ctx0" brushRef="#br0" timeOffset="-83533.792">3466 4934 1696 0 0,'0'0'1824'0'0,"0"0"-453"0"0,0 0-231 0 0,0 0 51 0 0,0 0-29 0 0,0 0-260 0 0,0 0-208 0 0,0 0-131 0 0,0 0-214 0 0,0 0-127 0 0,2 16-90 0 0,5 121 76 0 0,-7-122-126 0 0,1-1-1 0 0,0 0 0 0 0,1 0 0 0 0,1 0 1 0 0,0 0-1 0 0,1-1 0 0 0,0 1 1 0 0,1-1-1 0 0,5 9-81 0 0,-9-19 30 0 0,1-1 0 0 0,-1 0 1 0 0,1 1-1 0 0,0-1 0 0 0,0 0 1 0 0,0 0-1 0 0,0 0 0 0 0,1-1 1 0 0,-1 1-1 0 0,0 0 0 0 0,1-1 1 0 0,-1 1-1 0 0,1-1 0 0 0,-1 0 1 0 0,1 0-1 0 0,0 0 0 0 0,0 0 0 0 0,-1-1 1 0 0,1 1-1 0 0,0-1 0 0 0,0 1 1 0 0,0-1-1 0 0,0 0 0 0 0,-1 0 1 0 0,1 0-1 0 0,0-1 0 0 0,0 1 1 0 0,0-1-31 0 0,83-22 141 0 0,-76 20-229 0 0,-4 1 52 0 0,0 0 1 0 0,1-1 0 0 0,-1 1-1 0 0,0-1 1 0 0,0 0-1 0 0,-1-1 1 0 0,1 1-1 0 0,-1-1 1 0 0,0 0 0 0 0,0-1-1 0 0,0 1 1 0 0,0-1-1 0 0,-1 0 1 0 0,0 0-1 0 0,0-1 1 0 0,0 1-1 0 0,0-1 1 0 0,-1 0 0 0 0,0 0-1 0 0,-1 0 1 0 0,1 0-1 0 0,-1 0 1 0 0,0 0-1 0 0,0-1 1 0 0,-1 1 0 0 0,0-1-1 0 0,0-4 36 0 0,0-10-222 0 0,-1 15 119 0 0,1 0 0 0 0,-1 0 0 0 0,1 0 0 0 0,-2 0 0 0 0,1 0 0 0 0,-1 1 0 0 0,1-1 0 0 0,-2 0 0 0 0,1 0 0 0 0,-1 1 0 0 0,0-1 0 0 0,0 1 0 0 0,0-1 0 0 0,-1 1 0 0 0,0 0 0 0 0,0 0 0 0 0,-1-2 103 0 0,-2 1 22 0 0,1 0-1 0 0,-1 1 0 0 0,0 0 1 0 0,-1 0-1 0 0,1 0 0 0 0,-1 1 1 0 0,0 0-1 0 0,0 0 0 0 0,0 1 1 0 0,0 0-1 0 0,-1 0 1 0 0,1 1-1 0 0,-1 0 0 0 0,0 0 1 0 0,0 1-1 0 0,0 0 0 0 0,1 0 1 0 0,-1 0-1 0 0,0 1 0 0 0,0 1 1 0 0,0-1-1 0 0,0 1 1 0 0,0 1-1 0 0,0 0 0 0 0,1 0 1 0 0,-1 0-1 0 0,0 1 0 0 0,-5 2-21 0 0,-41 24-1250 0 0,22-3-3472 0 0,18-12 838 0 0</inkml:trace>
  <inkml:trace contextRef="#ctx0" brushRef="#br0" timeOffset="-83295.267">3466 4934 1696 0 0</inkml:trace>
  <inkml:trace contextRef="#ctx0" brushRef="#br0" timeOffset="-83134.843">3466 4934 1696 0 0,'-7'96'5017'0'0,"5"-77"-2596"0"0,82-19 4523 0 0,-24 0-6662 0 0,-20 0-4647 0 0,-18 0-5594 0 0,-176 0 7923 0 0</inkml:trace>
  <inkml:trace contextRef="#ctx0" brushRef="#br0" timeOffset="-68246.634">4546 4777 3968 0 0,'0'0'2229'0'0,"0"0"-917"0"0,0 0-856 0 0,0 0-328 0 0,0 0 160 0 0,0 0 76 0 0,0 0-212 0 0,0 0-152 0 0,0 0-100 0 0,0 0 8 0 0,-19 64 84 0 0,19-58-8 0 0,5 1-72 0 0,-1-1-44 0 0,6 2-348 0 0,-1 0-716 0 0,-9-1-937 0 0,0 1-1991 0 0</inkml:trace>
  <inkml:trace contextRef="#ctx0" brushRef="#br0" timeOffset="-67992.957">4546 5059 4272 0 0,'0'0'1957'0'0,"0"0"-685"0"0,0 0-572 0 0,0 0-256 0 0,0 0-224 0 0,0 0-208 0 0,0 0-12 0 0,0 0-220 0 0,0 0-156 0 0,0 0-248 0 0,0 0-232 0 0,9 70-172 0 0,0-68-161 0 0,0 1-283 0 0,0-1-484 0 0</inkml:trace>
  <inkml:trace contextRef="#ctx0" brushRef="#br0" timeOffset="-67833.725">4577 5395 1084 0 0,'0'0'5185'0'0,"0"0"-3349"0"0,0 0-812 0 0,0 0-600 0 0,0 0 32 0 0,0 0 96 0 0,0 0 16 0 0,0 0-232 0 0,0 0-336 0 0,0 0-128 0 0,0 0-28 0 0,-31 54 16 0 0,31-48-120 0 0,9 2-244 0 0,-9 1-284 0 0,0 1-648 0 0,0-2-956 0 0,0 1-557 0 0</inkml:trace>
  <inkml:trace contextRef="#ctx0" brushRef="#br0" timeOffset="-66307.478">4559 5557 1840 0 0,'0'0'1472'0'0,"0"0"-422"0"0,0 0-123 0 0,0 0 43 0 0,0 0 64 0 0,0 0-44 0 0,0 0-211 0 0,0 0-215 0 0,0 0-116 0 0,0 0-8 0 0,0 24 1192 0 0,1-23-1656 0 0,-1 1-1 0 0,1-1 0 0 0,-1 1 1 0 0,1-1-1 0 0,0 1 0 0 0,0-1 0 0 0,0 0 1 0 0,0 0-1 0 0,0 1 0 0 0,0-1 1 0 0,0 0-1 0 0,0 0 0 0 0,0 0 0 0 0,0 0 1 0 0,1 0-1 0 0,-1 0 0 0 0,0 0 1 0 0,1 0-1 0 0,-1-1 0 0 0,1 1 0 0 0,-1 0 1 0 0,1-1-1 0 0,-1 0 0 0 0,1 1 1 0 0,-1-1-1 0 0,1 0 0 0 0,0 0 1 0 0,-1 1-1 0 0,1-1 0 0 0,-1 0 0 0 0,1-1 25 0 0,0 1 115 0 0,3-17 52 0 0,-6 25 522 0 0,-1-1-718 0 0,0-1-1 0 0,1 1 1 0 0,0 0 0 0 0,1 0-1 0 0,-1 0 1 0 0,1 0-1 0 0,1 0 1 0 0,-1 0 0 0 0,1-1-1 0 0,0 1 1 0 0,1 0-1 0 0,-1 0 1 0 0,1-1 0 0 0,1 1-1 0 0,-1-1 1 0 0,1 0-1 0 0,0 0 1 0 0,1 0 0 0 0,-1 0-1 0 0,1 0 1 0 0,1 0 29 0 0,22-4-1496 0 0,-9-33 1111 0 0,-14 18 409 0 0,-1 1 0 0 0,0-1 0 0 0,-1 1 0 0 0,0-1 0 0 0,-1 0 0 0 0,-1 0 0 0 0,0 0 0 0 0,0 0 0 0 0,-1 1 0 0 0,-1-1 1 0 0,0 0-1 0 0,-3-8-24 0 0,4 20 54 0 0,0 0 0 0 0,0 0 0 0 0,-1 1 0 0 0,1-1 1 0 0,0 0-1 0 0,0 1 0 0 0,0-1 0 0 0,0 1 0 0 0,-1 0 1 0 0,1-1-1 0 0,0 1 0 0 0,0 0 0 0 0,-1-1 1 0 0,1 1-1 0 0,0 0 0 0 0,-1 0 0 0 0,1 0 0 0 0,0 0 1 0 0,0 1-1 0 0,-1-1 0 0 0,1 0 0 0 0,0 0 0 0 0,0 1 1 0 0,-1-1-1 0 0,1 1 0 0 0,0-1 0 0 0,0 1 1 0 0,0-1-1 0 0,0 1 0 0 0,-1 0 0 0 0,1 0 0 0 0,0-1 1 0 0,0 1-1 0 0,1 0 0 0 0,-1 0 0 0 0,0 0 0 0 0,0 0 1 0 0,0 0-1 0 0,1 0 0 0 0,-1 0 0 0 0,0 1 0 0 0,1-1 1 0 0,-1 0-1 0 0,1 0 0 0 0,-1 0 0 0 0,1 1 1 0 0,0-1-1 0 0,-1 0 0 0 0,1 0 0 0 0,0 1 0 0 0,0-1 1 0 0,0 0-1 0 0,0 1 0 0 0,0-1 0 0 0,0 1-54 0 0,0-1-90 0 0,-49 170-1316 0 0,47-167 1413 0 0,1-2 357 0 0,3-16-260 0 0,-2-110-12 0 0,0 123 217 0 0,0 1 80 0 0,-9 9 425 0 0,3 0-804 0 0,-1-1-31 0 0,2 0 0 0 0,-1 1 1 0 0,1-1-1 0 0,0 1 0 0 0,1 1 0 0 0,0-1 1 0 0,1 1-1 0 0,0-1 0 0 0,0 1 1 0 0,0 4 20 0 0,-11 82 711 0 0,14-95-715 0 0,0-1 27 0 0,0 0 63 0 0,0-22-63 0 0,0 10 5 0 0,0 1 0 0 0,-1 0 0 0 0,0-1 0 0 0,0 1 0 0 0,-1 0 0 0 0,-1 0 0 0 0,0 0 0 0 0,-1 0 0 0 0,0 0-1 0 0,0 1 1 0 0,-1 0 0 0 0,0 0 0 0 0,-2-1-28 0 0,6 74 18 0 0,8 29-64 0 0,3-32-151 0 0,-10-61 184 0 0,0 0-1 0 0,0 1 1 0 0,0-1-1 0 0,0 1 1 0 0,1-1 0 0 0,-1 1-1 0 0,0-1 1 0 0,0 1 0 0 0,1-1-1 0 0,-1 1 1 0 0,0-1-1 0 0,1 1 1 0 0,-1 0 0 0 0,1-1-1 0 0,-1 1 1 0 0,0 0 0 0 0,1-1-1 0 0,-1 1 1 0 0,1 0-1 0 0,-1-1 1 0 0,1 1 0 0 0,-1 0-1 0 0,1 0 1 0 0,-1-1 0 0 0,1 1-1 0 0,-1 0 1 0 0,1 0-1 0 0,0 0 1 0 0,-1 0 0 0 0,1 0-1 0 0,-1 0 1 0 0,1 0-1 0 0,-1 0 1 0 0,1 0 0 0 0,0 0-1 0 0,-1 0 1 0 0,1 0 0 0 0,-1 1-1 0 0,1-1 1 0 0,-1 0-1 0 0,1 0 1 0 0,-1 0 0 0 0,1 1-1 0 0,-1-1 1 0 0,1 0 0 0 0,-1 1-1 0 0,1-1 1 0 0,-1 0-1 0 0,0 1 1 0 0,1-1 0 0 0,-1 1-1 0 0,1-1 1 0 0,-1 0 0 0 0,0 1-1 0 0,0-1 1 0 0,1 1-1 0 0,-1-1 1 0 0,0 1 0 0 0,0 0 13 0 0,18-116 435 0 0,-18 96-494 0 0,0 10-161 0 0,0 19 40 0 0,-18 43-279 0 0,9 83-145 0 0,18-144 893 0 0,1-9-232 0 0,-1-1 0 0 0,-1-1 1 0 0,-1 0-1 0 0,0 0 1 0 0,-1 0-1 0 0,-1 0 1 0 0,-1-1-1 0 0,-1 0 1 0 0,0 0-1 0 0,-2-1-57 0 0,-36 66-62 0 0,21-25-268 0 0,1 0 1 0 0,2 1-1 0 0,0 0 1 0 0,1 1-1 0 0,1 0 0 0 0,1 1 1 0 0,1 0-1 0 0,0 0 1 0 0,0 14 329 0 0,-7 16-2264 0 0,-3 8-1353 0 0</inkml:trace>
  <inkml:trace contextRef="#ctx0" brushRef="#br0" timeOffset="-59054.341">4450 5739 1460 0 0,'0'0'1630'0'0,"0"0"-128"0"0,0 0-211 0 0,0 0-343 0 0,0 0 11 0 0,0 0-256 0 0,0 0-385 0 0,0 0-140 0 0,0 0 314 0 0,3-5 455 0 0,6-13-235 0 0,-7 14-210 0 0,1 3 2314 0 0,11 2-2124 0 0,78 81-1101 0 0,-88-77 441 0 0,-3-4-42 0 0,-1 0-1 0 0,1 0 0 0 0,-1 0 0 0 0,1 0 0 0 0,-1 0 0 0 0,1-1 0 0 0,0 1 0 0 0,-1 0 0 0 0,1 0 0 0 0,0-1 1 0 0,0 1-1 0 0,-1 0 0 0 0,1-1 0 0 0,0 1 0 0 0,0 0 0 0 0,0-1 0 0 0,0 1 0 0 0,0-1 0 0 0,0 0 0 0 0,0 1 1 0 0,0-1-1 0 0,0 0 0 0 0,0 0 0 0 0,0 0 0 0 0,0 1 0 0 0,0-1 0 0 0,0 0 0 0 0,0 0 0 0 0,0 0 1 0 0,0-1-1 0 0,0 1 0 0 0,1 0 0 0 0,-1 0 0 0 0,0-1 0 0 0,0 1 0 0 0,0 0 0 0 0,-1-1 0 0 0,2 0 11 0 0,-3-48-99 0 0,-70 13 770 0 0,70 37-669 0 0,-1 0 0 0 0,1 0 0 0 0,-1 0 1 0 0,1 0-1 0 0,0 0 0 0 0,0 0 0 0 0,-1 1 0 0 0,1-1 1 0 0,0 1-1 0 0,0-1 0 0 0,0 0 0 0 0,0 1 0 0 0,1 0 1 0 0,-1-1-1 0 0,0 1 0 0 0,1-1 0 0 0,-1 1 0 0 0,1 0 1 0 0,-1 0-1 0 0,1-1 0 0 0,0 1 0 0 0,0 0 0 0 0,0 0 1 0 0,0-1-1 0 0,0 1 0 0 0,0 0 0 0 0,0 0 0 0 0,1-1 1 0 0,-1 1-1 0 0,1 0 0 0 0,-1-1 0 0 0,1 1-2 0 0,-1 3 47 0 0,0 99 424 0 0,0-104-631 0 0,0 0-78 0 0,0 0-86 0 0,0 0-160 0 0,-3-9-5027 0 0,-12-3 81 0 0</inkml:trace>
  <inkml:trace contextRef="#ctx0" brushRef="#br0" timeOffset="-49834.051">2668 5708 196 0 0,'0'0'81'0'0,"0"0"-49"0"0,0 0-11 0 0,0 0 28 0 0,0 0-29 0 0,0 0-15 0 0,0 0 9 0 0,-2-2 49 0 0,0 0 283 0 0,-1-4 0 0 0,10 4 7663 0 0,-7 2-7103 0 0,32 2 4189 0 0,-32 121-5305 0 0,40-89 156 0 0,22 40 212 0 0,-52-56-158 0 0,-9-16-1 0 0,4 10-225 0 0,12 41 477 0 0,-14-44-253 0 0,22 6 6 0 0,246-21 897 0 0,-234 10-724 0 0,-37-4-171 0 0,15 1-20 0 0,229 52 542 0 0,-144-39 189 0 0,-97-13-731 0 0,0 0 1 0 0,0 0-1 0 0,0 1 0 0 0,0-1 1 0 0,0 1-1 0 0,0 0 1 0 0,0 0-1 0 0,0 0 1 0 0,-1 0-1 0 0,1 0 1 0 0,-1 1-1 0 0,1-1 1 0 0,-1 1-1 0 0,0-1 1 0 0,0 1-1 0 0,0 0 1 0 0,0 0-1 0 0,-1 0 1 0 0,1 0-1 0 0,-1 0 0 0 0,0 0 1 0 0,0 1-1 0 0,0-1 1 0 0,0 0-1 0 0,0 1 1 0 0,-1-1-1 0 0,0 1 1 0 0,1-1-1 0 0,-1 0 1 0 0,0 1-1 0 0,-1-1 1 0 0,1 1-1 0 0,-1-1 1 0 0,0 3 13 0 0,-36 48 2 0 0,32-46 0 0 0,1-1 0 0 0,0 0-1 0 0,0 1 1 0 0,0 0 0 0 0,1 0-1 0 0,0 0 1 0 0,1 0 0 0 0,0 1-1 0 0,0-1 1 0 0,1 0 0 0 0,-1 7-2 0 0,2-15 83 0 0,0 0 39 0 0,0 0 68 0 0,0 0 17 0 0,0 0-56 0 0,0 0-58 0 0,0-24 236 0 0,0 1-414 0 0,-1 16 59 0 0,1 0 1 0 0,-1 1-1 0 0,1-1 0 0 0,1 0 0 0 0,-1 0 0 0 0,1 0 0 0 0,0 0 0 0 0,1 1 0 0 0,0-1 0 0 0,0 0 1 0 0,0 1-1 0 0,1-1 0 0 0,0 1 0 0 0,0 0 0 0 0,2-3 26 0 0,38-6-57 0 0,-35 15 130 0 0,141-12 118 0 0,83 5-45 0 0,-74 37-89 0 0,-156-30-64 0 0,27 4-7 0 0,0-2 0 0 0,-1-2 0 0 0,1 0 0 0 0,0-2 0 0 0,15-3 14 0 0,46-3-38 0 0,-83 5 44 0 0,0-1 0 0 0,0 0 1 0 0,0 0-1 0 0,-1 0 0 0 0,1-1 1 0 0,-1 0-1 0 0,0 0 0 0 0,-1 0 1 0 0,1-1-1 0 0,-1 0 0 0 0,0 0 1 0 0,-1 0-1 0 0,0-1 1 0 0,1 1-1 0 0,-2-1 0 0 0,1 0 1 0 0,-1 0-1 0 0,0-1 0 0 0,-1 1 1 0 0,0-1-1 0 0,0 1 0 0 0,0-1 1 0 0,-1-2-7 0 0,0 1 24 0 0,1 6-59 0 0,-1-1 0 0 0,0 0 0 0 0,-1 0 0 0 0,1 1 0 0 0,-1-1 0 0 0,1 0 0 0 0,-1 0 0 0 0,0 1 0 0 0,0-1 0 0 0,-1 0 0 0 0,1 0 0 0 0,-1 0 0 0 0,0 1 0 0 0,0-1 0 0 0,0 0 0 0 0,0 1 0 0 0,-1-1 0 0 0,0 1 0 0 0,1 0 0 0 0,-1-1 0 0 0,0 1 0 0 0,-1 0 0 0 0,1 0 0 0 0,-1 0 0 0 0,1 0 0 0 0,-2 0 35 0 0,-4-4-112 0 0,8 6 39 0 0,-1-1 0 0 0,0 1 0 0 0,0 0-1 0 0,0 0 1 0 0,0 0 0 0 0,0 0 0 0 0,0 0 0 0 0,0 0 0 0 0,-1 0 0 0 0,1 0 0 0 0,0 0-1 0 0,0 1 1 0 0,-1-1 0 0 0,1 0 0 0 0,0 1 0 0 0,-1-1 0 0 0,1 1 0 0 0,-1 0 0 0 0,1-1-1 0 0,-1 1 1 0 0,1 0 0 0 0,-1 0 0 0 0,1 0 0 0 0,0 0 0 0 0,-1 0 0 0 0,1 0 0 0 0,-1 0 0 0 0,1 1-1 0 0,-1-1 1 0 0,1 0 0 0 0,-1 1 0 0 0,0 0 73 0 0,-35 26-6758 0 0,3-1-280 0 0</inkml:trace>
  <inkml:trace contextRef="#ctx0" brushRef="#br0" timeOffset="-37663.707">4487 2715 40 0 0,'0'0'854'0'0,"0"0"1615"0"0,0 0-435 0 0,0 0-832 0 0,0 0-452 0 0,0 0-138 0 0,0 0-34 0 0,0 0-98 0 0,4 0-425 0 0,-89-9 276 0 0,55 11-454 0 0,-281 9 493 0 0,5 1 1564 0 0,123 21-2590 0 0,90-14 1026 0 0,13-5-115 0 0,-125-1 552 0 0,51-34-429 0 0,123 17-716 0 0,31 4 346 0 0,-24 0 320 0 0,-15 0 151 0 0,38 0-461 0 0,1 0-20 0 0,-1 0-6 0 0,-2 0 0 0 0,2 0-9 0 0,1 0-38 0 0,-35 0-629 0 0,-38 8 571 0 0,37-5 1284 0 0,35-3-1237 0 0,1 0 46 0 0,0 0 12 0 0,0 0 27 0 0,0 0 50 0 0,0 0 27 0 0,0 0 1 0 0,0 0-10 0 0,0 0 14 0 0,0 0 22 0 0,0 0-8 0 0,-14-7 1202 0 0,15 7-1194 0 0,7 0 2137 0 0,11 0-2104 0 0,-6-10-7838 0 0,-15 2 1772 0 0,-9 26 1514 0 0</inkml:trace>
  <inkml:trace contextRef="#ctx0" brushRef="#br0" timeOffset="-36599.546">2745 2816 144 0 0,'0'0'158'0'0,"0"0"885"0"0,0 0 2478 0 0,0 0-1146 0 0,0 0-1073 0 0,0 0-487 0 0,0 0-150 0 0,0 0 14 0 0,-2 2-55 0 0,-10 11 54 0 0,12-13-533 0 0,0 0-10 0 0,0 0 25 0 0,0 0-5 0 0,0 1-56 0 0,0 0-75 0 0,0-1-50 0 0,-9 2-574 0 0,-54 9-9724 0 0,59-11 8992 0 0,80-15 892 0 0</inkml:trace>
  <inkml:trace contextRef="#ctx0" brushRef="#br0" timeOffset="-36344.646">2500 2991 1236 0 0,'0'0'2360'0'0,"0"0"1058"0"0,0 0-2198 0 0,0 0-1265 0 0,0 0 267 0 0,0 0-456 0 0,0 0-488 0 0,2 2 104 0 0,7 4 364 0 0,-6-4 324 0 0,-3-2 171 0 0,0 0 111 0 0,0 0 97 0 0,0 0 57 0 0,0 0-2 0 0,0 0-77 0 0,0 0-99 0 0,0 0-81 0 0,0 0-67 0 0,0 0-81 0 0,0 0-96 0 0,0 0-229 0 0,0-12-6703 0 0,0 7 4732 0 0,0 22 1560 0 0</inkml:trace>
  <inkml:trace contextRef="#ctx0" brushRef="#br0" timeOffset="-36105.024">2500 2991 796 0 0</inkml:trace>
  <inkml:trace contextRef="#ctx0" brushRef="#br0" timeOffset="-33481.887">2500 2991 796 0 0,'212'-83'495'0'0,"-170"66"1778"0"0,-50 24 1591 0 0,4-3-1737 0 0,7-5 2679 0 0,-3 30-3994 0 0,-31 4-984 0 0,12 5 217 0 0,2-5 53 0 0,-19 20 126 0 0,22-25-438 0 0,-1-3 433 0 0,-16 24-113 0 0,26-17-108 0 0,-27 101 595 0 0,10-86-390 0 0,22 20-67 0 0,0 103 97 0 0,22-135-230 0 0,33 111 221 0 0,-29-82-196 0 0,-17-25-71 0 0,5 28 47 0 0,-13 36-42 0 0,-10-39-16 0 0,-28 27 86 0 0,1-44 0 0 0,-20 34-31 0 0,-1-22 98 0 0,48-50-110 0 0,0 2 1 0 0,1-1 0 0 0,0 1 0 0 0,0 0 0 0 0,1 1-1 0 0,0 0 1 0 0,1 0 0 0 0,1 0 0 0 0,0 1 0 0 0,-3 11 10 0 0,-17 37 89 0 0,15 40-152 0 0,11-70 47 0 0,26 69-22 0 0,-26-94 44 0 0,1 0-1 0 0,1 0 1 0 0,-1 0-1 0 0,1-1 1 0 0,0 1-1 0 0,0-1 1 0 0,1 1-1 0 0,0-1 1 0 0,0 0-1 0 0,0 0 1 0 0,0-1-1 0 0,1 1 1 0 0,-1-1-1 0 0,1 0 1 0 0,0 0-1 0 0,2 0-5 0 0,21 20 32 0 0,21 28-18 0 0,-11-11 80 0 0,16 34-55 0 0,-32-27 3 0 0,24 35-113 0 0,-33-7 71 0 0,-55-30-450 0 0,-43 37-86 0 0,55-44 163 0 0,7-5 137 0 0,22-15-3255 0 0,1-24-1372 0 0</inkml:trace>
  <inkml:trace contextRef="#ctx0" brushRef="#br0" timeOffset="-31953.951">1 4353 664 0 0,'0'0'475'0'0,"0"0"1597"0"0,0 0 516 0 0,0 0-592 0 0,0 0-704 0 0,0 0-382 0 0,0 0-57 0 0,0 0-46 0 0,0 0-114 0 0,7 2-92 0 0,50 16 386 0 0,2-2-1 0 0,0-3 1 0 0,0-3 0 0 0,40 1-987 0 0,-88-9-48 0 0,-1 0 1 0 0,1-1 0 0 0,-1 0-1 0 0,1 0 1 0 0,-1-2 0 0 0,1 1-1 0 0,-1-1 1 0 0,1-1 0 0 0,-1 0-1 0 0,1 0 1 0 0,-1-1 0 0 0,0 0 0 0 0,0-1-1 0 0,0 0 1 0 0,-1-1 0 0 0,1 0-1 0 0,-1 0 1 0 0,0-1 0 0 0,-1 0-1 0 0,1-1 1 0 0,-1 0 0 0 0,-1 0-1 0 0,1-1 1 0 0,-1 0 0 0 0,-1 0-1 0 0,5-7 48 0 0,-9 11-62 0 0,-1 0-1 0 0,0 0 1 0 0,0 0-1 0 0,0 0 1 0 0,0-1-1 0 0,0 1 0 0 0,-1 0 1 0 0,0-1-1 0 0,0 1 1 0 0,0 0-1 0 0,-1-1 1 0 0,1 1-1 0 0,-1 0 0 0 0,0 0 1 0 0,0-1-1 0 0,-1 1 1 0 0,1 0-1 0 0,-1 0 0 0 0,0 0 1 0 0,0 1-1 0 0,0-1 1 0 0,0 0-1 0 0,-1 1 1 0 0,0-1-1 0 0,1 1 0 0 0,-1 0 1 0 0,-3-3 62 0 0,-103-68-309 0 0,91 64 313 0 0,-201-94 138 0 0,285 100 230 0 0,3 5-612 0 0,109-6-662 0 0,-67-27-8931 0 0,-89 17 6621 0 0</inkml:trace>
  <inkml:trace contextRef="#ctx0" brushRef="#br0" timeOffset="-31716.477">699 4144 640 0 0,'0'0'2596'0'0,"0"0"-1928"0"0,0 0-668 0 0,0 0-900 0 0,0 0-520 0 0,0 0 716 0 0,0 0 440 0 0,0 0-72 0 0</inkml:trace>
  <inkml:trace contextRef="#ctx0" brushRef="#br0" timeOffset="-31286.646">845 3916 380 0 0,'0'0'245'0'0,"0"0"403"0"0,0 0 1827 0 0,0 0 198 0 0,0 0-893 0 0,0 0-747 0 0,0 0-371 0 0,0 0-21 0 0,0 0 33 0 0,0 0-110 0 0,0 3-171 0 0,2 43 647 0 0,-9 72 733 0 0,-60 68-1654 0 0,54-110-1866 0 0,11-41-6707 0 0,5-34 5883 0 0,8-1 303 0 0</inkml:trace>
  <inkml:trace contextRef="#ctx0" brushRef="#br0" timeOffset="-30986.658">926 4380 220 0 0,'0'0'273'0'0,"0"0"-75"0"0,0 0 36 0 0,0 0 646 0 0,0 0 1027 0 0,0 0-22 0 0,0 0-430 0 0,0 0-252 0 0,0 0-116 0 0,5-3-59 0 0,17-7-88 0 0,-17-23 664 0 0,27-226-2492 0 0,5 202-1608 0 0,22 20-3314 0 0,-47 30 4046 0 0,2-1-64 0 0</inkml:trace>
  <inkml:trace contextRef="#ctx0" brushRef="#br0" timeOffset="-30733.596">1144 3957 236 0 0,'0'0'543'0'0,"0"0"79"0"0,0 0 892 0 0,0 0 39 0 0,0 0-394 0 0,0 0-471 0 0,0 0-276 0 0,0 0 142 0 0,0 0 232 0 0,0 0 34 0 0,9 2-87 0 0,76 11 2474 0 0,-77-11-3065 0 0,0 0 1 0 0,0 0-1 0 0,0 1 1 0 0,0 0 0 0 0,-1 0-1 0 0,0 1 1 0 0,1 0 0 0 0,-1 1-1 0 0,-1-1 1 0 0,1 1-1 0 0,-1 0 1 0 0,0 1 0 0 0,0 0-1 0 0,2 3-142 0 0,2 1 16 0 0,-1 0 0 0 0,0 1-1 0 0,-1 0 1 0 0,0 1 0 0 0,-1 0-1 0 0,-1 0 1 0 0,1 0 0 0 0,-2 1 0 0 0,0 0-1 0 0,0 0 1 0 0,-2 0 0 0 0,1 1-1 0 0,-2-1 1 0 0,0 1 0 0 0,1 12-16 0 0,-3-18-134 0 0,0-4-78 0 0,1 0 0 0 0,-1 0 0 0 0,0 0 0 0 0,0 0 0 0 0,-1 1 0 0 0,1-1 1 0 0,-1 0-1 0 0,0 0 0 0 0,0 0 0 0 0,0 0 0 0 0,0 0 0 0 0,-1 0 0 0 0,0 0 0 0 0,0-1 0 0 0,0 1 0 0 0,0-1 0 0 0,0 1 0 0 0,-1-1 0 0 0,0 1 212 0 0,-10 3-3509 0 0,3-7-2553 0 0,6-2 5215 0 0</inkml:trace>
  <inkml:trace contextRef="#ctx0" brushRef="#br0" timeOffset="-30271.998">1870 3777 820 0 0,'0'0'241'0'0,"0"0"906"0"0,0 0 745 0 0,0 0-60 0 0,0 0-363 0 0,0 0-353 0 0,0 0-147 0 0,0 0-87 0 0,0 0-89 0 0,-6 0-120 0 0,2 1-579 0 0,0-1 0 0 0,0 1 1 0 0,0 0-1 0 0,0 0 0 0 0,0 1 0 0 0,0-1 1 0 0,0 1-1 0 0,0 0 0 0 0,0 0 1 0 0,1 0-1 0 0,-1 0 0 0 0,1 1 0 0 0,-1 0 1 0 0,1-1-1 0 0,0 1 0 0 0,0 0 1 0 0,-1 2-95 0 0,-17 18 182 0 0,1 0 0 0 0,2 2 0 0 0,0 0 0 0 0,2 1 0 0 0,0 1 0 0 0,2 0 0 0 0,1 1 0 0 0,1 0 0 0 0,2 1 0 0 0,-4 15-182 0 0,13-40 9 0 0,-1-1 1 0 0,1 1 0 0 0,0 0-1 0 0,0 0 1 0 0,0 0-1 0 0,1 0 1 0 0,-1 0 0 0 0,1 0-1 0 0,0 0 1 0 0,0 0-1 0 0,0 0 1 0 0,1 0 0 0 0,0 0-1 0 0,-1 0 1 0 0,1-1-1 0 0,0 1 1 0 0,1 0 0 0 0,-1 0-1 0 0,1-1 1 0 0,0 1-1 0 0,0-1 1 0 0,0 1 0 0 0,0-1-1 0 0,0 0 1 0 0,1 1-1 0 0,0-1 1 0 0,-1-1 0 0 0,1 1-1 0 0,0 0 1 0 0,0-1-1 0 0,1 1 1 0 0,0-1-10 0 0,18 8 3 0 0,0-1 1 0 0,0-1-1 0 0,1-2 0 0 0,0 0 0 0 0,0-1 0 0 0,1-1 1 0 0,-1-2-1 0 0,1 0 0 0 0,0-1 0 0 0,-1-2 1 0 0,1 0-1 0 0,7-3-3 0 0,-14 1-16 0 0,-1-2 0 0 0,-1 0-1 0 0,1-1 1 0 0,-1 0 0 0 0,0-1 0 0 0,0-1 0 0 0,-1 0 0 0 0,0-1 0 0 0,0-1 0 0 0,-1 0 0 0 0,-1-1 0 0 0,0 0-1 0 0,0-1 1 0 0,-1 0 0 0 0,0-1 0 0 0,-1 0 0 0 0,-1-1 0 0 0,0 0 0 0 0,-1 0 0 0 0,5-12 16 0 0,-7 15-110 0 0,-1 1 1 0 0,-1-1 0 0 0,0 0 0 0 0,0 0-1 0 0,-1-1 1 0 0,0 1 0 0 0,-1-1-1 0 0,0 0 1 0 0,-1 0 0 0 0,0 1 0 0 0,-1-1-1 0 0,-1 0 1 0 0,0 0 0 0 0,0 0 0 0 0,-1 1-1 0 0,0-1 1 0 0,-1 1 0 0 0,-1-1-1 0 0,0 1 1 0 0,0 0 0 0 0,-5-8 109 0 0,2 8-143 0 0,0 1-1 0 0,-1 1 1 0 0,0-1-1 0 0,0 1 1 0 0,-1 1 0 0 0,0-1-1 0 0,0 1 1 0 0,-1 1 0 0 0,0 0-1 0 0,-1 0 1 0 0,0 1 0 0 0,0 1-1 0 0,0 0 1 0 0,0 0 0 0 0,-1 1-1 0 0,0 0 1 0 0,0 1 0 0 0,0 1-1 0 0,0-1 1 0 0,0 2 0 0 0,-5 0 143 0 0,7 4-220 0 0,1 0 1 0 0,0 1 0 0 0,-1 0-1 0 0,2 0 1 0 0,-1 1 0 0 0,1 1 0 0 0,-1-1-1 0 0,1 1 1 0 0,1 1 0 0 0,-7 6 219 0 0,-8 5-759 0 0,-150 146-5821 0 0,145-132 6136 0 0</inkml:trace>
  <inkml:trace contextRef="#ctx0" brushRef="#br0" timeOffset="-30018.546">1756 4057 1552 0 0,'0'0'116'0'0,"0"0"4101"0"0,0 0-1825 0 0,0 0-736 0 0,0 0-404 0 0,0 0-248 0 0,0 0-148 0 0,0 0-244 0 0,232 35-220 0 0,-192-35-228 0 0,6-2-164 0 0,-6-6-328 0 0,-8-1-284 0 0,0 1-192 0 0,-14 0-312 0 0,-4-2-900 0 0,-10 5-2669 0 0,-4-3 33 0 0</inkml:trace>
  <inkml:trace contextRef="#ctx0" brushRef="#br0" timeOffset="-29685.975">1194 3434 4288 0 0,'0'0'6029'0'0,"0"0"-3089"0"0,0 0-1024 0 0,0 0-796 0 0,0 0-207 0 0,0 0 63 0 0,0 0-248 0 0,0 0-260 0 0,0 0-280 0 0,0 0-188 0 0,22-8-172 0 0,-22 8-232 0 0,0 0-400 0 0,0 0-408 0 0,0 0-825 0 0,0 0-2271 0 0,-4 0-3365 0 0,-14 8 4717 0 0</inkml:trace>
  <inkml:trace contextRef="#ctx0" brushRef="#br0" timeOffset="25421.053">2654 2739 2164 0 0,'0'0'1239'0'0,"0"0"-373"0"0,0 0-284 0 0,0 0-120 0 0,0 0-92 0 0,0 0-33 0 0,0 0-27 0 0,0 0-35 0 0,0 0-17 0 0,4 17 4716 0 0,19 10-4338 0 0,0 2-254 0 0,22 33-89 0 0,6 31 732 0 0,-11-15-763 0 0,4 11 95 0 0,-20-29-106 0 0,4 4 103 0 0,26 20-266 0 0,0-14-140 0 0,24 38 77 0 0,-46-70 82 0 0,13 15-98 0 0,113 119-3 0 0,-53-18 91 0 0,27 28 257 0 0,-47-78-300 0 0,92 63 113 0 0,23 37 34 0 0,-176-186-162 0 0,3 1-4 0 0,-1 1 0 0 0,0 1 0 0 0,-2 1 0 0 0,0 2 0 0 0,-2 0-1 0 0,0 1 1 0 0,14 24-35 0 0,22 50 1 0 0,-8-34-46 0 0,29 52 35 0 0,-39-51 45 0 0,-13 21-306 0 0,-22-4 507 0 0,-5-83-225 0 0,0 0-3 0 0,0 35 235 0 0,0 26-480 0 0,0-60 141 0 0,-59-14-5994 0 0,22 1 849 0 0</inkml:trace>
  <inkml:trace contextRef="#ctx0" brushRef="#br0" timeOffset="26230.418">3085 3505 6949 0 0,'0'0'1908'0'0,"0"0"-900"0"0,0 0-504 0 0,0 0-104 0 0,0 0 168 0 0,0 0-352 0 0,0 0-216 0 0,0 0-656 0 0,0 0-440 0 0,0 0-160 0 0,0 0-212 0 0,0 0-108 0 0,0 0-77 0 0,0 0-175 0 0</inkml:trace>
  <inkml:trace contextRef="#ctx0" brushRef="#br0" timeOffset="26469.067">3085 3505 6065 0 0,'45'41'2352'0'0,"-45"-41"-976"0"0,0 0-372 0 0,0 0-52 0 0,0 0 88 0 0,0 0-288 0 0,0-2-424 0 0,0 0-328 0 0,0 0-280 0 0,0-2-104 0 0,0 2-280 0 0,0 0-284 0 0,0-2-820 0 0,0 0-2260 0 0,0 0-1129 0 0</inkml:trace>
  <inkml:trace contextRef="#ctx0" brushRef="#br0" timeOffset="26722.386">3171 3520 7341 0 0,'0'0'1908'0'0,"0"0"-628"0"0,0 0-264 0 0,0 0-68 0 0,0 0 164 0 0,0 0-224 0 0,0 0-432 0 0,0 0-456 0 0,0 0-152 0 0,0 0-444 0 0,0 0-548 0 0,-27-15-768 0 0,32 1-2648 0 0</inkml:trace>
  <inkml:trace contextRef="#ctx0" brushRef="#br0" timeOffset="27151.875">3198 3407 1044 0 0,'0'0'6034'0'0,"0"0"-3970"0"0,0 0-1127 0 0,0 0-178 0 0,0 0 51 0 0,0 0-112 0 0,0 0-362 0 0,0 0-558 0 0,0 0-154 0 0,-6 1 80 0 0,4 0 296 0 0,1-1-18 0 0,-1 0 1 0 0,0 1 0 0 0,0-1 0 0 0,1 1 0 0 0,-1-1 0 0 0,0 1 0 0 0,1 0 0 0 0,-1 0 0 0 0,0-1 0 0 0,1 1 0 0 0,-1 0 0 0 0,1 1-1 0 0,0-1 1 0 0,-1 0 0 0 0,1 0 0 0 0,0 0 0 0 0,0 1 0 0 0,0-1 0 0 0,0 1 0 0 0,0-1 0 0 0,0 1 0 0 0,0-1 0 0 0,0 1 0 0 0,0 0-1 0 0,1-1 1 0 0,-1 1 0 0 0,1 0 0 0 0,-1 0 0 0 0,1-1 0 0 0,0 2 17 0 0,-55 129 71 0 0,144-239-3810 0 0,-77 89 2849 0 0,8-16-330 0 0,-14 12 3438 0 0,-33 50-465 0 0,15-16-1618 0 0,1 2 0 0 0,0-1 0 0 0,1 2 0 0 0,1-1 0 0 0,0 1 0 0 0,1 1 0 0 0,0-1 1 0 0,2 1-1 0 0,0 1-135 0 0,6-17 0 0 0,1 1 0 0 0,0-1 0 0 0,0 1 0 0 0,0-1 0 0 0,0 1 0 0 0,0-1 0 0 0,0 0 1 0 0,0 0-1 0 0,0 1 0 0 0,0-1 0 0 0,0 0 0 0 0,0 0 0 0 0,0 0 0 0 0,0 0 0 0 0,0 0 0 0 0,0 0 1 0 0,0-1-1 0 0,0 1 0 0 0,0 0 0 0 0,0 0 0 0 0,0-1 0 0 0,0 1 0 0 0,0-1 0 0 0,-1 1 0 0 0,1 0 0 0 0,0-1 1 0 0,0 0-1 0 0,0 1 0 0 0,0-1 0 0 0,-1 0 0 0 0,1 1 0 0 0,0-1 0 0 0,-1 0 0 0 0,1 0 0 0 0,0 1 1 0 0,-1-1-1 0 0,1 0 0 0 0,-1 0 0 0 0,1 0 0 0 0,-1 0 0 0 0,0 0 0 0 0,1 0 0 0 0,-1 0 0 0 0,0-1 0 0 0,10-5 98 0 0,52-43-381 0 0,-89 91 1390 0 0,5 9-1100 0 0,29-50-1162 0 0,21-1-2181 0 0,-4-4-246 0 0</inkml:trace>
  <inkml:trace contextRef="#ctx0" brushRef="#br0" timeOffset="28424.989">3915 3505 1852 0 0,'0'0'1774'0'0,"0"0"-777"0"0,0 0-336 0 0,0 0 82 0 0,0 0 109 0 0,0 0 46 0 0,0 0-67 0 0,0 0-66 0 0,0 0-16 0 0,0 0-5 0 0,-1 2 30 0 0,-6 1 976 0 0,7-3-1759 0 0,1-1 1 0 0,-1 0-1 0 0,0 0 1 0 0,0 0-1 0 0,0 0 1 0 0,0 0-1 0 0,0 1 0 0 0,0-1 1 0 0,0 0-1 0 0,0 0 1 0 0,0 0-1 0 0,0 0 0 0 0,0 0 1 0 0,-1 1-1 0 0,1-1 1 0 0,0 0-1 0 0,-1 0 1 0 0,1 0-1 0 0,0 1 0 0 0,-1-1 1 0 0,1 0-1 0 0,-1 0 1 0 0,1 1-1 0 0,-1-1 1 0 0,1 1-1 0 0,-1-1 0 0 0,0 0 1 0 0,1 1-1 0 0,-1-1 1 0 0,0 1-1 0 0,0-1 1 0 0,1 1-1 0 0,-1 0 0 0 0,0-1 1 0 0,0 1-1 0 0,0 0 1 0 0,1-1-1 0 0,-1 1 1 0 0,0 0-1 0 0,0 0 0 0 0,0 0 1 0 0,0 0-1 0 0,0 0 9 0 0,-2 19-971 0 0,6-15 971 0 0,1 1 0 0 0,0-1 0 0 0,0-1 0 0 0,1 1 0 0 0,-1-1 0 0 0,1 1 0 0 0,0-1 0 0 0,-1 0 0 0 0,2-1 0 0 0,-1 1-1 0 0,0-1 1 0 0,0 0 0 0 0,1-1 0 0 0,0 1 0 0 0,11 5 8 0 0,16-1-400 0 0,-74-31 191 0 0,-63-4 1778 0 0,107 52-1455 0 0,1-18-74 0 0,1 0 0 0 0,1 0 0 0 0,-1 0-1 0 0,1-1 1 0 0,0 0 0 0 0,0 0 0 0 0,0 0-1 0 0,0-1 1 0 0,0 0 0 0 0,1 0 0 0 0,0-1 0 0 0,-1 0-1 0 0,1 0 1 0 0,0 0 0 0 0,0-1 0 0 0,0 0-1 0 0,0 0 1 0 0,1-1-48 0 0,-13-12-579 0 0,-48-19-92 0 0,45 28 673 0 0,6 3 20 0 0,3 4-1 0 0,0 1 0 0 0,1 0 0 0 0,-1-1-1 0 0,1 1 1 0 0,0-1 0 0 0,1 0 0 0 0,-1 1 0 0 0,1-1 0 0 0,-1 0-1 0 0,1 0 1 0 0,0-1 0 0 0,1 1 0 0 0,-1-1 0 0 0,1 1-1 0 0,-1-1 1 0 0,1 0 0 0 0,0-1 0 0 0,0 1 0 0 0,0-1 0 0 0,1 1-1 0 0,-1-1 1 0 0,1 0 0 0 0,-1-1 0 0 0,1 1 0 0 0,-1-1 0 0 0,1 0-1 0 0,0 0 1 0 0,0 0-21 0 0,24 10 179 0 0,-28-11-122 0 0,-1 2 10 0 0,0-2-131 0 0,0 0-154 0 0,0 0-48 0 0,0 0-14 0 0,-10-2-283 0 0,-47-8 913 0 0,66 39-643 0 0,12-21 114 0 0,-20-8 85 0 0,-8 12-2339 0 0,-12-6-1061 0 0,-14 3-2655 0 0</inkml:trace>
  <inkml:trace contextRef="#ctx0" brushRef="#br0" timeOffset="29041.929">4092 3430 8797 0 0,'0'0'1640'0'0,"0"0"-1600"0"0,0 0-40 0 0,0 0-196 0 0,0 0 192 0 0,0 0-96 0 0,0 0-820 0 0,0 0-1440 0 0,0 0-1837 0 0</inkml:trace>
  <inkml:trace contextRef="#ctx0" brushRef="#br0" timeOffset="29280.513">4092 3430 7565 0 0,'-122'119'2220'0'0,"112"-117"-1716"0"0,6 2-504 0 0,-1-2-1384 0 0,1 0-1776 0 0</inkml:trace>
  <inkml:trace contextRef="#ctx0" brushRef="#br0" timeOffset="108464.759">6074 155 484 0 0,'0'0'1999'0'0,"0"0"-776"0"0,0 0-695 0 0,0 0-396 0 0,0 0 354 0 0,0 0 1557 0 0,0 0-369 0 0,0 0-727 0 0,2-2-467 0 0,7-9-225 0 0,-6 9-35 0 0,-3 2 26 0 0,0 0-60 0 0,0 0-117 0 0,3 0-62 0 0,-2 0 108 0 0,-1 0 46 0 0,0 0-3 0 0,0 0-1 0 0,0 0 0 0 0,0 0-29 0 0,0 0-35 0 0,0 0-24 0 0,0 0-26 0 0,36-12-142 0 0,14 29-577 0 0,-50-16 767 0 0,1-1-60 0 0,0 0 0 0 0,-1 0 1 0 0,1 0-1 0 0,0-1 1 0 0,-1 1-1 0 0,1 0 0 0 0,0 0 1 0 0,-1 0-1 0 0,1-1 1 0 0,0 1-1 0 0,-1 0 0 0 0,1 0 1 0 0,-1-1-1 0 0,1 1 1 0 0,-1-1-1 0 0,1 1 0 0 0,-1 0 1 0 0,1-1-1 0 0,-1 1 1 0 0,1-1-1 0 0,-1 0 0 0 0,1 1 1 0 0,-1-1-1 0 0,0 1 0 0 0,1-1 1 0 0,-1 1-1 0 0,0-1 1 0 0,1 0-1 0 0,-1 1 0 0 0,0-1 1 0 0,0 0-1 0 0,0 1 1 0 0,0-1-1 0 0,0 0 0 0 0,0 1 1 0 0,0-1-1 0 0,0 0 1 0 0,0 1-1 0 0,0-1 0 0 0,0 0 1 0 0,0 1-1 0 0,0-1 0 0 0,0 0 1 0 0,-1 1-1 0 0,1-1 1 0 0,0 0-1 0 0,0 1 0 0 0,-1-1 1 0 0,1 1-1 0 0,-1-1-31 0 0,1 1-22 0 0,0 1 0 0 0,0 0 0 0 0,0 0 0 0 0,0 0-1 0 0,0-1 1 0 0,0 1 0 0 0,-1 0 0 0 0,1 0 0 0 0,0 0 0 0 0,-1-1 0 0 0,1 1-1 0 0,0 0 1 0 0,-1-1 0 0 0,1 1 0 0 0,-1 0 0 0 0,1-1 0 0 0,-1 1-1 0 0,1 0 1 0 0,-1-1 0 0 0,0 1 0 0 0,1-1 0 0 0,-1 1 0 0 0,0-1 0 0 0,1 1-1 0 0,-1-1 1 0 0,0 0 0 0 0,1 1 0 0 0,-1-1 0 0 0,0 0 0 0 0,0 0-1 0 0,0 1 1 0 0,1-1 0 0 0,-1 0 0 0 0,0 0 0 0 0,0 0 0 0 0,0 0 0 0 0,1 0-1 0 0,-1 0 1 0 0,0 0 0 0 0,0 0 0 0 0,0-1 0 0 0,1 1 0 0 0,-1 0 0 0 0,0 0-1 0 0,0-1 1 0 0,1 1 0 0 0,-1 0 0 0 0,0-1 0 0 0,0 1 0 0 0,1-1-1 0 0,-1 1 1 0 0,0-1 0 0 0,1 1 0 0 0,-1-1 0 0 0,1 1 0 0 0,-1-1 0 0 0,1 1-1 0 0,-1-1 23 0 0,5 4 74 0 0,0 0-1 0 0,0-1 0 0 0,1 1 0 0 0,-1-1 1 0 0,0 0-1 0 0,1 0 0 0 0,0-1 0 0 0,-1 1 1 0 0,1-1-1 0 0,0 0 0 0 0,0 0 0 0 0,0-1 1 0 0,0 1-1 0 0,0-1 0 0 0,-1 0 1 0 0,3-1-74 0 0,2-43 868 0 0,-8 41-864 0 0,-1 0 0 0 0,0-1 0 0 0,-1 1 0 0 0,1 0 0 0 0,0 0 0 0 0,-1 0 0 0 0,0-1-1 0 0,0 1 1 0 0,0 0 0 0 0,0 0 0 0 0,0 0 0 0 0,-1 0 0 0 0,1 0 0 0 0,-1 0 0 0 0,0 1 0 0 0,0-1 0 0 0,0 1-1 0 0,0-1 1 0 0,0 1 0 0 0,0-1 0 0 0,-1 1 0 0 0,1 0 0 0 0,-1 0 0 0 0,0 0 0 0 0,1 1 0 0 0,-1-1 0 0 0,0 1 0 0 0,0-1-1 0 0,0 1 1 0 0,0 0 0 0 0,0 0 0 0 0,-1 0 0 0 0,1 1 0 0 0,-3-1-4 0 0,-30 6-800 0 0,35-4 644 0 0,37 14 775 0 0,-31-15-647 0 0,-4 0 47 0 0,0 1 0 0 0,-1-1-1 0 0,1 0 1 0 0,0 0 0 0 0,0 1 0 0 0,-1-1 0 0 0,1 0-1 0 0,0 0 1 0 0,-1 0 0 0 0,1 0 0 0 0,0 0-1 0 0,0 0 1 0 0,-1 0 0 0 0,1-1 0 0 0,0 1-1 0 0,-1 0 1 0 0,1 0 0 0 0,0 0 0 0 0,0-1-1 0 0,-1 1 1 0 0,1 0 0 0 0,-1-1 0 0 0,1 1-1 0 0,0 0 1 0 0,-1-1 0 0 0,1 1 0 0 0,-1-1-1 0 0,1 1 1 0 0,-1-1 0 0 0,1 1 0 0 0,-1-1-1 0 0,1 0 1 0 0,-1 1 0 0 0,0-1 0 0 0,1 0-1 0 0,-1 1 1 0 0,0-1 0 0 0,1 0 0 0 0,-1 1-1 0 0,0-1 1 0 0,0 0 0 0 0,0 1 0 0 0,0-1-1 0 0,0 0 1 0 0,0 0 0 0 0,0 1 0 0 0,0-1-1 0 0,0 0 1 0 0,0 1 0 0 0,0-1 0 0 0,0 0-1 0 0,0 0 1 0 0,0 1 0 0 0,-1-1 0 0 0,1 0-1 0 0,0 0-18 0 0,-1 0-13 0 0,1-1-1 0 0,-1 1 1 0 0,1 0-1 0 0,-1-1 1 0 0,1 1-1 0 0,-1 0 0 0 0,1-1 1 0 0,-1 1-1 0 0,0 0 1 0 0,0 0-1 0 0,0 0 1 0 0,0 0-1 0 0,0 0 1 0 0,0 0-1 0 0,0 0 0 0 0,0 0 1 0 0,0 0-1 0 0,0 0 1 0 0,-1 0-1 0 0,1 1 1 0 0,0-1-1 0 0,-1 0 1 0 0,1 1-1 0 0,0-1 0 0 0,-1 1 1 0 0,1 0-1 0 0,0-1 1 0 0,-1 1-1 0 0,1 0 1 0 0,-1 0-1 0 0,1 0 1 0 0,-1 0-1 0 0,1 0 1 0 0,-1 0-1 0 0,1 0 0 0 0,0 1 1 0 0,-1-1-1 0 0,1 0 1 0 0,-1 1-1 0 0,1-1 1 0 0,0 1-1 0 0,-1 0 1 0 0,1-1-1 0 0,0 1 0 0 0,0 0 1 0 0,0 0-1 0 0,-1 0 1 0 0,1 0-1 0 0,0 0 1 0 0,0 0-1 0 0,0 0 1 0 0,0 0-1 0 0,1 0 0 0 0,-1 0 1 0 0,0 0-1 0 0,0 1 1 0 0,1-1-1 0 0,-1 0 14 0 0,1 7-22 0 0,-1-1 0 0 0,1 0 0 0 0,1 0 0 0 0,0 0 0 0 0,0 0 0 0 0,0 0 0 0 0,1 0 0 0 0,0 0 0 0 0,0 0 0 0 0,0-1 0 0 0,1 1 0 0 0,0-1 0 0 0,3 4 22 0 0,5 6 84 0 0,0-1 0 0 0,1-1 0 0 0,1 0-1 0 0,1 0 1 0 0,0-1 0 0 0,0-1 0 0 0,1 0-1 0 0,7 3-83 0 0,-21-15-1 0 0,-1 1 0 0 0,1 0 0 0 0,0-1 0 0 0,-1 1 0 0 0,1-1-1 0 0,0 1 1 0 0,0-1 0 0 0,-1 1 0 0 0,1-1 0 0 0,0 0 0 0 0,0 1 0 0 0,0-1 0 0 0,0 0-1 0 0,-1 0 1 0 0,1 0 0 0 0,0 1 0 0 0,0-1 0 0 0,0 0 0 0 0,0 0 0 0 0,0 0-1 0 0,0 0 1 0 0,0-1 0 0 0,-1 1 0 0 0,1 0 0 0 0,0 0 0 0 0,0 0 0 0 0,0-1 0 0 0,0 1-1 0 0,0 0 1 0 0,-1-1 0 0 0,1 1 0 0 0,0-1 0 0 0,0 1 0 0 0,-1-1 0 0 0,1 1-1 0 0,0-1 1 0 0,-1 0 0 0 0,1 1 0 0 0,-1-1 0 0 0,1 0 1 0 0,-1-4 64 0 0,1 1-69 0 0,0 1 0 0 0,0-1 0 0 0,-1 0 1 0 0,0 1-1 0 0,0-1 0 0 0,0 0 0 0 0,0 1 0 0 0,-1-1 0 0 0,1 1 1 0 0,-1-1-1 0 0,0 0 0 0 0,0 1 0 0 0,0-1 0 0 0,0 1 0 0 0,-1 0 1 0 0,1-1-1 0 0,-1 1 0 0 0,0 0 0 0 0,0 0 0 0 0,0 0 1 0 0,-1 0-1 0 0,1 1 0 0 0,-1-1 0 0 0,1 1 0 0 0,-1-1 0 0 0,0 1 1 0 0,0 0-1 0 0,0 0 0 0 0,-1-1 5 0 0,-1 44-3330 0 0,25 28-1256 0 0,-4-46 1746 0 0</inkml:trace>
  <inkml:trace contextRef="#ctx0" brushRef="#br0" timeOffset="111431.045">6410 192 1800 0 0,'0'0'1444'0'0,"0"0"181"0"0,0 0-511 0 0,0 0-557 0 0,0 0-322 0 0,0 0-64 0 0,0 0-21 0 0,0 0-53 0 0,0 0-41 0 0,0 0 128 0 0,-3 1 164 0 0,-8-7 1800 0 0,11 5-1806 0 0,0 1-29 0 0,0 0-29 0 0,0 0-27 0 0,0 0-36 0 0,0 0-90 0 0,9 0 133 0 0,-1 0 1 0 0,1 1-1 0 0,0 0 0 0 0,0 0 1 0 0,-1 1-1 0 0,1 0 0 0 0,-1 0 0 0 0,0 1 1 0 0,0 0-1 0 0,0 1 0 0 0,0 0 1 0 0,4 3-265 0 0,1-1-71 0 0,-12-5 83 0 0,0-1 0 0 0,0 1 0 0 0,0-1 0 0 0,0 1 0 0 0,-1 0 0 0 0,1-1 0 0 0,0 1 0 0 0,0 0 1 0 0,0-1-1 0 0,0 1 0 0 0,-1 0 0 0 0,1 0 0 0 0,0 0 0 0 0,-1 0 0 0 0,1 0 0 0 0,-1-1 0 0 0,1 1 0 0 0,-1 0 0 0 0,1 0 0 0 0,-1 0 0 0 0,0 1 0 0 0,0-1 0 0 0,1 0 0 0 0,-1 0 0 0 0,0 0 1 0 0,0 0-1 0 0,0 0 0 0 0,0 0 0 0 0,0 0 0 0 0,0 0 0 0 0,0 0 0 0 0,-1 0 0 0 0,1 0 0 0 0,0 1-12 0 0,-4 168 329 0 0,-10-4-248 0 0,13 75 48 0 0,1-69 247 0 0,23-54-246 0 0,23 81-217 0 0,-19-108 141 0 0,-19 40 29 0 0,-39-56 112 0 0,26-51-169 0 0,2 0 0 0 0,0 0 0 0 0,2 0 0 0 0,1 0 0 0 0,0 1 0 0 0,4 15-26 0 0,4 62 164 0 0,-3 36-108 0 0,-4-101-75 0 0,0-26 37 0 0,0 0 0 0 0,-1 1 0 0 0,0-1 0 0 0,-1 0 0 0 0,0 0 0 0 0,0 0 0 0 0,-2 0 0 0 0,1 0 1 0 0,-2 4-19 0 0,-2-4 12 0 0,0 0 1 0 0,2 1 0 0 0,-1-1 0 0 0,2 1 0 0 0,-1 0 0 0 0,2 0 0 0 0,-1 0 0 0 0,2 0 0 0 0,0 1 0 0 0,0-1 0 0 0,1 1 0 0 0,1-1 0 0 0,0 0 0 0 0,0 1-1 0 0,1-1 1 0 0,1 0 0 0 0,0 0 0 0 0,3 7-13 0 0,36 101 64 0 0,-41-111-58 0 0,2 9-11 0 0,-1 0 0 0 0,0 1 0 0 0,-1-1 1 0 0,-1 0-1 0 0,-1 0 0 0 0,-1 0 0 0 0,0 0 0 0 0,-1 0 0 0 0,-3 5 5 0 0,-2 2-23 0 0,0 0 0 0 0,2 0 1 0 0,1 1-1 0 0,1 0 0 0 0,1-1 0 0 0,0 24 23 0 0,4-42-1 0 0,1 0 0 0 0,-1 0 0 0 0,1 0 0 0 0,0 0 1 0 0,1 0-1 0 0,0-1 0 0 0,0 1 0 0 0,0-1 0 0 0,1 1 0 0 0,0-1 0 0 0,0-1 0 0 0,0 1 1 0 0,1 0-1 0 0,0-1 0 0 0,0 0 0 0 0,0 0 0 0 0,1-1 0 0 0,0 1 0 0 0,-1-1 0 0 0,2 0 1 0 0,-1-1-1 0 0,0 0 0 0 0,1 0 0 0 0,-1 0 0 0 0,1 0 0 0 0,0-1 0 0 0,0-1 0 0 0,0 1 1 0 0,6 0 0 0 0,55 9 58 0 0,-40-5-93 0 0,0-1-1 0 0,-1-1 0 0 0,1-2 1 0 0,1-1-1 0 0,-1-1 0 0 0,8-2 36 0 0,4-15-268 0 0,-67 14 198 0 0,-200-2-598 0 0,224 5 642 0 0,2 0 23 0 0,0 0 1 0 0,0 0-1 0 0,0 0 1 0 0,0-1-1 0 0,0 1 1 0 0,0 0-1 0 0,0 0 1 0 0,0 1-1 0 0,0-1 1 0 0,0 0-1 0 0,1 0 1 0 0,-1 0-1 0 0,0 1 1 0 0,0-1-1 0 0,0 0 1 0 0,0 1-1 0 0,0-1 1 0 0,0 0-1 0 0,1 1 1 0 0,-1 0 0 0 0,0-1-1 0 0,0 1 1 0 0,1-1-1 0 0,-1 1 1 0 0,0 0-1 0 0,1-1 1 0 0,-1 1-1 0 0,0 0 1 0 0,1 0-1 0 0,-1 0 1 0 0,1-1-1 0 0,0 1 1 0 0,-1 0-1 0 0,1 0 1 0 0,0 0-1 0 0,-1 0 1 0 0,1 0-1 0 0,0 0 1 0 0,0 0 2 0 0,-14 49 908 0 0,-22 57-414 0 0,36-99-499 0 0,-1 11 51 0 0,1 1 0 0 0,1-1 1 0 0,1 1-1 0 0,1-1 0 0 0,0 0 0 0 0,1 0 0 0 0,2 1-46 0 0,26 135 361 0 0,-23-93-341 0 0,-17 141-4 0 0,1-156-89 0 0,2 1 0 0 0,2 1 0 0 0,3 46 73 0 0,0-49 263 0 0,14 6-295 0 0,-5 42 15 0 0,-14 73-4 0 0,1 71-6 0 0,45 14-118 0 0,-41-6-213 0 0,-19-124 138 0 0,10-34 92 0 0,-45-2 264 0 0,48-81-93 0 0,0 0-1 0 0,0 0 0 0 0,0-1 1 0 0,-1 0-1 0 0,0 0 0 0 0,0-1 1 0 0,0 0-1 0 0,0 0 0 0 0,0 0 1 0 0,0-1-1 0 0,-1 0 0 0 0,1-1 1 0 0,-1 0-1 0 0,0 0 0 0 0,1 0 1 0 0,-1-1-1 0 0,0 0 0 0 0,1-1 1 0 0,-1 0-1 0 0,-3 0-42 0 0,-5 0 120 0 0,-145-6 15 0 0,85 6-244 0 0,17 1-1595 0 0,19-5-3712 0 0,23 1-635 0 0</inkml:trace>
  <inkml:trace contextRef="#ctx0" brushRef="#br0" timeOffset="120520.045">6233 426 716 0 0,'0'0'525'0'0,"0"0"-275"0"0,0 0-136 0 0,0 0 36 0 0,0 0 48 0 0,0 0 37 0 0,0 0-19 0 0,0 0-21 0 0,0 0 78 0 0,0 0 191 0 0,0 0 268 0 0,0 0-66 0 0,0 0-370 0 0,0 0-248 0 0,0 0-51 0 0,0 0 385 0 0,0 0 1304 0 0,0 0-552 0 0,13 9-434 0 0,15 64 1097 0 0,-24 18-2635 0 0,1 105 2096 0 0,-24-133-2093 0 0,6 37 1106 0 0,36-16-509 0 0,4 16 331 0 0,19 48 212 0 0,-29-94-264 0 0,-3-15-43 0 0,-14 143 286 0 0,9-130-47 0 0,-9 238-273 0 0,-22-194-231 0 0,3 28 740 0 0,15-48-369 0 0,-1 5-196 0 0,-4 3 618 0 0,-14 7-541 0 0,14-8 142 0 0,27 21 457 0 0,28 64-1297 0 0,-41-146 707 0 0,-2 1 0 0 0,0 0 0 0 0,-1 0 0 0 0,-1 0 0 0 0,-1 1 0 0 0,-1-1-1 0 0,-3 11 7 0 0,-1 57-161 0 0,-4 3 42 0 0,8 163 1679 0 0,-11-148-1666 0 0,7 34-526 0 0,1 3 1057 0 0,-1 59-334 0 0,5 190-1413 0 0,27-204 1226 0 0,-27-50-1507 0 0,0-133 1426 0 0,-1 1 0 0 0,0-1 1 0 0,-1 0-1 0 0,0 0 0 0 0,0 0 0 0 0,-1 0 0 0 0,0 0 1 0 0,0 0-1 0 0,-1-1 0 0 0,0 1 0 0 0,0-1 1 0 0,-1 0-1 0 0,1-1 0 0 0,-2 2 177 0 0,0-1 52 0 0,0 1 1 0 0,1 0-1 0 0,0 1 0 0 0,0-1 0 0 0,1 1 1 0 0,0 0-1 0 0,1 0 0 0 0,0 0 1 0 0,0 0-1 0 0,1 0 0 0 0,0 1 1 0 0,1-1-1 0 0,0 1 0 0 0,0 6-52 0 0,-13 69-700 0 0,10 100 2025 0 0,-9-11 105 0 0,12-152-1479 0 0,-7 25-3282 0 0,7-45 280 0 0</inkml:trace>
  <inkml:trace contextRef="#ctx0" brushRef="#br0" timeOffset="121379.929">7258 2184 208 0 0,'0'0'2376'0'0,"0"0"-760"0"0,0 0-405 0 0,0 0-329 0 0,0 0-182 0 0,0 0-63 0 0,0 0-45 0 0,0 0-56 0 0,0 0-46 0 0,0 0-48 0 0,0-11-35 0 0,1-37-14 0 0,19 15 811 0 0,-1 29 2337 0 0,-9 29-2416 0 0,17 82-1039 0 0,-45 69 496 0 0,5-126-364 0 0,1-9-18 0 0,1 1 1 0 0,3 0 0 0 0,1 1 0 0 0,2 0 0 0 0,2 4-201 0 0,2-26 5 0 0,1-12-11 0 0,-1-1-1 0 0,1 1 0 0 0,0 0 0 0 0,1 0 1 0 0,0-1-1 0 0,0 1 0 0 0,1-1 0 0 0,0 1 1 0 0,1-1-1 0 0,0 1 0 0 0,0-1 0 0 0,2 3 7 0 0,2 0-90 0 0,-1 0 0 0 0,1 0 0 0 0,1-1 0 0 0,0 0 0 0 0,0-1 0 0 0,1 0 0 0 0,0 0 0 0 0,0 0 0 0 0,1-1 0 0 0,1-1-1 0 0,-1 0 1 0 0,1 0 0 0 0,0-1 0 0 0,1 0 0 0 0,-1-1 0 0 0,1-1 0 0 0,0 1 0 0 0,0-2 0 0 0,12 2 90 0 0,-23-5-175 0 0,0 0 0 0 0,1 0 1 0 0,-1-1-1 0 0,0 1 0 0 0,0-1 0 0 0,0 1 1 0 0,0-1-1 0 0,0 0 0 0 0,1 1 0 0 0,-1-1 1 0 0,0 0-1 0 0,0 0 0 0 0,-1 1 0 0 0,1-1 1 0 0,0 0-1 0 0,0 0 0 0 0,0 0 0 0 0,0 0 1 0 0,-1 0-1 0 0,1 0 0 0 0,-1-1 0 0 0,1 1 0 0 0,-1 0 1 0 0,1 0-1 0 0,-1 0 0 0 0,1-1 0 0 0,-1 1 1 0 0,0 0-1 0 0,0 0 0 0 0,0-1 0 0 0,0 1 1 0 0,0 0-1 0 0,0 0 0 0 0,0-1 0 0 0,0 1 1 0 0,0 0-1 0 0,-1-1 175 0 0,1-16-4192 0 0</inkml:trace>
  <inkml:trace contextRef="#ctx0" brushRef="#br0" timeOffset="121618.313">7122 2555 5336 0 0,'0'0'6109'0'0,"0"0"-4341"0"0,0 0-1092 0 0,0 0-408 0 0,0 0 200 0 0,0 0 364 0 0,0 0-292 0 0,0 0-540 0 0,0 0-376 0 0,0 0-556 0 0,254-64-404 0 0,-218 47-532 0 0,-13 4-2192 0 0,4 1-1461 0 0</inkml:trace>
  <inkml:trace contextRef="#ctx0" brushRef="#br0" timeOffset="122094.147">7607 2410 4832 0 0,'0'0'2175'0'0,"0"0"-483"0"0,0 0-379 0 0,0 0-197 0 0,0 0-140 0 0,0 0-149 0 0,0 0-185 0 0,0 0-208 0 0,0 0-182 0 0,0 0-90 0 0,25 0-68 0 0,80-1-12 0 0,-99 1-51 0 0,0 0 1 0 0,0 1 0 0 0,1 0-1 0 0,-1 0 1 0 0,0 0 0 0 0,-1 1-1 0 0,1 0 1 0 0,0 0 0 0 0,0 0-1 0 0,-1 1 1 0 0,1 0 0 0 0,-1 0-1 0 0,0 0 1 0 0,0 1 0 0 0,0 0-1 0 0,4 4-31 0 0,-1-1 36 0 0,3 5-30 0 0,-1 1 0 0 0,0 1 0 0 0,-1 0 0 0 0,0 0 0 0 0,-1 0 0 0 0,-1 1 0 0 0,-1 0 0 0 0,0 1 0 0 0,0 0-1 0 0,-2 0 1 0 0,0 0 0 0 0,-1 0 0 0 0,-1 1 0 0 0,0-1 0 0 0,-1 1 0 0 0,-1-1 0 0 0,0 1 0 0 0,-1-1 0 0 0,-1 1-1 0 0,-3 9-5 0 0,4 45-236 0 0,9-16-94 0 0,-13-82-699 0 0,-10 7 916 0 0,-1 1 1 0 0,-1 0-1 0 0,-1 1 0 0 0,0 1 1 0 0,-1 1-1 0 0,-1 0 0 0 0,0 1 1 0 0,-1 2-1 0 0,-17-9 113 0 0,35 20 24 0 0,-1 0 0 0 0,1 0 0 0 0,0 0 1 0 0,-1 1-1 0 0,1 0 0 0 0,-1-1 0 0 0,1 1 1 0 0,-1 0-1 0 0,1 1 0 0 0,-1-1 0 0 0,0 1 0 0 0,1 0 1 0 0,-1 0-1 0 0,0 0 0 0 0,0 0 0 0 0,1 0 0 0 0,-1 1 1 0 0,0 0-1 0 0,1-1 0 0 0,-1 2 0 0 0,1-1 0 0 0,-1 0 1 0 0,1 1-1 0 0,-1-1 0 0 0,1 1 0 0 0,0 0 0 0 0,0 0 1 0 0,0 0-1 0 0,0 1 0 0 0,0-1 0 0 0,1 1 1 0 0,-1-1-1 0 0,1 1 0 0 0,-1 0 0 0 0,1 0 0 0 0,0 0 1 0 0,0 0-1 0 0,0 1 0 0 0,1-1 0 0 0,-1 0 0 0 0,1 1 1 0 0,0-1-1 0 0,0 1 0 0 0,0 0 0 0 0,0 2-24 0 0,0-4 5 0 0,0 0 1 0 0,0 0-1 0 0,1 0 0 0 0,-1 0 0 0 0,1 1 0 0 0,-1-1 1 0 0,1 0-1 0 0,0 0 0 0 0,0 1 0 0 0,0-1 0 0 0,0 0 1 0 0,0 1-1 0 0,1-1 0 0 0,-1 0 0 0 0,1 0 0 0 0,-1 0 0 0 0,1 1 1 0 0,0-1-1 0 0,0 0 0 0 0,0 0 0 0 0,0 0 0 0 0,0 0 1 0 0,0 0-1 0 0,1 0 0 0 0,-1-1 0 0 0,1 1 0 0 0,-1 0 1 0 0,1-1-1 0 0,-1 1 0 0 0,1-1 0 0 0,0 0 0 0 0,0 1-5 0 0,16 7-139 0 0,0-1 0 0 0,1-1 0 0 0,-1 0-1 0 0,1-2 1 0 0,1 0 0 0 0,-1-1 0 0 0,0-1-1 0 0,15 0 140 0 0,95 2-8939 0 0,-107-5 5093 0 0</inkml:trace>
  <inkml:trace contextRef="#ctx0" brushRef="#br0" timeOffset="122332.014">8074 2961 2936 0 0,'0'0'6167'0'0,"0"0"-3436"0"0,0 0-1420 0 0,0 0-411 0 0,0 0-19 0 0,0 0 8 0 0,0 0-148 0 0,0 0-325 0 0,6-14-355 0 0,29-85-698 0 0,-33-54-2557 0 0,-3 146 2784 0 0,0 0-1 0 0,0 1 0 0 0,-1-1 0 0 0,1 1 1 0 0,-1 0-1 0 0,-1-1 0 0 0,0 1 0 0 0,1 0 1 0 0,-2 0-1 0 0,1 1 0 0 0,-1-1 0 0 0,0 1 1 0 0,0-1-1 0 0,0 1 0 0 0,-1 0 0 0 0,0 1 0 0 0,0-1 1 0 0,0 1-1 0 0,0 0 0 0 0,-1 0 0 0 0,-2-1 411 0 0,-7 0-2053 0 0,2 4-470 0 0</inkml:trace>
  <inkml:trace contextRef="#ctx0" brushRef="#br0" timeOffset="122569.548">8115 2584 1696 0 0,'0'0'2455'0'0,"0"0"-291"0"0,0 0-290 0 0,0 0-273 0 0,0 0-295 0 0,0 0-246 0 0,0 0-104 0 0,39-6-46 0 0,122-19-70 0 0,-83 23 310 0 0,-67 7-929 0 0,-4-3-135 0 0,0 1-1 0 0,-1 0 1 0 0,0 0 0 0 0,0 0-1 0 0,0 1 1 0 0,0 0 0 0 0,-1 0 0 0 0,1 1-1 0 0,-1-1 1 0 0,0 1 0 0 0,-1 0 0 0 0,1 1-1 0 0,-1-1 1 0 0,0 1 0 0 0,0 0-1 0 0,-1 0 1 0 0,1 0 0 0 0,-1 0 0 0 0,-1 1-1 0 0,1-1 1 0 0,-1 1 0 0 0,0 0-1 0 0,-1 0-85 0 0,3 14-43 0 0,0 0-1 0 0,-2 0 0 0 0,-1 0 0 0 0,0 0 0 0 0,-2 0 0 0 0,-3 21 44 0 0,-30 89-844 0 0,11-78-2785 0 0,23-47-860 0 0,0-6 370 0 0</inkml:trace>
  <inkml:trace contextRef="#ctx0" brushRef="#br0" timeOffset="143723.312">6260 184 208 0 0,'0'0'276'0'0,"0"0"-105"0"0,0 0-73 0 0,0 0-42 0 0,0 0 70 0 0,0 0-53 0 0,0 0-41 0 0,0 0 24 0 0,0 0 11 0 0,-11 4 62 0 0,8-2 3384 0 0,6 24 2979 0 0,6-16-5985 0 0,7 41-395 0 0,-16 7 392 0 0,-14-41-339 0 0,-13 7-73 0 0,-6 47-563 0 0,7-13 567 0 0,22 17 258 0 0,3 25-386 0 0,23-46-450 0 0,14 6 92 0 0,-8-19 328 0 0,-10 9 177 0 0,-8-1-104 0 0,-6-40 17 0 0,-1 0 0 0 0,-1 1 0 0 0,0-1 1 0 0,0 1-1 0 0,-1-1 0 0 0,0 1 0 0 0,0 0 1 0 0,-1 0-1 0 0,-1-1 0 0 0,0 5-28 0 0,0 14 120 0 0,10 4 244 0 0,-9 236-97 0 0,-14-240-343 0 0,-16 37 40 0 0,-3 10-148 0 0,16 21 163 0 0,16 15-185 0 0,9 39-612 0 0,7-76 731 0 0,-1-1 11 0 0,0-38 7 0 0,26 81 46 0 0,-40-101-44 0 0,13 70-1355 0 0,-8 16 1867 0 0,-5 327-596 0 0,-14-355 257 0 0,-4 53 204 0 0,14-29-422 0 0,-15 5 440 0 0,-8-15-849 0 0,13 91 507 0 0,6 1-503 0 0,12-92 185 0 0,0 128-3336 0 0,0-87 5714 0 0,1 68-3169 0 0,1 16 1402 0 0,15-135-6 0 0,-16-15 547 0 0,-22 52-133 0 0,-10 42-712 0 0,26-32 353 0 0,10-10-1472 0 0,-27-8 1448 0 0,13-94-343 0 0,-3 2 155 0 0,1 1 1 0 0,0 0-1 0 0,1 0 0 0 0,1 1 0 0 0,0-1 1 0 0,2 1-1 0 0,0 0 0 0 0,0 1 0 0 0,1 9-116 0 0,11 46 160 0 0,25-22-340 0 0,-18-32-3652 0 0,-16-13 898 0 0</inkml:trace>
  <inkml:trace contextRef="#ctx0" brushRef="#br0" timeOffset="154122.731">6192 5571 664 0 0,'0'0'1382'0'0,"0"0"-458"0"0,0 0-258 0 0,0 0-178 0 0,0 0-196 0 0,0 0-152 0 0,2-3 171 0 0,10-12 1935 0 0,-12 15-1422 0 0,0 0 104 0 0,0 0 66 0 0,0 0-3 0 0,0 0-165 0 0,1 0-734 0 0,1 1-1 0 0,0-1 1 0 0,0 0-1 0 0,-1 1 1 0 0,1-1-1 0 0,0 1 0 0 0,-1 0 1 0 0,1-1-1 0 0,0 1 1 0 0,-1 0-1 0 0,1 0 1 0 0,-1 0-1 0 0,1 0 1 0 0,-1 0-1 0 0,0 0 0 0 0,1 1 1 0 0,-1-1-1 0 0,0 0 1 0 0,0 1-1 0 0,0-1 1 0 0,0 1-1 0 0,0-1 1 0 0,0 1-1 0 0,0-1 0 0 0,-1 1 1 0 0,1 0-1 0 0,0-1 1 0 0,-1 1-1 0 0,1 0 1 0 0,-1 0-92 0 0,1 0 170 0 0,13 17 182 0 0,-13-19-470 0 0,9-2-1154 0 0,3-7 789 0 0,-19 6 803 0 0,3 4-308 0 0,1 0-1 0 0,-1 0 1 0 0,0 0 0 0 0,0 1-1 0 0,1-1 1 0 0,-1 1 0 0 0,1 0-1 0 0,-1 0 1 0 0,1-1-1 0 0,0 1 1 0 0,0 1 0 0 0,0-1-1 0 0,0 0 1 0 0,0 0 0 0 0,0 1-1 0 0,0-1 1 0 0,1 1-1 0 0,-1 0 1 0 0,1-1 0 0 0,0 1-1 0 0,0 0 1 0 0,0 0 0 0 0,0 0-1 0 0,0 0 1 0 0,1 0-1 0 0,0 0 1 0 0,-1 0 0 0 0,1 0-1 0 0,0 0 1 0 0,0 0 0 0 0,0 0-1 0 0,1 2-11 0 0,1-2 15 0 0,0-1 0 0 0,0 0-1 0 0,0 1 1 0 0,0-1 0 0 0,0 0 0 0 0,0 0-1 0 0,0 0 1 0 0,1-1 0 0 0,-1 1 0 0 0,1-1-1 0 0,0 1 1 0 0,-1-1 0 0 0,1 0 0 0 0,0 0-1 0 0,0 0 1 0 0,0 0 0 0 0,-1 0 0 0 0,1-1-1 0 0,0 0 1 0 0,0 1 0 0 0,0-1 0 0 0,0 0-1 0 0,0 0 1 0 0,0 0 0 0 0,0-1 0 0 0,0 1-1 0 0,0-1 1 0 0,1 0-15 0 0,1 1-9 0 0,27 0-125 0 0,-32-1 127 0 0,0 1 0 0 0,1-1 1 0 0,-1 1-1 0 0,1 0 0 0 0,-1-1 1 0 0,0 1-1 0 0,0-1 1 0 0,1 1-1 0 0,-1-1 0 0 0,0 1 1 0 0,0-1-1 0 0,1 0 0 0 0,-1 1 1 0 0,0-1-1 0 0,0 1 0 0 0,0-1 1 0 0,0 1-1 0 0,0-1 0 0 0,0 0 1 0 0,0 1-1 0 0,0-1 1 0 0,0 1-1 0 0,0-1 0 0 0,0 1 1 0 0,0-1-1 0 0,-1 0 0 0 0,1 1 1 0 0,0-1-1 0 0,0 1 0 0 0,0-1 1 0 0,-1 1-1 0 0,1-1 1 0 0,0 1-1 0 0,-1-1 0 0 0,1 1 1 0 0,-1 0-1 0 0,1-1 0 0 0,0 1 1 0 0,-1-1-1 0 0,1 1 0 0 0,-1 0 1 0 0,1-1-1 0 0,-1 1 1 0 0,1 0-1 0 0,-1 0 0 0 0,1-1 1 0 0,-1 1 6 0 0,-97-16 51 0 0,95 18-46 0 0,0-1-1 0 0,0 1 1 0 0,0 0 0 0 0,1 0-1 0 0,-1 0 1 0 0,1 0-1 0 0,-1 1 1 0 0,1-1 0 0 0,0 0-1 0 0,0 1 1 0 0,0 0 0 0 0,0-1-1 0 0,1 1 1 0 0,-1 0 0 0 0,1 0-1 0 0,-1 0 1 0 0,1 0 0 0 0,0 0-1 0 0,0 0 1 0 0,0 1-1 0 0,1-1 1 0 0,-1 0 0 0 0,1 0-1 0 0,0 1 1 0 0,0-1 0 0 0,0 0-1 0 0,0 0 1 0 0,0 1-5 0 0,5-32-495 0 0,-41 27 872 0 0,-2 31-1452 0 0,30 3-4749 0 0,8-22 2045 0 0</inkml:trace>
  <inkml:trace contextRef="#ctx0" brushRef="#br0" timeOffset="167724.118">2704 5592 1316 0 0,'0'0'882'0'0,"0"0"-429"0"0,0 0-258 0 0,0 0-81 0 0,0 0-7 0 0,0 0 5 0 0,0 0-18 0 0,0 0-5 0 0,3-9 568 0 0,-2 4 5416 0 0,-27 13-3098 0 0,25-8-3049 0 0,1 0-8 0 0,0 0-23 0 0,0 0 11 0 0,0 0 6 0 0,13-22 3584 0 0,1 2-3695 0 0,38-17 18 0 0,-13 16 328 0 0,13-41 390 0 0,28-25-482 0 0,-67 58 492 0 0,11-19-651 0 0,-10 23 214 0 0,7-22 482 0 0,-11 25-506 0 0,12-17 286 0 0,10-21-400 0 0,-13 16 217 0 0,-3 5-90 0 0,53-52-16 0 0,16-1 240 0 0,-12-11-69 0 0,19-44 167 0 0,-51 68-223 0 0,36-44-211 0 0,-6 41 18 0 0,-29 36-16 0 0,36-45 128 0 0,-61 51 156 0 0,6-5-267 0 0,36-103-34 0 0,-23-10 121 0 0,6 41-177 0 0,-25 47 147 0 0,19 2-96 0 0,-12 28-46 0 0,-11 25 154 0 0,87-95-137 0 0,-76 77 105 0 0,24-35-15 0 0,11-28 43 0 0,23-15-218 0 0,-55 71 229 0 0,63-55-338 0 0,-58 64 220 0 0,-10-14 252 0 0,42-57-431 0 0,-18 42 443 0 0,-11-4-112 0 0,20 0-157 0 0,-18-4 271 0 0,40-33-301 0 0,-10-7 57 0 0,56-50-92 0 0,87-72 78 0 0,92-17-229 0 0,-216 152 269 0 0,-67 9 158 0 0,-10-31-92 0 0,22 28-185 0 0,-22 27 123 0 0,41-45-89 0 0,18 7-308 0 0,-22 43 388 0 0,-32 28 79 0 0,13-32-204 0 0,0-22 362 0 0,-4 13-238 0 0,4-37 85 0 0,15 38-538 0 0,-29 36 680 0 0,13-24-270 0 0,-16 23 99 0 0,4-40 52 0 0,-1 45-344 0 0,-13 28 265 0 0,0 1-22 0 0,0 0-16 0 0,0 0-16 0 0,0 0-47 0 0,0 0-17 0 0,0 35-348 0 0,-1-27 458 0 0,0 0-1 0 0,-1-1 1 0 0,0 0 0 0 0,0 1 0 0 0,-1-1 0 0 0,0 0-1 0 0,0 0 1 0 0,0 0 0 0 0,-1-1 0 0 0,0 1 0 0 0,-4 3-27 0 0,-24 50 171 0 0,29-50-172 0 0,0 0 1 0 0,-1 0 0 0 0,0 0-1 0 0,0 0 1 0 0,-1 0 0 0 0,-1-1-1 0 0,1 0 1 0 0,-2 0 0 0 0,1-1-1 0 0,-7 7 1 0 0,-186 149 713 0 0,131-81-925 0 0,19-13 115 0 0,-31 36 221 0 0,56-60-261 0 0,-8 35 172 0 0,-9 8-311 0 0,8 19 314 0 0,12-64-110 0 0,-11 26 208 0 0,-9 22-125 0 0,18-41-58 0 0,-31 38 124 0 0,41-59-209 0 0,-1 7 144 0 0,-8 4-19 0 0,-5-3 43 0 0,-60 57 43 0 0,47-8-252 0 0,-7-20 279 0 0,-71 107-75 0 0,-9-23 145 0 0,59-56-303 0 0,-12 9 37 0 0,34-10-24 0 0,27-22-78 0 0,-25 38 80 0 0,-16 20-75 0 0,-13 0 264 0 0,28-8-231 0 0,-45 23 106 0 0,52-82-35 0 0,18-39 82 0 0,1 2 0 0 0,2 0 0 0 0,0 0 0 0 0,2 2-1 0 0,1 0 1 0 0,-5 15 1 0 0,-9 11 40 0 0,-26 28-62 0 0,-23 35 7 0 0,18-36 1 0 0,37-48-131 0 0,-1-2 0 0 0,-2-1 0 0 0,-1 0 0 0 0,-1-2 0 0 0,-4 1 145 0 0,-55 60 84 0 0,39-40-150 0 0,-169 220-752 0 0,153-197 838 0 0,-1 44-280 0 0,1-16-50 0 0,-20-6 50 0 0,-51 73 444 0 0,124-150-209 0 0,0 1-1 0 0,1 0 1 0 0,2 0-1 0 0,-1 1 1 0 0,2 0-1 0 0,1 1 1 0 0,0 0 25 0 0,4 20-1016 0 0,1-22-3917 0 0,0-5-818 0 0</inkml:trace>
  <inkml:trace contextRef="#ctx0" brushRef="#br0" timeOffset="169542.787">3729 1264 1116 0 0,'0'0'1780'0'0,"0"0"746"0"0,0 0-799 0 0,0 0-384 0 0,0 0-321 0 0,0 0-334 0 0,0 0-142 0 0,0 0-49 0 0,39 7-42 0 0,122 24-25 0 0,-93-31 501 0 0,58-32 3800 0 0,-123 30-4715 0 0,0 1 0 0 0,-1-1 0 0 0,1 0-1 0 0,-1 0 1 0 0,1 0 0 0 0,-1 0 0 0 0,0 0-1 0 0,0 0 1 0 0,1-1 0 0 0,-2 1 0 0 0,1-1-1 0 0,0 1 1 0 0,0-1 0 0 0,-1 0 0 0 0,0 0-1 0 0,1 0 1 0 0,-1 1 0 0 0,0-1 0 0 0,0 0-1 0 0,-1-1 1 0 0,1 1 0 0 0,-1 0 0 0 0,1 0 0 0 0,-1 0-1 0 0,0 0 1 0 0,0 0 0 0 0,-1 0 0 0 0,1-1-1 0 0,0 1 1 0 0,-1 0 0 0 0,-1-2-16 0 0,2-11 44 0 0,-3 9-91 0 0,1 1 0 0 0,-2 0 0 0 0,1 0 0 0 0,-1 0 0 0 0,0 0 0 0 0,0 0 0 0 0,0 1 0 0 0,-1 0-1 0 0,0 0 1 0 0,0 0 0 0 0,-1 0 0 0 0,1 1 0 0 0,-1 0 0 0 0,0 0 0 0 0,0 0 0 0 0,0 1 0 0 0,0 0 0 0 0,-1 0 0 0 0,-4-1 47 0 0,-98-45-44 0 0,-2 6 1 0 0,-2 4-1 0 0,-69-13 44 0 0,-143-49 80 0 0,311 97-94 0 0,0-1 0 0 0,1-1 0 0 0,-1 0 1 0 0,1-1-1 0 0,1 0 0 0 0,-1-1 0 0 0,1 0 1 0 0,-5-6 13 0 0,15 12 10 0 0,1 0 0 0 0,-1 0 0 0 0,1-1 0 0 0,0 1 0 0 0,0 0 0 0 0,0-1 0 0 0,0 1 0 0 0,1-1 0 0 0,-1 1 0 0 0,0-1 0 0 0,1 1 0 0 0,0-1 0 0 0,0 1 0 0 0,0-1 0 0 0,0 1 0 0 0,0-1 0 0 0,0 1 0 0 0,0-1 0 0 0,1 1 0 0 0,0-1 0 0 0,-1 1 0 0 0,1-1 0 0 0,0 1 0 0 0,0-1 0 0 0,0 1 0 0 0,0 0 0 0 0,1 0 0 0 0,-1 0 0 0 0,1-1 0 0 0,-1 1 0 0 0,1 1 0 0 0,0-1 0 0 0,0 0 0 0 0,-1 0 0 0 0,1 1 0 0 0,1-1 0 0 0,-1 1 0 0 0,0-1 0 0 0,0 1 0 0 0,1 0-10 0 0,32-18-35 0 0,0 1 0 0 0,2 2 0 0 0,0 2 0 0 0,1 1 0 0 0,0 2 0 0 0,8 1 35 0 0,131-6-3119 0 0,-175 16 2601 0 0,7 1-443 0 0,-6 3-2961 0 0,-3 0-1450 0 0</inkml:trace>
  <inkml:trace contextRef="#ctx0" brushRef="#br0" timeOffset="170034.23">3847 653 2372 0 0,'0'0'3663'0'0,"0"0"-2481"0"0,0 0-765 0 0,0 0-137 0 0,0 0 147 0 0,0 0 39 0 0,0 0-100 0 0,0 0-106 0 0,0 0-34 0 0,0 0 17 0 0,27 3 73 0 0,84 6 88 0 0,-109-8-363 0 0,0-1 1 0 0,0 1 0 0 0,0-1 0 0 0,-1 1-1 0 0,1-1 1 0 0,0 1 0 0 0,0-1 0 0 0,0 0-1 0 0,0 0 1 0 0,0 0 0 0 0,0 0 0 0 0,0-1-1 0 0,-1 1 1 0 0,1 0 0 0 0,0-1 0 0 0,0 1 0 0 0,0-1-1 0 0,0 0 1 0 0,-1 0 0 0 0,1 0 0 0 0,0 1-1 0 0,-1-1 1 0 0,1-1 0 0 0,-1 1 0 0 0,1 0-1 0 0,-1 0 1 0 0,0-1 0 0 0,1 1 0 0 0,-1 0-1 0 0,0-1 1 0 0,1 0-42 0 0,-1-1 216 0 0,65-31 2946 0 0,-31 21-2719 0 0,-20 6-285 0 0,-10 6-137 0 0,0-1 1 0 0,0 1-1 0 0,0-1 1 0 0,0 0-1 0 0,-1 0 1 0 0,1-1-1 0 0,0 0 0 0 0,-1 1 1 0 0,0-1-1 0 0,0-1 1 0 0,0 1-1 0 0,0-1 1 0 0,0 1-1 0 0,-1-1 0 0 0,0 0 1 0 0,1-1-1 0 0,-1 1 1 0 0,-1 0-1 0 0,1-1 1 0 0,-1 0-1 0 0,0 1 0 0 0,0-1 1 0 0,0 0-1 0 0,0 0 1 0 0,-1 0-1 0 0,1-5-21 0 0,-5 6 26 0 0,1 1-1 0 0,-1 0 0 0 0,0 0 1 0 0,0 0-1 0 0,0 0 1 0 0,0 1-1 0 0,0-1 1 0 0,0 1-1 0 0,-1 0 0 0 0,1 0 1 0 0,-1 0-1 0 0,0 0 1 0 0,0 1-1 0 0,1-1 1 0 0,-1 1-1 0 0,0 0 0 0 0,0 0 1 0 0,0 1-1 0 0,0-1 1 0 0,-4 1-26 0 0,7-1 11 0 0,-16-2-40 0 0,0 0 1 0 0,-1 1 0 0 0,1 0-1 0 0,0 2 1 0 0,-1 0 0 0 0,1 1-1 0 0,0 0 1 0 0,-4 2 28 0 0,16-2 10 0 0,0 0-1 0 0,0 0 1 0 0,0 1 0 0 0,0-1-1 0 0,0 1 1 0 0,0 0 0 0 0,0 1-1 0 0,1-1 1 0 0,-1 1-1 0 0,1 0 1 0 0,-1 0 0 0 0,1 0-1 0 0,0 1 1 0 0,1-1 0 0 0,-1 1-1 0 0,0 0 1 0 0,1 0 0 0 0,0 1-1 0 0,0-1 1 0 0,0 1-1 0 0,1-1 1 0 0,-1 1 0 0 0,1 0-1 0 0,0 0 1 0 0,1 0 0 0 0,-1 0-1 0 0,1 0 1 0 0,-1 3-10 0 0,0 9 11 0 0,0 0 0 0 0,1 0 0 0 0,1 0 0 0 0,1 1 0 0 0,0-1 0 0 0,1 0 0 0 0,1 0 0 0 0,1 0 0 0 0,0-1-1 0 0,1 1 1 0 0,1-1 0 0 0,1 0 0 0 0,0 0 0 0 0,1-1 0 0 0,0 0 0 0 0,1 0 0 0 0,1-1 0 0 0,0 0 0 0 0,1-1 0 0 0,1 0 0 0 0,0-1 0 0 0,1 0 0 0 0,0-1 0 0 0,0 0 0 0 0,1-1 0 0 0,1-1 0 0 0,0 0 0 0 0,0-1 0 0 0,1-1 0 0 0,0 0 0 0 0,0-1 0 0 0,14 3-11 0 0,-8-3-183 0 0,0-2 0 0 0,1 0 1 0 0,0-2-1 0 0,0-1 1 0 0,0 0-1 0 0,0-2 0 0 0,-1 0 1 0 0,1-2-1 0 0,15-3 183 0 0,30-24-2807 0 0,-64 27 2285 0 0,-1 1 1 0 0,0-1-1 0 0,0 1 1 0 0,-1-1-1 0 0,1 0 1 0 0,-1 0-1 0 0,1 0 0 0 0,-1 0 1 0 0,0-1-1 0 0,0 1 1 0 0,0-1-1 0 0,-1 1 1 0 0,1-1-1 0 0,-1 0 0 0 0,0 1 1 0 0,0-1-1 0 0,0 0 522 0 0,4-20-3760 0 0</inkml:trace>
  <inkml:trace contextRef="#ctx0" brushRef="#br0" timeOffset="170414.667">4509 321 520 0 0,'0'0'139'0'0,"0"0"407"0"0,0 0 1396 0 0,0 0 442 0 0,0 0-342 0 0,0 0-593 0 0,0 0-75 0 0,0 0-122 0 0,0 0-38 0 0,-23-2-107 0 0,-75-4-305 0 0,93 6-763 0 0,1 0 0 0 0,-1 0-1 0 0,1 0 1 0 0,-1 1 0 0 0,1 0 0 0 0,0 0-1 0 0,0 0 1 0 0,-1 0 0 0 0,1 1-1 0 0,0-1 1 0 0,0 1 0 0 0,0 0-1 0 0,0 1 1 0 0,1-1 0 0 0,-1 0-1 0 0,0 1 1 0 0,1 0 0 0 0,0 0 0 0 0,0 0-1 0 0,0 0 1 0 0,0 1 0 0 0,0-1-1 0 0,1 1 1 0 0,-1 0 0 0 0,1-1-1 0 0,0 1 1 0 0,0 0 0 0 0,0 1 0 0 0,1-1-1 0 0,0 0 1 0 0,-1 0 0 0 0,1 0-1 0 0,1 1 1 0 0,-1-1 0 0 0,1 1-1 0 0,0-1 1 0 0,0 0 0 0 0,0 1-1 0 0,0-1 1 0 0,1 1 0 0 0,-1-1 0 0 0,1 0-1 0 0,1 1 1 0 0,-1-1 0 0 0,0 0-1 0 0,1 0 1 0 0,0 0 0 0 0,0 0-1 0 0,0 0 1 0 0,1 0 0 0 0,-1-1 0 0 0,1 1-39 0 0,8 12 7 0 0,0 0 0 0 0,1 0 0 0 0,1-2 0 0 0,0 1 0 0 0,1-2 0 0 0,0 0 0 0 0,1 0 0 0 0,1-2 0 0 0,0 1 0 0 0,0-2 0 0 0,1-1 0 0 0,0 0 0 0 0,1-1 0 0 0,0 0 0 0 0,1-2 0 0 0,-1 0 0 0 0,1-1 0 0 0,0-1 0 0 0,0-1 0 0 0,1 0 0 0 0,-1-2 0 0 0,10 0-7 0 0,-17-1-275 0 0,-6 1 5 0 0,1 0-1 0 0,-1 0 1 0 0,1-1-1 0 0,-1 0 1 0 0,1 0 0 0 0,-1 0-1 0 0,1-1 1 0 0,-1 0-1 0 0,1-1 1 0 0,-1 1-1 0 0,1-1 1 0 0,-1 0 0 0 0,0-1-1 0 0,0 1 1 0 0,0-1-1 0 0,-1-1 1 0 0,1 1-1 0 0,-1-1 1 0 0,1 0 0 0 0,-1 0-1 0 0,0 0 1 0 0,0-1 270 0 0,25-55-8772 0 0,-28 17 7614 0 0</inkml:trace>
  <inkml:trace contextRef="#ctx0" brushRef="#br0" timeOffset="177553.137">4019 2161 652 0 0,'0'0'895'0'0,"0"0"-179"0"0,0 0-241 0 0,0 0-164 0 0,0 0-92 0 0,0 0-54 0 0,0 0-104 0 0,0 0-46 0 0,-3 4 895 0 0,15 41 1163 0 0,-5-31-1480 0 0,22 8-755 0 0,-25-21 160 0 0,1 0 0 0 0,-1 0-1 0 0,0 0 1 0 0,1 0-1 0 0,-1 0 1 0 0,0 1 0 0 0,0 0-1 0 0,0 0 1 0 0,0 0 0 0 0,-1 1-1 0 0,1-1 1 0 0,0 1-1 0 0,-1 0 1 0 0,0 0 0 0 0,0 0-1 0 0,0 0 1 0 0,0 1 0 0 0,2 3 2 0 0,27 6 64 0 0,-19-13-17 0 0,-9 2 139 0 0,-2-2-179 0 0,-1 1 0 0 0,1-1 0 0 0,0 1 0 0 0,-1 0 0 0 0,1-1 0 0 0,-1 1 0 0 0,1 0 0 0 0,-1 0 0 0 0,1 0 0 0 0,-1 0 0 0 0,1 0 0 0 0,-1 0 0 0 0,0 0 0 0 0,1 1 0 0 0,-1-1 0 0 0,0 0 0 0 0,0 1 0 0 0,0-1 0 0 0,0 1 0 0 0,0-1 0 0 0,-1 1 0 0 0,1-1 0 0 0,0 1 0 0 0,-1 0 0 0 0,1-1 0 0 0,-1 1 0 0 0,0 0 0 0 0,1-1 0 0 0,-1 2-7 0 0,40 13-340 0 0,10 8 1408 0 0,-18-10-804 0 0,92 22 1187 0 0,-113-32-1434 0 0,105 52-90 0 0,-41-17 98 0 0,-60-18 640 0 0,20 14-704 0 0,-29-28 69 0 0,0 0 0 0 0,0 0 1 0 0,-1 0-1 0 0,0 1 0 0 0,0 0 0 0 0,-1 0 1 0 0,0 0-1 0 0,0 1 0 0 0,-1-1 0 0 0,0 1 1 0 0,-1 0-1 0 0,0 0 0 0 0,0 0 0 0 0,-1 0 1 0 0,0 0-1 0 0,0 0 0 0 0,-1 1-30 0 0,12 26 345 0 0,36 25-513 0 0,30-9 226 0 0,-34-23 102 0 0,-15-18-61 0 0,-2 2 0 0 0,1 1 0 0 0,-1 2 1 0 0,-1 0-1 0 0,21 18-99 0 0,-6 25 106 0 0,-38-47 27 0 0,32 62 402 0 0,23-26-605 0 0,0 7 214 0 0,21 14-158 0 0,-52-38-56 0 0,98 57 359 0 0,-1 5 137 0 0,-116-85-415 0 0,71 46 84 0 0,87 29 271 0 0,25 4-108 0 0,-21-13-31 0 0,-128-58-184 0 0,0 2 0 0 0,-1 1 0 0 0,-1 3 1 0 0,0 1-1 0 0,-2 2 0 0 0,-1 1 0 0 0,0 3-43 0 0,-17-11 80 0 0,2-1 0 0 0,0-1-1 0 0,2-1 1 0 0,-1-1 0 0 0,1-1 0 0 0,3-1-80 0 0,122 51 529 0 0,-117-50-477 0 0,-1 1 0 0 0,0 1 0 0 0,-2 2 0 0 0,1 1-1 0 0,9 10-51 0 0,142 84-17 0 0,-4 23 438 0 0,86 58-112 0 0,-10-31 93 0 0,-20-15-416 0 0,-85-66 70 0 0,-85-34 75 0 0,-31-27-11 0 0,28 16 53 0 0,126 97-57 0 0,-113-86 62 0 0,81 62-76 0 0,-65-59-40 0 0,-8-11 532 0 0,-47-18-222 0 0,1-11 307 0 0,-34-10-684 0 0,-3 23-1608 0 0,-41 9-2638 0 0,19-28-2504 0 0,88-63-134 0 0</inkml:trace>
  <inkml:trace contextRef="#ctx0" brushRef="#br0" timeOffset="179395.853">6977 5721 1580 0 0,'0'0'1166'0'0,"0"0"329"0"0,0 0-49 0 0,0 0-457 0 0,0 0-477 0 0,0 0-224 0 0,0 0-67 0 0,0 0-109 0 0,-7 0-159 0 0,-28 0 169 0 0,-19-17 2838 0 0,54 17-2929 0 0,0-1-1 0 0,-1 1 1 0 0,1 0-1 0 0,0 0 1 0 0,-1-1-1 0 0,1 1 1 0 0,0 0-1 0 0,-1-1 1 0 0,1 1-1 0 0,0 0 1 0 0,0-1-1 0 0,0 1 1 0 0,-1-1-1 0 0,1 1 1 0 0,0 0-1 0 0,0-1 1 0 0,0 1-1 0 0,0-1 1 0 0,0 1-1 0 0,0 0 1 0 0,-1-1-1 0 0,1 1 0 0 0,0-1 1 0 0,0 1-1 0 0,1-1 1 0 0,-1 1-1 0 0,0-1 1 0 0,0 1-1 0 0,0 0 1 0 0,0-1-1 0 0,0 1 1 0 0,0-1-1 0 0,0 1 1 0 0,1 0-1 0 0,-1-1 1 0 0,0 1-1 0 0,0 0 1 0 0,1-1-1 0 0,-1 1 1 0 0,0 0-1 0 0,1-1 1 0 0,-1 1-1 0 0,0 0 1 0 0,1-1-1 0 0,-1 1 1 0 0,0 0-1 0 0,1 0 1 0 0,-1-1-1 0 0,0 1 1 0 0,1 0-1 0 0,-1 0 1 0 0,1 0-1 0 0,-1 0 1 0 0,0 0-1 0 0,1 0 1 0 0,-1-1-1 0 0,1 1 0 0 0,-1 0 1 0 0,1 0-1 0 0,-1 0 1 0 0,0 0-1 0 0,1 0 1 0 0,-1 1-1 0 0,1-1 1 0 0,-1 0-1 0 0,1 0 1 0 0,-1 0-1 0 0,0 0 1 0 0,1 1-31 0 0,140 18 399 0 0,98 13 1150 0 0,-93-22-1516 0 0,165 4 1064 0 0,-192-8-656 0 0,-32-4-228 0 0,113-8 745 0 0,57-2-406 0 0,-67 8-341 0 0,-117 6-302 0 0,1 2 421 0 0,79 9 131 0 0,-162 1-2385 0 0,-60 34-8068 0 0,57-47 7600 0 0,18-12 259 0 0,83-59-527 0 0</inkml:trace>
  <inkml:trace contextRef="#ctx0" brushRef="#br1" timeOffset="188291.756">2573 5779 2232 0 0,'0'0'1134'0'0,"0"0"-480"0"0,0 0-160 0 0,0 0-85 0 0,0 0-56 0 0,0 0 465 0 0,0 0 587 0 0,0 0-309 0 0,3 0-383 0 0,12 0-151 0 0,-11 0 52 0 0,-4 0 50 0 0,0 0-48 0 0,0 0-134 0 0,0 0-196 0 0,0 0-147 0 0,0 0-113 0 0,19-10 299 0 0,-1 5-66 0 0,0 0 1 0 0,1 1-1 0 0,-1 1 0 0 0,1 1 1 0 0,0 1-1 0 0,0 0 1 0 0,0 1-1 0 0,14 3-259 0 0,21-2 393 0 0,75-10-28 0 0,126-22 928 0 0,-101 27-432 0 0,-44 0-618 0 0,197-20 385 0 0,-137 5-358 0 0,286 14-298 0 0,-37 10 322 0 0,-172 11-379 0 0,-19 11 372 0 0,-42-13 668 0 0,135-9-955 0 0,-255-5-52 0 0,472-1 223 0 0,-176-9-336 0 0,501 14 312 0 0,-473-18-227 0 0,-90 25-419 0 0,55 2 534 0 0,-261-14-407 0 0,-13 7 140 0 0,-12 9-172 0 0,-38-3 489 0 0,-23-7 1402 0 0,-172-2-1720 0 0,34-5-85 0 0,-1 5 0 0 0,2 7 0 0 0,-1 5 0 0 0,-45 14 318 0 0,138-20-32 0 0,-180 43 363 0 0,-215 23-331 0 0,191-54-218 0 0,232-19 417 0 0,8-1-266 0 0,0-1 0 0 0,0 1 0 0 0,0 0 0 0 0,0-1 0 0 0,0 1 0 0 0,0-1 0 0 0,0 0 0 0 0,0 1 0 0 0,0-1 1 0 0,0 0-1 0 0,0 1 0 0 0,0-1 0 0 0,0 0 0 0 0,0 0 0 0 0,0 0 0 0 0,0 0 0 0 0,0 0 0 0 0,0 0 0 0 0,0 0 0 0 0,0 0 1 0 0,0 0-1 0 0,0-1 0 0 0,0 1 0 0 0,0 0 0 0 0,0-1 0 0 0,0 1 0 0 0,0-1 0 0 0,0 1 0 0 0,0-1 0 0 0,0 1 0 0 0,0-1 0 0 0,1 0 1 0 0,-1 1-1 0 0,0-1 0 0 0,0 0 0 0 0,1 0 0 0 0,-1 0 0 0 0,0 1 0 0 0,1-1 0 0 0,-1 0 0 0 0,1 0 0 0 0,-1 0 0 0 0,1 0 1 0 0,0 0-1 0 0,-1 0 0 0 0,1 0 0 0 0,0 0 0 0 0,0 0 0 0 0,-1 0 0 0 0,1 0 0 0 0,0 0 0 0 0,0 0 0 0 0,0-1 0 0 0,0 0 67 0 0,56-28-1412 0 0,70 7 1978 0 0,104-12 53 0 0,-258 42 116 0 0,-612-6-1101 0 0,619 0 535 0 0,52-2-148 0 0,803-54 1152 0 0,-739 46-1743 0 0,-402-18-963 0 0,-189 20 846 0 0,355 20 1134 0 0,672-9 402 0 0,-425-18-1565 0 0,-161 8 1882 0 0,-291-2-2296 0 0,-122 22 1130 0 0,220-5 519 0 0,100-8-102 0 0,160-7-684 0 0,529-35 954 0 0,-351 20-920 0 0,-189 21 358 0 0,-1 0 25 0 0,-652 14-1175 0 0,44 22 2015 0 0,607-36-923 0 0,11-8-201 0 0,135-14 26 0 0,67-4-304 0 0,1 9 0 0 0,19 9 412 0 0,-451 26 245 0 0,-65 5-248 0 0,-273 10 480 0 0,230-41-276 0 0,324-5-1182 0 0,101 7 812 0 0,241 8 344 0 0,-306 5 247 0 0,-62 1 343 0 0,-298-4-761 0 0,-804 23 792 0 0,1017-21-670 0 0,120-11-656 0 0,165 4 461 0 0,-99 2 101 0 0,-37 1-12 0 0,2-1 0 0 0,-1-2-1 0 0,0-2 1 0 0,-1-1-1 0 0,1-2 1 0 0,15-5-20 0 0,-96-5 475 0 0,-118-1-450 0 0,-1 7 1 0 0,-1 8-1 0 0,1 7 0 0 0,0 6 1 0 0,-75 20-26 0 0,21-12-56 0 0,217-19 37 0 0,1 0-65 0 0,15 0-193 0 0,281-27-244 0 0,6-13 521 0 0,-299 39-4 0 0,188-31-484 0 0,-369 31 858 0 0,19 1-225 0 0,-636 16 897 0 0,658-4-833 0 0,137-12-297 0 0,0 0-8 0 0,3 0 6 0 0,253 21 548 0 0,-33-16-500 0 0,1-10 0 0 0,61-16 42 0 0,-156 9-615 0 0,-208 4 897 0 0,-725-32-140 0 0,533 47-658 0 0,329 9-37 0 0,27-5 750 0 0,0-3 0 0 0,0-4 0 0 0,1-3 0 0 0,6-5-197 0 0,179-24-237 0 0,-285 20 388 0 0,-137-9-348 0 0,-1 7 1 0 0,-69 7 196 0 0,142 7-419 0 0,79-4 392 0 0,-1 0 1 0 0,0 0 0 0 0,1 0 0 0 0,-1 0-1 0 0,0 1 1 0 0,1-1 0 0 0,-1 0 0 0 0,0 0-1 0 0,1 0 1 0 0,-1 1 0 0 0,0-1 0 0 0,1 0-1 0 0,-1 1 1 0 0,1-1 0 0 0,-1 1 0 0 0,0-1-1 0 0,1 1 1 0 0,-1-1 0 0 0,1 1 0 0 0,0-1-1 0 0,-1 1 1 0 0,1-1 0 0 0,-1 1 0 0 0,1 0 0 0 0,0-1-1 0 0,-1 1 1 0 0,1 0 0 0 0,0-1 0 0 0,0 1-1 0 0,-1 0 1 0 0,1-1 0 0 0,0 1 0 0 0,0 0-1 0 0,0-1 1 0 0,0 1 0 0 0,0 0 0 0 0,0 0-1 0 0,0-1 1 0 0,0 1 0 0 0,0 0 0 0 0,1-1-1 0 0,-1 1 1 0 0,0 0 0 0 0,0-1 0 0 0,1 1-1 0 0,-1 0 1 0 0,0-1 0 0 0,1 1 0 0 0,-1-1 0 0 0,0 1-1 0 0,1 0 1 0 0,-1-1 0 0 0,1 1 0 0 0,-1-1-1 0 0,1 1 1 0 0,-1-1 0 0 0,1 0 0 0 0,-1 1-1 0 0,1-1 1 0 0,0 1 0 0 0,-1-1 0 0 0,1 0-1 0 0,0 0 1 0 0,-1 1 0 0 0,1-1 0 0 0,0 0-1 0 0,-1 0 1 0 0,1 0 0 0 0,0 0 0 0 0,0 1 26 0 0,25 8-820 0 0,1 0 0 0 0,0-2 0 0 0,1-1 0 0 0,0-1 1 0 0,0-1-1 0 0,7-1 820 0 0,-21-1-384 0 0,86 5-2817 0 0,47-6-1378 0 0</inkml:trace>
  <inkml:trace contextRef="#ctx0" brushRef="#br1" timeOffset="193295.296">4482 1613 64 0 0,'0'0'328'0'0,"0"0"128"0"0,-141 124-12 0 0,78-70-172 0 0,-1 5-76 0 0,1-3-192 0 0,-1-2 4 0 0,5 1 4 0 0,-4-7-4 0 0,4 0 200 0 0,5-5-40 0 0,-1-1-128 0 0,1-3-40 0 0,13 1-52 0 0,-4-3-168 0 0,22-10-120 0 0,-13 11-652 0 0</inkml:trace>
  <inkml:trace contextRef="#ctx0" brushRef="#br0" timeOffset="-187782.472">6029 5553 5120 0 0,'0'0'2313'0'0,"0"0"-890"0"0,0 0-260 0 0,0 0-189 0 0,0 0-10 0 0,0 0-4 0 0,0 0-212 0 0,0 0-248 0 0,0 0-160 0 0,-9-6-32 0 0,-24-18 51 0 0,25 18 36 0 0,8 6-3 0 0,13 5 900 0 0,97 69-612 0 0,74 95-1453 0 0,-184-169 726 0 0,0 0 1 0 0,0 0 0 0 0,0-1-1 0 0,0 1 1 0 0,0 0-1 0 0,0-1 1 0 0,-1 1 0 0 0,1 0-1 0 0,0 0 1 0 0,0-1 0 0 0,0 1-1 0 0,0 0 1 0 0,0-1 0 0 0,0 1-1 0 0,0 0 1 0 0,0-1 0 0 0,0 1-1 0 0,1 0 1 0 0,-1-1 0 0 0,0 1-1 0 0,0 0 1 0 0,0 0 0 0 0,0-1-1 0 0,0 1 1 0 0,0 0-1 0 0,1 0 1 0 0,-1-1 0 0 0,0 1-1 0 0,0 0 1 0 0,0 0 0 0 0,1-1-1 0 0,-1 1 1 0 0,0 0 0 0 0,0 0-1 0 0,1 0 1 0 0,-1 0 0 0 0,0-1-1 0 0,0 1 1 0 0,1 0 0 0 0,-1 0-1 0 0,0 0 1 0 0,1 0 0 0 0,-1 0-1 0 0,0 0 1 0 0,0 0-1 0 0,1 0 1 0 0,-1 0 0 0 0,0 0-1 0 0,1 0 1 0 0,-1 0 0 0 0,0 0-1 0 0,1 0 47 0 0,-17-30-110 0 0,-81-134 67 0 0,67 79 747 0 0,30 85-567 0 0,0 12 232 0 0,-9 66-580 0 0,9-59 137 0 0,-1 10-71 0 0,2 0-1 0 0,0 0 1 0 0,2 0-1 0 0,1-1 0 0 0,6 20 146 0 0,68 174-1608 0 0,-55-189 1338 0 0,-20-55-322 0 0,-20-125 540 0 0,9 123 325 0 0,-56-124 2394 0 0,52 131-2433 0 0,-32-68-120 0 0,44 84-190 0 0,0 7-192 0 0,0 175-758 0 0,-22-110 2000 0 0,22-70-1143 0 0,0-8-718 0 0,35-51-886 0 0,-29 43 1636 0 0,0 0-1 0 0,-2 0 1 0 0,1 0 0 0 0,-2-1 0 0 0,0 0-1 0 0,-1 1 1 0 0,-1-1 0 0 0,0 0 0 0 0,-1 0 0 0 0,-1 0-1 0 0,-2-10 138 0 0,3 21 172 0 0,-1 1 0 0 0,0 0-1 0 0,0 0 1 0 0,0-1 0 0 0,-1 1-1 0 0,0 0 1 0 0,0 0 0 0 0,0 0-1 0 0,0 0 1 0 0,0 1 0 0 0,-1-1 0 0 0,0 1-1 0 0,1-1 1 0 0,-1 1 0 0 0,-1 0-1 0 0,1 0-171 0 0,1 3 67 0 0,0 0-1 0 0,1 0 1 0 0,-1 0 0 0 0,1 0-1 0 0,-1 1 1 0 0,0-1 0 0 0,1 1-1 0 0,-1-1 1 0 0,1 1-1 0 0,-1 0 1 0 0,1 0 0 0 0,0-1-1 0 0,-1 1 1 0 0,1 0-1 0 0,0 0 1 0 0,-1 0 0 0 0,1 1-1 0 0,0-1 1 0 0,0 0 0 0 0,0 0-1 0 0,0 1 1 0 0,0-1-1 0 0,0 0 1 0 0,0 1 0 0 0,1-1-1 0 0,-1 1 1 0 0,0-1-1 0 0,1 1 1 0 0,-1-1 0 0 0,1 1-1 0 0,0 1-66 0 0,-5 5 31 0 0,-3 4-46 0 0,1 1-1 0 0,0 0 1 0 0,0 0-1 0 0,1 0 0 0 0,1 1 1 0 0,1 0-1 0 0,0 0 1 0 0,0 0-1 0 0,2 0 0 0 0,0 1 1 0 0,0-1-1 0 0,1 4 16 0 0,1 47-1449 0 0,5-61-3398 0 0,-1-2-1127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6:29.7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4972 496 0 0,'0'0'2534'0'0,"0"0"-834"0"0,0 0-757 0 0,0 0-516 0 0,0 0-19 0 0,0 0 829 0 0,0 0 491 0 0,0 0-477 0 0,11 3 5611 0 0,-7-2-6633 0 0,715-5 611 0 0,-311-8 65 0 0,174-5-332 0 0,-129 16-315 0 0,-48 19 18 0 0,51-18-105 0 0,-455 0-167 0 0,-1 0 0 0 0,0 0 0 0 0,0 0 0 0 0,0 0 1 0 0,0 0 1 0 0,0 0-1 0 0,0 0-16 0 0,0 0-63 0 0,0 0-28 0 0,0 0-51 0 0,-6 1-663 0 0,-24 3-1445 0 0,-16-1-9777 0 0,128-11 6623 0 0</inkml:trace>
  <inkml:trace contextRef="#ctx0" brushRef="#br0" timeOffset="1969.205">3022 0 1512 0 0,'0'0'2062'0'0,"0"0"-416"0"0,0 0-577 0 0,0 0-517 0 0,0 0 99 0 0,0 0 955 0 0,0 0-161 0 0,0 0-696 0 0,0 0-315 0 0,0 0-218 0 0,14 0-34 0 0,44 0-39 0 0,-44 0-276 0 0,-5 22-284 0 0,5 20 998 0 0,-1 72 560 0 0,14-6-710 0 0,28 12-91 0 0,-30-78-206 0 0,-15-26-130 0 0,-1 0 0 0 0,0 1 0 0 0,-1 0 1 0 0,0 0-1 0 0,-2 1 0 0 0,0 0 0 0 0,-1 0 0 0 0,0 0-4 0 0,35 244 100 0 0,-35-31 635 0 0,-13 21-320 0 0,2-47-233 0 0,-39 55 372 0 0,37-221-508 0 0,2 1-1 0 0,2 0 0 0 0,1 0 0 0 0,2 0 0 0 0,4 28-45 0 0,-2 5 192 0 0,0-49-136 0 0,-2 1-1 0 0,0-1 1 0 0,-1 0 0 0 0,-2 0 0 0 0,0 0 0 0 0,-8 22-56 0 0,4-23 17 0 0,-3 5-118 0 0,2 0 0 0 0,0 1 0 0 0,2 0 0 0 0,2 0 0 0 0,0 1 1 0 0,0 23 100 0 0,-4 73-367 0 0,-8-49 217 0 0,7-50-39 0 0,2 1 0 0 0,1 1 0 0 0,2 0 0 0 0,0 0-1 0 0,2 0 1 0 0,1 20 189 0 0,1-37-76 0 0,-19 225 381 0 0,17-223-246 0 0,-10 50-129 0 0,3 0 0 0 0,2 0 0 0 0,2 33 70 0 0,41 24 574 0 0,-7-48-338 0 0,81 219-429 0 0,-65-109 875 0 0,-38-85-763 0 0,-1 190-255 0 0,-19-173 1326 0 0,-41 10-402 0 0,41-115-2200 0 0,-6 0-3890 0 0,18-9 4265 0 0,-11 8-4382 0 0</inkml:trace>
  <inkml:trace contextRef="#ctx0" brushRef="#br0" timeOffset="3542.693">3176 139 1668 0 0,'0'0'1294'0'0,"0"0"-684"0"0,0 0-436 0 0,0 0-77 0 0,0 0 142 0 0,0 0 87 0 0,0 0 20 0 0,0 0 51 0 0,0 0 116 0 0,0 0 123 0 0,-8 0 325 0 0,6 0-987 0 0,-4 0 382 0 0,0 0 0 0 0,1 0 0 0 0,-1 1 1 0 0,0 0-1 0 0,0 0 0 0 0,1 0 0 0 0,-1 1 0 0 0,0-1 0 0 0,1 1 0 0 0,0 1 0 0 0,-1-1 0 0 0,1 1 0 0 0,-4 2-356 0 0,-54 46 2120 0 0,-54 106-929 0 0,8 35-317 0 0,-77 217-61 0 0,134-299-570 0 0,-5-1 0 0 0,-5-4 1 0 0,-12 9-244 0 0,-58 111-351 0 0,-78 186 351 0 0,199-388-18 0 0,-71 181-70 0 0,-28 47 144 0 0,-60 36-397 0 0,14-28 167 0 0,118-196 124 0 0,3 2 0 0 0,2 1-1 0 0,3 2 1 0 0,1 7 50 0 0,-5 10-49 0 0,15-40 93 0 0,1 1 101 0 0,-2 0 0 0 0,-2-2 1 0 0,-27 40-146 0 0,-77 127 407 0 0,99-151-268 0 0,-23 23-171 0 0,-119 149 160 0 0,-116 54 166 0 0,214-167-717 0 0,52-81 442 0 0,-25 43 34 0 0,-4-29 382 0 0,-7-8-833 0 0,82-37-9741 0 0,-3-7 5606 0 0</inkml:trace>
  <inkml:trace contextRef="#ctx0" brushRef="#br0" timeOffset="5162.598">173 2308 3392 0 0,'0'0'896'0'0,"0"0"-251"0"0,0 0-385 0 0,0 0-69 0 0,0 0 335 0 0,0 0 1205 0 0,0 0-217 0 0,0 0-553 0 0,0 0-249 0 0,0 0-73 0 0,1 4 100 0 0,-1-3-692 0 0,0 0 0 0 0,0 0 0 0 0,0 0 0 0 0,0 0 0 0 0,1 0 0 0 0,-1 0 0 0 0,0 0 0 0 0,0 0 0 0 0,1-1 0 0 0,-1 1 0 0 0,0 0 0 0 0,1 0 0 0 0,-1 0 0 0 0,1 0 0 0 0,-1-1 0 0 0,1 1 0 0 0,0 0 0 0 0,-1 0-1 0 0,1-1 1 0 0,0 1 0 0 0,-1 0 0 0 0,1-1 0 0 0,0 1 0 0 0,0-1 0 0 0,0 1 0 0 0,0-1 0 0 0,-1 1 0 0 0,1-1 0 0 0,0 0 0 0 0,0 0 0 0 0,0 1 0 0 0,0-1 0 0 0,0 0 0 0 0,0 0 0 0 0,0 0 0 0 0,0 0 0 0 0,0 0-1 0 0,0 0 1 0 0,0 0 0 0 0,0 0 0 0 0,0 0-47 0 0,117 19 648 0 0,-113-19-659 0 0,-4 0 23 0 0,1 1-1 0 0,-1-1 1 0 0,1 1-1 0 0,-1-1 1 0 0,1 0-1 0 0,0 0 1 0 0,-1 0-1 0 0,1 0 1 0 0,-1 0 0 0 0,1 0-1 0 0,0 0 1 0 0,-1 0-1 0 0,1-1 1 0 0,-1 1-1 0 0,1-1 1 0 0,-1 1-1 0 0,1-1 1 0 0,-1 0-1 0 0,1 1 1 0 0,-1-1 0 0 0,0 0-1 0 0,1 0 1 0 0,-1 0-1 0 0,0 0 1 0 0,0 0-1 0 0,1 0 1 0 0,-1 0-1 0 0,0-1 1 0 0,0 1-1 0 0,0 0 1 0 0,-1-1-1 0 0,1 1 1 0 0,0 0 0 0 0,0-1-1 0 0,-1 1 1 0 0,1-1-1 0 0,-1 1 1 0 0,1-3-12 0 0,-1-1-42 0 0,0 0 0 0 0,0-1 1 0 0,0 1-1 0 0,-1-1 0 0 0,0 1 1 0 0,0-1-1 0 0,0 1 0 0 0,-1 0 0 0 0,0 0 1 0 0,0 0-1 0 0,0 0 0 0 0,0 0 1 0 0,-1 0-1 0 0,0 0 0 0 0,0 1 0 0 0,0-1 1 0 0,-1 1-1 0 0,0 0 0 0 0,1 0 1 0 0,-3-1 41 0 0,-104-100-520 0 0,73 72 349 0 0,1-1 0 0 0,1-2 0 0 0,2-1 0 0 0,2-2 1 0 0,-2-5 170 0 0,32 42 16 0 0,-1 1 0 0 0,1-1 0 0 0,0 0 0 0 0,0 0 0 0 0,-1 1 0 0 0,1-1 0 0 0,0 0 0 0 0,0 0 0 0 0,1 0 0 0 0,-1 0 0 0 0,0 0 0 0 0,1 0 0 0 0,-1 0 0 0 0,1-1 0 0 0,0 1 0 0 0,-1 0 0 0 0,1 0 0 0 0,0 0 0 0 0,0 0 0 0 0,1-1 0 0 0,-1 1 0 0 0,0 0 0 0 0,1 0 1 0 0,-1 0-1 0 0,1 0 0 0 0,0 0 0 0 0,-1 0 0 0 0,1 0 0 0 0,0 0 0 0 0,0 0 0 0 0,1 0 0 0 0,-1 1 0 0 0,0-1 0 0 0,1 0-16 0 0,33-15-91 0 0,1 2 0 0 0,0 1 1 0 0,1 2-1 0 0,0 1 0 0 0,9 1 91 0 0,-31 6-67 0 0,120-19-1340 0 0,-42 19-4651 0 0,-71 4 2248 0 0</inkml:trace>
  <inkml:trace contextRef="#ctx0" brushRef="#br0" timeOffset="5543.676">904 1983 6553 0 0,'0'0'706'0'0,"0"0"-396"0"0,0 0 387 0 0,0 0 424 0 0,0 0 64 0 0,0 0-183 0 0,0 0-222 0 0,0 0-197 0 0,31-11-187 0 0,99-38-64 0 0,-74 12 287 0 0,-54 35-628 0 0,0 0-1 0 0,0 0 1 0 0,0 0-1 0 0,-1-1 1 0 0,1 1-1 0 0,-1 0 1 0 0,0-1 0 0 0,1 0-1 0 0,-1 1 1 0 0,0-1-1 0 0,-1 0 1 0 0,1 1 0 0 0,0-1-1 0 0,-1 0 1 0 0,0 0-1 0 0,1 1 1 0 0,-1-1-1 0 0,0 0 1 0 0,0 0 0 0 0,-1 0-1 0 0,1 1 1 0 0,-1-1-1 0 0,1 0 1 0 0,-1 0-1 0 0,0 1 1 0 0,0-1 0 0 0,0 0-1 0 0,0 1 1 0 0,-1-1-1 0 0,1 1 1 0 0,-2-2 9 0 0,-10-3 1 0 0,-1 0-1 0 0,0 1 1 0 0,0 1 0 0 0,-1 0-1 0 0,1 1 1 0 0,-1 0 0 0 0,0 2-1 0 0,0-1 1 0 0,0 2 0 0 0,0 0-1 0 0,-1 1 1 0 0,1 0 0 0 0,0 2-1 0 0,-3 0 0 0 0,6 2-62 0 0,0 1-1 0 0,0 1 0 0 0,0 0 0 0 0,0 1 0 0 0,1 0 1 0 0,0 0-1 0 0,1 1 0 0 0,0 1 0 0 0,0 0 0 0 0,1 0 1 0 0,0 1-1 0 0,0 0 0 0 0,1 0 0 0 0,1 1 1 0 0,0 0-1 0 0,0 1 0 0 0,1-1 0 0 0,-1 5 63 0 0,1-4 24 0 0,1 0-1 0 0,0 0 1 0 0,1 0 0 0 0,0 1-1 0 0,1 0 1 0 0,1 0-1 0 0,0 0 1 0 0,0 0 0 0 0,2 0-1 0 0,-1 9-23 0 0,2-18 16 0 0,0 1 0 0 0,0-1 1 0 0,0 0-1 0 0,0 0 0 0 0,1 1 0 0 0,-1-1 0 0 0,1 0 0 0 0,0-1 0 0 0,0 1 0 0 0,1 0 1 0 0,-1-1-1 0 0,1 1 0 0 0,0-1 0 0 0,0 0 0 0 0,0 1 0 0 0,0-1 0 0 0,0-1 0 0 0,1 1 1 0 0,-1 0-1 0 0,1-1 0 0 0,0 0 0 0 0,3 2-16 0 0,94 38-31 0 0,-62-31-825 0 0,0-2 0 0 0,1-2 0 0 0,0-1-1 0 0,0-3 1 0 0,1-1 0 0 0,11-2 856 0 0,-11-3-2415 0 0,3-11-328 0 0</inkml:trace>
  <inkml:trace contextRef="#ctx0" brushRef="#br0" timeOffset="5800.36">1638 1618 5641 0 0,'0'0'4114'0'0,"0"0"-2462"0"0,0 0-1175 0 0,0 0-72 0 0,0 0 283 0 0,0 0 140 0 0,0 0-94 0 0,0 0-278 0 0,-39 13-236 0 0,-121 41-86 0 0,105-23-17 0 0,47-22-76 0 0,1 1-1 0 0,0 0 1 0 0,1 0-1 0 0,0 1 1 0 0,0 0-1 0 0,1 0 1 0 0,1 0-1 0 0,0 1 1 0 0,1-1-1 0 0,0 1 1 0 0,0 0-1 0 0,1 0 1 0 0,1 0-1 0 0,0 0 1 0 0,1 0-1 0 0,0 1 0 0 0,1-1 1 0 0,0 0-1 0 0,2 7-40 0 0,1-10-12 0 0,0 0 0 0 0,1 0 0 0 0,0 0 0 0 0,0-1 0 0 0,1 1 0 0 0,0-1-1 0 0,0-1 1 0 0,1 1 0 0 0,0-1 0 0 0,0 0 0 0 0,1-1 0 0 0,0 0 0 0 0,0 0-1 0 0,1-1 1 0 0,-1 0 0 0 0,1 0 0 0 0,0-1 0 0 0,0 0 0 0 0,1 0 0 0 0,-1-1-1 0 0,1-1 1 0 0,0 1 0 0 0,0-2 0 0 0,-1 1 0 0 0,1-1 0 0 0,0-1-1 0 0,3 0 13 0 0,141-3-1038 0 0,-53-30-4143 0 0,-53 2-1459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6:38.9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0 408 3148 0 0,'0'0'1965'0'0,"0"0"-335"0"0,0 0-322 0 0,0 0-44 0 0,0 0-104 0 0,0 0-159 0 0,0 0-191 0 0,0 0-207 0 0,0 0-241 0 0,0 0-34 0 0,2-7 71 0 0,23-60 1129 0 0,102-129 777 0 0,-60 59-3849 0 0,-64 145-2203 0 0,-5 71 3061 0 0,-4-43 573 0 0,2 0 0 0 0,1 1-1 0 0,1-1 1 0 0,2 1-1 0 0,2-1 1 0 0,2 0-1 0 0,2 7 114 0 0,5 6-82 0 0,22 176 2127 0 0,-35-222-1940 0 0,0-1 1 0 0,-1 1 0 0 0,1-1 0 0 0,-1 0 0 0 0,1 1 0 0 0,-1-1 0 0 0,0 0 0 0 0,0-1 0 0 0,0 1 0 0 0,0 0 0 0 0,0-1 0 0 0,0 0 0 0 0,0 0 0 0 0,-1 0 0 0 0,1 0 0 0 0,0 0-1 0 0,-1 0 1 0 0,1-1 0 0 0,-1 0 0 0 0,1 0 0 0 0,-1 0 0 0 0,1 0 0 0 0,-1 0 0 0 0,1-1 0 0 0,0 1 0 0 0,-1-1-106 0 0,-8 1 56 0 0,-114 4-170 0 0,511-4-845 0 0,-219 0-4401 0 0,-115 0-192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6:36.6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299 0 3496 0 0,'0'0'1588'0'0,"0"0"305"0"0,0 0-200 0 0,0 0-354 0 0,0 0-409 0 0,0 0-281 0 0,-7 18-53 0 0,-25 61 50 0 0,25-59-410 0 0,1 0 1 0 0,1 1-1 0 0,1-1 0 0 0,0 1 1 0 0,2 1-1 0 0,0 12-236 0 0,-1 3 169 0 0,-1 219 607 0 0,4-243-821 0 0,1 1 0 0 0,0 0 1 0 0,1-1-1 0 0,1 0 0 0 0,0 1 1 0 0,0-1-1 0 0,2 0 0 0 0,-1-1 1 0 0,2 1-1 0 0,0-1 0 0 0,0 0 1 0 0,1 0-1 0 0,0-1 0 0 0,1 0 1 0 0,1 0-1 0 0,-1-1 0 0 0,2 0 1 0 0,-1 0-1 0 0,2-1 0 0 0,-1-1 1 0 0,1 1-1 0 0,0-2 0 0 0,1 1 1 0 0,0-2-1 0 0,0 0 0 0 0,0 0 1 0 0,1-1-1 0 0,-1 0 0 0 0,1-1 1 0 0,9 1 44 0 0,64-8-1989 0 0,-84 2 1778 0 0,0 1 0 0 0,0-1 0 0 0,0 0 0 0 0,-1 1 0 0 0,1-1 0 0 0,0 0 0 0 0,0 0 0 0 0,-1 0 0 0 0,1-1 0 0 0,0 1 0 0 0,-1 0 0 0 0,0-1 0 0 0,1 1 0 0 0,-1 0 0 0 0,0-1 0 0 0,1 0 0 0 0,-1 1 0 0 0,0-1 0 0 0,0 0 0 0 0,0 0 0 0 0,-1 1 0 0 0,1-1 0 0 0,0 0 0 0 0,-1 0 0 0 0,1 0 0 0 0,-1 0 0 0 0,0 0 211 0 0,1-23-4571 0 0</inkml:trace>
  <inkml:trace contextRef="#ctx0" brushRef="#br0" timeOffset="238.013">0 404 4164 0 0,'0'0'6981'0'0,"0"0"-5541"0"0,0 0-776 0 0,0 0-372 0 0,0 0 368 0 0,0 0-40 0 0,0 0-504 0 0,0 0-116 0 0,0 0-152 0 0,0 0-216 0 0,268-39-240 0 0,-209 31-68 0 0,0 1-52 0 0,0-1-284 0 0,-5 2-564 0 0,-13-2-992 0 0,4 3-1441 0 0</inkml:trace>
  <inkml:trace contextRef="#ctx0" brushRef="#br0" timeOffset="602.661">903 354 5076 0 0,'0'0'2822'0'0,"0"0"-1429"0"0,0 0-637 0 0,0 0-46 0 0,0 0 127 0 0,0 0-43 0 0,0 0-145 0 0,0 0-292 0 0,0 0-194 0 0,0 0-23 0 0,9 6 132 0 0,-2-1-222 0 0,-3-3-29 0 0,0 0 0 0 0,0 1 0 0 0,-1-1 0 0 0,1 1 0 0 0,-1 0 0 0 0,1 1 0 0 0,-1-1 0 0 0,0 0 0 0 0,0 1 0 0 0,-1 0 0 0 0,1 0 0 0 0,-1-1 0 0 0,0 2 0 0 0,0-1 0 0 0,0 0 0 0 0,0 0 0 0 0,0 2-21 0 0,4 30 98 0 0,-1 1 0 0 0,-1 0 0 0 0,-3 0 0 0 0,-1 0 0 0 0,-2 7-98 0 0,1 24-15 0 0,0-44 10 0 0,0-18-21 0 0,1 0 1 0 0,-1 1-1 0 0,1-1 0 0 0,0 0 0 0 0,0 0 1 0 0,1 0-1 0 0,0 0 0 0 0,0 0 0 0 0,0 0 1 0 0,1 0-1 0 0,0 0 0 0 0,0 0 0 0 0,1 1 26 0 0,20-9-65 0 0,-21-1 13 0 0,0 0-1 0 0,0 0 1 0 0,0 0-1 0 0,-1 0 1 0 0,1 0 0 0 0,-1 0-1 0 0,0 0 1 0 0,0-1 0 0 0,0 1-1 0 0,0 0 1 0 0,0-1-1 0 0,-1 1 1 0 0,0-1 0 0 0,1 1-1 0 0,-1-1 1 0 0,0 1 0 0 0,-1 0-1 0 0,1-1 1 0 0,-1 1-1 0 0,1-1 1 0 0,-1 1 0 0 0,0 0-1 0 0,0-1 1 0 0,-1 1 0 0 0,1 0-1 0 0,-1 0 1 0 0,1 0-1 0 0,-1 0 1 0 0,0 0 0 0 0,0 0-1 0 0,-1 1 1 0 0,1-1 0 0 0,0 1-1 0 0,-3-2 53 0 0,-4-5-74 0 0,-2 1 0 0 0,1 1 0 0 0,-1-1 1 0 0,0 2-1 0 0,0 0 0 0 0,-1 0 0 0 0,1 1 0 0 0,-1 0 0 0 0,-1 1 0 0 0,1 0 0 0 0,-1 1 0 0 0,1 1 1 0 0,-1 0-1 0 0,0 1 0 0 0,0 0 0 0 0,0 1 0 0 0,-2 0 74 0 0,9 2 17 0 0,1 0 0 0 0,-1 0 0 0 0,1 0-1 0 0,0 1 1 0 0,0 0 0 0 0,0 0 0 0 0,0 0 0 0 0,1 0 0 0 0,-1 1-1 0 0,1 0 1 0 0,0 0 0 0 0,0 0 0 0 0,0 0 0 0 0,1 1 0 0 0,-1 0-1 0 0,1-1 1 0 0,0 1 0 0 0,0 0 0 0 0,1 1 0 0 0,0-1 0 0 0,0 0-1 0 0,0 1 1 0 0,0-1 0 0 0,1 1 0 0 0,0 0 0 0 0,0-1 0 0 0,0 1-1 0 0,1 4-16 0 0,0-5 48 0 0,-1-3-66 0 0,1 1 1 0 0,0 0-1 0 0,0 0 0 0 0,0 0 0 0 0,0-1 0 0 0,0 1 1 0 0,0 0-1 0 0,1 0 0 0 0,-1 0 0 0 0,1-1 0 0 0,0 1 0 0 0,0 0 1 0 0,0-1-1 0 0,0 1 0 0 0,0-1 0 0 0,0 1 0 0 0,1-1 1 0 0,0 1-1 0 0,-1-1 0 0 0,1 0 0 0 0,0 0 0 0 0,0 0 0 0 0,0 0 1 0 0,0 0-1 0 0,0 0 0 0 0,3 1 18 0 0,122 39-6119 0 0,-88-38 1809 0 0</inkml:trace>
  <inkml:trace contextRef="#ctx0" brushRef="#br0" timeOffset="856.016">1129 830 4376 0 0,'0'0'3071'0'0,"0"0"-727"0"0,0 0-643 0 0,0 0-555 0 0,0 0-278 0 0,0 0-364 0 0,-4-19-453 0 0,-36-135-1257 0 0,36 138 773 0 0,1-1-1 0 0,0 1 0 0 0,2 0 1 0 0,-1-1-1 0 0,2 0 0 0 0,1 1 1 0 0,0-1-1 0 0,0 1 1 0 0,2 0-1 0 0,0-1 0 0 0,5-10 434 0 0,-1 12-1356 0 0,-5 12-2737 0 0,2 3 1869 0 0</inkml:trace>
  <inkml:trace contextRef="#ctx0" brushRef="#br0" timeOffset="1093.068">1229 485 2268 0 0,'0'0'2130'0'0,"0"0"-349"0"0,0 0-293 0 0,0 0-97 0 0,35 18-123 0 0,109 61-230 0 0,-64-20 390 0 0,-75-53-1407 0 0,0-1 0 0 0,-1 1 0 0 0,1 1 0 0 0,-1-1 1 0 0,-1 0-1 0 0,1 1 0 0 0,-1 0 0 0 0,0 0 0 0 0,0 0 0 0 0,-1 0 0 0 0,0 0 0 0 0,-1 1 1 0 0,1-1-1 0 0,-1 1 0 0 0,-1-1 0 0 0,1 1 0 0 0,-1-1 0 0 0,-1 1 0 0 0,1-1 1 0 0,-1 0-1 0 0,0 1 0 0 0,-1-1 0 0 0,0 1 0 0 0,0-1 0 0 0,-1 0 0 0 0,0 0 1 0 0,0 0-22 0 0,-32 54-1972 0 0,6-20-2308 0 0,-1-7-1695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6:45.1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1 844 3088 0 0,'0'0'712'0'0,"0"0"-416"0"0,0 0 161 0 0,0 0 902 0 0,0 0 541 0 0,0 0-577 0 0,0 0-510 0 0,0 0-209 0 0,10-9 104 0 0,30-31 91 0 0,28-73 2129 0 0,-1 12-2418 0 0,-54 95-580 0 0,-11 31-320 0 0,-2-14 187 0 0,40 384-3491 0 0,-26 17 5007 0 0,-14-411-1312 0 0,-1 0 1 0 0,1 0-1 0 0,0 0 0 0 0,-1 1 0 0 0,1-1 0 0 0,-1 0 0 0 0,0 0 1 0 0,1 0-1 0 0,-1 0 0 0 0,0 0 0 0 0,1 0 0 0 0,-1 0 1 0 0,0 0-1 0 0,0-1 0 0 0,0 1 0 0 0,0 0 0 0 0,0 0 1 0 0,0-1-1 0 0,0 1 0 0 0,0 0 0 0 0,0-1 0 0 0,0 1 1 0 0,0-1-1 0 0,0 0 0 0 0,0 1 0 0 0,-1-1 0 0 0,1 0 1 0 0,0 1-1 0 0,0-1 0 0 0,0 0 0 0 0,-1 0 0 0 0,1 0 1 0 0,0 0-1 0 0,0 0 0 0 0,0-1 0 0 0,-1 1 0 0 0,1 0 0 0 0,0 0 1 0 0,0-1-1 0 0,0 1 0 0 0,0-1 0 0 0,0 1 0 0 0,0-1 1 0 0,0 0-1 0 0,0 1 0 0 0,0-1 0 0 0,0 0 0 0 0,0 1 1 0 0,0-1-1 0 0,0 0 0 0 0,0 0 0 0 0,0 0 0 0 0,1 0 1 0 0,-1 0-1 0 0,0 0-1 0 0,-33-10 545 0 0,139 11 34 0 0,211-6-3682 0 0,-256-2-625 0 0,-2-9-1052 0 0</inkml:trace>
  <inkml:trace contextRef="#ctx0" brushRef="#br0" timeOffset="443.055">237 0 7565 0 0,'0'0'2356'0'0,"0"0"-1526"0"0,0 0-571 0 0,0 0 52 0 0,0 0 235 0 0,0 0-19 0 0,0 0-283 0 0,0 0-113 0 0,0 0 39 0 0,0 0 8 0 0,22 14 52 0 0,70 42-26 0 0,-85-52-180 0 0,1 1 1 0 0,-1-1 0 0 0,0 1 0 0 0,0 1-1 0 0,-1-1 1 0 0,1 1 0 0 0,-1 0 0 0 0,-1 1 0 0 0,1-1-1 0 0,-1 1 1 0 0,0 0 0 0 0,0 0 0 0 0,1 6-25 0 0,-2-2 16 0 0,0-1 1 0 0,-1 1 0 0 0,-1 0-1 0 0,0 0 1 0 0,0 0 0 0 0,-1 0-1 0 0,-1 1 1 0 0,0-1 0 0 0,0 0-1 0 0,-1 0 1 0 0,0 0 0 0 0,-1 0-1 0 0,-1 0 1 0 0,0 0 0 0 0,0 0-1 0 0,-1 0 1 0 0,0-1 0 0 0,-1 0-1 0 0,0 0 1 0 0,-3 4-17 0 0,-4 8-73 0 0,-1-1 1 0 0,-1 0-1 0 0,-1-1 1 0 0,0-1-1 0 0,-2 0 0 0 0,0-1 1 0 0,-1-1-1 0 0,-19 14 73 0 0,35-30-76 0 0,0 0 1 0 0,0 1-1 0 0,0-1 0 0 0,-1 0 0 0 0,1 0 0 0 0,0 0 0 0 0,-1 0 0 0 0,1-1 1 0 0,-1 1-1 0 0,1-1 0 0 0,-1 1 0 0 0,1-1 0 0 0,-1 0 0 0 0,1 0 0 0 0,-1 0 1 0 0,0 0-1 0 0,1-1 0 0 0,-1 1 0 0 0,1-1 0 0 0,-1 1 0 0 0,1-1 0 0 0,0 0 1 0 0,-1 0-1 0 0,1 0 0 0 0,0 0 0 0 0,-1 0 0 0 0,1-1 0 0 0,0 1 0 0 0,0-1 1 0 0,0 1-1 0 0,0-1 0 0 0,1 0 0 0 0,-1 0 0 0 0,0 0 0 0 0,1 0 0 0 0,-1 0 1 0 0,1 0-1 0 0,0 0 0 0 0,-1 0 0 0 0,1-1 0 0 0,0 1 0 0 0,0 0 0 0 0,1-1 1 0 0,-1 1-1 0 0,0-1 0 0 0,1 1 0 0 0,0-1 0 0 0,-1 1 0 0 0,1-1 0 0 0,0 1 1 0 0,0-1-1 0 0,1 0 0 0 0,-1 1 0 0 0,0-1 0 0 0,1 1 0 0 0,0-1 1 0 0,-1 1 75 0 0,3-1 70 0 0,-1 1 0 0 0,0-1 1 0 0,1 1-1 0 0,-1 0 1 0 0,1-1-1 0 0,0 1 1 0 0,0 0-1 0 0,0 1 1 0 0,0-1-1 0 0,0 1 0 0 0,0-1 1 0 0,0 1-1 0 0,0 0 1 0 0,1 0-1 0 0,-1 0 1 0 0,0 0-1 0 0,1 1 1 0 0,-1-1-1 0 0,1 1 0 0 0,-1 0 1 0 0,1 0-1 0 0,-1 1 1 0 0,1-1-1 0 0,-1 0 1 0 0,0 1-1 0 0,1 0 1 0 0,-1 0-1 0 0,0 0 1 0 0,0 0-1 0 0,2 1-70 0 0,11 1 481 0 0,105 5-566 0 0,-36-7-3715 0 0,-38-1-999 0 0</inkml:trace>
  <inkml:trace contextRef="#ctx0" brushRef="#br0" timeOffset="681.933">940 804 6401 0 0,'0'0'1716'0'0,"0"0"-1044"0"0,0 0 416 0 0,0 0 552 0 0,0 0-208 0 0,0 0-384 0 0,0 0-416 0 0,0 0-268 0 0,0 0-364 0 0,0 0-36 0 0,208-31-256 0 0,-190 27-148 0 0,-4-2-108 0 0,4 2-256 0 0,-4-4-540 0 0,-5 1-1020 0 0,0-7-2641 0 0</inkml:trace>
  <inkml:trace contextRef="#ctx0" brushRef="#br0" timeOffset="920.209">1067 551 8353 0 0,'0'0'2676'0'0,"0"0"-1492"0"0,0 0-124 0 0,0 0-208 0 0,-19 121 124 0 0,19-80-172 0 0,0 1-616 0 0,0 3-188 0 0,5 1-200 0 0,4 0-128 0 0,9-3-176 0 0,0-1-240 0 0,1-3-592 0 0,3-6-732 0 0,-4-8-1100 0 0,0-4-2273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6:46.6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377 704 7069 0 0,'0'0'3799'0'0,"0"0"-2233"0"0,0 0-687 0 0,0 0 11 0 0,0 0 173 0 0,0 0-145 0 0,0 0-485 0 0,0 0-315 0 0,-8 20 9 0 0,-23 67 57 0 0,7 62 278 0 0,-84 332 262 0 0,101-450-916 0 0,1-1 0 0 0,1 1-1 0 0,1 0 1 0 0,2 1 0 0 0,1-1-1 0 0,4 24 193 0 0,-3-50-89 0 0,2-1 1 0 0,-1 1-1 0 0,1-1 0 0 0,-1 0 0 0 0,1 1 0 0 0,0-1 1 0 0,1 0-1 0 0,-1 0 0 0 0,1 0 0 0 0,0-1 0 0 0,0 1 0 0 0,0-1 1 0 0,0 1-1 0 0,0-1 0 0 0,1 0 0 0 0,0 0 0 0 0,-1-1 1 0 0,1 1-1 0 0,0-1 0 0 0,0 1 0 0 0,1-1 0 0 0,-1-1 0 0 0,0 1 1 0 0,1-1-1 0 0,-1 1 0 0 0,1-1 0 0 0,-1-1 0 0 0,1 1 1 0 0,0 0-1 0 0,0-1 89 0 0,3 1-204 0 0,0 0 0 0 0,1-1 0 0 0,-1 0 0 0 0,0-1 0 0 0,1 1 0 0 0,-1-2 0 0 0,0 1 0 0 0,0-1 0 0 0,0 0 0 0 0,0-1 0 0 0,0 0 0 0 0,0 0 0 0 0,-1 0 0 0 0,0-1 0 0 0,1 0 0 0 0,4-5 204 0 0,27-39-4549 0 0,-32 10-684 0 0</inkml:trace>
  <inkml:trace contextRef="#ctx0" brushRef="#br0" timeOffset="253.484">1 1131 8201 0 0,'0'0'1675'0'0,"0"0"-928"0"0,0 0-256 0 0,0 0 131 0 0,0 0 108 0 0,3 18-231 0 0,18 54-353 0 0,-20-69-151 0 0,0-1 1 0 0,1 0 0 0 0,-1 0 0 0 0,1 0 0 0 0,0 0-1 0 0,0 0 1 0 0,-1 0 0 0 0,1 0 0 0 0,0-1 0 0 0,1 1-1 0 0,-1-1 1 0 0,0 1 0 0 0,0-1 0 0 0,1 0 0 0 0,-1 0 0 0 0,0 0-1 0 0,1 0 1 0 0,-1 0 0 0 0,1-1 0 0 0,-1 1 0 0 0,1-1-1 0 0,0 1 1 0 0,-1-1 0 0 0,1 0 0 0 0,-1 0 0 0 0,3-1 4 0 0,6 2-61 0 0,25 3-239 0 0,0-2 1 0 0,0-1-1 0 0,0-2 0 0 0,0-2 0 0 0,0-1 1 0 0,-1-2-1 0 0,1-1 0 0 0,30-11 300 0 0,72-47-5457 0 0,-103 43 1659 0 0</inkml:trace>
  <inkml:trace contextRef="#ctx0" brushRef="#br0" timeOffset="524.968">871 1164 3132 0 0,'0'0'4100'0'0,"0"0"-2124"0"0,0 0-776 0 0,10 21-186 0 0,31 72-53 0 0,-14 4 249 0 0,22 212-840 0 0,-40-281-633 0 0,-9-46-425 0 0,-1 13 639 0 0,-1 0 0 0 0,0 0 1 0 0,0 0-1 0 0,0 1 0 0 0,0-1 0 0 0,-1 0 1 0 0,0 1-1 0 0,0 0 0 0 0,0 0 0 0 0,-1 0 1 0 0,0 0-1 0 0,1 0 0 0 0,-1 0 0 0 0,0 1 1 0 0,-1 0-1 0 0,1 0 0 0 0,-1 0 0 0 0,1 1 1 0 0,-5-3 48 0 0,-9-7-24 0 0,-14-10-269 0 0,0 2 0 0 0,-2 2-1 0 0,0 1 1 0 0,0 1 0 0 0,-32-8 293 0 0,64 22 6 0 0,0 1-1 0 0,1 0 0 0 0,-1 0 1 0 0,0 0-1 0 0,0 0 0 0 0,0 0 1 0 0,1 0-1 0 0,-1 0 0 0 0,0 1 1 0 0,0-1-1 0 0,0 1 0 0 0,0 0 0 0 0,0-1 1 0 0,-1 1-1 0 0,1 0 0 0 0,0 0 1 0 0,0 0-1 0 0,0 0 0 0 0,0 1 1 0 0,0-1-1 0 0,0 0 0 0 0,0 1 1 0 0,0 0-1 0 0,0-1 0 0 0,0 1 1 0 0,0 0-1 0 0,1 0 0 0 0,-1 0 1 0 0,0 0-1 0 0,0 0 0 0 0,1 1 1 0 0,-1-1-1 0 0,1 0 0 0 0,-1 1 1 0 0,1-1-1 0 0,-1 1 0 0 0,1 0 0 0 0,0-1 1 0 0,0 1-1 0 0,0 0 0 0 0,0 0 1 0 0,0 0-1 0 0,0 0 0 0 0,1-1 1 0 0,-1 1-1 0 0,0 0 0 0 0,1 0 1 0 0,0 1-1 0 0,-1-1 0 0 0,1 1-5 0 0,-1 3 21 0 0,0-1-1 0 0,0 1 1 0 0,0-1-1 0 0,1 1 1 0 0,-1-1-1 0 0,2 1 0 0 0,-1 0 1 0 0,0-1-1 0 0,1 1 1 0 0,0-1-1 0 0,1 1 1 0 0,-1-1-1 0 0,1 0 1 0 0,0 1-1 0 0,0-1 0 0 0,0 0 1 0 0,1 0-1 0 0,0 0 1 0 0,0-1-1 0 0,0 1 1 0 0,1-1-1 0 0,-1 1 1 0 0,1-1-1 0 0,0 0 0 0 0,1-1 1 0 0,-1 1-1 0 0,0-1 1 0 0,1 0-1 0 0,0 0 1 0 0,4 2-21 0 0,7 2-328 0 0,1-2 0 0 0,-1 0 1 0 0,1-1-1 0 0,0 0 0 0 0,0-1 1 0 0,0-2-1 0 0,17 1 328 0 0,71-6-4302 0 0,-49-4 1882 0 0</inkml:trace>
  <inkml:trace contextRef="#ctx0" brushRef="#br0" timeOffset="843.239">1230 1550 4028 0 0,'0'0'3095'0'0,"0"0"-938"0"0,0 0-588 0 0,0 0-328 0 0,0 0-345 0 0,-9-17-470 0 0,-28-56-488 0 0,33 66-12 0 0,1 0 0 0 0,0 0-1 0 0,1 0 1 0 0,0 0 0 0 0,0-1 0 0 0,1 1 0 0 0,-1-1 0 0 0,2 1 0 0 0,-1-1-1 0 0,1 0 1 0 0,0 1 0 0 0,1-1 0 0 0,0-5 74 0 0,0 7-63 0 0,2 0 113 0 0,0-1 0 0 0,0 1 0 0 0,1 0-1 0 0,0-1 1 0 0,0 2 0 0 0,0-1 0 0 0,1 0 0 0 0,0 1 0 0 0,0 0-1 0 0,0 0 1 0 0,1 1 0 0 0,0-1 0 0 0,-1 1 0 0 0,2 0-1 0 0,-1 1 1 0 0,0-1 0 0 0,1 1 0 0 0,-1 1 0 0 0,1-1 0 0 0,0 1-1 0 0,0 0 1 0 0,3 0-50 0 0,-5 1 75 0 0,-1 1 0 0 0,1 0 0 0 0,-1 0 0 0 0,0 0 0 0 0,1 1 0 0 0,-1-1 0 0 0,1 1 0 0 0,-1 0 0 0 0,0 0 0 0 0,0 1 0 0 0,0-1 0 0 0,0 1 0 0 0,0 0 0 0 0,0 0 0 0 0,0 0 0 0 0,0 1 0 0 0,-1-1 0 0 0,1 1 0 0 0,-1 0 0 0 0,0 0 0 0 0,3 3-75 0 0,5 2 105 0 0,25 22 40 0 0,-1 2 0 0 0,-2 1 0 0 0,-1 2 0 0 0,-2 1 0 0 0,-1 1 0 0 0,-2 1 0 0 0,-2 2 0 0 0,20 41-145 0 0,-38-68-248 0 0,-2 0 0 0 0,1 0 1 0 0,-2 1-1 0 0,0-1 0 0 0,0 1 0 0 0,-1 0 1 0 0,-1 0-1 0 0,0 0 0 0 0,-1 12 248 0 0,-7-22-5339 0 0,-6-4-463 0 0</inkml:trace>
  <inkml:trace contextRef="#ctx0" brushRef="#br0" timeOffset="1413.65">1552 191 4880 0 0,'0'0'3811'0'0,"0"0"-2274"0"0,0 0-729 0 0,0 0-46 0 0,0 0 123 0 0,0 0-50 0 0,0 0-348 0 0,0 0-264 0 0,0 0-91 0 0,0 0 22 0 0,25 8 49 0 0,80 24 37 0 0,-98-31-216 0 0,1 0-1 0 0,-1 1 0 0 0,0 0 1 0 0,0 0-1 0 0,0 1 1 0 0,0-1-1 0 0,0 1 0 0 0,0 1 1 0 0,0-1-1 0 0,-1 1 0 0 0,0 1 1 0 0,0-1-1 0 0,0 1 0 0 0,-1 0 1 0 0,1 0-1 0 0,-1 1 0 0 0,0-1 1 0 0,0 1-1 0 0,-1 0 1 0 0,0 1-1 0 0,0-1 0 0 0,-1 1 1 0 0,1-1-1 0 0,-1 1 0 0 0,-1 0 1 0 0,1 0-1 0 0,-1 1 0 0 0,-1-1 1 0 0,1 0-1 0 0,-1 1 0 0 0,0 3-23 0 0,0 3-47 0 0,0 1-1 0 0,-1 0 1 0 0,-1 0-1 0 0,0 0 0 0 0,-1-1 1 0 0,-1 1-1 0 0,0-1 0 0 0,-1 1 1 0 0,0-1-1 0 0,-1 0 0 0 0,-1 0 1 0 0,0-1-1 0 0,-7 10 48 0 0,7-9-100 0 0,-1-1-1 0 0,0 0 1 0 0,-2-1-1 0 0,1 1 1 0 0,-1-2 0 0 0,-1 1-1 0 0,0-1 1 0 0,-1-1 0 0 0,0 0-1 0 0,0 0 1 0 0,-1-1-1 0 0,0-1 1 0 0,-1 0 0 0 0,0 0-1 0 0,0-2 1 0 0,-1 1-1 0 0,0-2 1 0 0,0 0 0 0 0,0 0-1 0 0,0-1 1 0 0,-7 0 100 0 0,19-6-87 0 0,-1 1 0 0 0,1-1 0 0 0,0 0-1 0 0,0 0 1 0 0,0 0 0 0 0,0 0 0 0 0,0 0 0 0 0,1 0 0 0 0,-1 0 0 0 0,1-1 0 0 0,-1 1 0 0 0,1 0-1 0 0,0-1 1 0 0,0 0 0 0 0,0 1 0 0 0,0-1 0 0 0,0 0 0 0 0,1 1 0 0 0,-1-1 0 0 0,1 0 0 0 0,0 0-1 0 0,0 1 1 0 0,0-1 0 0 0,0 0 0 0 0,0 0 0 0 0,0 1 0 0 0,1-1 0 0 0,-1 0 0 0 0,2-2 87 0 0,-2-3-311 0 0,0 4 309 0 0,0-1 1 0 0,1 1-1 0 0,-1 0 1 0 0,1 0-1 0 0,0-1 0 0 0,0 1 1 0 0,1 0-1 0 0,-1 0 1 0 0,1 0-1 0 0,0 0 0 0 0,0 1 1 0 0,0-1-1 0 0,1 0 1 0 0,-1 1-1 0 0,1 0 1 0 0,0-1-1 0 0,0 1 0 0 0,0 0 1 0 0,0 1-1 0 0,0-1 1 0 0,1 0-1 0 0,-1 1 0 0 0,1 0 1 0 0,0 0-1 0 0,-1 0 1 0 0,4-1 1 0 0,-1 0 271 0 0,1 1 1 0 0,0 0-1 0 0,-1 0 0 0 0,1 1 1 0 0,0 0-1 0 0,0 0 0 0 0,0 0 1 0 0,0 1-1 0 0,0 0 1 0 0,0 1-1 0 0,0-1 0 0 0,0 1 1 0 0,0 1-1 0 0,0-1 1 0 0,-1 1-1 0 0,4 1-271 0 0,134 49 1947 0 0,8-20-4087 0 0,-69-24-2401 0 0,-36-7-255 0 0</inkml:trace>
  <inkml:trace contextRef="#ctx0" brushRef="#br0" timeOffset="6171.687">2341 1316 1840 0 0,'0'0'2850'0'0,"0"0"-1884"0"0,0 0-293 0 0,0 0 639 0 0,0 0 316 0 0,0 0-601 0 0,0 0-435 0 0,0 0-195 0 0,0 0 35 0 0,2 3 45 0 0,0-2-298 0 0,0 1-1 0 0,0-1 0 0 0,0 0 0 0 0,0 0 0 0 0,0 0 0 0 0,1 0 1 0 0,-1-1-1 0 0,0 1 0 0 0,0 0 0 0 0,1-1 0 0 0,-1 0 0 0 0,0 0 0 0 0,1 1 1 0 0,-1-1-1 0 0,1 0 0 0 0,-1-1 0 0 0,0 1 0 0 0,1 0 0 0 0,-1-1 1 0 0,0 1-1 0 0,0-1 0 0 0,1 0 0 0 0,-1 0 0 0 0,1 0-178 0 0,106-7-772 0 0,-95 3-1745 0 0,-10-4-3229 0 0,-4-4 695 0 0</inkml:trace>
  <inkml:trace contextRef="#ctx0" brushRef="#br0" timeOffset="6413.352">2055 1110 6261 0 0,'0'0'1952'0'0,"0"0"-916"0"0,0 0-196 0 0,0 0 128 0 0,0 0 8 0 0,0 0-348 0 0,0 0-272 0 0,0 0-252 0 0,231 8-104 0 0,-167-5-256 0 0,9 3-292 0 0,-5-2-148 0 0,0 0-128 0 0,-9 0-440 0 0,-10-2-848 0 0,-17 2-845 0 0</inkml:trace>
  <inkml:trace contextRef="#ctx0" brushRef="#br0" timeOffset="6951.522">2867 1459 3464 0 0,'0'0'1414'0'0,"0"0"-329"0"0,0 0-191 0 0,0 0 13 0 0,0 0 78 0 0,0 0-161 0 0,0 0-242 0 0,0 0-201 0 0,0 0-185 0 0,0 0-54 0 0,16 8 31 0 0,53 25 58 0 0,-58-29-102 0 0,1 0 0 0 0,-1-1-1 0 0,1 0 1 0 0,0-1 0 0 0,0 0-1 0 0,0-1 1 0 0,1 0-1 0 0,-1-1 1 0 0,0-1 0 0 0,0 0-129 0 0,21 0 537 0 0,-14 1-262 0 0,120-15 307 0 0,-136 13-626 0 0,0-1-1 0 0,0 0 0 0 0,0 1 1 0 0,0-1-1 0 0,0 0 0 0 0,-1-1 1 0 0,1 1-1 0 0,-1 0 0 0 0,0-1 1 0 0,0 1-1 0 0,0-1 0 0 0,0 0 1 0 0,-1 0-1 0 0,1 1 0 0 0,-1-1 1 0 0,0 0-1 0 0,0 0 0 0 0,-1 0 1 0 0,1-1-1 0 0,-1 1 0 0 0,0 0 1 0 0,0 0-1 0 0,0 0 0 0 0,0 0 1 0 0,-1 0-1 0 0,0 0 0 0 0,0 0 1 0 0,0 0-1 0 0,0 0 0 0 0,-1 0 0 0 0,1 1 1 0 0,-1-1-1 0 0,0 0 0 0 0,-1 0 45 0 0,-6-5-33 0 0,-1 0-1 0 0,0 1 0 0 0,0 0 0 0 0,-1 1 0 0 0,0 0 0 0 0,0 0 1 0 0,-1 1-1 0 0,1 1 0 0 0,-1 0 0 0 0,-1 1 0 0 0,-7-2 34 0 0,-4-3-8 0 0,-188-55 551 0 0,212 64-548 0 0,-1-1 0 0 0,1 1 0 0 0,0-1-1 0 0,-1 1 1 0 0,1-1 0 0 0,0 1 0 0 0,0-1-1 0 0,-1 1 1 0 0,1-1 0 0 0,0 1 0 0 0,0-1 0 0 0,0 0-1 0 0,0 1 1 0 0,0-1 0 0 0,0 1 0 0 0,0-1 0 0 0,0 0-1 0 0,0 1 1 0 0,0-1 0 0 0,0 1 0 0 0,0-1-1 0 0,0 1 1 0 0,0-1 0 0 0,1 1 0 0 0,-1-1 0 0 0,0 0-1 0 0,0 1 1 0 0,1-1 0 0 0,-1 1 0 0 0,0-1-1 0 0,1 1 1 0 0,-1 0 0 0 0,0-1 0 0 0,1 1 0 0 0,-1-1-1 0 0,1 1 1 0 0,-1 0 0 0 0,1-1 0 0 0,-1 1 0 0 0,1 0-1 0 0,-1-1 1 0 0,1 1 0 0 0,-1 0 0 0 0,1 0-1 0 0,-1 0 1 0 0,1-1 0 0 0,-1 1 0 0 0,1 0 0 0 0,0 0-1 0 0,-1 0 1 0 0,1 0 0 0 0,-1 0 0 0 0,1 0 0 0 0,-1 0-1 0 0,1 0 1 0 0,0 0 5 0 0,203-63 574 0 0,-66 40-3222 0 0,-91 16-2172 0 0,-29 6 435 0 0</inkml:trace>
  <inkml:trace contextRef="#ctx0" brushRef="#br0" timeOffset="7314.275">3570 1212 2980 0 0,'0'0'4627'0'0,"0"0"-3026"0"0,0 0-638 0 0,0 0 40 0 0,0 0 173 0 0,0 0-237 0 0,45-5-357 0 0,144-16-246 0 0,-80-7 63 0 0,-103 26-346 0 0,-4 1-25 0 0,0 1 0 0 0,0-1 1 0 0,0 0-1 0 0,0 1 0 0 0,0-1 0 0 0,0 0 1 0 0,-1 0-1 0 0,1 0 0 0 0,0 0 0 0 0,-1-1 1 0 0,1 1-1 0 0,0 0 0 0 0,-1-1 0 0 0,0 1 1 0 0,1-1-1 0 0,-1 0 0 0 0,0 1 0 0 0,0-1 1 0 0,0 0-1 0 0,0 0 0 0 0,0 1 0 0 0,0-1 0 0 0,0 0 1 0 0,0-1-29 0 0,-9-4 10 0 0,-29-2-409 0 0,-1 1 1 0 0,1 2 0 0 0,-1 2-1 0 0,-1 1 1 0 0,1 2 0 0 0,-13 2 398 0 0,42-2 10 0 0,1 1 0 0 0,-1 0 0 0 0,0 1 1 0 0,1-1-1 0 0,-1 2 0 0 0,0-1 0 0 0,1 1 1 0 0,0 1-1 0 0,0 0 0 0 0,-1 0 0 0 0,2 0 1 0 0,-1 1-1 0 0,0 0 0 0 0,1 1 1 0 0,-1-1-1 0 0,1 2 0 0 0,1-1 0 0 0,-1 1 1 0 0,1 0-1 0 0,0 0 0 0 0,0 0 0 0 0,1 1 1 0 0,0 0-1 0 0,0 0 0 0 0,-1 2-10 0 0,1 0 2 0 0,1 0-1 0 0,0 0 1 0 0,0 1 0 0 0,1-1-1 0 0,0 1 1 0 0,0-1-1 0 0,1 1 1 0 0,1 0 0 0 0,0 0-1 0 0,0 8-1 0 0,1-15-3 0 0,-2 3 3 0 0,2 1 0 0 0,-1 0 1 0 0,1-1-1 0 0,0 1 0 0 0,0 0 1 0 0,0-1-1 0 0,1 1 0 0 0,0 0 1 0 0,1-1-1 0 0,0 1 0 0 0,0-1 1 0 0,0 0-1 0 0,0 1 0 0 0,1-1 1 0 0,0 0-1 0 0,1-1 0 0 0,-1 1 1 0 0,1-1-1 0 0,0 1 0 0 0,0-1 1 0 0,1 0-1 0 0,0 0 0 0 0,0-1 1 0 0,0 0-1 0 0,3 2 0 0 0,22 9-143 0 0,1-2 0 0 0,1-2 0 0 0,0-1 0 0 0,0-1 0 0 0,1-1 1 0 0,0-2-1 0 0,0-2 0 0 0,1-1 0 0 0,-1-1 0 0 0,4-2 143 0 0,93 4-4258 0 0,-61-4-89 0 0</inkml:trace>
  <inkml:trace contextRef="#ctx0" brushRef="#br0" timeOffset="7630.144">4445 1133 5092 0 0,'0'0'1393'0'0,"0"0"-629"0"0,0 0-338 0 0,0 0 124 0 0,0 0 255 0 0,0 0-49 0 0,0 0-251 0 0,0 0-178 0 0,0 0 4 0 0,-38-2 23 0 0,-121-5 34 0 0,156 6-355 0 0,-1 1-1 0 0,1-1 1 0 0,0 1 0 0 0,-1 0-1 0 0,1 0 1 0 0,0 0 0 0 0,-1 0 0 0 0,1 0-1 0 0,0 1 1 0 0,-1 0 0 0 0,1-1-1 0 0,0 1 1 0 0,0 0 0 0 0,-1 1-1 0 0,1-1 1 0 0,0 0 0 0 0,0 1-1 0 0,0 0 1 0 0,1 0 0 0 0,-1 0-1 0 0,0 0 1 0 0,1 0 0 0 0,-1 0-1 0 0,0 1-32 0 0,-1 3 76 0 0,0 2-31 0 0,0 0 0 0 0,1 0 0 0 0,0 0 1 0 0,1 1-1 0 0,-1-1 0 0 0,2 1 0 0 0,-1-1 0 0 0,1 1 0 0 0,0 0 0 0 0,1 0 0 0 0,0-1 0 0 0,1 1 0 0 0,0 0 1 0 0,0 0-1 0 0,1-1 0 0 0,0 1 0 0 0,3 7-45 0 0,0-5-39 0 0,0 0 0 0 0,2-1 1 0 0,-1 0-1 0 0,1 0 0 0 0,1 0 0 0 0,-1-1 0 0 0,2 0 1 0 0,-1-1-1 0 0,1 0 0 0 0,0 0 0 0 0,1-1 1 0 0,0 0-1 0 0,0-1 0 0 0,1 0 0 0 0,-1 0 0 0 0,1-1 1 0 0,1-1-1 0 0,-1 1 0 0 0,1-2 0 0 0,-1 0 1 0 0,1 0-1 0 0,0-1 0 0 0,0-1 0 0 0,0 0 0 0 0,8 0 39 0 0,9 0-355 0 0,1-2-1 0 0,-1 0 0 0 0,1-2 0 0 0,-1-2 0 0 0,0 0 0 0 0,-1-2 0 0 0,4-2 356 0 0,13-8-2766 0 0,0-13-2089 0 0</inkml:trace>
  <inkml:trace contextRef="#ctx0" brushRef="#br0" timeOffset="8137.265">4459 21 5989 0 0,'0'0'2622'0'0,"0"0"-786"0"0,0 0-419 0 0,0 0-312 0 0,0 0-137 0 0,0 0-144 0 0,0 0-211 0 0,0 0-222 0 0,43-4-190 0 0,135-9-193 0 0,-174 12-10 0 0,-1 0-1 0 0,1 0 0 0 0,0 1 1 0 0,0-1-1 0 0,0 1 1 0 0,0 0-1 0 0,0 0 1 0 0,0 0-1 0 0,0 1 1 0 0,0 0-1 0 0,0-1 1 0 0,-1 1-1 0 0,1 1 0 0 0,0-1 1 0 0,0 0-1 0 0,-1 1 1 0 0,1 0-1 0 0,-1 0 1 0 0,0 0-1 0 0,1 0 1 0 0,-1 0-1 0 0,2 3 3 0 0,4 4 14 0 0,-2-4 8 0 0,-1 1 0 0 0,1 0 0 0 0,-1 0-1 0 0,-1 0 1 0 0,0 1 0 0 0,0-1 0 0 0,0 1 0 0 0,0 1 0 0 0,-1-1-1 0 0,-1 1 1 0 0,1-1 0 0 0,-1 1 0 0 0,0 0 0 0 0,-1 1 0 0 0,0-1-1 0 0,0 0 1 0 0,-1 0 0 0 0,0 1 0 0 0,0 5-22 0 0,0 2-24 0 0,-1-1 1 0 0,0 1-1 0 0,-1-1 1 0 0,-1 0-1 0 0,-1 0 0 0 0,0 1 1 0 0,0-2-1 0 0,-2 1 1 0 0,0 0-1 0 0,0-1 0 0 0,-5 8 24 0 0,-3 4-103 0 0,-1-1 0 0 0,-1-1 0 0 0,0 0-1 0 0,-2-1 1 0 0,-1 0 0 0 0,-1-2 0 0 0,-1 0-1 0 0,0-1 1 0 0,-10 6 103 0 0,-24-6-779 0 0,53-21 717 0 0,1-1 1 0 0,-1 1-1 0 0,0-1 1 0 0,1 1-1 0 0,-1-1 0 0 0,1 1 1 0 0,0-1-1 0 0,-1 1 1 0 0,1-1-1 0 0,0 1 1 0 0,0-1-1 0 0,0 0 1 0 0,0 1-1 0 0,0-1 1 0 0,1 1-1 0 0,-1-1 1 0 0,0 1-1 0 0,1-1 1 0 0,-1 0-1 0 0,1 1 1 0 0,-1 0-1 0 0,1-1 0 0 0,0 1 1 0 0,0-1-1 0 0,-1 1 1 0 0,1 0-1 0 0,0-1 1 0 0,1 0 61 0 0,10-6 42 0 0,0 1-1 0 0,1 0 1 0 0,0 1 0 0 0,0 0-1 0 0,0 1 1 0 0,0 1 0 0 0,1 0-1 0 0,0 0 1 0 0,0 2 0 0 0,0-1-1 0 0,0 2 1 0 0,0 0 0 0 0,0 1-1 0 0,0 0 1 0 0,0 1 0 0 0,6 2-42 0 0,7-3 43 0 0,318 7 444 0 0,-268-25-5303 0 0,-59 4 359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44:53.015"/>
    </inkml:context>
    <inkml:brush xml:id="br0">
      <inkml:brushProperty name="width" value="0.1" units="cm"/>
      <inkml:brushProperty name="height" value="0.1" units="cm"/>
      <inkml:brushProperty name="color" value="#FFC114"/>
    </inkml:brush>
    <inkml:brush xml:id="br1">
      <inkml:brushProperty name="width" value="0.1" units="cm"/>
      <inkml:brushProperty name="height" value="0.1" units="cm"/>
      <inkml:brushProperty name="color" value="#FF0066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7471 149 7637 0 0,'0'0'1891'0'0,"0"0"-262"0"0,0 0-280 0 0,0 0-158 0 0,0 18 65 0 0,0 111 713 0 0,2-114-1877 0 0,1 1 1 0 0,1-1 0 0 0,0 0 0 0 0,1 0 0 0 0,1 0 0 0 0,0-1 0 0 0,1 0 0 0 0,1 0 0 0 0,0-1 0 0 0,0 0 0 0 0,2 0 0 0 0,-1-1-1 0 0,12 11-92 0 0,-10-9 7 0 0,61 71-2 0 0,56 83-1785 0 0,-106-115-2958 0 0,-18-41 1350 0 0,-2-1-2339 0 0</inkml:trace>
  <inkml:trace contextRef="#ctx0" brushRef="#br0" timeOffset="250.934">7258 713 680 0 0,'0'0'7048'0'0,"0"0"-4806"0"0,0 0-1672 0 0,0 0 10 0 0,43-21 252 0 0,146-68 149 0 0,2-16 915 0 0,-186 101-1841 0 0,102-59 459 0 0,-3-5 0 0 0,-3-5 0 0 0,-2-5-514 0 0,-19-14-639 0 0,-77 88 252 0 0,-1-1 1 0 0,0 1-1 0 0,-1-1 1 0 0,1 1-1 0 0,-1-1 1 0 0,0 1-1 0 0,0-1 1 0 0,0 0-1 0 0,0 0 1 0 0,-1 1-1 0 0,0-1 0 0 0,0 0 1 0 0,0 0-1 0 0,-1 0 1 0 0,0-3 386 0 0,-11-26-5121 0 0</inkml:trace>
  <inkml:trace contextRef="#ctx0" brushRef="#br0" timeOffset="886.563">8137 714 704 0 0,'0'0'773'0'0,"0"0"659"0"0,0 0 817 0 0,0 0-533 0 0,0 0-490 0 0,0 0-435 0 0,0 0-340 0 0,5-17-244 0 0,15-53-134 0 0,-19 67-66 0 0,0 1 0 0 0,0-1-1 0 0,0 1 1 0 0,0-1 0 0 0,0 1-1 0 0,1-1 1 0 0,-1 1 0 0 0,1 0-1 0 0,0 0 1 0 0,-1 0 0 0 0,1 0 0 0 0,0 0-1 0 0,0 0 1 0 0,0 0 0 0 0,1 1-1 0 0,-1-1 1 0 0,0 1 0 0 0,1-1-1 0 0,-1 1 1 0 0,1 0 0 0 0,-1 0 0 0 0,1 0-1 0 0,-1 0 1 0 0,1 0 0 0 0,0 1-7 0 0,5-3 89 0 0,-5 2-12 0 0,1 0 0 0 0,-1 0 1 0 0,0 0-1 0 0,1 1 0 0 0,-1-1 0 0 0,1 1 0 0 0,0 0 1 0 0,-1 0-1 0 0,1 0 0 0 0,-1 0 0 0 0,1 0 0 0 0,-1 1 1 0 0,1 0-1 0 0,-1 0 0 0 0,1 0 0 0 0,-1 0 0 0 0,0 0 1 0 0,0 1-1 0 0,1-1 0 0 0,-1 1 0 0 0,0 0 1 0 0,0 0-1 0 0,-1 0 0 0 0,1 0 0 0 0,0 1 0 0 0,-1-1 1 0 0,1 1-1 0 0,-1 0 0 0 0,0-1 0 0 0,0 1 0 0 0,0 0 1 0 0,0 0-1 0 0,0 1 0 0 0,-1-1 0 0 0,1 0 0 0 0,0 4-77 0 0,4 9 76 0 0,-1 2-1 0 0,0-1 0 0 0,-1 0 0 0 0,-1 1 0 0 0,-1 0 0 0 0,0 0 0 0 0,-2 0 0 0 0,0 0 0 0 0,-1 0 0 0 0,0-1 0 0 0,-3 9-75 0 0,-58 197 142 0 0,58-208-147 0 0,0 0 0 0 0,-2 0 0 0 0,0 0 1 0 0,0-1-1 0 0,-1 0 0 0 0,-1 0 0 0 0,0-1 0 0 0,-1 0 0 0 0,-1 0 0 0 0,0-1 1 0 0,0 0-1 0 0,-2-1 0 0 0,1 0 0 0 0,-1-1 0 0 0,-1 0 0 0 0,1-1 0 0 0,-2 0 1 0 0,-4 1 4 0 0,7-27-494 0 0,-29-68 480 0 0,31 82 1030 0 0,13 24-607 0 0,62 36 239 0 0,-14-28-769 0 0,1-2-1 0 0,1-3 1 0 0,2-1 0 0 0,0-4-1 0 0,1-1 1 0 0,1-4 0 0 0,25 3 121 0 0,29 1-1806 0 0,21-9-2114 0 0</inkml:trace>
  <inkml:trace contextRef="#ctx0" brushRef="#br1" timeOffset="122029.045">232 14339 8373 0 0,'0'0'2559'0'0,"0"0"-840"0"0,0 0-489 0 0,0 0-183 0 0,0 0-26 0 0,0 0-185 0 0,0 0-285 0 0,11 21-227 0 0,34 72-150 0 0,70 126-537 0 0,-86-143-1346 0 0,-41-26-3921 0 0,-8-30 14 0 0</inkml:trace>
  <inkml:trace contextRef="#ctx0" brushRef="#br1" timeOffset="122266.971">1 14825 8961 0 0,'0'0'1820'0'0,"0"0"-700"0"0,0 0-32 0 0,122-117-120 0 0,-76 72-320 0 0,-1 1-612 0 0,0 1-36 0 0,-4 5-456 0 0,0 5-280 0 0,-14 8-44 0 0,0 5 0 0 0,-13 9-224 0 0,-5 5-624 0 0,-9 6-1256 0 0,0 0-1421 0 0,0 0 3017 0 0,-14 12 516 0 0</inkml:trace>
  <inkml:trace contextRef="#ctx0" brushRef="#br1" timeOffset="122664.363">758 14876 1980 0 0,'0'0'1990'0'0,"0"0"3023"0"0,0 0-2475 0 0,0 0-1438 0 0,0 0-491 0 0,0 0-218 0 0,0 0-229 0 0,0 0-261 0 0,0 0-262 0 0,8 8-76 0 0,-1-2 336 0 0,-4-3 54 0 0,1-1 1 0 0,-1 1-1 0 0,0 0 1 0 0,0 1-1 0 0,-1-1 1 0 0,1 0-1 0 0,-1 1 1 0 0,1-1-1 0 0,-1 1 1 0 0,0 0-1 0 0,-1 0 0 0 0,1 0 1 0 0,0 0-1 0 0,-1 0 1 0 0,0 0-1 0 0,0 0 1 0 0,0 4 46 0 0,-1 9 38 0 0,0 0 0 0 0,-2 0 0 0 0,1 0-1 0 0,-2-1 1 0 0,-1 1 0 0 0,0 0 0 0 0,0-1 0 0 0,-2 0 0 0 0,0 0 0 0 0,-1-1 0 0 0,-1 0 0 0 0,0 0 0 0 0,-1 0 0 0 0,0-1-1 0 0,-6 5-37 0 0,-105 111-348 0 0,120-130 323 0 0,-1 1 0 0 0,1 0 0 0 0,0-1 0 0 0,-1 1 1 0 0,1 0-1 0 0,-1-1 0 0 0,1 1 0 0 0,-1-1 0 0 0,0 1 0 0 0,1-1 0 0 0,-1 1 0 0 0,1-1 0 0 0,-1 1 0 0 0,0-1 0 0 0,0 0 0 0 0,1 1 0 0 0,-1-1 0 0 0,0 0 0 0 0,0 1 0 0 0,1-1 0 0 0,-1 0 0 0 0,0 0 0 0 0,0 0 0 0 0,0 0 0 0 0,1 0 0 0 0,-1 0 0 0 0,0 0 0 0 0,0 0 0 0 0,0 0 0 0 0,1 0 0 0 0,-1 0 0 0 0,0-1 0 0 0,0 1 0 0 0,1 0 0 0 0,-1 0 0 0 0,0-1 0 0 0,1 1 0 0 0,-1-1 0 0 0,0 1 0 0 0,1-1 0 0 0,-1 1 0 0 0,0-1 0 0 0,1 1 0 0 0,-1-1 0 0 0,1 1 0 0 0,-1-1 25 0 0,-2-37-1147 0 0,3 26 1013 0 0,0 9 193 0 0,-1 0-1 0 0,1 0 0 0 0,-1 1 1 0 0,1-1-1 0 0,0 0 1 0 0,0 0-1 0 0,1 0 0 0 0,-1 0 1 0 0,1 0-1 0 0,-1 1 0 0 0,1-1 1 0 0,0 0-1 0 0,0 0 1 0 0,0 1-1 0 0,0-1 0 0 0,1 1 1 0 0,-1-1-1 0 0,1 1 1 0 0,-1-1-1 0 0,1 1 0 0 0,0 0 1 0 0,0 0-1 0 0,0 0 0 0 0,0 0 1 0 0,0 0-1 0 0,0 0 1 0 0,1 0-1 0 0,-1 1 0 0 0,1-1 1 0 0,-1 1-1 0 0,1 0 1 0 0,-1 0-1 0 0,1 0 0 0 0,0 0 1 0 0,0 0-1 0 0,0 1 1 0 0,-1-1-1 0 0,1 1 0 0 0,0 0 1 0 0,0-1-1 0 0,0 1 0 0 0,0 1-58 0 0,7 2 213 0 0,0 1 0 0 0,0 1-1 0 0,0 0 1 0 0,-1 0-1 0 0,0 1 1 0 0,0 0 0 0 0,0 1-1 0 0,-1 0 1 0 0,0 0-1 0 0,0 1 1 0 0,0 0 0 0 0,0 2-213 0 0,21 18 109 0 0,2 0-183 0 0,-16-11-69 0 0,1-1 0 0 0,0-1 0 0 0,2 0 0 0 0,0-1 0 0 0,0-1 0 0 0,1-1 0 0 0,0-1 0 0 0,1 0 0 0 0,1-2 0 0 0,0 0 0 0 0,0-1 0 0 0,19 4 143 0 0,-33-11-810 0 0,1 1 1 0 0,0-2 0 0 0,-1 1 0 0 0,1-1 0 0 0,0 0-1 0 0,0 0 1 0 0,0-1 0 0 0,-1 0 0 0 0,1-1 0 0 0,-1 0-1 0 0,1 0 1 0 0,2-1 809 0 0,39-36-3184 0 0</inkml:trace>
  <inkml:trace contextRef="#ctx0" brushRef="#br1" timeOffset="120601.52">391 10717 692 0 0,'0'0'5633'0'0,"0"0"-3400"0"0,0 0-1017 0 0,0 0-304 0 0,15 20-114 0 0,51 65-102 0 0,22 17 90 0 0,28 31-4462 0 0,-110-109 849 0 0,-10-10-2643 0 0,-11-8 4505 0 0</inkml:trace>
  <inkml:trace contextRef="#ctx0" brushRef="#br1" timeOffset="120840.461">481 11200 2020 0 0,'0'0'4424'0'0,"0"0"-2557"0"0,0 0-883 0 0,0 0-144 0 0,0 0 76 0 0,18-21-157 0 0,55-65-355 0 0,90-130-2602 0 0,-148 202 858 0 0,0 1 0 0 0,0 0 0 0 0,1 1 0 0 0,1 1 0 0 0,0 1 1 0 0,0 0-1 0 0,11-3 1340 0 0,-13 7-637 0 0</inkml:trace>
  <inkml:trace contextRef="#ctx0" brushRef="#br1" timeOffset="121298.946">989 11097 664 0 0,'0'0'858'0'0,"0"0"1761"0"0,0 0 841 0 0,0 0-1485 0 0,0 0-687 0 0,0 0-257 0 0,0 0-159 0 0,0 0-240 0 0,0 0-310 0 0,10-1-301 0 0,31-3-20 0 0,-15-3-401 0 0,-53 56 10 0 0,-22 76-749 0 0,11-36 1902 0 0,38-90-717 0 0,0 1-1 0 0,0-1 1 0 0,-1 1-1 0 0,1 0 1 0 0,0-1 0 0 0,0 1-1 0 0,0-1 1 0 0,-1 1-1 0 0,1-1 1 0 0,0 1 0 0 0,0-1-1 0 0,0 1 1 0 0,0-1-1 0 0,0 1 1 0 0,0-1-1 0 0,0 1 1 0 0,0-1 0 0 0,0 1-1 0 0,0-1 1 0 0,0 1-1 0 0,1-1 1 0 0,-1 1 0 0 0,0-1-1 0 0,0 1 1 0 0,0-1-1 0 0,1 1 1 0 0,-1 0-1 0 0,0-1 1 0 0,0 1 0 0 0,1-1-1 0 0,-1 1 1 0 0,0 0-1 0 0,1-1 1 0 0,-1 1-1 0 0,1 0 1 0 0,-1-1 0 0 0,0 1-1 0 0,1 0 1 0 0,-1 0-1 0 0,1-1 1 0 0,-1 1 0 0 0,1 0-1 0 0,-1 0 1 0 0,1 0-1 0 0,-1-1 1 0 0,1 1-1 0 0,-1 0 1 0 0,1 0 0 0 0,-1 0-1 0 0,1 0 1 0 0,-1 0-1 0 0,1 0-45 0 0,126 21-44 0 0,-61-19-2380 0 0,-62 1-4473 0 0,-8 1 3758 0 0,-36-3 1471 0 0,-118-32 893 0 0</inkml:trace>
  <inkml:trace contextRef="#ctx0" brushRef="#br1" timeOffset="118439.388">2105 9893 352 0 0,'0'0'37'0'0,"0"0"777"0"0,0 0 2369 0 0,0 0-639 0 0,0 0-871 0 0,0 0-487 0 0,0 0-191 0 0,0 0-82 0 0,6 2-134 0 0,18 5 145 0 0,1-5 3513 0 0,-28-13-4254 0 0,-10 7-205 0 0,0 1-1 0 0,0 1 0 0 0,0 0 1 0 0,0 1-1 0 0,-1 0 0 0 0,1 1 0 0 0,0 0 1 0 0,-8 2 22 0 0,-18-1-142 0 0,-75 7-455 0 0,93-7 767 0 0,19-1-166 0 0,1-1 0 0 0,-1 1 0 0 0,0 0 0 0 0,1-1-1 0 0,-1 1 1 0 0,0 0 0 0 0,1 0 0 0 0,-1 0 0 0 0,0 0 0 0 0,0 0 0 0 0,1 1-1 0 0,-1-1 1 0 0,0 0 0 0 0,1 1 0 0 0,-1 0 0 0 0,1-1 0 0 0,-1 1-1 0 0,1 0 1 0 0,-1-1 0 0 0,1 1 0 0 0,-1 0 0 0 0,1 0 0 0 0,0 0-1 0 0,-1 1 1 0 0,1-1 0 0 0,0 0 0 0 0,0 0 0 0 0,0 1 0 0 0,0-1-1 0 0,0 0 1 0 0,0 1 0 0 0,0-1 0 0 0,0 1 0 0 0,1-1 0 0 0,-1 1-1 0 0,1 0 1 0 0,-1 1-4 0 0,1 7-147 0 0,-1-3 82 0 0,1 1 0 0 0,0-1 0 0 0,0 1 0 0 0,1-1 0 0 0,0 1 1 0 0,1-1-1 0 0,-1 1 0 0 0,1-1 0 0 0,1 0 0 0 0,-1 0 0 0 0,1 0 0 0 0,2 2 65 0 0,36 57-53 0 0,-26-44 170 0 0,0 0-1 0 0,-2 1 0 0 0,-1 0 1 0 0,0 1-1 0 0,-2 1 1 0 0,6 22-117 0 0,44 197-252 0 0,-55-191 493 0 0,-2 1 1 0 0,-3-1-1 0 0,-2 1 0 0 0,-3-1 0 0 0,-10 53-241 0 0,-56 188 158 0 0,38-58 4 0 0,23 245-422 0 0,1-321-8 0 0,7-100 438 0 0,-2 0 1 0 0,-2-1-1 0 0,-9 31-170 0 0,-43 111 256 0 0,43-151-266 0 0,2 1 1 0 0,3 0-1 0 0,1 1 1 0 0,3 0-1 0 0,3 0 0 0 0,1 1 1 0 0,6 49 9 0 0,26 136 335 0 0,-24-183-399 0 0,2-1-1 0 0,3 1 0 0 0,2-2 1 0 0,2 1-1 0 0,3-2 1 0 0,13 27 64 0 0,119 250-409 0 0,-40-94 592 0 0,-11 5-1 0 0,-9 6-182 0 0,86 357-102 0 0,-152-521 147 0 0,-4 1 0 0 0,-3 1 1 0 0,2 53-46 0 0,-18 193-2652 0 0,-2-329 2637 0 0,0 0-1 0 0,0 1 0 0 0,0-1 1 0 0,-1 0-1 0 0,1 0 1 0 0,-1 0-1 0 0,1 0 1 0 0,-1 0-1 0 0,1 0 0 0 0,-1 0 1 0 0,0-1-1 0 0,1 1 1 0 0,-1 0-1 0 0,0-1 1 0 0,1 0-1 0 0,-1 1 0 0 0,0-1 1 0 0,0 0-1 0 0,0 0 1 0 0,1 0-1 0 0,-1 0 1 0 0,0 0-1 0 0,0 0 0 0 0,1-1 1 0 0,-1 1-1 0 0,0 0 1 0 0,-1-1 15 0 0,-6 0-38 0 0,-75-8-5330 0 0,83 9 5436 0 0,1 1 0 0 0,0-1-1 0 0,0 1 1 0 0,-1-1 0 0 0,1 1-1 0 0,0-1 1 0 0,0 1-1 0 0,-1-1 1 0 0,1 0 0 0 0,0 1-1 0 0,-1-1 1 0 0,1 0 0 0 0,-1 1-1 0 0,1-1 1 0 0,-1 0 0 0 0,1 0-1 0 0,0 1 1 0 0,-1-1 0 0 0,1 0-1 0 0,-1 0 1 0 0,1 0 0 0 0,-1 0-1 0 0,1 1 1 0 0,-1-1 0 0 0,1 0-1 0 0,-1 0 1 0 0,1 0 0 0 0,-1 0-1 0 0,1 0 1 0 0,-1 0-1 0 0,1 0 1 0 0,-1 0 0 0 0,1-1-1 0 0,-1 1 1 0 0,1 0 0 0 0,-1 0-1 0 0,1 0 1 0 0,-1-1 0 0 0,1 1-1 0 0,-1 0 1 0 0,1 0 0 0 0,-1-1-1 0 0,1 1 1 0 0,0 0 0 0 0,-1-1-1 0 0,1 1 1 0 0,0 0 0 0 0,-1-1-1 0 0,1 1 1 0 0,0-1 0 0 0,-1 1-1 0 0,1 0 1 0 0,0-1-1 0 0,0 1 1 0 0,0-1 0 0 0,-1 1-1 0 0,1-1 1 0 0,0 1 0 0 0,0-1-1 0 0,0 1 1 0 0,0-1 0 0 0,0 1-1 0 0,0-1 1 0 0,0 1 0 0 0,0-1-1 0 0,0 0-67 0 0,49-1-194 0 0,310 3 4322 0 0,-8 0-8007 0 0,-326-1-682 0 0</inkml:trace>
  <inkml:trace contextRef="#ctx0" brushRef="#br1" timeOffset="124653.019">2790 10943 288 0 0,'0'0'4611'0'0,"0"0"-2004"0"0,0 0-1046 0 0,0 0-414 0 0,0 0-124 0 0,0 0-167 0 0,0 0-241 0 0,0 0-132 0 0,18-2-11 0 0,90-9 414 0 0,-98 10-880 0 0,-1 1 0 0 0,0 1 0 0 0,1-1 0 0 0,-1 2 0 0 0,0-1 0 0 0,0 1 0 0 0,0 0 0 0 0,0 1 0 0 0,0 0 0 0 0,0 1 0 0 0,-1 0 0 0 0,1 0 0 0 0,-1 1 0 0 0,0 0 0 0 0,-1 0 0 0 0,1 1 0 0 0,-1 0 0 0 0,0 0 0 0 0,0 1 1 0 0,-1 0-1 0 0,0 0 0 0 0,0 0 0 0 0,-1 1 0 0 0,0 0 0 0 0,0 0 0 0 0,-1 0 0 0 0,0 0 0 0 0,0 1 0 0 0,-1 0 0 0 0,0 0 0 0 0,0 0 0 0 0,0 8-6 0 0,7 254-410 0 0,-33-67 62 0 0,23-204 198 0 0,0 0 129 0 0,0 0 81 0 0,0 0 54 0 0,0 0 56 0 0,0 0 64 0 0,0-40 653 0 0,0 27-848 0 0,1 7-39 0 0,-1 1-1 0 0,1 0 1 0 0,-2 0 0 0 0,1-1 0 0 0,0 1 0 0 0,-1 0 0 0 0,0 0 0 0 0,0-1 0 0 0,-1 1 0 0 0,0 0 0 0 0,1 0 0 0 0,-1 1 0 0 0,-1-1-1 0 0,1 0 1 0 0,-3-2 0 0 0,-4-3 40 0 0,0 0-1 0 0,-1 1 0 0 0,0 0 0 0 0,0 0 1 0 0,-1 1-1 0 0,0 0 0 0 0,-1 1 0 0 0,0 1 1 0 0,0 0-1 0 0,0 0 0 0 0,-1 1 0 0 0,0 1 0 0 0,0 0 1 0 0,0 1-1 0 0,0 0 0 0 0,0 1 0 0 0,-1 0 1 0 0,1 1-1 0 0,-1 1 0 0 0,-9 1-39 0 0,16 0-46 0 0,1 0-1 0 0,0 1 1 0 0,0 0-1 0 0,0 0 1 0 0,0 0-1 0 0,0 1 1 0 0,1 0-1 0 0,-1 0 1 0 0,1 0-1 0 0,0 1 1 0 0,0 0-1 0 0,0 0 1 0 0,0 0-1 0 0,0 0 1 0 0,1 1 0 0 0,0 0-1 0 0,0 0 1 0 0,1 0-1 0 0,-1 0 1 0 0,1 1-1 0 0,0-1 1 0 0,0 1-1 0 0,1 0 1 0 0,0 0-1 0 0,0 0 1 0 0,0 0-1 0 0,1 0 1 0 0,-1 0-1 0 0,2 1 1 0 0,-1-1-1 0 0,1 5 47 0 0,1-8-46 0 0,0 0 1 0 0,1 1-1 0 0,-1-1 0 0 0,1 0 0 0 0,0 0 0 0 0,0 0 0 0 0,0 0 0 0 0,1 0 0 0 0,-1-1 0 0 0,1 1 0 0 0,-1-1 1 0 0,1 1-1 0 0,0-1 0 0 0,0 0 0 0 0,0 0 0 0 0,0 0 0 0 0,0-1 0 0 0,1 1 0 0 0,-1-1 0 0 0,0 0 1 0 0,1 0-1 0 0,-1 0 0 0 0,1 0 0 0 0,-1 0 0 0 0,1-1 0 0 0,0 1 0 0 0,-1-1 0 0 0,3 0 46 0 0,2 2-60 0 0,206 23-1284 0 0,-70-23-3070 0 0,-137-2 4083 0 0,62-2-4480 0 0,10-4 2525 0 0</inkml:trace>
  <inkml:trace contextRef="#ctx0" brushRef="#br1" timeOffset="126528.616">2872 14169 236 0 0,'0'0'122'0'0,"0"0"24"0"0,0 0 411 0 0,0 0 1034 0 0,0 0 469 0 0,0 0-331 0 0,0 0-385 0 0,0 0-245 0 0,0 0-111 0 0,0 0-164 0 0,8-7-148 0 0,43-30 919 0 0,-50 36-1517 0 0,0 0 0 0 0,-1 0 1 0 0,1 0-1 0 0,0 1 1 0 0,0-1-1 0 0,0 1 1 0 0,0-1-1 0 0,-1 0 1 0 0,1 1-1 0 0,0-1 0 0 0,0 1 1 0 0,0 0-1 0 0,0-1 1 0 0,0 1-1 0 0,0 0 1 0 0,0 0-1 0 0,0-1 1 0 0,0 1-1 0 0,0 0 0 0 0,0 0 1 0 0,0 0-1 0 0,0 0 1 0 0,0 0-1 0 0,0 1 1 0 0,0-1-1 0 0,0 0 1 0 0,0 0-1 0 0,0 1 0 0 0,0-1 1 0 0,0 0-1 0 0,0 1 1 0 0,0-1-1 0 0,0 1 1 0 0,0 0-1 0 0,0-1 1 0 0,0 1-1 0 0,-1-1 0 0 0,1 1 1 0 0,0 0-1 0 0,0 0 1 0 0,-1 0-1 0 0,1-1 1 0 0,-1 1-1 0 0,1 0 1 0 0,-1 0-1 0 0,1 1-78 0 0,18 50 505 0 0,-16-41-483 0 0,70 341-1988 0 0,-46-69 999 0 0,-45-331-259 0 0,14-82 669 0 0,5 121 541 0 0,1 0-1 0 0,0 1 0 0 0,1 0 0 0 0,-1-1 1 0 0,2 1-1 0 0,-1 0 0 0 0,1 0 0 0 0,0 1 0 0 0,1-1 1 0 0,-1 1-1 0 0,2 0 0 0 0,-1 0 0 0 0,1 1 0 0 0,0-1 1 0 0,0 1-1 0 0,1 1 0 0 0,0-1 0 0 0,0 1 0 0 0,0 0 1 0 0,0 1-1 0 0,1-1 0 0 0,0 2 0 0 0,0-1 0 0 0,0 1 1 0 0,0 0-1 0 0,1 1 0 0 0,-1 0 0 0 0,1 0 0 0 0,-1 1 1 0 0,1 0-1 0 0,0 0 0 0 0,0 1 17 0 0,6 1 13 0 0,0 1-1 0 0,0 0 0 0 0,0 1 1 0 0,0 1-1 0 0,0 0 1 0 0,-1 1-1 0 0,1 1 1 0 0,-1 0-1 0 0,-1 1 0 0 0,1 0 1 0 0,-1 1-1 0 0,-1 0 1 0 0,1 2-1 0 0,-1-1 1 0 0,-1 1-1 0 0,0 1 1 0 0,0 0-1 0 0,-1 0 0 0 0,-1 1 1 0 0,0 1-1 0 0,0-1 1 0 0,-1 2-1 0 0,-1-1 1 0 0,0 1-1 0 0,-1 0 0 0 0,-1 0 1 0 0,0 1-1 0 0,0-1 1 0 0,-2 2-13 0 0,1 3 120 0 0,-1 0 1 0 0,0-1 0 0 0,-2 1-1 0 0,0 0 1 0 0,-1 0 0 0 0,-2 0-1 0 0,1 0 1 0 0,-2 0-1 0 0,-1-1 1 0 0,0 1 0 0 0,-1-1-1 0 0,-1 0 1 0 0,-1 0-1 0 0,0-1 1 0 0,-1 0 0 0 0,-1 0-1 0 0,-1-1 1 0 0,0 0 0 0 0,-1 0-1 0 0,-1-1 1 0 0,0-1-1 0 0,-1 0 1 0 0,-3 1-121 0 0,4-4-101 0 0,-1-2 1 0 0,1 1-1 0 0,-2-2 1 0 0,1 1-1 0 0,-1-2 0 0 0,-1 0 1 0 0,1-1-1 0 0,-1 0 1 0 0,0-1-1 0 0,0-1 1 0 0,-5 1 99 0 0,-110 1-4070 0 0,55-18 1794 0 0,13-4-2780 0 0</inkml:trace>
  <inkml:trace contextRef="#ctx0" brushRef="#br1" timeOffset="127783.164">3416 10281 704 0 0,'0'0'6465'0'0,"0"0"-3288"0"0,0 0-1390 0 0,0 0-433 0 0,0 0-234 0 0,0 0 130 0 0,0 0-155 0 0,0 0-277 0 0,0 0-260 0 0,0 0-281 0 0,37-4-229 0 0,117-12-62 0 0,148-20-201 0 0,-294 35 189 0 0,0 0-1 0 0,0 0 0 0 0,0 0 0 0 0,0 2 0 0 0,1-1 1 0 0,-1 1-1 0 0,0 0 0 0 0,0 0 0 0 0,0 1 0 0 0,0 0 1 0 0,-1 0-1 0 0,1 1 0 0 0,0 0 0 0 0,-1 1 1 0 0,0 0-1 0 0,0 0 0 0 0,2 1 27 0 0,7 9-32 0 0,-1 0 1 0 0,0 2-1 0 0,-1-1 1 0 0,0 2-1 0 0,-2-1 1 0 0,0 2-1 0 0,-1 0 1 0 0,0 0-1 0 0,-2 1 1 0 0,6 14 31 0 0,10 38 92 0 0,-2 0-1 0 0,-4 2 1 0 0,-2 0 0 0 0,-4 1 0 0 0,-3 6-92 0 0,-3-31 17 0 0,9 53-13 0 0,131 989 396 0 0,-124-510-146 0 0,-7-145-237 0 0,-8-336-60 0 0,5 0 1 0 0,23 82 42 0 0,-7-56-1 0 0,-8-43-20 0 0,-4 1-1 0 0,-4 1 1 0 0,-2 7 21 0 0,-6 229-514 0 0,32-146-838 0 0,-3-38 1079 0 0,-29 94 211 0 0,-27-53-2048 0 0,21-172 2175 0 0,-1-1 1 0 0,0 1-1 0 0,0 0 1 0 0,-1-1-1 0 0,0 1 1 0 0,0-1-1 0 0,0 0 0 0 0,-1 0 1 0 0,1 0-1 0 0,-1-1 1 0 0,0 1-1 0 0,-1-1 0 0 0,1 0 1 0 0,-1 0-1 0 0,0 0 1 0 0,0-1-1 0 0,0 1 1 0 0,0-1-1 0 0,0-1 0 0 0,-1 1-65 0 0,-33 25-538 0 0,16 22 423 0 0,22-48 157 0 0,-1 0 0 0 0,1 0 1 0 0,-1 0-1 0 0,0 0 1 0 0,1 0-1 0 0,-1 0 0 0 0,0 0 1 0 0,0 0-1 0 0,0-1 1 0 0,0 1-1 0 0,-1-1 0 0 0,1 1 1 0 0,0-1-1 0 0,-1 0 1 0 0,1 0-1 0 0,-1 0 0 0 0,1 0 1 0 0,-1 0-1 0 0,1-1 1 0 0,-1 1-1 0 0,0-1 0 0 0,1 0 1 0 0,-1 0-1 0 0,0 0 0 0 0,1 0 1 0 0,-1 0-1 0 0,0-1-42 0 0,-3 2 16 0 0,-340 8 557 0 0,276-16-494 0 0,7 0-1425 0 0,21 9-4471 0 0,29 1 481 0 0</inkml:trace>
  <inkml:trace contextRef="#ctx0" brushRef="#br1" timeOffset="158229.493">2087 911 2540 0 0,'0'0'1321'0'0,"0"0"2077"0"0,0 0-1813 0 0,0 0-1013 0 0,0 0-251 0 0,0 0 282 0 0,0 0 152 0 0,20-20-99 0 0,61-67-174 0 0,-77 83-409 0 0,-1 0 0 0 0,1-1 0 0 0,-1 1 0 0 0,1-1 0 0 0,-1 1-1 0 0,-1-1 1 0 0,1 0 0 0 0,-1 0 0 0 0,0 0 0 0 0,0-1 0 0 0,0 1 0 0 0,-1-1 0 0 0,1 1 0 0 0,-1-1-1 0 0,-1 1 1 0 0,1-1 0 0 0,-1 1 0 0 0,0-1 0 0 0,0 0 0 0 0,-1 1 0 0 0,0-4-73 0 0,-1-18 366 0 0,2 20-410 0 0,0 0 0 0 0,-1 0 0 0 0,0 0 0 0 0,0-1 0 0 0,-1 1 1 0 0,1 1-1 0 0,-2-1 0 0 0,1 0 0 0 0,-1 0 0 0 0,0 1 0 0 0,0 0 0 0 0,-3-5 44 0 0,-19-49-2952 0 0,17 63 2948 0 0,8-2-39 0 0,0-1-171 0 0,30-6-780 0 0,-28 6 530 0 0,-2 0-767 0 0,0 0-1752 0 0,-2 0-706 0 0,-10 2 2771 0 0,-6 2 807 0 0</inkml:trace>
  <inkml:trace contextRef="#ctx0" brushRef="#br1" timeOffset="158483.92">2223 660 3160 0 0,'0'0'1929'0'0,"0"0"1684"0"0,0 0-1935 0 0,0 0-978 0 0,0 0-230 0 0,0 0 138 0 0,0 0-45 0 0,32-18-267 0 0,99-58-260 0 0,-16 11-265 0 0,-110 62 148 0 0,1 1 1 0 0,0 0 0 0 0,1 0-1 0 0,-1 0 1 0 0,0 1 0 0 0,0 0-1 0 0,1 0 1 0 0,-1 1-1 0 0,1-1 1 0 0,-1 1 0 0 0,0 1-1 0 0,1-1 1 0 0,-1 1 0 0 0,0 0-1 0 0,1 1 1 0 0,-1 0-1 0 0,0 0 1 0 0,0 0 0 0 0,0 0-1 0 0,5 4 81 0 0,0 1-275 0 0,-1 2 0 0 0,0-1 0 0 0,0 2 0 0 0,0-1 0 0 0,-1 1 0 0 0,-1 0 0 0 0,0 1 0 0 0,0 0 0 0 0,3 8 275 0 0,3 40-7882 0 0,-14-41 7035 0 0</inkml:trace>
  <inkml:trace contextRef="#ctx0" brushRef="#br1" timeOffset="158801.425">2894 643 4880 0 0,'0'0'3981'0'0,"0"0"-1694"0"0,0 0-1091 0 0,0 0-727 0 0,0 0-243 0 0,0 0 158 0 0,0 0-100 0 0,45-2-220 0 0,142-10-252 0 0,-57-16-544 0 0,-126 27 725 0 0,-1 0 0 0 0,1 1 0 0 0,0-1 0 0 0,0-1 0 0 0,-1 1 0 0 0,1 0 0 0 0,0-1 0 0 0,-1 0 0 0 0,0 0 0 0 0,1 0 0 0 0,-1 0 0 0 0,0 0 0 0 0,0-1 0 0 0,0 0 0 0 0,0 1 0 0 0,-1-1 0 0 0,1 0 0 0 0,-1 0 0 0 0,0 0 0 0 0,1-1 0 0 0,-1 1 1 0 0,-1-1-1 0 0,1 1 0 0 0,0-1 0 0 0,-1 1 0 0 0,0-1 0 0 0,0 0 0 0 0,0-2 7 0 0,-2 3-52 0 0,-1 1 0 0 0,1-1 0 0 0,-1 1 0 0 0,0-1 0 0 0,0 1 0 0 0,0 0 0 0 0,0 0 0 0 0,0-1 0 0 0,-1 2-1 0 0,1-1 1 0 0,-1 0 0 0 0,1 0 0 0 0,-1 1 0 0 0,0-1 0 0 0,0 1 0 0 0,1 0 0 0 0,-1 0 0 0 0,0 0 0 0 0,0 0 0 0 0,0 0 0 0 0,0 1 0 0 0,0 0 0 0 0,0-1 0 0 0,0 1 0 0 0,-1 0 52 0 0,0-1-50 0 0,-18-3-40 0 0,1 0-1 0 0,-1 1 1 0 0,1 1-1 0 0,-1 1 0 0 0,0 1 1 0 0,0 1-1 0 0,0 1 1 0 0,1 1-1 0 0,-1 0 1 0 0,1 2-1 0 0,0 1 1 0 0,0 0-1 0 0,1 2 1 0 0,-1 0-1 0 0,2 1 1 0 0,-15 9 90 0 0,23-9 43 0 0,0 1 0 0 0,1 0 1 0 0,-1 0-1 0 0,2 1 0 0 0,0 0 0 0 0,0 0 1 0 0,1 1-1 0 0,0 0 0 0 0,1 1 0 0 0,1 0 0 0 0,0 0 1 0 0,0 0-1 0 0,2 1 0 0 0,0 0 0 0 0,0 0 1 0 0,1 0-1 0 0,1 0 0 0 0,0 0 0 0 0,1 1 1 0 0,0-1-1 0 0,2 1 0 0 0,-1-1 0 0 0,2 0 0 0 0,0 1 1 0 0,1 0-44 0 0,-1-6-18 0 0,1 1 0 0 0,1-1 0 0 0,0 0 0 0 0,0 0 0 0 0,0 0 0 0 0,1-1 0 0 0,1 1 0 0 0,-1-1 0 0 0,2 0 0 0 0,-1-1 0 0 0,1 0 0 0 0,0 0 0 0 0,0 0 0 0 0,1-1 0 0 0,0 0 0 0 0,0 0 0 0 0,6 2 18 0 0,7 5-52 0 0,1-2 0 0 0,0 0 1 0 0,1-2-1 0 0,0 0 0 0 0,0-2 1 0 0,17 3 51 0 0,2-2 32 0 0,1-1 1 0 0,0-3 0 0 0,-1-1-1 0 0,22-3-32 0 0,17-18-2130 0 0,-41-21-4471 0 0,-34 7 5208 0 0</inkml:trace>
  <inkml:trace contextRef="#ctx0" brushRef="#br1" timeOffset="159087.167">3130 1020 1060 0 0,'0'0'2507'0'0,"0"0"1131"0"0,0 0-1862 0 0,0 0-1042 0 0,0 0-385 0 0,0 0 140 0 0,0 0 157 0 0,31-18-95 0 0,101-57-267 0 0,40-57-32 0 0,-90 62 231 0 0,-66 57-326 0 0,109-63 1842 0 0,-120 78-2001 0 0,-1-1 1 0 0,1 1 0 0 0,-1 0-1 0 0,0 0 1 0 0,0 1 0 0 0,0-1 0 0 0,0 1-1 0 0,0 0 1 0 0,0 0 0 0 0,-1 0-1 0 0,1 0 1 0 0,-1 1 0 0 0,0 0-1 0 0,0-1 1 0 0,0 1 0 0 0,-1 0-1 0 0,1 0 1 0 0,-1 1 0 0 0,1 2 1 0 0,-1-5-5 0 0,11 18-37 0 0,0 0-1 0 0,-1 1 1 0 0,-1 1 0 0 0,-1 0 0 0 0,-1 0 0 0 0,-1 0 0 0 0,-1 1 0 0 0,-1 1 0 0 0,-1-1 0 0 0,-1 1-1 0 0,-1 0 1 0 0,0 16 42 0 0,-4-29-157 0 0,0-1-1 0 0,-1 1 1 0 0,0-1-1 0 0,0 0 1 0 0,-1 0-1 0 0,-1 0 1 0 0,0 0-1 0 0,0-1 1 0 0,0 1-1 0 0,-2-1 1 0 0,1 0 0 0 0,-7 8 157 0 0,-51 57-9294 0 0,44-57 7152 0 0</inkml:trace>
  <inkml:trace contextRef="#ctx0" brushRef="#br1" timeOffset="159578.736">4328 1012 4180 0 0,'0'0'3183'0'0,"0"0"-13"0"0,0 0-2295 0 0,0 0-775 0 0,0 0 95 0 0,-13-17-122 0 0,-42-54-99 0 0,47 62 67 0 0,0 0 1 0 0,-1 1-1 0 0,0 0 1 0 0,0 0-1 0 0,-1 1 1 0 0,0 0-1 0 0,0 1 0 0 0,0 0 1 0 0,-1 0-1 0 0,0 1 1 0 0,0 0-1 0 0,-1 1 1 0 0,1 1-1 0 0,-1 0 1 0 0,0 0-1 0 0,-11 0-41 0 0,13 0 48 0 0,0 1 0 0 0,-1 0-1 0 0,1 0 1 0 0,-1 1 0 0 0,0 1 0 0 0,0-1 0 0 0,1 2-1 0 0,-1 0 1 0 0,0 0 0 0 0,1 1 0 0 0,-1 0-1 0 0,1 1 1 0 0,0 0 0 0 0,0 0 0 0 0,0 1-1 0 0,0 1 1 0 0,0 0 0 0 0,1 0 0 0 0,0 0 0 0 0,0 2-1 0 0,1-1 1 0 0,-1 1 0 0 0,1 0 0 0 0,1 0-1 0 0,0 1 1 0 0,0 0 0 0 0,0 1 0 0 0,1 0-1 0 0,0 0 1 0 0,0 0 0 0 0,1 0 0 0 0,1 1 0 0 0,0 0-1 0 0,0 0 1 0 0,1 0 0 0 0,0 0 0 0 0,0 2-48 0 0,1-3 1 0 0,0 0-1 0 0,1 0 1 0 0,0 0 0 0 0,0 0 0 0 0,1 0 0 0 0,0 0 0 0 0,1 0 0 0 0,0 0 0 0 0,0 0 0 0 0,1 0 0 0 0,0 0-1 0 0,1 0 1 0 0,0-1 0 0 0,0 1 0 0 0,1-1 0 0 0,0 0 0 0 0,0 0 0 0 0,1 0 0 0 0,0-1 0 0 0,1 1-1 0 0,-1-1 1 0 0,1-1 0 0 0,3 3-1 0 0,0-2 28 0 0,1-1 0 0 0,1 0 0 0 0,-1-1 0 0 0,1 0 0 0 0,0-1 0 0 0,0 0 0 0 0,0-1 0 0 0,0 0 0 0 0,1 0 0 0 0,-1-1 0 0 0,1-1 0 0 0,0 0 0 0 0,0 0-1 0 0,-1-2 1 0 0,1 1 0 0 0,0-1 0 0 0,-1-1 0 0 0,1 0 0 0 0,-1-1 0 0 0,1 0 0 0 0,-1-1 0 0 0,0 0 0 0 0,0 0 0 0 0,-1-1 0 0 0,1-1 0 0 0,-1 0 0 0 0,0 0 0 0 0,-1-1 0 0 0,0 0 0 0 0,0-1-1 0 0,0 0 1 0 0,-1 0 0 0 0,6-8-28 0 0,25-29-172 0 0,-3-2 0 0 0,-1-1 0 0 0,-2-1 0 0 0,1-10 172 0 0,2 1-150 0 0,-17 29 93 0 0,53-87 419 0 0,-4-2 1 0 0,-1-14-363 0 0,-57 99 608 0 0,-15 35-279 0 0,-27 13-391 0 0,1 1 0 0 0,0 2 0 0 0,1 1 0 0 0,1 2 0 0 0,1 1 0 0 0,1 1 1 0 0,0 1-1 0 0,2 1 0 0 0,1 1 0 0 0,2 1 0 0 0,0 2 0 0 0,2 0 0 0 0,1 1 0 0 0,1 1 0 0 0,2 0 0 0 0,-6 17 62 0 0,11-20-595 0 0,1 1 1 0 0,2 0-1 0 0,1 0 0 0 0,1 1 1 0 0,1-1-1 0 0,2 1 0 0 0,0 27 595 0 0,16 4-7385 0 0,1-47 4947 0 0,18-8 1525 0 0</inkml:trace>
  <inkml:trace contextRef="#ctx0" brushRef="#br1" timeOffset="160007.39">4473 749 548 0 0,'0'0'2540'0'0,"0"0"843"0"0,0 0-1515 0 0,0 0-623 0 0,0 0-145 0 0,0 0-94 0 0,0 0 10 0 0,0 0-61 0 0,0 0-273 0 0,8 4-242 0 0,3-1-394 0 0,0 1 0 0 0,-1 0 0 0 0,1 1-1 0 0,-1 0 1 0 0,0 1 0 0 0,0 0 0 0 0,-1 0 0 0 0,1 1-1 0 0,-2 0 1 0 0,1 1 0 0 0,-1 0 0 0 0,0 0-1 0 0,0 1 1 0 0,-1 0 0 0 0,-1 0 0 0 0,1 1-1 0 0,-2 0 1 0 0,1 0 0 0 0,-1 0 0 0 0,-1 1 0 0 0,0-1-1 0 0,0 1 1 0 0,1 8-46 0 0,-5-15 8 0 0,2 9 11 0 0,-1-1-1 0 0,0 0 0 0 0,-1 1 0 0 0,0-1 0 0 0,-1 1 1 0 0,-1-1-1 0 0,0 0 0 0 0,0 1 0 0 0,-4 8-18 0 0,-3-2-65 0 0,-3 4-2643 0 0,13-26 2700 0 0,0 0 0 0 0,0 0 0 0 0,0-1 1 0 0,-1 1-1 0 0,1 0 0 0 0,-1-1 1 0 0,0 1-1 0 0,0 0 0 0 0,0-1 0 0 0,0 1 1 0 0,-1 0-1 0 0,1 0 0 0 0,-1-1 1 0 0,0 1-1 0 0,0 0 0 0 0,0 0 1 0 0,0 0-1 0 0,0 0 0 0 0,-1 0 0 0 0,1 0 1 0 0,-1 0-1 0 0,0 0 0 0 0,0 1 1 0 0,0-1-1 0 0,0 1 0 0 0,-1-1 1 0 0,0 0 7 0 0,-7-6 0 0 0,0 1 1 0 0,0 0-1 0 0,-1 0 1 0 0,0 1-1 0 0,-1 1 0 0 0,1 0 1 0 0,-1 1-1 0 0,0 0 1 0 0,0 0-1 0 0,-1 1 1 0 0,1 1-1 0 0,-1 0 1 0 0,0 1-1 0 0,0 0 1 0 0,0 1-1 0 0,0 1 1 0 0,0 0-1 0 0,0 1 1 0 0,0 0-1 0 0,0 1 1 0 0,0 0-1 0 0,0 1 1 0 0,1 0-1 0 0,-1 1 1 0 0,1 1-1 0 0,0 0 1 0 0,0 0-1 0 0,1 1 1 0 0,0 1-1 0 0,0 0 1 0 0,-9 7-1 0 0,15-8 49 0 0,0-1 0 0 0,0 1 0 0 0,0 1 0 0 0,1-1 0 0 0,-1 0 0 0 0,2 1 0 0 0,-1 0 0 0 0,1 0 0 0 0,0 0 0 0 0,0 0 0 0 0,1 1 0 0 0,0-1 0 0 0,0 1 0 0 0,1-1 0 0 0,0 1 1 0 0,0 0-1 0 0,1-1 0 0 0,0 1-49 0 0,0 2 50 0 0,-1-7-50 0 0,1 0 1 0 0,-1 0 0 0 0,1 0 0 0 0,0 0-1 0 0,0 0 1 0 0,0 0 0 0 0,1 0 0 0 0,-1 0-1 0 0,1 0 1 0 0,-1-1 0 0 0,1 1 0 0 0,0 0 0 0 0,0 0-1 0 0,0-1 1 0 0,1 1 0 0 0,-1 0 0 0 0,1-1-1 0 0,-1 1 1 0 0,1-1 0 0 0,0 0 0 0 0,0 1 0 0 0,0-1-1 0 0,0 0 1 0 0,0 0 0 0 0,1 0 0 0 0,0 0-1 0 0,9 5-242 0 0,1-1 0 0 0,0 0 1 0 0,0-1-1 0 0,0 0 0 0 0,1-1 1 0 0,0 0-1 0 0,0-2 0 0 0,0 1 1 0 0,0-2-1 0 0,11 1 242 0 0,86-2-4625 0 0,-85 0 2673 0 0,23-3-1886 0 0,0-5 2871 0 0</inkml:trace>
  <inkml:trace contextRef="#ctx0" brushRef="#br1" timeOffset="157065.993">6505 742 3496 0 0,'0'0'1690'0'0,"0"0"1304"0"0,0 0-1950 0 0,0 0-622 0 0,0 0-127 0 0,0 0 70 0 0,0 0 80 0 0,0 0 30 0 0,-18-1-33 0 0,-108 0 394 0 0,-696 39 2555 0 0,770-35-3422 0 0,-187 25-982 0 0,239-28 912 0 0,0 0 1 0 0,0 1 0 0 0,0-1-1 0 0,1 0 1 0 0,-1 1-1 0 0,0-1 1 0 0,0 0 0 0 0,0 1-1 0 0,0-1 1 0 0,0 1 0 0 0,1-1-1 0 0,-1 0 1 0 0,0 1 0 0 0,0-1-1 0 0,0 0 1 0 0,0 1-1 0 0,0-1 1 0 0,0 1 0 0 0,0-1-1 0 0,0 0 1 0 0,-1 1 0 0 0,1-1-1 0 0,0 1 1 0 0,0-1 0 0 0,0 0-1 0 0,0 1 1 0 0,0-1-1 0 0,-1 0 1 0 0,1 1 0 0 0,0-1-1 0 0,0 0 1 0 0,-1 0 0 0 0,1 1-1 0 0,0-1 1 0 0,0 0 0 0 0,-1 1-1 0 0,1-1 1 0 0,0 0-1 0 0,-1 0 1 0 0,1 0 0 0 0,0 1-1 0 0,-1-1 1 0 0,1 0 100 0 0,255 5-9808 0 0,-197-5 9081 0 0</inkml:trace>
  <inkml:trace contextRef="#ctx0" brushRef="#br1" timeOffset="157449.413">5099 757 3088 0 0,'0'0'1048'0'0,"0"0"3219"0"0,0 0-1936 0 0,0 0-1078 0 0,0 0-526 0 0,0 0-224 0 0,0 0-115 0 0,20 17-137 0 0,69 53-293 0 0,32 1-420 0 0,-88-57 379 0 0,218 86-2601 0 0,-228-89 593 0 0,-12-4-2103 0 0</inkml:trace>
  <inkml:trace contextRef="#ctx0" brushRef="#br0" timeOffset="-17323.306">17100 9698 3876 0 0,'0'0'2353'0'0,"0"0"-893"0"0,0 0-533 0 0,0 0-89 0 0,0 0 78 0 0,0 0-76 0 0,0 0-180 0 0,0 0-96 0 0,0 0-69 0 0,7 1 392 0 0,-5 1 2402 0 0,-39 56-2044 0 0,-146 145-1647 0 0,56-75-3150 0 0,90-95-944 0 0,-10 1-2740 0 0</inkml:trace>
  <inkml:trace contextRef="#ctx0" brushRef="#br0" timeOffset="-6786.38">10278 11300 6133 0 0,'0'0'2058'0'0,"0"0"-449"0"0,0 0-450 0 0,0 0-584 0 0,0 0-325 0 0,0 0-273 0 0,0 0-290 0 0,-1-4-131 0 0,-7-34 253 0 0,-24 31 1792 0 0,34 4-1504 0 0,0 0 1 0 0,1 0-1 0 0,-1 0 1 0 0,0 0-1 0 0,1 0 1 0 0,0 0 0 0 0,-1 1-1 0 0,1-1 1 0 0,0 1-1 0 0,0 0 1 0 0,1 0-1 0 0,-1 0 1 0 0,0 0-1 0 0,1 1 1 0 0,-1-1-1 0 0,1 1 1 0 0,-1 0-1 0 0,1 0 1 0 0,0 0-1 0 0,-1 1 1 0 0,1-1 0 0 0,0 1-1 0 0,0 0 1 0 0,-1 0-1 0 0,1 0 1 0 0,0 0-1 0 0,0 1 1 0 0,2 0-98 0 0,241 0 309 0 0,691-19 2050 0 0,-773 7-2224 0 0,703-66 1330 0 0,-301-6-1284 0 0,514-57-125 0 0,-145 111-947 0 0,-552 25 762 0 0,1080-51-81 0 0,-1089 54 340 0 0,832-28 650 0 0,177-38-1362 0 0,-627 88-232 0 0,498 20 1356 0 0,-716-44-57 0 0,671 9 37 0 0,-341-1-397 0 0,113-60 299 0 0,-22 20-323 0 0,-904 33-91 0 0,-39 0-34 0 0,0 1 0 0 0,1 1 0 0 0,-1 0 0 0 0,0 1 0 0 0,0 1 0 0 0,0 1 0 0 0,5 2 24 0 0,-13-2-226 0 0,2 0 1059 0 0,-18-9 189 0 0,-124-82-130 0 0,61 30-1609 0 0,3-4 1 0 0,-40-49 716 0 0,2-9-1899 0 0,72 81-697 0 0,7 17-2847 0 0,13 14-490 0 0</inkml:trace>
  <inkml:trace contextRef="#ctx0" brushRef="#br0" timeOffset="-6390.023">26533 10615 1044 0 0,'0'0'4354'0'0,"0"0"-1941"0"0,0 0-691 0 0,0 0-436 0 0,0 0-163 0 0,0 0 72 0 0,0 0 47 0 0,0 0-79 0 0,4 2-118 0 0,3 4-886 0 0,0 0-1 0 0,-1 0 1 0 0,0 1 0 0 0,-1 0-1 0 0,1 0 1 0 0,-1 1 0 0 0,-1-1 0 0 0,1 1-1 0 0,-1 0 1 0 0,-1 0 0 0 0,0 1-1 0 0,0-1 1 0 0,0 1 0 0 0,-1-1-1 0 0,0 1 1 0 0,-1 0 0 0 0,0 0 0 0 0,0 0-1 0 0,-1 0 1 0 0,0 0 0 0 0,-1 0-1 0 0,0 0 1 0 0,0 0 0 0 0,-1 0 0 0 0,-1 3-159 0 0,-3 8 73 0 0,-1 0 1 0 0,-1-1 0 0 0,0 1 0 0 0,-2-2 0 0 0,0 0 0 0 0,-1 0-1 0 0,-1-1 1 0 0,-1 0 0 0 0,-8 8-74 0 0,6-5-14 0 0,-22 27-381 0 0,-1-3 1 0 0,-3-1-1 0 0,-25 20 395 0 0,-76 44-4363 0 0,81-76-1858 0 0,15-16-1621 0 0,11-6 6283 0 0</inkml:trace>
  <inkml:trace contextRef="#ctx0" brushRef="#br0" timeOffset="-5803.343">27137 11397 912 0 0,'0'0'593'0'0,"0"0"1221"0"0,0 0 1623 0 0,0 0-1255 0 0,0 0-674 0 0,0 0-272 0 0,0 0-58 0 0,0 0-9 0 0,0 0-151 0 0,0 0-165 0 0,21 6-175 0 0,144 46 573 0 0,-139-35-1146 0 0,1 0 0 0 0,-2 2 0 0 0,-1 1 0 0 0,0 1 0 0 0,-2 0 0 0 0,0 2 0 0 0,-1 1 0 0 0,-2 0 0 0 0,0 2 0 0 0,-2 0 0 0 0,-1 1 0 0 0,-1 1 0 0 0,-1 0 0 0 0,7 22-105 0 0,110 169-1058 0 0,-66-148-1017 0 0,-74-77-4765 0 0,-33-9-731 0 0,-3 4 5884 0 0</inkml:trace>
  <inkml:trace contextRef="#ctx0" brushRef="#br0" timeOffset="-5565.093">26964 12009 9293 0 0,'0'0'1844'0'0,"0"0"-944"0"0,0 0-500 0 0,0 0 556 0 0,0 0 236 0 0,204-101-196 0 0,-117 66-364 0 0,8-7-255 0 0,9-8-341 0 0,5-6-36 0 0,0-4-285 0 0,-5 0-359 0 0,-18 4-352 0 0,-4 10-428 0 0,-23 13-1244 0 0,-23 14-3997 0 0</inkml:trace>
  <inkml:trace contextRef="#ctx0" brushRef="#br0" timeOffset="-5183.213">28221 12159 12197 0 0,'0'0'2230'0'0,"0"0"-900"0"0,0 0-595 0 0,25-18-212 0 0,83-60-132 0 0,-92 66-404 0 0,-2-1 0 0 0,0-1 0 0 0,-1 0 0 0 0,0-1 0 0 0,-1 0 0 0 0,10-17 13 0 0,-16 22-105 0 0,0 1-1 0 0,1 0 0 0 0,0 0 0 0 0,0 0 1 0 0,1 1-1 0 0,0 0 0 0 0,1 1 0 0 0,-1 0 1 0 0,1 0-1 0 0,4-1 106 0 0,-13 8-4 0 0,0 0 0 0 0,0 1 0 0 0,0-1 0 0 0,0 0 0 0 0,0 1 0 0 0,0-1 0 0 0,0 0 0 0 0,0 0 0 0 0,1 1 0 0 0,-1-1 0 0 0,0 0 0 0 0,0 1 0 0 0,0-1 0 0 0,1 0 0 0 0,-1 0 0 0 0,0 1 0 0 0,0-1 0 0 0,0 0 0 0 0,1 0 0 0 0,-1 0 0 0 0,0 1 0 0 0,1-1 0 0 0,-1 0 1 0 0,0 0-1 0 0,0 0 0 0 0,1 0 0 0 0,-1 0 0 0 0,0 0 0 0 0,1 0 0 0 0,-1 1 0 0 0,0-1 0 0 0,1 0 0 0 0,-1 0 0 0 0,0 0 0 0 0,1 0 0 0 0,-1 0 0 0 0,0 0 0 0 0,1-1 0 0 0,-1 1 0 0 0,0 0 0 0 0,0 0 0 0 0,1 0 0 0 0,-1 0 0 0 0,0 0 0 0 0,1 0 0 0 0,-1-1 4 0 0,-86 50-885 0 0,68-40 869 0 0,0 2 1 0 0,1-1-1 0 0,1 2 0 0 0,0 0 1 0 0,0 1-1 0 0,2 1 1 0 0,-1 0-1 0 0,2 1 1 0 0,0 1-1 0 0,0 0 1 0 0,2 1-1 0 0,-9 16 16 0 0,11-15 255 0 0,2 1-1 0 0,0-1 1 0 0,1 2-1 0 0,1-1 0 0 0,1 1 1 0 0,1-1-1 0 0,0 1 1 0 0,2 0-1 0 0,0 0 1 0 0,1 1-255 0 0,0-16 39 0 0,1-3-22 0 0,-1-1 1 0 0,0 0 0 0 0,1 0-1 0 0,-1 0 1 0 0,0 1 0 0 0,0-1-1 0 0,0 0 1 0 0,0 1 0 0 0,0-1-1 0 0,0 0 1 0 0,0 0-1 0 0,0 1 1 0 0,-1-1 0 0 0,1 0-1 0 0,0 0 1 0 0,-1 0 0 0 0,1 1-1 0 0,-1-1 1 0 0,1 0 0 0 0,-1 0-1 0 0,0 0 1 0 0,1 0-1 0 0,-1 0 1 0 0,0 0 0 0 0,0 0-1 0 0,0 0 1 0 0,0 0 0 0 0,0-1-1 0 0,0 1 1 0 0,0 0 0 0 0,0 0-1 0 0,0-1 1 0 0,0 1 0 0 0,0-1-1 0 0,0 1 1 0 0,0-1-1 0 0,-1 1 1 0 0,1-1 0 0 0,0 0-1 0 0,0 1 1 0 0,-1-1 0 0 0,1 0-1 0 0,0 0-17 0 0,-2 0 65 0 0,0 0 0 0 0,0 0 0 0 0,1 1 0 0 0,-1-1 0 0 0,0 1 0 0 0,0 0 0 0 0,1 0 0 0 0,-1 0 0 0 0,0 0 0 0 0,1 0 0 0 0,-1 1 0 0 0,1-1 0 0 0,0 1 0 0 0,-1-1 0 0 0,1 1 0 0 0,0 0 0 0 0,0 0 0 0 0,0 0 0 0 0,0 0 0 0 0,0 0 0 0 0,1 0 0 0 0,-1 2-65 0 0,25-2 90 0 0,11-1-572 0 0,0 1-1 0 0,-1 2 0 0 0,1 1 0 0 0,-1 2 0 0 0,9 4 483 0 0,-28-7-2743 0 0,-54-7-3440 0 0,-167-28-2355 0 0</inkml:trace>
  <inkml:trace contextRef="#ctx0" brushRef="#br0" timeOffset="-1895.488">10346 120 1004 0 0,'0'0'324'0'0,"0"0"819"0"0,0 0-113 0 0,0 0-403 0 0,0 0-21 0 0,0 0 181 0 0,0 0 119 0 0,0 0 7 0 0,23 4-97 0 0,103 19 583 0 0,-125-22-1337 0 0,1 0 0 0 0,-1 0 0 0 0,0 0-1 0 0,0 0 1 0 0,0 0 0 0 0,0 0 0 0 0,0 1 0 0 0,0-1 0 0 0,0 0 0 0 0,-1 0 0 0 0,1 1-1 0 0,0-1 1 0 0,-1 0 0 0 0,1 1 0 0 0,-1-1 0 0 0,1 1 0 0 0,-1-1 0 0 0,0 1 0 0 0,0-1-1 0 0,0 1 1 0 0,1-1 0 0 0,-1 1 0 0 0,-1-1 0 0 0,1 1 0 0 0,0-1 0 0 0,0 1 0 0 0,0-1-1 0 0,-1 1 1 0 0,1-1 0 0 0,-1 1 0 0 0,1-1 0 0 0,-1 0 0 0 0,0 1 0 0 0,1-1 0 0 0,-1 0-1 0 0,0 1 1 0 0,0-1 0 0 0,0 0 0 0 0,0 0 0 0 0,0 0 0 0 0,0 0 0 0 0,0 0 0 0 0,-1 0-1 0 0,1 0 1 0 0,0 0 0 0 0,-2 0-62 0 0,-3 3 111 0 0,-1 0 0 0 0,1 1 0 0 0,0 0 0 0 0,1 0 0 0 0,-1 0 0 0 0,1 1 0 0 0,0 0 0 0 0,0 0 1 0 0,0 0-1 0 0,1 1 0 0 0,0-1 0 0 0,1 1 0 0 0,-1 0 0 0 0,1 0 0 0 0,0 0 0 0 0,1 1 0 0 0,0-1 0 0 0,0 1 0 0 0,1-1 0 0 0,-1 5-111 0 0,32 18-605 0 0,3-2 667 0 0,-32 14 454 0 0,9 20-303 0 0,101 87-1278 0 0,-105-131 1180 0 0,-1 1 1 0 0,0-1-1 0 0,-2 1 1 0 0,0 0 0 0 0,-1 0-1 0 0,-1 1 1 0 0,-1-1 0 0 0,-1 6-116 0 0,1-14-12 0 0,-5 172 511 0 0,-12-119-263 0 0,-7 14-70 0 0,11-2-174 0 0,13-33 34 0 0,1-9 67 0 0,-1 0 1 0 0,-2 0-1 0 0,-1 0 1 0 0,-1-1 0 0 0,-7 21-94 0 0,-16 34 403 0 0,-27 138-173 0 0,44 114-141 0 0,6-70 390 0 0,8-234-543 0 0,1 0 0 0 0,2-1 1 0 0,1 0-1 0 0,2 0 0 0 0,1-1 1 0 0,2-1-1 0 0,1 0 1 0 0,16 27 63 0 0,3 12-47 0 0,-23-43 62 0 0,-2 0-1 0 0,-1 1 0 0 0,-1 0 1 0 0,-1 1-1 0 0,-2-1 1 0 0,-1 1-1 0 0,-2 0 0 0 0,-2 29-14 0 0,1 0-71 0 0,49 156-5 0 0,-28 447 329 0 0,-16-216 67 0 0,11-35-427 0 0,-2-20 275 0 0,-50 131-371 0 0,37 45 2 0 0,-28-351-24 0 0,-43 63-277 0 0,-19 53 557 0 0,-29 126 412 0 0,42-160-771 0 0,-91 325 520 0 0,150-561-334 0 0,3 1 1 0 0,3 1-1 0 0,3 0 1 0 0,2 1-1 0 0,4-1 1 0 0,2 1-1 0 0,7 53 118 0 0,17 78 267 0 0,-22-166-427 0 0,1 0 0 0 0,2 0-1 0 0,0-1 1 0 0,3 1-1 0 0,0-1 1 0 0,2-1-1 0 0,1 0 1 0 0,2 0-1 0 0,13 25 161 0 0,36 67-533 0 0,-6 3 0 0 0,38 125 533 0 0,-3 28-1773 0 0,-76-234 2346 0 0,-2 0-1 0 0,-2 0 1 0 0,-2 2-1 0 0,2 34-572 0 0,-4 257-849 0 0,-6-329 882 0 0,1 1 0 0 0,0-1 0 0 0,0 0 0 0 0,0 1 0 0 0,1-1 0 0 0,0 0 0 0 0,0 0 0 0 0,1 0 0 0 0,0 0 0 0 0,0 0 0 0 0,1 0 0 0 0,0 0-33 0 0,13 11 444 0 0,-16-9-497 0 0,-1-9 123 0 0,0 0 43 0 0,0 0 27 0 0,0 0 10 0 0,0 0-57 0 0,-13 0-1085 0 0,-33 27-4389 0 0,-36-49 6424 0 0,32-5-7073 0 0,28 13 3594 0 0</inkml:trace>
  <inkml:trace contextRef="#ctx0" brushRef="#br0" timeOffset="-922.912">10228 116 144 0 0,'0'0'4638'0'0,"0"0"-1517"0"0,0 0-1611 0 0,0 0-882 0 0,0 0-345 0 0,0 0 80 0 0,-9 17 200 0 0,-29 57 223 0 0,-15 71 1435 0 0,21-87-1355 0 0,-3-2 1 0 0,-1-2 0 0 0,-34 36-867 0 0,42-52-7 0 0,-73 98-2312 0 0,101-136 2202 0 0,0 1 0 0 0,0-1 0 0 0,0 1 0 0 0,0 0 0 0 0,0-1 0 0 0,0 1 0 0 0,0-1 0 0 0,0 1 0 0 0,0 0 0 0 0,1-1 0 0 0,-1 1 0 0 0,0-1 0 0 0,0 1 0 0 0,1-1 0 0 0,-1 1 0 0 0,0-1 0 0 0,0 1 0 0 0,1-1 0 0 0,-1 1 0 0 0,1-1 1 0 0,-1 1-1 0 0,0-1 0 0 0,1 1 0 0 0,-1-1 0 0 0,1 0 0 0 0,-1 1 0 0 0,1-1 0 0 0,-1 0 0 0 0,1 1 0 0 0,0-1 0 0 0,-1 0 0 0 0,1 0 0 0 0,-1 0 0 0 0,1 1 0 0 0,-1-1 0 0 0,1 0 0 0 0,0 0 0 0 0,-1 0 0 0 0,1 0 0 0 0,-1 0 0 0 0,1 0 0 0 0,0 0 0 0 0,-1 0 0 0 0,1 0 0 0 0,-1-1 0 0 0,1 1 1 0 0,0 0-1 0 0,-1 0 0 0 0,1 0 0 0 0,-1-1 0 0 0,1 1 0 0 0,-1 0 0 0 0,1-1 0 0 0,-1 1 0 0 0,1 0 0 0 0,-1-1 0 0 0,1 0 117 0 0,4 1-1021 0 0,24-3-3086 0 0</inkml:trace>
  <inkml:trace contextRef="#ctx0" brushRef="#br0" timeOffset="-620.055">10523 0 1332 0 0,'0'0'1285'0'0,"0"0"2738"0"0,0 0-1195 0 0,0 0-871 0 0,0 0-440 0 0,0 0-210 0 0,0 0-110 0 0,0 0-131 0 0,48 19-129 0 0,160 63 70 0 0,-7-21-227 0 0,-152-49-827 0 0,-25-7-58 0 0,0 0 0 0 0,0 2-1 0 0,-1 1 1 0 0,0 0-1 0 0,-1 2 1 0 0,0 1 0 0 0,0 0-1 0 0,16 13 106 0 0,-16 24-2492 0 0,-46-16-2376 0 0,-35-12-742 0 0</inkml:trace>
  <inkml:trace contextRef="#ctx0" brushRef="#br1" timeOffset="8855.25">10310 11234 12 0 0,'0'0'423'0'0,"0"0"-245"0"0,0 0-68 0 0,0 0 265 0 0,0 0 1191 0 0,0 0 156 0 0,0 0-465 0 0,0 0-121 0 0,0 0 8 0 0,4 1-2 0 0,15 6 2480 0 0,-19-7-3164 0 0,0 0-138 0 0,0 0-118 0 0,9-8 67 0 0,24-40-43 0 0,-3-1 1 0 0,-1-1 0 0 0,-3-2-1 0 0,9-28-226 0 0,26-50 853 0 0,88-210-527 0 0,-31 5-442 0 0,-50 134 599 0 0,8 3 0 0 0,88-160-483 0 0,59-155 602 0 0,-126 274-177 0 0,73-120-425 0 0,238-357-382 0 0,-353 616 415 0 0,4 3 1 0 0,4 2-1 0 0,5 3 0 0 0,78-82-33 0 0,347-361 248 0 0,12-105-113 0 0,-469 595-74 0 0,-2-1 0 0 0,-2-1 0 0 0,-2-2-1 0 0,-2-1 1 0 0,-2-1 0 0 0,-2-1 0 0 0,10-39-61 0 0,33-77-54 0 0,38-15-56 0 0,-56 123 118 0 0,-53 87-348 0 0,-9-15 349 0 0,1-1 1 0 0,-1-1 0 0 0,-1 0-1 0 0,0-1 1 0 0,0 0 0 0 0,-1-1-1 0 0,0-1 1 0 0,-4 1-10 0 0,-29 16-188 0 0,-117 64-127 0 0,-127 45 315 0 0,285-130-130 0 0,-50 21-1903 0 0,21-8-3700 0 0,27-10 701 0 0</inkml:trace>
  <inkml:trace contextRef="#ctx0" brushRef="#br1" timeOffset="9344.204">13721 5219 368 0 0,'0'0'61'0'0,"0"0"613"0"0,0 0 1647 0 0,0 0-77 0 0,0 0-923 0 0,0 0-625 0 0,0 0-338 0 0,0 0 105 0 0,0 0 133 0 0,0 0 22 0 0,-3-6-165 0 0,2 3-343 0 0,0 1-88 0 0,0 1 0 0 0,0-1 0 0 0,0 1 0 0 0,0-1 0 0 0,0 0 0 0 0,1 1 0 0 0,-1-1 0 0 0,1 0 0 0 0,-1 0 1 0 0,1 1-1 0 0,0-1 0 0 0,-1 0 0 0 0,1 0 0 0 0,0 0 0 0 0,0 0 0 0 0,0 1 0 0 0,1-1 0 0 0,-1 0 0 0 0,0 0 1 0 0,1 0-1 0 0,-1 1 0 0 0,1-1 0 0 0,0 0 0 0 0,-1 1 0 0 0,1-1 0 0 0,0 0 0 0 0,0 1 0 0 0,0-1 0 0 0,0 1 1 0 0,0-1-1 0 0,1 1-22 0 0,-1 0 338 0 0,-1 1 73 0 0,0 0-3 0 0,0 0-157 0 0,0 0-111 0 0,0 0-36 0 0,0 0-14 0 0,0 0 2 0 0,0 0 54 0 0,0 0 37 0 0,18 26 1133 0 0,-6 3-1022 0 0,-1 1 0 0 0,-1-1 0 0 0,-1 2 0 0 0,-2 0-1 0 0,-1 0 1 0 0,-2 0 0 0 0,-1 0 0 0 0,-1 1 0 0 0,-2 27-294 0 0,4 36-269 0 0,7 108-2339 0 0,-9-70-2423 0 0,-2-96 1932 0 0</inkml:trace>
  <inkml:trace contextRef="#ctx0" brushRef="#br1" timeOffset="11072.221">10301 11149 220 0 0,'0'0'227'0'0,"0"0"-138"0"0,0 0 204 0 0,0 0 747 0 0,0 0 1302 0 0,0 0-444 0 0,0 0-508 0 0,0 0-298 0 0,0 0-130 0 0,4 6 1483 0 0,54-13 1748 0 0,4 0-3261 0 0,-4-10-723 0 0,-1-2-1 0 0,0-3 1 0 0,-2-2-1 0 0,-1-3 1 0 0,40-26-209 0 0,-20 12 176 0 0,687-346 1033 0 0,-112 68-1632 0 0,-108 51 876 0 0,450-150-453 0 0,-808 345 51 0 0,1178-431 190 0 0,-324 126-347 0 0,362-90 677 0 0,-595 212-227 0 0,1403-475 451 0 0,-2146 712-799 0 0,326-109-74 0 0,11-24 78 0 0,-318 115-177 0 0,-1-4 0 0 0,-1-3 0 0 0,48-39 177 0 0,-85 54-135 0 0,-37 29 123 0 0,-4 0 27 0 0,0 0 20 0 0,0 0-21 0 0,0 0-8 0 0,0 0 8 0 0,-1 2-15 0 0,-1 0 0 0 0,1 0-1 0 0,-1 0 1 0 0,0 0 0 0 0,0 0-1 0 0,0 0 1 0 0,0 0 0 0 0,0-1 0 0 0,-1 1-1 0 0,1-1 1 0 0,0 0 0 0 0,-1 1-1 0 0,1-1 1 0 0,-1 0 0 0 0,1 0-1 0 0,-1-1 1 0 0,1 1 0 0 0,-1 0 0 0 0,0-1-1 0 0,1 0 1 0 0,-1 0 0 0 0,0 0-1 0 0,0 0 1 0 0,1 0 0 0 0,-1 0-1 0 0,0 0 1 0 0,0-1 1 0 0,-14 2-82 0 0,-675 75-208 0 0,-267 19-430 0 0,846-76-1180 0 0,107-18 1275 0 0,-10 5-527 0 0,12 2-3472 0 0,10-3-554 0 0,20 2-177 0 0</inkml:trace>
  <inkml:trace contextRef="#ctx0" brushRef="#br1" timeOffset="11612.205">21894 6499 940 0 0,'0'0'167'0'0,"0"0"1374"0"0,0 0 3000 0 0,0 0-2198 0 0,0 0-968 0 0,0 0-56 0 0,0 0-112 0 0,0 0-63 0 0,-10 20-52 0 0,-31 68-145 0 0,-19 121 869 0 0,24-66-1362 0 0,8-83-541 0 0,-3-1 0 0 0,-3-2 0 0 0,-1-2 0 0 0,-4-1 0 0 0,-1-1 0 0 0,-3-3 0 0 0,-2-1 0 0 0,-2-3 0 0 0,-2-1 0 0 0,-12 5 87 0 0,44-34-60 0 0,-233 198-1909 0 0,66-73-4342 0 0,68-54-709 0 0</inkml:trace>
  <inkml:trace contextRef="#ctx0" brushRef="#br1" timeOffset="19029.117">22012 6587 5260 0 0,'0'0'3696'0'0,"0"0"-1854"0"0,0 0-395 0 0,0 0-311 0 0,0 0-362 0 0,0 0-266 0 0,0 0-161 0 0,0 0-134 0 0,0 0-30 0 0,3-11 38 0 0,9-36 122 0 0,-11 47-298 0 0,-1 1-1 0 0,0-1 1 0 0,0 0-1 0 0,0 1 0 0 0,0-1 1 0 0,0 1-1 0 0,1-1 1 0 0,-1 0-1 0 0,0 1 1 0 0,0-1-1 0 0,0 0 1 0 0,1 1-1 0 0,-1-1 1 0 0,0 0-1 0 0,1 1 1 0 0,-1-1-1 0 0,0 0 1 0 0,1 0-1 0 0,-1 0 1 0 0,0 1-1 0 0,1-1 1 0 0,-1 0-1 0 0,0 0 1 0 0,1 0-1 0 0,-1 0 0 0 0,1 1 1 0 0,-1-1-1 0 0,0 0 1 0 0,1 0-1 0 0,-1 0 1 0 0,1 0-1 0 0,-1 0 1 0 0,1 0-1 0 0,-1 0 1 0 0,0 0-1 0 0,1 0 1 0 0,-1 0-1 0 0,1-1 1 0 0,-1 1-1 0 0,0 0 1 0 0,1 0-1 0 0,-1 0 1 0 0,0 0-1 0 0,1-1 1 0 0,-1 1-1 0 0,1 0-44 0 0,-1 0-15 0 0,6 73 2 0 0,-5-44-131 0 0,2 1 0 0 0,1 0 1 0 0,1-1-1 0 0,1 0 1 0 0,6 11 143 0 0,32 54-389 0 0,-44-93 385 0 0,1 0 0 0 0,-1-1-1 0 0,0 1 1 0 0,1-1 0 0 0,-1 1 0 0 0,1 0 0 0 0,-1-1 0 0 0,1 1-1 0 0,-1-1 1 0 0,1 1 0 0 0,-1-1 0 0 0,1 1 0 0 0,-1-1 0 0 0,1 0-1 0 0,0 1 1 0 0,-1-1 0 0 0,1 0 0 0 0,-1 1 0 0 0,1-1 0 0 0,0 0 0 0 0,-1 0-1 0 0,1 1 1 0 0,0-1 0 0 0,0 0 0 0 0,-1 0 0 0 0,1 0 0 0 0,0 0-1 0 0,-1 0 1 0 0,1 0 0 0 0,0 0 0 0 0,0 0 0 0 0,-1 0 0 0 0,1-1-1 0 0,0 1 1 0 0,-1 0 0 0 0,1 0 0 0 0,0-1 0 0 0,-1 1 0 0 0,1 0-1 0 0,0-1 1 0 0,-1 1 0 0 0,1 0 0 0 0,-1-1 0 0 0,1 1 0 0 0,-1-1 0 0 0,1 1-1 0 0,-1-1 1 0 0,1 0 0 0 0,-1 1 0 0 0,1-1 0 0 0,-1 1 0 0 0,0-1-1 0 0,1 0 1 0 0,-1 1 0 0 0,0-1 4 0 0,15-37-234 0 0,24-192-1 0 0,-37 137 566 0 0,-2 90-293 0 0,0 0 0 0 0,-1 0 0 0 0,1 1 0 0 0,-1-1 1 0 0,0 0-1 0 0,1 1 0 0 0,-1-1 0 0 0,0 0 1 0 0,-1 1-1 0 0,1-1 0 0 0,0 1 0 0 0,-1 0 0 0 0,0-1 1 0 0,1 1-1 0 0,-1 0 0 0 0,0 0 0 0 0,0 0 0 0 0,0 0 1 0 0,0 0-1 0 0,0 1 0 0 0,-1-1 0 0 0,1 1 1 0 0,-1-1-1 0 0,1 1 0 0 0,-1 0 0 0 0,1 0 0 0 0,-1 0 1 0 0,1 0-1 0 0,-1 1 0 0 0,0-1 0 0 0,0 0-38 0 0,-5 2-37 0 0,0 0 1 0 0,0 0-1 0 0,1 1 0 0 0,-1 0 0 0 0,0 0 0 0 0,1 1 0 0 0,0 0 0 0 0,-1 0 1 0 0,1 1-1 0 0,0-1 0 0 0,1 2 0 0 0,-1-1 0 0 0,1 1 0 0 0,0 0 0 0 0,0 0 0 0 0,0 1 1 0 0,1-1-1 0 0,0 1 0 0 0,0 1 0 0 0,0-1 0 0 0,1 1 0 0 0,0 0 0 0 0,0 0 1 0 0,0 0-1 0 0,1 0 0 0 0,1 0 0 0 0,-1 1 0 0 0,1 0 0 0 0,0-1 0 0 0,1 1 0 0 0,0 0 1 0 0,0 0-1 0 0,0 0 0 0 0,1 3 37 0 0,0-10-6 0 0,1 0 1 0 0,-1 0 0 0 0,0 0-1 0 0,0-1 1 0 0,1 1 0 0 0,-1 0-1 0 0,0 0 1 0 0,1 0 0 0 0,-1-1-1 0 0,0 1 1 0 0,1 0-1 0 0,-1-1 1 0 0,1 1 0 0 0,0 0-1 0 0,-1-1 1 0 0,1 1 0 0 0,-1-1-1 0 0,1 1 1 0 0,0-1-1 0 0,0 1 1 0 0,-1-1 0 0 0,1 1-1 0 0,0-1 1 0 0,0 0 0 0 0,-1 1-1 0 0,1-1 1 0 0,0 0-1 0 0,0 0 1 0 0,0 0 0 0 0,-1 1-1 0 0,1-1 1 0 0,0 0 0 0 0,0 0-1 0 0,0 0 1 0 0,0 0-1 0 0,0-1 1 0 0,-1 1 0 0 0,1 0-1 0 0,0 0 1 0 0,0 0 0 0 0,0-1-1 0 0,-1 1 1 0 0,1 0-1 0 0,0-1 1 0 0,0 1 0 0 0,-1-1-1 0 0,1 1 1 0 0,0-1 5 0 0,40-17 325 0 0,-36 16-314 0 0,-1-1 0 0 0,1 0 0 0 0,-1 0 0 0 0,0 0 0 0 0,1-1 0 0 0,-1 1 0 0 0,-1-1 0 0 0,1 0 0 0 0,-1 0 0 0 0,1-1 0 0 0,-1 1 0 0 0,0-1 0 0 0,-1 1 0 0 0,1-1 0 0 0,-1 0 0 0 0,0 0 0 0 0,0 0 0 0 0,-1 0 0 0 0,1 0 0 0 0,-1-1 0 0 0,0 1 0 0 0,-1 0 1 0 0,1-3-12 0 0,-1 6 11 0 0,-1 1-1 0 0,1-1 1 0 0,-1 0 0 0 0,1 0 0 0 0,-1 1 0 0 0,0-1 0 0 0,0 0 0 0 0,0 1 0 0 0,0-1 0 0 0,0 1 0 0 0,0-1 0 0 0,0 1 0 0 0,-1-1 0 0 0,1 1 0 0 0,0 0 0 0 0,-1 0 0 0 0,1-1 0 0 0,-1 1 0 0 0,1 0 0 0 0,-1 0 0 0 0,0 1 0 0 0,1-1 0 0 0,-1 0 0 0 0,0 0 0 0 0,0 1 0 0 0,1-1 0 0 0,-1 1 0 0 0,0 0 0 0 0,0-1 0 0 0,0 1 0 0 0,0 0 0 0 0,1 0 0 0 0,-1 0-11 0 0,-66 1 207 0 0,62-1-206 0 0,0 1 0 0 0,0 0 0 0 0,0 1-1 0 0,0-1 1 0 0,0 1 0 0 0,1 0 0 0 0,-1 1 0 0 0,1 0 0 0 0,-1-1 0 0 0,1 2-1 0 0,0-1 1 0 0,0 0 0 0 0,0 1 0 0 0,1 0 0 0 0,0 0 0 0 0,-1 1 0 0 0,1-1 0 0 0,1 1-1 0 0,-1 0 1 0 0,1 0 0 0 0,-1 0 0 0 0,1 0 0 0 0,1 1 0 0 0,-1-1 0 0 0,1 1 0 0 0,0 0-1 0 0,0-1 1 0 0,1 1 0 0 0,0 0 0 0 0,0 0 0 0 0,0 0 0 0 0,1 0 0 0 0,0 2-1 0 0,3-5-10 0 0,0 1 0 0 0,1-1 0 0 0,-1 0 1 0 0,1 0-1 0 0,0 0 0 0 0,0 0 1 0 0,0-1-1 0 0,0 0 0 0 0,0 0 1 0 0,1 0-1 0 0,-1 0 0 0 0,1-1 1 0 0,-1 1-1 0 0,1-1 0 0 0,0 0 0 0 0,-1-1 1 0 0,1 1-1 0 0,0-1 0 0 0,0 0 1 0 0,-1 0-1 0 0,1 0 0 0 0,2-1 10 0 0,105-13 543 0 0,-108 13-521 0 0,0 0-1 0 0,0 0 1 0 0,-1 0 0 0 0,1-1-1 0 0,0 0 1 0 0,-1 1-1 0 0,1-1 1 0 0,-1-1 0 0 0,0 1-1 0 0,1 0 1 0 0,-1-1 0 0 0,0 0-1 0 0,-1 1 1 0 0,1-1 0 0 0,0 0-1 0 0,-1-1 1 0 0,0 1 0 0 0,0 0-1 0 0,0-1 1 0 0,0 1-1 0 0,0-1 1 0 0,0 0 0 0 0,-1 1-1 0 0,0-1 1 0 0,0 0 0 0 0,1-4-22 0 0,-2 4 11 0 0,0-1 1 0 0,0 0-1 0 0,0 0 1 0 0,-1 0-1 0 0,0 0 1 0 0,0 0 0 0 0,0 1-1 0 0,0-1 1 0 0,-1 0-1 0 0,0 1 1 0 0,0-1-1 0 0,0 1 1 0 0,0 0-1 0 0,-1-1 1 0 0,1 1-1 0 0,-1 0 1 0 0,0 1 0 0 0,-1-1-1 0 0,1 0 1 0 0,0 1-1 0 0,-1 0 1 0 0,0 0-1 0 0,0 0 1 0 0,0 0-1 0 0,-4-2-11 0 0,-6-7-8 0 0,-1 1-1 0 0,0 0 1 0 0,-1 1-1 0 0,0 1 0 0 0,-1 0 1 0 0,0 1-1 0 0,0 1 1 0 0,-1 0-1 0 0,1 2 1 0 0,-1 0-1 0 0,-1 1 0 0 0,1 0 1 0 0,-1 2-1 0 0,1 0 1 0 0,-12 1 8 0 0,26 1-22 0 0,1 1 1 0 0,-1 0 0 0 0,1 0 0 0 0,0 0 0 0 0,0 0-1 0 0,-1 1 1 0 0,1-1 0 0 0,0 1 0 0 0,0 0-1 0 0,1 0 1 0 0,-1 0 0 0 0,0 0 0 0 0,0 0 0 0 0,1 1-1 0 0,0-1 1 0 0,-1 1 0 0 0,1-1 0 0 0,0 1-1 0 0,0 0 1 0 0,0 0 0 0 0,1 0 0 0 0,-1 0-1 0 0,1 0 1 0 0,0 1 0 0 0,-1-1 0 0 0,2 0 0 0 0,-1 2 21 0 0,-9 92-231 0 0,10-94 216 0 0,0 0 0 0 0,0 0 0 0 0,1-1 0 0 0,0 1 0 0 0,-1 0 0 0 0,1 0 0 0 0,0 0 0 0 0,1-1 0 0 0,-1 1 0 0 0,0-1 0 0 0,1 1 0 0 0,-1-1 0 0 0,1 1 0 0 0,0-1 0 0 0,0 0 0 0 0,0 0 0 0 0,0 0 0 0 0,0 0 0 0 0,0 0 0 0 0,1 0 0 0 0,-1-1 0 0 0,1 1 0 0 0,-1-1 0 0 0,1 1 0 0 0,0-1 0 0 0,-1 0 1 0 0,1 0-1 0 0,0 0 0 0 0,0-1 0 0 0,0 1 0 0 0,-1-1 0 0 0,2 1 15 0 0,97 5 8 0 0,-96-6 14 0 0,90-24-335 0 0,-92 23 262 0 0,-1 0 0 0 0,1 0 0 0 0,-1 0-1 0 0,0 0 1 0 0,1-1 0 0 0,-1 1 0 0 0,0-1 0 0 0,0 0-1 0 0,0 1 1 0 0,0-1 0 0 0,0 0 0 0 0,-1 0-1 0 0,1 0 1 0 0,0-1 0 0 0,-1 1 0 0 0,1 0 0 0 0,-1-1-1 0 0,0 1 1 0 0,0-1 0 0 0,0 1 0 0 0,0-1-1 0 0,-1 1 1 0 0,1-1 0 0 0,0 0 0 0 0,-1 1 0 0 0,0-1-1 0 0,0 0 1 0 0,0 1 0 0 0,0-1 0 0 0,0 0-1 0 0,0 1 1 0 0,-1-1 0 0 0,1 0 0 0 0,-2-2 51 0 0,-3 0-183 0 0,1-1 0 0 0,-2 1 0 0 0,1 0 0 0 0,-1 1 0 0 0,1-1 0 0 0,-1 1 0 0 0,-1 0 0 0 0,1 0 1 0 0,0 1-1 0 0,-1 0 0 0 0,0 0 0 0 0,0 1 0 0 0,1-1 0 0 0,-2 2 0 0 0,1-1 0 0 0,0 1 0 0 0,0 0 0 0 0,-5 0 183 0 0,8 0-262 0 0,-42-6-3066 0 0,-18 6-2530 0 0</inkml:trace>
  <inkml:trace contextRef="#ctx0" brushRef="#br1" timeOffset="20363.158">14093 4701 3512 0 0,'0'0'4247'0'0,"0"0"-2552"0"0,0 0-979 0 0,0 0-58 0 0,-16 17-26 0 0,-46 53 42 0 0,57-67-579 0 0,1 1 1 0 0,0 0 0 0 0,0 0-1 0 0,1 0 1 0 0,-1 0-1 0 0,1 1 1 0 0,0-1-1 0 0,0 1 1 0 0,1 0 0 0 0,-1 0-1 0 0,1 0 1 0 0,0 0-1 0 0,0 0 1 0 0,1 1-1 0 0,-1-1 1 0 0,1 1 0 0 0,1-1-1 0 0,-1 1 1 0 0,1-1-1 0 0,0 2-95 0 0,3-3 71 0 0,1-1-1 0 0,0 0 0 0 0,0 0 1 0 0,0 0-1 0 0,0 0 0 0 0,1-1 1 0 0,-1 0-1 0 0,1 0 0 0 0,0 0 1 0 0,-1-1-1 0 0,1 1 0 0 0,0-1 1 0 0,0 0-1 0 0,5 0-70 0 0,45 4 736 0 0,-53-5-719 0 0,-1-1 1 0 0,0 0-1 0 0,1 1 1 0 0,-1-1-1 0 0,0 0 1 0 0,0 0 0 0 0,0 0-1 0 0,0 0 1 0 0,0 0-1 0 0,0 0 1 0 0,0 0-1 0 0,0 0 1 0 0,0 0 0 0 0,-1-1-1 0 0,1 1 1 0 0,0 0-1 0 0,-1 0 1 0 0,1-1 0 0 0,-1 1-1 0 0,1-1 1 0 0,-1 1-1 0 0,0 0 1 0 0,1-1-1 0 0,-1 1 1 0 0,0-1 0 0 0,0 1-1 0 0,0 0 1 0 0,0-1-1 0 0,0 1 1 0 0,-1-1 0 0 0,1 1-1 0 0,0 0 1 0 0,-1-1-1 0 0,1 1 1 0 0,-1-2-18 0 0,-1-2 5 0 0,-1 0 1 0 0,0 0-1 0 0,0-1 0 0 0,0 2 1 0 0,0-1-1 0 0,-1 0 1 0 0,0 1-1 0 0,0 0 0 0 0,0 0 1 0 0,0 0-1 0 0,-1 0 0 0 0,1 0 1 0 0,-1 1-1 0 0,0 0 1 0 0,0 0-1 0 0,0 1 0 0 0,-1-1 1 0 0,1 1-1 0 0,-5-1-5 0 0,-6-5 67 0 0,1 1-65 0 0,0 1 0 0 0,0 0 0 0 0,0 1 0 0 0,-1 1-1 0 0,0 0 1 0 0,0 1 0 0 0,0 1 0 0 0,0 1 0 0 0,-15 0-2 0 0,28 2-16 0 0,-1 0-1 0 0,1 0 1 0 0,0 0-1 0 0,-1 1 1 0 0,1 0 0 0 0,0-1-1 0 0,0 1 1 0 0,0 0 0 0 0,0 0-1 0 0,0 1 1 0 0,1-1 0 0 0,-1 0-1 0 0,1 1 1 0 0,-1 0 0 0 0,1 0-1 0 0,0-1 1 0 0,0 1 0 0 0,0 0-1 0 0,0 1 1 0 0,1-1 0 0 0,-1 0-1 0 0,1 0 1 0 0,0 1 0 0 0,0-1-1 0 0,0 1 1 0 0,1-1 0 0 0,-1 1-1 0 0,1-1 1 0 0,-1 1 0 0 0,1 0-1 0 0,0-1 1 0 0,1 1 0 0 0,-1-1-1 0 0,1 1 1 0 0,-1-1 0 0 0,1 1-1 0 0,0-1 1 0 0,0 1 0 0 0,1-1-1 0 0,-1 0 1 0 0,1 0-1 0 0,0 1 1 0 0,-1-1 0 0 0,1 0-1 0 0,1-1 1 0 0,-1 1 0 0 0,1 1 16 0 0,9 4 36 0 0,1-1 1 0 0,0 0-1 0 0,0-1 1 0 0,1 0-1 0 0,-1-1 1 0 0,1 0 0 0 0,0-1-1 0 0,1-1 1 0 0,-1 0-1 0 0,1-1 1 0 0,0 0-1 0 0,-1-1 1 0 0,1-1-1 0 0,0-1 1 0 0,13-1-37 0 0,-26 1 11 0 0,0 1 0 0 0,0 0 0 0 0,0-1 0 0 0,-1 0 0 0 0,1 1 0 0 0,0-1 0 0 0,0 0 0 0 0,-1 0 0 0 0,1 0 0 0 0,0 0 0 0 0,-1 0 0 0 0,1 0 0 0 0,-1 0 0 0 0,1 0 0 0 0,-1-1 0 0 0,0 1 0 0 0,1-1 0 0 0,-1 1 0 0 0,0-1 0 0 0,0 1 0 0 0,0-1 0 0 0,0 0 0 0 0,0 1 0 0 0,-1-1 0 0 0,1 0 0 0 0,0 0 0 0 0,-1 0 0 0 0,0 1 0 0 0,1-1 0 0 0,-1 0 0 0 0,0 0 0 0 0,0 0 0 0 0,0 0 0 0 0,0 0 0 0 0,0 0 0 0 0,0 0 0 0 0,-1 0 0 0 0,1 1 0 0 0,0-1 0 0 0,-1 0 0 0 0,0 0 0 0 0,1 0 0 0 0,-1 1 0 0 0,0-1 0 0 0,0 0 0 0 0,0 1 0 0 0,0-1 0 0 0,0 0 0 0 0,-1 1 0 0 0,1 0 0 0 0,0-1 0 0 0,-1 1 0 0 0,1 0 0 0 0,-1-1-11 0 0,-13-10-8 0 0,0-1 1 0 0,-1 2-1 0 0,0 0 1 0 0,-1 1-1 0 0,0 1 1 0 0,-1 0-1 0 0,0 2 1 0 0,0 0-1 0 0,0 0 1 0 0,-1 2-1 0 0,0 1 1 0 0,-1 0-1 0 0,1 1 1 0 0,-13 0 7 0 0,25 5-20 0 0,1-1 1 0 0,0 1 0 0 0,-1 1 0 0 0,1-1 0 0 0,0 1 0 0 0,0 0 0 0 0,0 0-1 0 0,1 1 1 0 0,-1 0 0 0 0,1 0 0 0 0,0 0 0 0 0,0 0 0 0 0,0 1 0 0 0,1 0-1 0 0,-1 0 1 0 0,1 0 0 0 0,1 1 0 0 0,-1-1 0 0 0,1 1 0 0 0,0 0 0 0 0,0 0-1 0 0,0 0 1 0 0,1 0 0 0 0,0 1 0 0 0,0-1 0 0 0,1 1 0 0 0,-1-1 0 0 0,2 1-1 0 0,-1-1 1 0 0,1 1 0 0 0,0 1 19 0 0,0-6-2 0 0,0 0-1 0 0,1 1 0 0 0,-1-1 1 0 0,1 0-1 0 0,0 0 0 0 0,0 0 1 0 0,0 0-1 0 0,0 0 0 0 0,0 0 1 0 0,0 0-1 0 0,1 0 1 0 0,-1 0-1 0 0,0-1 0 0 0,1 1 1 0 0,0 0-1 0 0,-1-1 0 0 0,1 1 1 0 0,0-1-1 0 0,0 0 0 0 0,0 1 1 0 0,0-1-1 0 0,0 0 1 0 0,0 0-1 0 0,0-1 0 0 0,0 1 1 0 0,0 0-1 0 0,0-1 0 0 0,0 1 1 0 0,1-1-1 0 0,0 1 3 0 0,76 7 168 0 0,-74-8-163 0 0,19 2 82 0 0,-15-1-52 0 0,0 0 0 0 0,1-1-1 0 0,-1 0 1 0 0,0 0-1 0 0,0-1 1 0 0,0 0-1 0 0,0 0 1 0 0,0-1-1 0 0,0 0 1 0 0,0-1 0 0 0,6-3-35 0 0,-10-46 302 0 0,-10 43-291 0 0,0 1-1 0 0,0-1 0 0 0,-1 1 1 0 0,0 0-1 0 0,0 0 0 0 0,-1 0 1 0 0,0 1-1 0 0,0 0 1 0 0,-1 1-1 0 0,0 0 0 0 0,0 0 1 0 0,-1 0-1 0 0,1 1 0 0 0,-1 0 1 0 0,-6-1-11 0 0,9 2 17 0 0,-71-28 307 0 0,72 61-685 0 0,7-20 340 0 0,2 1 1 0 0,-1 0 0 0 0,1-1-1 0 0,0 0 1 0 0,1 0 0 0 0,0 0-1 0 0,1-1 1 0 0,0 1 0 0 0,0-1 0 0 0,1-1-1 0 0,0 1 1 0 0,0-1 0 0 0,0 0-1 0 0,1-1 1 0 0,0 0 0 0 0,1 0-1 0 0,-1-1 1 0 0,1 0 0 0 0,0 0 0 0 0,7 2 20 0 0,4 3-201 0 0,1-1 1 0 0,0-1-1 0 0,0 0 1 0 0,1-2 0 0 0,-1 0-1 0 0,1-2 1 0 0,1 0-1 0 0,-1-2 1 0 0,15 0 200 0 0,-23-3-3211 0 0,-26-7-4490 0 0</inkml:trace>
  <inkml:trace contextRef="#ctx0" brushRef="#br1" timeOffset="37162.708">11389 9016 520 0 0,'0'0'900'0'0,"0"0"-298"0"0,0 0-224 0 0,0 0-247 0 0,0 0-99 0 0,0 0 7 0 0,0 0-11 0 0,0 0 18 0 0,1 2-568 0 0,1 3 7834 0 0,-1-4-6582 0 0,0-1-484 0 0,-1 0-71 0 0,0 0-28 0 0,0 0-10 0 0,0 0-23 0 0,0 0-31 0 0,0 0-14 0 0,0 0 14 0 0,0 0 53 0 0,0 0 90 0 0,15-4 1817 0 0,11-7-63 0 0,-26 10-1808 0 0,0 1-8 0 0,27-2 1044 0 0,114 18-902 0 0,-76 1-339 0 0,0 3 0 0 0,-2 3-1 0 0,0 2 1 0 0,52 31 33 0 0,65 79 37 0 0,-121-78-113 0 0,59 58 15 0 0,-79-46 145 0 0,-13-41-214 0 0,56 16 280 0 0,-42-12-173 0 0,56 75 24 0 0,-64-67 63 0 0,-32-28-4815 0 0,-15-8-3174 0 0,39-18 3203 0 0</inkml:trace>
  <inkml:trace contextRef="#ctx0" brushRef="#br1" timeOffset="38035.124">12600 9742 548 0 0,'0'0'1181'0'0,"0"0"-471"0"0,0 0-429 0 0,0 0-161 0 0,0 0-30 0 0,0 0 384 0 0,0 0 1360 0 0,0 0 44 0 0,0 0-459 0 0,5 0-248 0 0,13 0-102 0 0,-13 0-21 0 0,-5 0-141 0 0,0 0-238 0 0,0 0-216 0 0,0 0-116 0 0,0 0-64 0 0,0 0-78 0 0,0 0-53 0 0,0 0-38 0 0,0 0-14 0 0,0 0 1 0 0,0 0 14 0 0,0 0 16 0 0,0 0 6 0 0,0 15 39 0 0,26 33-189 0 0,-3-16 192 0 0,27 49-305 0 0,-32-44 185 0 0,-38-21-4808 0 0,0-16-589 0 0,65-11-207 0 0</inkml:trace>
  <inkml:trace contextRef="#ctx0" brushRef="#br1" timeOffset="38992.119">12451 8493 1108 0 0,'0'0'1000'0'0,"0"0"-476"0"0,0 0-284 0 0,0 0-110 0 0,0 0-100 0 0,0 0-9 0 0,0 0 70 0 0,0 0 321 0 0,0 0 1050 0 0,0 0-151 0 0,0-7-235 0 0,0-27 1762 0 0,-18 43-837 0 0,-32 67-1957 0 0,41-54-46 0 0,0 0 1 0 0,1 0 0 0 0,2 1-1 0 0,0 0 1 0 0,1 0 0 0 0,1 1-1 0 0,2-1 1 0 0,0 1 0 0 0,1 0-1 0 0,2-1 1 0 0,1 14 1 0 0,-1-30 21 0 0,0 0-1 0 0,1-1 1 0 0,0 1-1 0 0,0 0 1 0 0,0 0-1 0 0,1-1 1 0 0,0 1 0 0 0,0-1-1 0 0,1 0 1 0 0,-1 0-1 0 0,1 0 1 0 0,1-1-1 0 0,-1 1 1 0 0,1-1-1 0 0,0 0 1 0 0,0 0-1 0 0,1 0 1 0 0,-1-1 0 0 0,1 0-1 0 0,0 0 1 0 0,0-1-1 0 0,0 1 1 0 0,1-1-1 0 0,-1-1 1 0 0,1 1-1 0 0,-1-1 1 0 0,1 0-1 0 0,0-1 1 0 0,0 1 0 0 0,0-1-1 0 0,0-1 1 0 0,0 0-1 0 0,4 0-20 0 0,16 2 106 0 0,0-2 0 0 0,0-1-1 0 0,0-1 1 0 0,0-2 0 0 0,20-4-106 0 0,-4-4 68 0 0,0-1 1 0 0,-1-2 0 0 0,-1-2-1 0 0,-1-1 1 0 0,0-3-1 0 0,-2-1 1 0 0,25-19-69 0 0,-55 36-27 0 0,0-1 0 0 0,0 0-1 0 0,-1 0 1 0 0,0 0 0 0 0,0-1 0 0 0,-1 0 0 0 0,1-1 0 0 0,-2 1-1 0 0,1-1 1 0 0,-1 0 0 0 0,0 0 0 0 0,-1-1 0 0 0,0 0-1 0 0,0 0 1 0 0,-1 0 0 0 0,0 0 0 0 0,-1 0 0 0 0,0 0 0 0 0,0-1-1 0 0,-1 1 1 0 0,0-7 27 0 0,-4 7-1 0 0,-1 0 0 0 0,0 1 0 0 0,0 0 0 0 0,-1-1 0 0 0,0 2 0 0 0,-1-1 0 0 0,0 1 0 0 0,0-1-1 0 0,-1 2 1 0 0,1-1 0 0 0,-1 1 0 0 0,-1 0 0 0 0,1 0 0 0 0,-1 1 0 0 0,0 0 0 0 0,0 1 0 0 0,-1-1 0 0 0,0 1 0 0 0,1 1-1 0 0,-1 0 1 0 0,0 0 0 0 0,-5 0 1 0 0,-14-9-191 0 0,-1 2 1 0 0,0 0-1 0 0,0 2 0 0 0,-1 2 0 0 0,0 0 0 0 0,0 2 1 0 0,-1 1-1 0 0,1 2 0 0 0,-1 1 0 0 0,1 1 0 0 0,-1 2 0 0 0,1 1 1 0 0,0 1-1 0 0,0 1 0 0 0,0 2 0 0 0,1 1 0 0 0,0 2 1 0 0,1 0-1 0 0,1 2 0 0 0,-1 1 0 0 0,-20 15 191 0 0,-41 44-5258 0 0,49-29 1158 0 0</inkml:trace>
  <inkml:trace contextRef="#ctx0" brushRef="#br1" timeOffset="39389.831">12219 8759 1540 0 0,'0'0'936'0'0,"0"0"-592"0"0,0 0-193 0 0,0 0 8 0 0,0 0 529 0 0,0 0 1513 0 0,0 0-515 0 0,0 0-588 0 0,0 0-147 0 0,0 0 167 0 0,16-3 76 0 0,93-15 651 0 0,250 14-1133 0 0,-286 8-2528 0 0,-30 4-4444 0 0,-39-6-19 0 0</inkml:trace>
  <inkml:trace contextRef="#ctx0" brushRef="#br1" timeOffset="57702.649">14102 4991 404 0 0,'0'0'1139'0'0,"0"0"-705"0"0,0 0-336 0 0,0 0 236 0 0,0 0 1028 0 0,0 0-123 0 0,0 0-920 0 0,-2-2-550 0 0,-5-13-32 0 0,7 14 274 0 0,0 1 14 0 0,0 0 98 0 0,0 0 157 0 0,0 0 155 0 0,0 0-2 0 0,0 31 569 0 0,12-5 62 0 0,8-13-2 0 0,114 15 537 0 0,-112-22-1815 0 0,0 1 0 0 0,0 1 0 0 0,-1 1 1 0 0,0 0-1 0 0,-1 2 0 0 0,0 0 1 0 0,0 2-1 0 0,-1 0 216 0 0,0-2 171 0 0,-1-2 0 0 0,1 0 1 0 0,1-1-1 0 0,0-1 0 0 0,0-1 1 0 0,0 0-1 0 0,1-2 0 0 0,-1 0 1 0 0,1-2-1 0 0,0 0 0 0 0,0-1 0 0 0,0-1 1 0 0,4-2-172 0 0,44 5 96 0 0,156 18 466 0 0,198 37-272 0 0,58 6 253 0 0,55 32-48 0 0,290 54 442 0 0,-531-85-1444 0 0,338 86 506 0 0,97 21 1011 0 0,-671-160-928 0 0,640 101 408 0 0,-247-24-8 0 0,-137-58-1244 0 0,-130 3 80 0 0,96 18 234 0 0,-23-27 796 0 0,-111-13-186 0 0,-67 6-926 0 0,-83-11 2729 0 0,-123-43-1737 0 0,-65-37-1633 0 0,109 39-1962 0 0,73 32-1153 0 0,8 2 780 0 0</inkml:trace>
  <inkml:trace contextRef="#ctx0" brushRef="#br1" timeOffset="58335.501">21358 6340 432 0 0,'0'0'62'0'0,"0"0"924"0"0,0 0 2444 0 0,0 0-1364 0 0,0 0-883 0 0,0 0-421 0 0,0 0-295 0 0,0 0-93 0 0,0 0 40 0 0,-2 5-2 0 0,-18 58 2695 0 0,18-59-3099 0 0,-1 1-1 0 0,1-1 1 0 0,-1 1 0 0 0,0-1-1 0 0,0 0 1 0 0,0 0 0 0 0,0 0-1 0 0,-1 0 1 0 0,1-1-1 0 0,-1 1 1 0 0,0-1 0 0 0,0 0-1 0 0,-1 0 1 0 0,1-1-1 0 0,0 1 1 0 0,-1-1 0 0 0,0 0-1 0 0,0 0 1 0 0,-1 0-8 0 0,-1 2-88 0 0,-30 13-1285 0 0,11-10-2537 0 0,41-25-1139 0 0,115-78 1629 0 0</inkml:trace>
  <inkml:trace contextRef="#ctx0" brushRef="#br1" timeOffset="59272.678">14179 4971 1252 0 0,'0'0'1379'0'0,"0"0"1154"0"0,0 0-690 0 0,0 0-719 0 0,0 0-328 0 0,0 0-116 0 0,0 0 33 0 0,0 0 144 0 0,0 0-106 0 0,0 0-198 0 0,1 2-118 0 0,11 8 531 0 0,6-40 869 0 0,106-94-2642 0 0,-47 78 33 0 0,-42 30-2918 0 0,-35 16 235 0 0,-4 0-2126 0 0</inkml:trace>
  <inkml:trace contextRef="#ctx0" brushRef="#br1" timeOffset="59525.86">14120 5068 2584 0 0,'0'0'456'0'0,"0"0"1628"0"0,0 0 897 0 0,0 0-1493 0 0,0 0-336 0 0,0 0-264 0 0,0 0-68 0 0,0 0-92 0 0,0 0-4 0 0,0 0-508 0 0,236 85-216 0 0,-173-56-224 0 0,1 6-108 0 0,-5-1-136 0 0,-10 5-96 0 0,-8 0-256 0 0,-13-10-1140 0 0,-24 11-3089 0 0</inkml:trace>
  <inkml:trace contextRef="#ctx0" brushRef="#br1" timeOffset="74226.789">23486 5344 5549 0 0,'0'0'1251'0'0,"0"0"-194"0"0,0 0 644 0 0,0 0-425 0 0,0 0-441 0 0,0 0-344 0 0,4-1-248 0 0,82-15 1441 0 0,-86 16-1430 0 0,0 0-24 0 0,0 0-4 0 0,0 0 26 0 0,0 0-12 0 0,0 0-24 0 0,0 0-22 0 0,0 0 2 0 0,0 0-12 0 0,-28 17 343 0 0,-516 213-825 0 0,161-61-24 0 0,364-161 39 0 0,22-14-121 0 0,39-38 568 0 0,259-215-1056 0 0,-276 223 424 0 0,-35 39-2251 0 0,-12 5-1250 0 0,-18 6-2274 0 0</inkml:trace>
  <inkml:trace contextRef="#ctx0" brushRef="#br1" timeOffset="74526.065">22361 5767 1252 0 0,'0'0'1406'0'0,"0"0"-19"0"0,0 0 135 0 0,0 0-39 0 0,0 0-162 0 0,0 0-210 0 0,0 0-136 0 0,0 0-101 0 0,0 0-135 0 0,0 0-175 0 0,10-2 69 0 0,64-3 883 0 0,112 83-732 0 0,-133-50-841 0 0,0-1-775 0 0,-17-11-3944 0 0,-93-41-548 0 0,-230-102 746 0 0</inkml:trace>
  <inkml:trace contextRef="#ctx0" brushRef="#br1" timeOffset="153558.382">29967 11790 28 0 0,'0'0'207'0'0,"0"0"584"0"0,0 0 1500 0 0,0 0-520 0 0,10 20-180 0 0,31 65-191 0 0,-32-64-795 0 0,-1 0 0 0 0,-1 1 0 0 0,-1 0 0 0 0,-1 1 1 0 0,-1-1-1 0 0,0 1 0 0 0,-2 0 0 0 0,-1 0 0 0 0,-1 9-605 0 0,9 84-354 0 0,0-73-1109 0 0,3-21-4862 0 0,-5-22 1806 0 0,4-10 3899 0 0</inkml:trace>
  <inkml:trace contextRef="#ctx0" brushRef="#br1" timeOffset="154065.9">30715 12059 1108 0 0,'0'0'141'0'0,"0"0"637"0"0,0 0 415 0 0,0 0-181 0 0,0 0 186 0 0,0 0 27 0 0,0 0-259 0 0,21-21-342 0 0,60-66-302 0 0,-79 86-314 0 0,0 0 0 0 0,-1 0 0 0 0,1-1 0 0 0,-1 1 1 0 0,0-1-1 0 0,1 1 0 0 0,-1-1 0 0 0,0 1 0 0 0,0-1 0 0 0,0 0 1 0 0,0 0-1 0 0,0 0 0 0 0,0 1 0 0 0,-1-1 0 0 0,1 0 0 0 0,0 0 1 0 0,-1 0-1 0 0,0 0 0 0 0,1 0 0 0 0,-1 0 0 0 0,0 0 0 0 0,0 0 1 0 0,0 0-1 0 0,0 0 0 0 0,-1 0 0 0 0,1 0 0 0 0,0 0 0 0 0,-1 0 1 0 0,1 0-1 0 0,-1 0 0 0 0,0 0 0 0 0,0 0 0 0 0,0 1 0 0 0,0-1 0 0 0,0 0-8 0 0,-2-3 38 0 0,2 1 63 0 0,0 0-1 0 0,-1 1 1 0 0,0-1 0 0 0,1 0-1 0 0,-1 1 1 0 0,0 0 0 0 0,-1-1-1 0 0,1 1 1 0 0,-1 0-1 0 0,1 0 1 0 0,-1 0 0 0 0,0 1-1 0 0,0-1 1 0 0,0 1 0 0 0,0-1-1 0 0,-1 1 1 0 0,1 0-1 0 0,-1 0 1 0 0,1 1 0 0 0,-1-1-1 0 0,1 1 1 0 0,-1 0 0 0 0,0 0-1 0 0,0 0 1 0 0,0 0-1 0 0,0 0 1 0 0,0 1 0 0 0,0 0-1 0 0,0 0 1 0 0,0 0 0 0 0,1 0-1 0 0,-1 1 1 0 0,0-1-1 0 0,0 1 1 0 0,0 0 0 0 0,0 0-1 0 0,0 1 1 0 0,1-1 0 0 0,-4 2-101 0 0,-10 14-59 0 0,1-1 1 0 0,1 2 0 0 0,1 0 0 0 0,0 1-1 0 0,1 0 1 0 0,1 1 0 0 0,1 1 0 0 0,1-1-1 0 0,1 2 1 0 0,1-1 0 0 0,-2 8 58 0 0,8-25-26 0 0,0 0 1 0 0,0 0-1 0 0,0 0 0 0 0,0 0 1 0 0,1 0-1 0 0,0 0 1 0 0,0 1-1 0 0,0-1 0 0 0,0 0 1 0 0,1 1-1 0 0,-1-1 1 0 0,1 0-1 0 0,0 1 0 0 0,1-1 1 0 0,-1 0-1 0 0,1 1 0 0 0,-1-1 1 0 0,1 0-1 0 0,1 0 1 0 0,-1 1-1 0 0,1-1 0 0 0,-1 0 1 0 0,1 0-1 0 0,0-1 1 0 0,1 1-1 0 0,-1 0 0 0 0,1-1 1 0 0,-1 1-1 0 0,1-1 1 0 0,0 0-1 0 0,0 0 0 0 0,1 0 1 0 0,-1 0-1 0 0,0 0 1 0 0,1-1-1 0 0,0 0 0 0 0,0 1 1 0 0,0-2-1 0 0,0 1 1 0 0,0 0-1 0 0,0-1 0 0 0,2 1 26 0 0,7-1-28 0 0,0 0 0 0 0,-1-1-1 0 0,1 0 1 0 0,0-1-1 0 0,0-1 1 0 0,0 0-1 0 0,-1 0 1 0 0,1-1 0 0 0,-1-1-1 0 0,0 0 1 0 0,0-1-1 0 0,0 0 1 0 0,-1-1-1 0 0,0-1 1 0 0,0 1 0 0 0,0-2-1 0 0,-1 1 1 0 0,0-1-1 0 0,0-1 1 0 0,-1 0-1 0 0,0 0 1 0 0,-1-1 0 0 0,0 0-1 0 0,0-1 1 0 0,-1 1-1 0 0,-1-1 1 0 0,0-1 0 0 0,0 1-1 0 0,-1-1 1 0 0,0 0-1 0 0,-1 0 1 0 0,-1-1-1 0 0,0 1 1 0 0,-1-1 0 0 0,1-3 28 0 0,2-28 49 0 0,-2 0 0 0 0,-2 0 0 0 0,-2 0 0 0 0,-2 0 0 0 0,-2 0 0 0 0,-1 1 0 0 0,-6-13-49 0 0,6 24-42 0 0,1 5 1320 0 0,3 52-40 0 0,21 386-1452 0 0,-12-361-169 0 0,1 0-1 0 0,3 0 1 0 0,1-1 0 0 0,15 32 383 0 0,-13-17-2394 0 0,-9-21-3258 0 0,-5-43 5538 0 0,1 22-2112 0 0</inkml:trace>
  <inkml:trace contextRef="#ctx0" brushRef="#br1" timeOffset="155636.458">29590 10956 9653 0 0,'0'0'7309'0'0,"0"0"-6153"0"0,0 0-504 0 0,0 0-652 0 0,0 0-208 0 0,0 0-992 0 0,0 0-1221 0 0,-353 101-5303 0 0</inkml:trace>
  <inkml:trace contextRef="#ctx0" brushRef="#br1" timeOffset="154509.919">31373 11781 9813 0 0,'0'0'1705'0'0,"0"0"-434"0"0,0 0-469 0 0,0 0-316 0 0,0 0-249 0 0,0 0-142 0 0,0 0-37 0 0,0 0-4 0 0,42-1-25 0 0,133-2 26 0 0,-171 2-46 0 0,1 0 0 0 0,-1 0-1 0 0,0 1 1 0 0,1-1 0 0 0,-1 1 0 0 0,1 0 0 0 0,-1 1 0 0 0,1-1 0 0 0,-1 1 0 0 0,1 0 0 0 0,-1 0 0 0 0,0 0 0 0 0,1 1-1 0 0,-1-1 1 0 0,0 1 0 0 0,0 0 0 0 0,0 0 0 0 0,2 2-9 0 0,1 2 44 0 0,3 5 61 0 0,-1 0 0 0 0,-1 1 0 0 0,0 0 0 0 0,0 0 0 0 0,-1 1 0 0 0,-1 0 0 0 0,0 0-1 0 0,-1 1 1 0 0,0-1 0 0 0,-1 1 0 0 0,-1 0 0 0 0,0 1 0 0 0,-1-1 0 0 0,0 0 0 0 0,-1 1-1 0 0,-1-1 1 0 0,0 1 0 0 0,-1-1 0 0 0,-1 1 0 0 0,0-1-105 0 0,2 16 57 0 0,-22 180 530 0 0,20-204-1676 0 0,2-23 696 0 0,-1-39 265 0 0,-4 37 48 0 0,-1 0-1 0 0,0 0 1 0 0,-2 0-1 0 0,0 0 1 0 0,-1 1-1 0 0,-1 1 1 0 0,0 0-1 0 0,-1 0 1 0 0,-1 1-1 0 0,-1 0 1 0 0,0 1-1 0 0,-1 0 1 0 0,-13-9 80 0 0,23 19 27 0 0,-1 0 0 0 0,0 1 0 0 0,1 0 0 0 0,-2-1 0 0 0,1 2 1 0 0,0-1-1 0 0,-1 0 0 0 0,0 1 0 0 0,0 0 0 0 0,0 1 0 0 0,0-1 1 0 0,0 1-1 0 0,0 0 0 0 0,-1 1 0 0 0,1-1 0 0 0,-1 1 0 0 0,1 1 1 0 0,-1-1-1 0 0,1 1 0 0 0,-1 0 0 0 0,1 1 0 0 0,-1-1 0 0 0,1 1 0 0 0,-1 1 1 0 0,1-1-1 0 0,0 1 0 0 0,-1 0 0 0 0,1 0 0 0 0,0 1 0 0 0,-5 3-27 0 0,4 2-13 0 0,1 1 0 0 0,-1 1 0 0 0,1-1 0 0 0,1 1 0 0 0,0 0 0 0 0,0 0 0 0 0,1 1 0 0 0,1-1 0 0 0,-1 1 0 0 0,2 0 0 0 0,-1 0 0 0 0,2 0-1 0 0,-1 0 1 0 0,2 0 0 0 0,-1 0 0 0 0,1 0 0 0 0,1 0 0 0 0,0 1 13 0 0,0-4-111 0 0,0-1 1 0 0,0 1-1 0 0,0 0 1 0 0,1-1-1 0 0,0 0 0 0 0,0 1 1 0 0,1-1-1 0 0,0 0 1 0 0,0 0-1 0 0,1 0 0 0 0,0-1 1 0 0,0 0-1 0 0,0 1 1 0 0,1-1-1 0 0,0 0 0 0 0,0-1 1 0 0,1 0-1 0 0,0 1 0 0 0,0-2 1 0 0,0 1-1 0 0,0-1 1 0 0,0 0-1 0 0,1 0 0 0 0,0 0 1 0 0,0-1-1 0 0,0 0 1 0 0,0-1-1 0 0,1 0 0 0 0,-1 0 1 0 0,1 0-1 0 0,1-1 111 0 0,67-10-8425 0 0,-60 0 5061 0 0</inkml:trace>
  <inkml:trace contextRef="#ctx0" brushRef="#br1" timeOffset="154986.284">32158 12219 80 0 0,'0'0'3196'0'0,"0"0"1285"0"0,0 0-2334 0 0,0 0-879 0 0,0 0-330 0 0,0 0-245 0 0,0 0-151 0 0,0 0-121 0 0,0 0-112 0 0,0 0-92 0 0,29-15-71 0 0,90-49-29 0 0,-117 63-112 0 0,0-1 0 0 0,0 1 0 0 0,1 0 0 0 0,-1 0 0 0 0,0-1 0 0 0,0 0 0 0 0,0 1 0 0 0,0-1 0 0 0,-1 0 0 0 0,1 0 0 0 0,0 0 0 0 0,-1 0 1 0 0,0 0-1 0 0,1 0 0 0 0,-1 0 0 0 0,0 0 0 0 0,0-1 0 0 0,0 1 0 0 0,0 0 0 0 0,0-1 0 0 0,-1 1 0 0 0,1-1 0 0 0,-1 1 0 0 0,0-1 0 0 0,1 1 0 0 0,-1-1 0 0 0,0 1 1 0 0,-1-1-1 0 0,1 1 0 0 0,0-1 0 0 0,-1 0-5 0 0,0-10 27 0 0,0 6-16 0 0,1-1 0 0 0,-1 1 0 0 0,-1-1 1 0 0,0 1-1 0 0,0-1 0 0 0,0 1 0 0 0,-1 0 0 0 0,0 0 0 0 0,0 0 0 0 0,-1 0 0 0 0,0 1 0 0 0,0-1 0 0 0,-1 1 0 0 0,1 0 0 0 0,-1 0 0 0 0,-1 1 0 0 0,1 0 0 0 0,-1 0 0 0 0,0 0 0 0 0,0 0 0 0 0,0 1 0 0 0,-1 0 0 0 0,1 0 0 0 0,-1 1 0 0 0,-2-1-11 0 0,-1-1 25 0 0,0 0-1 0 0,-1 1 1 0 0,1 0-1 0 0,-1 1 1 0 0,0 0-1 0 0,0 1 0 0 0,0 0 1 0 0,0 1-1 0 0,0 0 1 0 0,-3 1-25 0 0,9-1-21 0 0,1 2 0 0 0,0-1 1 0 0,-1 0-1 0 0,1 1 0 0 0,0 0 1 0 0,-1 0-1 0 0,1 0 0 0 0,0 0 0 0 0,0 1 1 0 0,0 0-1 0 0,0-1 0 0 0,0 1 1 0 0,0 1-1 0 0,1-1 0 0 0,-1 1 0 0 0,1-1 1 0 0,-1 1-1 0 0,1 0 0 0 0,0 0 1 0 0,0 1-1 0 0,0-1 0 0 0,1 1 1 0 0,-1-1-1 0 0,1 1 0 0 0,0 0 0 0 0,0 0 1 0 0,0 0 20 0 0,-2 10-67 0 0,1 1 1 0 0,0-1-1 0 0,1 0 1 0 0,0 1-1 0 0,1 0 1 0 0,1-1-1 0 0,1 1 1 0 0,0 2 66 0 0,0 19-121 0 0,-1-13 47 0 0,-2-15 29 0 0,1 0-1 0 0,1 0 1 0 0,-1-1 0 0 0,1 1 0 0 0,1 0 0 0 0,0 0-1 0 0,0 0 1 0 0,0-1 0 0 0,1 1 0 0 0,0-1 0 0 0,0 1-1 0 0,1-1 1 0 0,0 1 0 0 0,0-1 0 0 0,1-1 0 0 0,0 1-1 0 0,0 0 1 0 0,1-1 0 0 0,0 0 0 0 0,3 4 45 0 0,-3-8-19 0 0,1 0-1 0 0,-1 0 1 0 0,1 0 0 0 0,-1-1-1 0 0,1 0 1 0 0,-1 0 0 0 0,1 0-1 0 0,0-1 1 0 0,0 0 0 0 0,-1 0-1 0 0,1-1 1 0 0,0 1 0 0 0,-1-1-1 0 0,1 0 1 0 0,0-1-1 0 0,-1 1 1 0 0,0-1 0 0 0,1 0-1 0 0,1-1 20 0 0,6-4 79 0 0,0 0 0 0 0,0-1 0 0 0,0 0-1 0 0,-1-1 1 0 0,0 0 0 0 0,-1-1-1 0 0,0 0 1 0 0,-1-1 0 0 0,0 0-1 0 0,-1-1 1 0 0,0 0 0 0 0,0 0 0 0 0,-1-1-1 0 0,-1 0 1 0 0,0-1 0 0 0,2-7-79 0 0,10-30-6 0 0,-2 0 0 0 0,-2-1 1 0 0,6-49 5 0 0,-18 90-3 0 0,68-359 450 0 0,-61 350-442 0 0,-12 57 117 0 0,-44 121-783 0 0,31-70 372 0 0,4 1 1 0 0,3 0 0 0 0,5 1 0 0 0,5 48 288 0 0,-1-37-988 0 0,5 26-3723 0 0,-4-96 1477 0 0,1-6 622 0 0,9-11 1651 0 0</inkml:trace>
  <inkml:trace contextRef="#ctx0" brushRef="#br1" timeOffset="155335.597">32602 12148 2720 0 0,'0'0'6162'0'0,"0"0"-3048"0"0,0 0-1396 0 0,0 0-664 0 0,0 0-477 0 0,0 0-94 0 0,0 0-80 0 0,43-6-159 0 0,141-18-138 0 0,-49-14-129 0 0,-111 28-3 0 0,-14 6 20 0 0,5-1-25 0 0,0-1 1 0 0,-1 0 0 0 0,0-1-1 0 0,0-1 1 0 0,0 0 0 0 0,-1 0-1 0 0,0-2 1 0 0,-1 0 0 0 0,0 0-1 0 0,3-4 31 0 0,-14 13-3 0 0,0 0-1 0 0,0 0 0 0 0,0 0 1 0 0,0 0-1 0 0,0 0 1 0 0,-1 0-1 0 0,1-1 1 0 0,0 1-1 0 0,0 0 0 0 0,-1 0 1 0 0,1-1-1 0 0,-1 1 1 0 0,1-1-1 0 0,-1 1 1 0 0,0 0-1 0 0,1-1 0 0 0,-1 1 1 0 0,0-1-1 0 0,0 1 1 0 0,0-1-1 0 0,0 1 1 0 0,0-1-1 0 0,0 1 0 0 0,-1 0 1 0 0,1-1-1 0 0,0 1 1 0 0,-1-1-1 0 0,1 1 1 0 0,-1 0-1 0 0,0-1 0 0 0,1 1 1 0 0,-1 0-1 0 0,0 0 1 0 0,0-1-1 0 0,1 1 0 0 0,-1 0 1 0 0,0 0-1 0 0,0 0 1 0 0,0 0-1 0 0,-1 0 1 0 0,1 0-1 0 0,0 0 4 0 0,-59-20-319 0 0,36 19 330 0 0,0 0-1 0 0,0 2 0 0 0,0 1 1 0 0,0 0-1 0 0,0 2 1 0 0,0 1-1 0 0,0 0 0 0 0,1 2 1 0 0,0 1-1 0 0,0 1 0 0 0,0 1 1 0 0,1 0-1 0 0,1 2 0 0 0,0 1 1 0 0,0 0-1 0 0,1 2 0 0 0,1 0 1 0 0,0 1-1 0 0,1 1 0 0 0,1 1 1 0 0,-13 15-11 0 0,23-23 17 0 0,0 1 1 0 0,1 1 0 0 0,0-1-1 0 0,1 1 1 0 0,0 0-1 0 0,0 1 1 0 0,2-1-1 0 0,-1 1 1 0 0,1-1 0 0 0,1 1-1 0 0,0 0 1 0 0,0 0-1 0 0,2 0 1 0 0,-1 1 0 0 0,2-1-1 0 0,-1 0 1 0 0,2 0-1 0 0,-1 0 1 0 0,4 11-18 0 0,-2-16 11 0 0,0 0 0 0 0,0-1 1 0 0,1 1-1 0 0,0 0 0 0 0,0-1 1 0 0,1 0-1 0 0,-1 0 0 0 0,1 0 0 0 0,0-1 1 0 0,1 0-1 0 0,0 0 0 0 0,0 0 1 0 0,0 0-1 0 0,0-1 0 0 0,0 0 1 0 0,1-1-1 0 0,0 1 0 0 0,0-1 0 0 0,0 0-11 0 0,142 38 639 0 0,270 23 487 0 0,-411-62-731 0 0,22 3-2528 0 0,-53-21-5564 0 0,-40-15 244 0 0</inkml:trace>
  <inkml:trace contextRef="#ctx0" brushRef="#br1" timeOffset="153035.33">28910 11900 2824 0 0,'0'0'1069'0'0,"0"0"2244"0"0,0 0-1589 0 0,0 0-805 0 0,0 0-178 0 0,0 0-76 0 0,0 0-41 0 0,0 0-113 0 0,0 0-124 0 0,7 6-33 0 0,22 14 84 0 0,22-22 380 0 0,53 0-732 0 0,4 5-222 0 0,113-7-96 0 0,-157-20 18 0 0,-63 23 215 0 0,-1 0 0 0 0,0 0 0 0 0,0 0 0 0 0,0 0 1 0 0,1 0-1 0 0,-1 0 0 0 0,0 0 0 0 0,0 0 0 0 0,-1 0 1 0 0,1 0-1 0 0,0 0 0 0 0,0 0 0 0 0,0 0 0 0 0,-1 1 1 0 0,1-1-1 0 0,0 0 0 0 0,-1 0 0 0 0,1 0 0 0 0,-1 0 1 0 0,1 0-1 0 0,-1 1 0 0 0,1-1 0 0 0,-1 0 0 0 0,0 0 1 0 0,1 1-1 0 0,-1-1 0 0 0,0 0 0 0 0,0 1 0 0 0,1-1 1 0 0,-1 1-1 0 0,0-1 0 0 0,0 1 0 0 0,0-1 0 0 0,0 1 1 0 0,0 0-1 0 0,0-1 0 0 0,0 1 0 0 0,0 0 0 0 0,0 0 1 0 0,1 0-2 0 0,-268-125-564 0 0,243 106 149 0 0,24 18 25 0 0,5 3-268 0 0,37 21-1094 0 0,40 26-5994 0 0,-53-30 5716 0 0</inkml:trace>
  <inkml:trace contextRef="#ctx0" brushRef="#br1" timeOffset="153256.583">29581 11895 484 0 0,'0'0'1153'0'0,"0"0"1976"0"0,0 0-1786 0 0,0 0-740 0 0,0 0-471 0 0,0 0-67 0 0,0 0 235 0 0,0 0 182 0 0,0 0 134 0 0,0 0 207 0 0,2 4 286 0 0,0 5-842 0 0,1 0 0 0 0,-2 0 0 0 0,1 0 0 0 0,-1 0-1 0 0,-1 0 1 0 0,1 1 0 0 0,-2-1 0 0 0,1 0 0 0 0,-1 0 0 0 0,-1 0 0 0 0,0 0 0 0 0,0 0 0 0 0,0 0 0 0 0,-1 0-1 0 0,-1 0 1 0 0,0 0-267 0 0,-5 7-90 0 0,-46 67-4067 0 0,0-45-5301 0 0,29-30 8654 0 0</inkml:trace>
  <inkml:trace contextRef="#ctx0" brushRef="#br2" timeOffset="201902.82">13077 9906 28 0 0,'0'0'266'0'0,"0"0"-13"0"0,0 0 53 0 0,0 0 96 0 0,0 0 81 0 0,0 0 1 0 0,0 0-111 0 0,0 0-137 0 0,0 0-83 0 0,0 0-37 0 0,3 0-22 0 0,29-5 0 0 0,-31 4-88 0 0,-1 1 22 0 0,0 0 95 0 0,0 0 133 0 0,0 0 111 0 0,0 0 89 0 0,0 0-2 0 0,0 0-44 0 0,0 0-87 0 0,22-9 4794 0 0,-21 9-4954 0 0,-1 0 21 0 0,0 0 37 0 0,0 0 61 0 0,18 3 1223 0 0,-5 3-1355 0 0,-2 1 1 0 0,1 0 0 0 0,-1 1-1 0 0,0 1 1 0 0,-1 0 0 0 0,0 0 0 0 0,0 1-1 0 0,7 10-150 0 0,22 21 86 0 0,-10 1-765 0 0,-25-23-2266 0 0,-4-18 1795 0 0,0-1-709 0 0,0 0-1182 0 0,0 0-1091 0 0</inkml:trace>
  <inkml:trace contextRef="#ctx0" brushRef="#br2" timeOffset="202794.519">13335 10018 104 0 0,'0'0'1740'0'0,"0"0"-910"0"0,0 0-588 0 0,0 0-146 0 0,0 0 111 0 0,0 0 162 0 0,0 0 31 0 0,0 0-32 0 0,0 0-60 0 0,0 0-14 0 0,11-3 1071 0 0,-8 5 4002 0 0,-26 155-5669 0 0,18-127-931 0 0,1-2-3718 0 0,4-20 2351 0 0</inkml:trace>
  <inkml:trace contextRef="#ctx0" brushRef="#br2" timeOffset="204240.678">13725 9837 12 0 0,'0'0'107'0'0,"0"0"40"0"0,0 0 158 0 0,0 0 161 0 0,0 0 1 0 0,0 0-46 0 0,0 0-30 0 0,0 0 31 0 0,0 0 68 0 0,2-4 116 0 0,-1 2-233 0 0,4-6-267 0 0,-4 0 3231 0 0,-28 8-1870 0 0,23 2-1457 0 0,-1 0 1 0 0,1-1-1 0 0,0 2 0 0 0,0-1 1 0 0,0 0-1 0 0,0 1 0 0 0,1 0 1 0 0,-1-1-1 0 0,1 1 0 0 0,-1 1 1 0 0,1-1-1 0 0,0 1 0 0 0,0-1 1 0 0,1 1-1 0 0,-1 0 0 0 0,1 0 1 0 0,0 0-1 0 0,-1 2-10 0 0,-19 70 1716 0 0,59-56-1682 0 0,-34-20-39 0 0,0 1 0 0 0,-1 0 1 0 0,1 0-1 0 0,0-1 0 0 0,0 1 0 0 0,0-1 1 0 0,0 0-1 0 0,0 0 0 0 0,0 0 0 0 0,0-1 0 0 0,0 1 1 0 0,0-1-1 0 0,0 1 0 0 0,-1-1 0 0 0,1 0 0 0 0,0 0 1 0 0,0 0-1 0 0,-1 0 0 0 0,1-1 0 0 0,-1 1 1 0 0,1-1-1 0 0,-1 0 0 0 0,1 1 0 0 0,-1-1 0 0 0,0 0 1 0 0,0-1-1 0 0,0 1 0 0 0,0 0 0 0 0,0 0 0 0 0,-1-1 1 0 0,1 1-1 0 0,-1-1 0 0 0,1 0 0 0 0,-1 1 5 0 0,84-115-1276 0 0,-87 102 1786 0 0,-5 17-4569 0 0,8 64 2911 0 0,-1-47-2478 0 0,4-107 2335 0 0</inkml:trace>
  <inkml:trace contextRef="#ctx0" brushRef="#br2" timeOffset="204622.453">13807 9761 1684 0 0,'0'0'1775'0'0,"0"0"-384"0"0,0 0-203 0 0,0 0-75 0 0,0 0-64 0 0,0 0-162 0 0,0 0-160 0 0,0 0-147 0 0,0 0-112 0 0,0 0-114 0 0,-11 16-28 0 0,-31 47 54 0 0,31-24 520 0 0,-21 60 938 0 0,10-39-3869 0 0,17-17-4582 0 0,5-27 1845 0 0</inkml:trace>
  <inkml:trace contextRef="#ctx0" brushRef="#br2" timeOffset="212809.438">10351 11204 884 0 0,'0'0'970'0'0,"0"0"-181"0"0,0 0-226 0 0,0 0-159 0 0,0 0-64 0 0,0 0-11 0 0,0 0-37 0 0,0 0-22 0 0,-3-2-69 0 0,-34-6 3711 0 0,36 8-3354 0 0,1 0-28 0 0,0 0 38 0 0,0 0-50 0 0,0 0-118 0 0,0 0-108 0 0,0 0-16 0 0,0 0 22 0 0,0 0-11 0 0,0 0-47 0 0,0 0-73 0 0,0 0-68 0 0,0 0-8 0 0,0 0 48 0 0,0 0 16 0 0,0 0 10 0 0,0 0-3 0 0,0 0-12 0 0,0 0-24 0 0,0 0-44 0 0,0 0-58 0 0,0 0-26 0 0,0 0-67 0 0,14 0-186 0 0,45-2 314 0 0,0-3 1 0 0,0-2-1 0 0,-1-2 1 0 0,57-18-60 0 0,143-10-29 0 0,-50-28 117 0 0,35 24-437 0 0,-214 33 378 0 0,0-2 1 0 0,-1 0-1 0 0,-1-2 0 0 0,0-1 0 0 0,0-1 1 0 0,17-14-30 0 0,60-39-126 0 0,37-9-572 0 0,-102 57 1312 0 0,-38 19-468 0 0,-1 0-14 0 0,0 0-50 0 0,19-12-450 0 0,26-9 856 0 0,-17 4-452 0 0,103-52-140 0 0,48 1 73 0 0,-119 47-122 0 0,-24 13 14 0 0,263-37-139 0 0,-207 26 227 0 0,-85 18 23 0 0,-6 1-8 0 0,0 0 0 0 0,0 0 0 0 0,0 0 1 0 0,0 0-1 0 0,0 0 0 0 0,0 0 0 0 0,0-1 0 0 0,0 1 1 0 0,0 0-1 0 0,0-1 0 0 0,0 1 0 0 0,0-1 0 0 0,0 1 0 0 0,0-1 1 0 0,0 1-1 0 0,0-1 0 0 0,-1 1 0 0 0,1-1 0 0 0,0 0 0 0 0,0 0 1 0 0,-1 1-1 0 0,1-1 0 0 0,0 0 0 0 0,-1 0 0 0 0,1 0 1 0 0,-1 0-1 0 0,1 0 0 0 0,-1 1 0 0 0,0-1 0 0 0,1 0 0 0 0,-1 0 1 0 0,0 0-1 0 0,0 0 0 0 0,1 0 0 0 0,-1 0 0 0 0,0 0 1 0 0,0 0-1 0 0,0 0 0 0 0,0-1 0 0 0,0 1 0 0 0,-1 0 0 0 0,1 0 36 0 0,-29-8 332 0 0,-104-16-317 0 0,132 25-86 0 0,-22 7-975 0 0,-17 17-2887 0 0,39-23 2221 0 0,2 0 1190 0 0,7-6-3864 0 0,38-23 3613 0 0</inkml:trace>
  <inkml:trace contextRef="#ctx0" brushRef="#br2" timeOffset="213220.032">12628 10487 2644 0 0,'0'0'2305'0'0,"0"0"-529"0"0,0 0-555 0 0,0 0-318 0 0,0 0-130 0 0,0 0-116 0 0,0 0-135 0 0,0 0-147 0 0,0 0-85 0 0,-9 9-37 0 0,-28 24 3 0 0,-62 54 3303 0 0,26-25-4070 0 0,66-56 299 0 0,-20 17-610 0 0,3-13-3729 0 0,5-8-971 0 0</inkml:trace>
  <inkml:trace contextRef="#ctx0" brushRef="#br2" timeOffset="-112557.111">12764 10362 992 0 0,'0'0'399'0'0,"0"0"1360"0"0,0 0-276 0 0,0 0-620 0 0,0 0-472 0 0,0 0-210 0 0,13 2 1166 0 0,83-54 2416 0 0,-75 42-1946 0 0,-20 10-1852 0 0,-1 0-48 0 0,18-12-494 0 0,31-26 381 0 0,-43 32 82 0 0,1 1 0 0 0,-1 0-1 0 0,1 0 1 0 0,0 1-1 0 0,0 0 1 0 0,0 0-1 0 0,0 0 1 0 0,1 1 0 0 0,-1 0-1 0 0,1 1 1 0 0,0-1-1 0 0,0 1 1 0 0,0 1 0 0 0,7-1 114 0 0,61-21 79 0 0,51-34-831 0 0,41-1 150 0 0,18-2 515 0 0,153-60 419 0 0,144-63-459 0 0,-159 82 6 0 0,103-53 252 0 0,-329 122-106 0 0,-2-5-1 0 0,-2-3 1 0 0,-1-5-1 0 0,2-6-24 0 0,295-125-1000 0 0,-253 119 1325 0 0,380-140-483 0 0,-299 112-1291 0 0,-111 41-360 0 0,2 5 0 0 0,60-12 1809 0 0,-119 40 404 0 0,0-3-1 0 0,-1-2 1 0 0,-1-3 0 0 0,0-1 0 0 0,12-10-404 0 0,1-1-1877 0 0,0 2-1 0 0,2 3 1 0 0,60-16 1877 0 0,17 9 356 0 0,-122 29-222 0 0,45-7 257 0 0,-1-3-1 0 0,0-2 1 0 0,59-25-391 0 0,237-107 667 0 0,-56 13 2806 0 0,-109 29-4000 0 0,-136 76 371 0 0,1 2 0 0 0,1 4 0 0 0,44-13 156 0 0,445-183 1357 0 0,-58 14-1297 0 0,-96 25 1259 0 0,-221 123 564 0 0,-87 38-2177 0 0,119-43 1218 0 0,-98 14 3 0 0,-122 49-4380 0 0,-43 17-2027 0 0,5-3 3785 0 0</inkml:trace>
  <inkml:trace contextRef="#ctx0" brushRef="#br2" timeOffset="-109764.369">12854 10323 364 0 0,'0'0'159'0'0,"0"0"-52"0"0,0 0-20 0 0,0 0-60 0 0,0 0-8 0 0,0 0 67 0 0,0 0 169 0 0,0 0 9 0 0,0 0-89 0 0,0 0-110 0 0,-33 6-1673 0 0,21-6 1608 0 0</inkml:trace>
  <inkml:trace contextRef="#ctx0" brushRef="#br2" timeOffset="-108128.043">21780 6657 756 0 0,'0'0'2389'0'0,"0"0"186"0"0,0 0-704 0 0,0 0-481 0 0,0 0-365 0 0,0 0-255 0 0,0 0-200 0 0,0 0-171 0 0,0 0-221 0 0,6 0-439 0 0,2-1 1731 0 0,6 0-7420 0 0,-34 1-585 0 0,5 0 6003 0 0,22 2 417 0 0</inkml:trace>
  <inkml:trace contextRef="#ctx0" brushRef="#br2" timeOffset="-97278.259">14238 4583 40 0 0,'0'0'924'0'0,"0"0"-459"0"0,0 0-111 0 0,0 0 575 0 0,0 0-82 0 0,0 0-220 0 0,0 0-77 0 0,0 0-73 0 0,0 0 93 0 0,-5-11 102 0 0,-13-37 3 0 0,14-18 1881 0 0,36 12-1150 0 0,53-118-173 0 0,-74 160-1188 0 0,1 0 0 0 0,0 0 0 0 0,1 1-1 0 0,0 1 1 0 0,0 0 0 0 0,1 1 0 0 0,1 0 0 0 0,6-2-45 0 0,55 10-560 0 0,174 55 1936 0 0,-54-28-320 0 0,138-2-1056 0 0,-31-4 397 0 0,474 29-123 0 0,-616-26 553 0 0,231 23 57 0 0,-378-45-926 0 0,67-9 550 0 0,-64-8-577 0 0,-1-2 1 0 0,-1 1 0 0 0,-1-2 0 0 0,0 0 0 0 0,-1-1 0 0 0,2-7 68 0 0,67-135 19 0 0,-73 139-186 0 0,-37 109-58 0 0,6-36 295 0 0,4 59-54 0 0,36 36-57 0 0,13-38 26 0 0,-29-100 19 0 0,1 0 0 0 0,-1-1 0 0 0,1 0 0 0 0,0 1 0 0 0,0-1 0 0 0,1 0 0 0 0,0-1 0 0 0,0 1 0 0 0,1-1 0 0 0,-1 0 0 0 0,1 0 0 0 0,0 0 0 0 0,0 0 0 0 0,1-1 0 0 0,0 0 0 0 0,-1 0 0 0 0,1-1 0 0 0,3 2-4 0 0,58 22 44 0 0,2-3 0 0 0,0-3 1 0 0,1-3-1 0 0,1-3 1 0 0,37 2-45 0 0,73 3 516 0 0,2-8 1 0 0,177-12-517 0 0,-165-1 135 0 0,-112 0-136 0 0,17-1-6 0 0,1 4 1 0 0,-1 5 0 0 0,0 3 0 0 0,26 10 6 0 0,226 81-128 0 0,250 65-394 0 0,-321-44 101 0 0,-99-32 425 0 0,13-13-17 0 0,-194-76 12 0 0,0-1-1 0 0,0 0 1 0 0,0 1-1 0 0,0-1 1 0 0,0 1-1 0 0,0-1 1 0 0,0 1-1 0 0,0 0 1 0 0,0-1-1 0 0,-1 1 1 0 0,1 0-1 0 0,0 0 1 0 0,0-1-1 0 0,-1 1 1 0 0,1 0 0 0 0,0 0-1 0 0,-1 0 1 0 0,1 0-1 0 0,-1 0 1 0 0,1 0-1 0 0,-1 0 1 0 0,1 0-1 0 0,-1 0 1 0 0,0 0-1 0 0,1 0 1 0 0,-1 1-1 0 0,0-1 1 0 0,0 0-1 0 0,0 0 1 0 0,0 0-1 0 0,0 0 1 0 0,0 0-1 0 0,0 0 1 0 0,0 0-1 0 0,-1 1 1 0 0,1-1-1 0 0,0 0 1 0 0,-1 0-1 0 0,1 0 1 0 0,-1 0-1 0 0,1 0 1 0 0,-1 0-1 0 0,1 0 1 0 0,-1 0 0 0 0,0-1-1 0 0,1 1 1 0 0,-1 0-1 0 0,0 0 1 0 0,0 0-1 0 0,0-1 1 0 0,0 1-1 0 0,1 0 1 0 0,-1-1-1 0 0,0 1 1 0 0,0-1-1 0 0,0 1 1 0 0,0-1-1 0 0,-1 1 1 0 0,1-1-1 0 0,0 0 1 0 0,0 1-1 0 0,0-1 1 0 0,0 0-1 0 0,0 0 1 0 0,0 0-1 0 0,0 0 1 0 0,-2 0 1 0 0,-129 101 737 0 0,-156 235-55 0 0,222-275-2496 0 0,10-33-4042 0 0,10-14-1282 0 0</inkml:trace>
  <inkml:trace contextRef="#ctx0" brushRef="#br2" timeOffset="-92123.366">12528 10105 1280 0 0,'0'0'551'0'0,"0"0"-307"0"0,0 0-143 0 0,0 0-63 0 0,0 0 49 0 0,0 0 46 0 0,0 0-7 0 0,0 0-13 0 0,0 0 112 0 0,-9-8 491 0 0,-68-65 2877 0 0,67 58-3348 0 0,1-1 0 0 0,1 0 0 0 0,1-1 0 0 0,0 1 1 0 0,1-2-1 0 0,1 1 0 0 0,1 0 0 0 0,0-1 0 0 0,1 0 0 0 0,1 0 0 0 0,1 0 0 0 0,0 0 0 0 0,2 0 0 0 0,1-16-245 0 0,-2 32 46 0 0,40-112 1927 0 0,-40 110-1974 0 0,0 1-1 0 0,1-1 1 0 0,-1 0-1 0 0,1 1 1 0 0,0-1 0 0 0,0 0-1 0 0,0 1 1 0 0,0-1-1 0 0,1 1 1 0 0,0-1-1 0 0,-1 1 1 0 0,1 0-1 0 0,0 0 1 0 0,0 0 0 0 0,1 0-1 0 0,-1 0 1 0 0,1 0-1 0 0,0 0 1 0 0,-1 1-1 0 0,1-1 1 0 0,0 1-1 0 0,0 0 1 0 0,1 0 0 0 0,-1 0-1 0 0,3-1 2 0 0,20-9 191 0 0,-22 9-135 0 0,0 1 0 0 0,0-1 0 0 0,1 1 0 0 0,-1 0 0 0 0,0 0 0 0 0,1 1 0 0 0,-1-1 0 0 0,1 1 0 0 0,0 0 0 0 0,-1 0 0 0 0,1 1 0 0 0,0-1 0 0 0,0 1-1 0 0,-1 0 1 0 0,1 0 0 0 0,0 1 0 0 0,0-1 0 0 0,-1 1 0 0 0,1 0 0 0 0,4 2-56 0 0,9 2 120 0 0,1 0-1 0 0,0-1 1 0 0,0-1-1 0 0,0-1 1 0 0,0-1-1 0 0,0-1 1 0 0,1 0-1 0 0,15-3-119 0 0,-17 2-124 0 0,5-1 153 0 0,-1-1 0 0 0,1-1 0 0 0,-1-1-1 0 0,0-1 1 0 0,0-1 0 0 0,0-1 0 0 0,7-4-29 0 0,131-26-396 0 0,-15-16 801 0 0,-98 40-450 0 0,0 1-1 0 0,0 3 1 0 0,1 1-1 0 0,20 1 46 0 0,-22 3 154 0 0,0-2-1 0 0,-1-2 1 0 0,0-2-1 0 0,-1-1 0 0 0,12-8-153 0 0,25-14 92 0 0,31-12-205 0 0,-2-5 0 0 0,73-47 113 0 0,6-17 180 0 0,-176 100-257 0 0,0-1 1 0 0,0 0 0 0 0,-2-1 0 0 0,0-1-1 0 0,-1 0 1 0 0,-1 0 0 0 0,0-1 0 0 0,-1 0-1 0 0,-1-2 77 0 0,29-62-303 0 0,-25 55 252 0 0,-1-1 0 0 0,-1 0 0 0 0,-2-1 0 0 0,-1 0 1 0 0,-2 0-1 0 0,0 0 0 0 0,-2-23 51 0 0,0 38 22 0 0,3-112-82 0 0,1 82-47 0 0,-2 0 0 0 0,-2 0 0 0 0,-1 0 0 0 0,-3-8 107 0 0,0-29-319 0 0,29-1 1070 0 0,-9 41-821 0 0,-18 41 121 0 0,0 1 36 0 0,0 0 97 0 0,0 0 23 0 0,0 26 107 0 0,2-17-281 0 0,0 0 1 0 0,1-1-1 0 0,0 1 0 0 0,0-1 0 0 0,1 1 1 0 0,0-1-1 0 0,1-1 0 0 0,-1 1 0 0 0,1 0 1 0 0,1-1-1 0 0,1 2-33 0 0,3 5 16 0 0,119 137 278 0 0,-120-145-260 0 0,0 0-1 0 0,0 0 1 0 0,0-1 0 0 0,1 0 0 0 0,0-1-1 0 0,0 0 1 0 0,0 0 0 0 0,1-1-1 0 0,-1 0 1 0 0,1-1 0 0 0,0-1-1 0 0,-1 1 1 0 0,1-2 0 0 0,0 1-1 0 0,0-2 1 0 0,0 1 0 0 0,-1-1 0 0 0,4-2-34 0 0,29 2 115 0 0,214-20 150 0 0,-205 10-156 0 0,-1-2 1 0 0,0-2 0 0 0,-1-2-1 0 0,10-7-109 0 0,-28 12-30 0 0,245-56 147 0 0,-68 10 1564 0 0,116-12-1681 0 0,-115 26 27 0 0,241-69 181 0 0,-298 17-582 0 0,-48 47 383 0 0,1 4 0 0 0,35-6-9 0 0,-5 2 24 0 0,118-61-158 0 0,37 37 356 0 0,-124 37 123 0 0,367-66-412 0 0,-410 81-48 0 0,523-89 158 0 0,-527 71-592 0 0,478-103 444 0 0,-49 45 88 0 0,-454 79-314 0 0,-116 36 186 0 0,16 115 554 0 0,7-124-482 0 0,0 0 0 0 0,0 0 1 0 0,1 0-1 0 0,0 0 0 0 0,1 0 0 0 0,0 0 0 0 0,0-1 0 0 0,1 0 0 0 0,0 0 0 0 0,1 0 0 0 0,3 4 73 0 0,18 28-2313 0 0,-22-23-2876 0 0,-5-13-273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2:00.1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1226 156 0 0,'0'0'7022'0'0,"0"0"-3509"0"0,0 0-1344 0 0,0 0-424 0 0,0 0-259 0 0,0 0-193 0 0,0 0-233 0 0,0 0-194 0 0,0 0-260 0 0,0 0-246 0 0,10 11-182 0 0,-6-7-164 0 0,0 1 0 0 0,0-1-1 0 0,1 1 1 0 0,0-1 0 0 0,0-1 0 0 0,0 1 0 0 0,0-1-1 0 0,1 0 1 0 0,-1 0 0 0 0,1 0 0 0 0,-1-1 0 0 0,1 0 0 0 0,0 0-1 0 0,0 0 1 0 0,0-1 0 0 0,0 0 0 0 0,1 0 0 0 0,-1-1 0 0 0,3 1-14 0 0,132 0-97 0 0,0-6 0 0 0,45-10 97 0 0,-129 6-806 0 0,0-1-1 0 0,-1-4 1 0 0,0-1 0 0 0,20-11 806 0 0,-15-11-3806 0 0,-47-6-4193 0 0,-14 27 2506 0 0</inkml:trace>
  <inkml:trace contextRef="#ctx0" brushRef="#br0" timeOffset="255.464">9 993 2964 0 0,'0'0'4409'0'0,"0"0"743"0"0,0 0-3396 0 0,0 0-468 0 0,0 0-556 0 0,0 0-19 0 0,0 0-57 0 0,0 0 88 0 0,263 50-192 0 0,-168-58-268 0 0,5-3-284 0 0,5-11-416 0 0,-1 1-300 0 0,0-6-600 0 0,-4-4-673 0 0,-23 8-1107 0 0,23-16-2572 0 0</inkml:trace>
  <inkml:trace contextRef="#ctx0" brushRef="#br0" timeOffset="732.314">1982 796 6461 0 0,'0'0'5752'0'0,"0"0"-3781"0"0,0-17-1700 0 0,0-299-636 0 0,-17-65-1065 0 0,16 300 2308 0 0,-14 288 301 0 0,5-36-211 0 0,7 1 0 0 0,14 87-968 0 0,65 665 1877 0 0,-72-800-1611 0 0,-4-123-268 0 0,-1 0 1 0 0,1 0-1 0 0,-1 0 0 0 0,0 0 0 0 0,1 0 0 0 0,-1-1 0 0 0,0 1 0 0 0,0 0 0 0 0,0 0 0 0 0,0-1 0 0 0,1 1 0 0 0,-1-1 1 0 0,0 1-1 0 0,0-1 0 0 0,0 1 0 0 0,0-1 0 0 0,0 0 0 0 0,0 1 0 0 0,-1-1 0 0 0,1 0 0 0 0,0 0 0 0 0,0 0 1 0 0,0 1-1 0 0,0-1 0 0 0,0 0 0 0 0,0-1 0 0 0,0 1 0 0 0,0 0 0 0 0,0 0 0 0 0,0 0 0 0 0,-1-1 0 0 0,1 1 0 0 0,0 0 1 0 0,0-1 1 0 0,-3 1-44 0 0,-176-48-559 0 0,-92-35 1003 0 0,351 83-345 0 0,47-7-31 0 0,-1-6 1 0 0,-1-5-1 0 0,96-28-24 0 0,-207 43-21 0 0,245-58-1477 0 0,-87 7-5832 0 0,-117 32 1754 0 0</inkml:trace>
  <inkml:trace contextRef="#ctx0" brushRef="#br0" timeOffset="1480.067">1515 829 980 0 0,'0'0'3342'0'0,"0"0"777"0"0,0 0-2173 0 0,0 0-1103 0 0,0 0-391 0 0,0 0 24 0 0,0 0 149 0 0,0 0 86 0 0,0 0-23 0 0,6-1-184 0 0,12-3-309 0 0,0-2 0 0 0,-1 0 0 0 0,1-1 0 0 0,-1 0 0 0 0,-1-2 0 0 0,0 0 0 0 0,0-1 0 0 0,0 0 0 0 0,-1-1 0 0 0,10-11-195 0 0,0 2-136 0 0,-1-2 1 0 0,-1-1-1 0 0,-1 0 0 0 0,-1-2 0 0 0,-1 0 0 0 0,-1-1 0 0 0,-2-1 1 0 0,0-1-1 0 0,-2 0 0 0 0,-1-1 0 0 0,-2-1 0 0 0,0 0 0 0 0,-2-1 1 0 0,-2 0-1 0 0,2-12 136 0 0,-6-25-4255 0 0,-29 52-2969 0 0,-8 15 4104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1:56.0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1239 734 416 0 0,'0'0'5666'0'0,"0"0"-3589"0"0,0 0-1216 0 0,0 0-204 0 0,0 0 130 0 0,0 0 192 0 0,0 0-27 0 0,0 0-164 0 0,0 0-213 0 0,0 0-253 0 0,-14-7-174 0 0,-106-55-67 0 0,65 42-44 0 0,0 3-1 0 0,-2 3 0 0 0,0 2 1 0 0,0 2-1 0 0,-1 3 1 0 0,0 3-1 0 0,-4 2-36 0 0,43 1 1 0 0,0 1 0 0 0,0 1 0 0 0,-1 0-1 0 0,2 2 1 0 0,-1 0 0 0 0,0 1 0 0 0,1 1 0 0 0,-1 1 0 0 0,1 0-1 0 0,1 1 1 0 0,-1 1 0 0 0,1 1 0 0 0,1 1 0 0 0,0 0 0 0 0,0 1-1 0 0,1 0 1 0 0,0 2 0 0 0,1 0 0 0 0,-3 4-1 0 0,-17 22-35 0 0,2 1 1 0 0,2 2-1 0 0,2 1 0 0 0,2 1 0 0 0,2 1 1 0 0,2 1-1 0 0,1 1 0 0 0,3 1 0 0 0,2 1 1 0 0,2 1-1 0 0,-1 17 35 0 0,-1 117 47 0 0,16-175-60 0 0,-1 0 0 0 0,2 0 0 0 0,-1 0 0 0 0,1-1 0 0 0,1 1 0 0 0,0 0-1 0 0,0 0 1 0 0,1-1 0 0 0,0 0 0 0 0,0 1 0 0 0,1-1 0 0 0,0 0 0 0 0,0 0-1 0 0,1-1 1 0 0,0 0 0 0 0,0 1 0 0 0,1-2 0 0 0,0 1 0 0 0,0-1 0 0 0,0 1 0 0 0,1-2-1 0 0,0 1 1 0 0,6 3 13 0 0,16 7-46 0 0,2-1 1 0 0,0-1-1 0 0,1-2 0 0 0,0-1 0 0 0,0-1 0 0 0,1-2 1 0 0,1-1-1 0 0,-1-2 0 0 0,1-1 0 0 0,11-1 46 0 0,28 3-764 0 0,0-3 0 0 0,0-3 0 0 0,46-8 764 0 0,100-36-5686 0 0,-134 18 719 0 0</inkml:trace>
  <inkml:trace contextRef="#ctx0" brushRef="#br0" timeOffset="382.134">1321 1202 4560 0 0,'0'0'1843'0'0,"0"0"501"0"0,-19 19-914 0 0,-58 66-602 0 0,74-82-777 0 0,0 0 1 0 0,1 0-1 0 0,0 0 1 0 0,-1 0-1 0 0,1 1 1 0 0,0-1-1 0 0,0 1 1 0 0,1-1-1 0 0,-1 1 1 0 0,1-1-1 0 0,0 1 0 0 0,0 0 1 0 0,0 0-1 0 0,0 0 1 0 0,1 0-1 0 0,-1 0 1 0 0,1 0-1 0 0,0 0 1 0 0,1-1-1 0 0,-1 1 0 0 0,0 0 1 0 0,1 0-1 0 0,0 1-51 0 0,0-3 52 0 0,4 7 51 0 0,0 1-1 0 0,1-2 1 0 0,0 1 0 0 0,0-1 0 0 0,1 0-1 0 0,0 0 1 0 0,1-1 0 0 0,0 0 0 0 0,0 0 0 0 0,0-1-1 0 0,1 0 1 0 0,0-1 0 0 0,0 1 0 0 0,1-2-1 0 0,-1 1 1 0 0,1-2 0 0 0,0 1 0 0 0,0-1 0 0 0,0 0-1 0 0,10 0-102 0 0,30 11 64 0 0,0-3-1 0 0,1-1 0 0 0,0-3 0 0 0,0-3 1 0 0,0-1-1 0 0,1-3 0 0 0,27-4-63 0 0,-55 4 41 0 0,0-2-1 0 0,0-1 1 0 0,0-1-1 0 0,-1-1 1 0 0,1-1-1 0 0,-1-1 1 0 0,0-1-1 0 0,-1-1 1 0 0,0-1 0 0 0,-1 0-1 0 0,0-2 1 0 0,0-1-1 0 0,-1 0 1 0 0,-1-2-1 0 0,0 0 1 0 0,-1-1-1 0 0,15-18-40 0 0,-26 23-39 0 0,-1 0-1 0 0,-1 0 1 0 0,0 0 0 0 0,0-1-1 0 0,-1 1 1 0 0,-1-1-1 0 0,0 0 1 0 0,0 0-1 0 0,-1-1 1 0 0,-1 1-1 0 0,0 0 1 0 0,0-1-1 0 0,-2 1 1 0 0,1-1-1 0 0,-2 1 1 0 0,0 0-1 0 0,0 0 1 0 0,-1 0-1 0 0,0 0 1 0 0,-1 0-1 0 0,-1 0 1 0 0,1 1-1 0 0,-2 0 1 0 0,0 0 0 0 0,0 0-1 0 0,-1 1 1 0 0,0 0-1 0 0,-1 0 1 0 0,-4-4 39 0 0,-16-10 52 0 0,-1 2 1 0 0,0 1 0 0 0,-2 1 0 0 0,0 2-1 0 0,-1 1 1 0 0,-1 1 0 0 0,-1 2 0 0 0,0 1-1 0 0,0 2 1 0 0,-2 1 0 0 0,1 2 0 0 0,-1 1-1 0 0,0 2 1 0 0,0 2 0 0 0,0 1 0 0 0,-1 2-1 0 0,-35 4-52 0 0,54-3-34 0 0,0 1-1 0 0,0 1 1 0 0,0 0-1 0 0,1 2 0 0 0,-1 0 1 0 0,1 1-1 0 0,0 0 1 0 0,1 1-1 0 0,-1 1 1 0 0,1 1-1 0 0,1 1 0 0 0,0 0 1 0 0,0 0-1 0 0,1 2 1 0 0,1 0-1 0 0,-1 0 0 0 0,2 1 1 0 0,0 1-1 0 0,1 0 1 0 0,0 1-1 0 0,1 0 1 0 0,1 0-1 0 0,0 1 0 0 0,1 0 1 0 0,1 1-1 0 0,0 0 1 0 0,1 0-1 0 0,1 0 0 0 0,1 1 1 0 0,0 0-1 0 0,0 10 35 0 0,2-15-127 0 0,0 0 0 0 0,1 0 0 0 0,1 1-1 0 0,0-1 1 0 0,0 1 0 0 0,1-1-1 0 0,1 0 1 0 0,1 1 0 0 0,0-1 0 0 0,0 0-1 0 0,1-1 1 0 0,1 1 0 0 0,0-1 0 0 0,1 1-1 0 0,0-2 1 0 0,1 1 0 0 0,0-1 0 0 0,1 0-1 0 0,0 0 1 0 0,1-1 0 0 0,0 0 0 0 0,0-1-1 0 0,9 7 128 0 0,9 2-1034 0 0,2 0 0 0 0,0-3 0 0 0,1 0 0 0 0,1-2 0 0 0,0-1 0 0 0,1-1 0 0 0,0-2 0 0 0,0-1 0 0 0,1-1-1 0 0,33 1 1035 0 0,42 3-839 0 0</inkml:trace>
  <inkml:trace contextRef="#ctx0" brushRef="#br0" timeOffset="730.575">2423 1586 5396 0 0,'0'0'4020'0'0,"0"17"-2255"0"0,4 56-1178 0 0,-2-70-569 0 0,-1 1 0 0 0,0 0 0 0 0,1 0 0 0 0,0-1 0 0 0,0 1 0 0 0,0-1-1 0 0,0 1 1 0 0,0-1 0 0 0,1 0 0 0 0,0 0 0 0 0,-1 0 0 0 0,1 0 0 0 0,0 0 0 0 0,0-1 0 0 0,1 1 0 0 0,-1-1 0 0 0,0 0 0 0 0,1 0 0 0 0,0 0 0 0 0,1 0-18 0 0,4 3 47 0 0,28 12 323 0 0,-1-3 1 0 0,2-1-1 0 0,0-1 1 0 0,0-3-1 0 0,1 0 0 0 0,0-3 1 0 0,0-1-1 0 0,1-3 1 0 0,-1 0-1 0 0,12-3-370 0 0,-21 2 145 0 0,-21 0-99 0 0,0 1 0 0 0,0-1 1 0 0,1-1-1 0 0,-1 0 0 0 0,0 0 1 0 0,1-1-1 0 0,-1 0 0 0 0,0-1 1 0 0,0 0-1 0 0,0 0 0 0 0,0-1 1 0 0,0 0-1 0 0,0 0 0 0 0,-1-1 1 0 0,0-1-1 0 0,1 1 0 0 0,6-6-46 0 0,-13 5 31 0 0,0 1-1 0 0,0-1 0 0 0,-1 0 1 0 0,1 0-1 0 0,-1 0 0 0 0,0 0 1 0 0,-1 0-1 0 0,1 0 0 0 0,-1 0 1 0 0,0 0-1 0 0,0 0 0 0 0,0 0 1 0 0,-1 0-1 0 0,0 0 0 0 0,0 0 1 0 0,0 0-1 0 0,-1 0 1 0 0,1 1-1 0 0,-1-1 0 0 0,0 0 1 0 0,-1 1-1 0 0,1-1 0 0 0,-1 1 1 0 0,0 0-1 0 0,-1-2-30 0 0,-21-25-19 0 0,-1 1 0 0 0,-1 1 0 0 0,-1 2 0 0 0,-2 0 0 0 0,-1 3 0 0 0,-16-10 19 0 0,30 20-3 0 0,-77-54-160 0 0,55 43 109 0 0,2-2-1 0 0,1-1 0 0 0,1-2 0 0 0,2-1 1 0 0,0-2-1 0 0,-22-31 55 0 0,52 60 7 0 0,0 0 1 0 0,0 0-1 0 0,0 0 0 0 0,1 0 1 0 0,0-1-1 0 0,-1 1 0 0 0,1-1 1 0 0,1 1-1 0 0,-1-1 0 0 0,1 0 1 0 0,0 0-1 0 0,0 0 0 0 0,0 0 1 0 0,0 0-1 0 0,1 0 0 0 0,0 0 1 0 0,0 0-1 0 0,1 0 0 0 0,-1 0 1 0 0,1 0-1 0 0,0 0 0 0 0,0 0 1 0 0,1 1-1 0 0,0-1 0 0 0,-1 0 1 0 0,1 1-1 0 0,1-1 0 0 0,-1 1 1 0 0,3-4-8 0 0,6-2 18 0 0,1-1 0 0 0,0 2 0 0 0,1-1 0 0 0,0 2 0 0 0,0 0 1 0 0,1 0-1 0 0,0 1 0 0 0,0 1 0 0 0,0 0 0 0 0,1 1 0 0 0,0 1 1 0 0,1 0-19 0 0,4-2 19 0 0,33-11-165 0 0,0 3-1 0 0,1 2 1 0 0,0 2 0 0 0,1 3 0 0 0,38 0 146 0 0,-50 6-1621 0 0,-1 3 0 0 0,1 1 0 0 0,0 2 0 0 0,34 9 1621 0 0,-12 2-5144 0 0</inkml:trace>
  <inkml:trace contextRef="#ctx0" brushRef="#br0" timeOffset="2635.85">4328 1800 1156 0 0,'0'0'1965'0'0,"0"0"105"0"0,0 0-1296 0 0,0 0-480 0 0,0 0-62 0 0,0 0 235 0 0,0 0 208 0 0,0 0-42 0 0,0 0-196 0 0,-5-5-160 0 0,-17-16-49 0 0,12-13 1778 0 0,-59-25 119 0 0,-131-95-1334 0 0,170 132-712 0 0,2-2 1 0 0,0 0-1 0 0,2-2 1 0 0,1-1-1 0 0,1-1 1 0 0,1-1-1 0 0,1-2 1 0 0,2 0-1 0 0,1 0 1 0 0,2-2-1 0 0,-13-34-79 0 0,21 38 21 0 0,0-2 1 0 0,3 1-1 0 0,0-1 0 0 0,2 0 1 0 0,1 0-1 0 0,2 0 0 0 0,1 0 1 0 0,1 0-1 0 0,2 0 0 0 0,1 0 1 0 0,2 0-1 0 0,0 1 0 0 0,3-2-21 0 0,11-26-81 0 0,3 2 0 0 0,2 0 0 0 0,3 2 0 0 0,1 0-1 0 0,4 2 1 0 0,1 2 0 0 0,11-10 81 0 0,-5 13-1176 0 0,2 1-1 0 0,2 2 1 0 0,1 2 0 0 0,21-13 1176 0 0,-28 29-3385 0 0,-2 4-1666 0 0</inkml:trace>
  <inkml:trace contextRef="#ctx0" brushRef="#br0" timeOffset="3287.199">5521 377 3724 0 0,'0'0'1241'0'0,"0"0"2416"0"0,0 0-1582 0 0,0 0-910 0 0,0 0-147 0 0,-46 15 315 0 0,-145 52-139 0 0,174-61-975 0 0,0 1 0 0 0,0 1 0 0 0,0 0 1 0 0,1 1-1 0 0,1 1 0 0 0,0 0 0 0 0,-8 8-219 0 0,-3 2 301 0 0,-7 5-154 0 0,0 1 0 0 0,2 2 1 0 0,2 1-1 0 0,0 2 0 0 0,2 0 0 0 0,2 2 0 0 0,0 1 0 0 0,3 1 0 0 0,0 0 0 0 0,3 2 0 0 0,1 1 0 0 0,1 0 1 0 0,3 1-1 0 0,1 0 0 0 0,2 1 0 0 0,-4 26-147 0 0,11-42 17 0 0,0 0 1 0 0,2-1-1 0 0,1 1 1 0 0,0 0-1 0 0,2 0 1 0 0,1 0 0 0 0,0 0-1 0 0,2 0 1 0 0,1-1-1 0 0,1 0 1 0 0,1 0-1 0 0,1 0 1 0 0,3 4-18 0 0,8 5-27 0 0,3 0 0 0 0,0-2 1 0 0,2-1-1 0 0,1-1 0 0 0,1-1 1 0 0,2-1-1 0 0,1-1 0 0 0,0-1 0 0 0,2-2 1 0 0,0-2-1 0 0,2 0 0 0 0,0-2 0 0 0,1-2 1 0 0,34 12 26 0 0,-23-13-11 0 0,2-1 1 0 0,-1-3-1 0 0,2-2 1 0 0,-1-2-1 0 0,1-2 0 0 0,0-2 1 0 0,0-2-1 0 0,0-2 1 0 0,0-2-1 0 0,0-3 1 0 0,-1-1-1 0 0,0-3 1 0 0,0-1-1 0 0,-1-3 1 0 0,-1-1-1 0 0,0-3 0 0 0,19-11 11 0 0,-2 1-94 0 0,-1-2-1 0 0,-1-4 1 0 0,-2-2-1 0 0,-1-2 0 0 0,-2-3 1 0 0,29-29 94 0 0,-60 47-113 0 0,0 0 0 0 0,-2-1-1 0 0,-1-2 1 0 0,0 0 0 0 0,-2-1 0 0 0,-1-1 0 0 0,-2-1 0 0 0,0 0 0 0 0,-2-1-1 0 0,-2-1 1 0 0,0 0 0 0 0,-2-1 0 0 0,-2 0 0 0 0,3-20 113 0 0,-6 27-85 0 0,-2-1 1 0 0,-1 1-1 0 0,-1-1 1 0 0,-1 1-1 0 0,-2-1 0 0 0,0 1 1 0 0,-2-1-1 0 0,0 1 1 0 0,-2 0-1 0 0,-1 0 0 0 0,-1 1 1 0 0,-1 0-1 0 0,-1 0 1 0 0,-1 1-1 0 0,-13-21 85 0 0,6 17 68 0 0,0 1-1 0 0,-2 1 0 0 0,-1 1 1 0 0,0 0-1 0 0,-2 2 1 0 0,-1 1-1 0 0,-1 0 1 0 0,0 2-1 0 0,-2 1 0 0 0,0 1 1 0 0,-1 1-1 0 0,0 2 1 0 0,-1 0-1 0 0,-1 2 0 0 0,0 2 1 0 0,-1 0-1 0 0,0 2 1 0 0,0 2-1 0 0,0 0 1 0 0,-1 2-1 0 0,0 2 0 0 0,0 1 1 0 0,0 1-1 0 0,-18 3-67 0 0,4 6-260 0 0,1 1 0 0 0,0 3-1 0 0,1 1 1 0 0,0 3-1 0 0,2 1 1 0 0,0 2 0 0 0,1 2-1 0 0,1 2 1 0 0,1 1-1 0 0,1 2 1 0 0,1 2 0 0 0,2 1-1 0 0,-15 18 261 0 0,23-21-1409 0 0,0 2 0 0 0,2 1 0 0 0,2 1 0 0 0,0 1 0 0 0,2 1 0 0 0,2 0 0 0 0,-14 32 1409 0 0,3 9-4220 0 0</inkml:trace>
  <inkml:trace contextRef="#ctx0" brushRef="#br0" timeOffset="3687.063">7412 2097 8945 0 0,'0'0'4502'0'0,"0"0"-2796"0"0,0 0-1150 0 0,0 0-122 0 0,0 0 241 0 0,0 0 280 0 0,31-22-112 0 0,100-77-209 0 0,-123 93-584 0 0,0 0 0 0 0,-1-1-1 0 0,0-1 1 0 0,0 1 0 0 0,0-1 0 0 0,-1 0 0 0 0,0-1 0 0 0,-1 1 0 0 0,0-1 0 0 0,0 0 0 0 0,-1 0 0 0 0,0-1 0 0 0,-1 0-1 0 0,0 0-49 0 0,4-9 70 0 0,6-25 2 0 0,-3 0 1 0 0,-1-1 0 0 0,-2 0-1 0 0,-2 0 1 0 0,-3 0-1 0 0,-1-1 1 0 0,-4-34-73 0 0,-2 23-91 0 0,-2 1 0 0 0,-3-1 0 0 0,-3 2 0 0 0,-1-1 0 0 0,-3 2 0 0 0,-3 0 0 0 0,-2 1-1 0 0,-2 2 1 0 0,-26-41 91 0 0,-26-33-601 0 0,-6 3 1 0 0,-6 5-1 0 0,-25-22 601 0 0,105 130-57 0 0,-50-62-1390 0 0,-3 3 0 0 0,-66-56 1447 0 0,44 66-2556 0 0,17 47-2840 0 0,18 21 1107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2:09.5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1 796 3556 0 0,'0'0'766'0'0,"0"0"2253"0"0,0 0-1016 0 0,0 0-848 0 0,0 0-150 0 0,0 0-117 0 0,0 0-38 0 0,0 0-94 0 0,0 0-307 0 0,2-1-257 0 0,96-71 2147 0 0,-88 63-2245 0 0,12-16-49 0 0,-1-2 1 0 0,-1 0 0 0 0,-1-1 0 0 0,-2-1 0 0 0,-1-1-1 0 0,-1 0 1 0 0,-1-1 0 0 0,4-18-46 0 0,14-26-335 0 0,94-266-1417 0 0,-121 320 1946 0 0,-5 20 102 0 0,0 7-169 0 0,-33 63-906 0 0,-68 221 107 0 0,91-256 660 0 0,-176 651 1510 0 0,181-653-1716 0 0,5-32-184 0 0,-1-17-1610 0 0,-28-7 438 0 0,5 21 4027 0 0,43 14-4281 0 0,117-9-3978 0 0,-120-3 4006 0 0,-28-1-29 0 0,-143-8-1158 0 0</inkml:trace>
  <inkml:trace contextRef="#ctx0" brushRef="#br0" timeOffset="238.195">767 834 8961 0 0,'0'0'1484'0'0,"0"0"-1172"0"0,0 0 8 0 0,0 0 428 0 0,0 0-84 0 0,282-13-112 0 0,-205 7-360 0 0,-5-4-192 0 0,-4 5-156 0 0,-4 1-8 0 0,-10-2-68 0 0,-8 4-136 0 0,-6 2-352 0 0,-12 0-464 0 0,-10 0-760 0 0,0 0-1345 0 0</inkml:trace>
  <inkml:trace contextRef="#ctx0" brushRef="#br0" timeOffset="637.805">2709 319 3040 0 0,'0'0'6772'0'0,"0"0"-4542"0"0,0 0-1279 0 0,0 0-71 0 0,-40-1-166 0 0,-129 0-23 0 0,-17 8 529 0 0,170-5-1217 0 0,1 1 0 0 0,0 0 0 0 0,0 2 0 0 0,0-1 0 0 0,0 2 0 0 0,1 0 0 0 0,-1 1 0 0 0,1 0 0 0 0,1 1 0 0 0,0 1 0 0 0,0 0 0 0 0,1 1 0 0 0,0 0 0 0 0,0 1 0 0 0,1 0 0 0 0,1 1 0 0 0,0 0 0 0 0,0 0 0 0 0,2 1 0 0 0,-1 1 0 0 0,2-1 0 0 0,-1 1 0 0 0,2 1 0 0 0,0-1 0 0 0,1 1 0 0 0,0 0 0 0 0,-2 15-3 0 0,5-18-77 0 0,1 0 1 0 0,0 0-1 0 0,1 0 0 0 0,0 0 0 0 0,1-1 1 0 0,0 1-1 0 0,1 0 0 0 0,0 0 1 0 0,0-1-1 0 0,2 1 0 0 0,-1-1 1 0 0,2 0-1 0 0,-1 0 0 0 0,2 0 1 0 0,-1-1-1 0 0,1 1 0 0 0,1-1 1 0 0,0-1-1 0 0,1 2 77 0 0,12 9-624 0 0,0 0 1 0 0,1-1-1 0 0,1-2 0 0 0,0 0 0 0 0,2-1 0 0 0,0-2 1 0 0,0 0-1 0 0,1-1 0 0 0,1-2 0 0 0,0-1 1 0 0,1-1-1 0 0,0-1 0 0 0,0-1 0 0 0,1-1 1 0 0,-1-2-1 0 0,22 1 624 0 0,32-3-2950 0 0</inkml:trace>
  <inkml:trace contextRef="#ctx0" brushRef="#br0" timeOffset="1001.217">3253 525 1448 0 0,'0'0'8522'0'0,"0"0"-5730"0"0,-30 20-1615 0 0,-98 65-203 0 0,30 5 476 0 0,94-86-1425 0 0,0 0 0 0 0,1 0 0 0 0,0 0 0 0 0,-1 0 0 0 0,2 1 0 0 0,-1-1 0 0 0,0 1-1 0 0,1 0 1 0 0,0 0 0 0 0,0 0 0 0 0,1 0 0 0 0,-1 0 0 0 0,1 0 0 0 0,0 0 0 0 0,0 1 0 0 0,1-1 0 0 0,-1 0 0 0 0,1 0 0 0 0,1 1 0 0 0,-1-1 0 0 0,1 0 0 0 0,0 0 0 0 0,0 1 0 0 0,0-1 0 0 0,1 0 0 0 0,-1 0 0 0 0,1 0 0 0 0,1 0 0 0 0,-1-1-1 0 0,1 1 1 0 0,-1-1 0 0 0,1 1 0 0 0,1-1 0 0 0,-1 0 0 0 0,2 1-25 0 0,22 8-14 0 0,0-1-1 0 0,0-2 1 0 0,2-1-1 0 0,-1-1 1 0 0,1-1-1 0 0,0-2 1 0 0,0-1-1 0 0,0-1 0 0 0,1-2 1 0 0,0 0-1 0 0,-1-2 1 0 0,8-3 14 0 0,-35 4 2 0 0,36 1 45 0 0,0-3-1 0 0,-1-1 0 0 0,1-2 0 0 0,-1-1 1 0 0,0-2-1 0 0,-1-2 0 0 0,0-1 0 0 0,0-2 1 0 0,-1-1-1 0 0,-1-2 0 0 0,-1-1 1 0 0,25-18-47 0 0,-49 28 18 0 0,0 0 1 0 0,0-1 0 0 0,-1 0 0 0 0,-1-1-1 0 0,1 0 1 0 0,-1 0 0 0 0,-1-1-1 0 0,0 1 1 0 0,5-12-19 0 0,-9 17 6 0 0,0 0 0 0 0,0 0 1 0 0,0-1-1 0 0,-1 1 0 0 0,1-1 0 0 0,-1 1 0 0 0,-1-1 0 0 0,1 0 0 0 0,-1 1 1 0 0,1-1-1 0 0,-1 0 0 0 0,-1 1 0 0 0,1-1 0 0 0,-1 0 0 0 0,1 1 0 0 0,-1-1 1 0 0,-1 1-1 0 0,1-1 0 0 0,-1 1 0 0 0,1-1 0 0 0,-1 1 0 0 0,0 0 0 0 0,-1 0 0 0 0,1 0 1 0 0,-3-3-7 0 0,-10-7 3 0 0,-1 1 0 0 0,0 1 0 0 0,0 1 0 0 0,-1 0 0 0 0,-1 1 0 0 0,1 1 0 0 0,-2 0 0 0 0,1 2 0 0 0,-1 0 0 0 0,0 1 0 0 0,-1 1 0 0 0,-3 0-3 0 0,-1-2-13 0 0,1 0 1 0 0,-1 2-1 0 0,0 1 0 0 0,0 1 1 0 0,-1 1-1 0 0,1 2 1 0 0,0 0-1 0 0,-1 1 1 0 0,1 1-1 0 0,0 2 1 0 0,0 0-1 0 0,0 2 1 0 0,1 0-1 0 0,0 2 1 0 0,0 0-1 0 0,-18 10 13 0 0,34-12-132 0 0,-1 1-1 0 0,1-1 1 0 0,1 1 0 0 0,-1 1-1 0 0,1-1 1 0 0,1 1-1 0 0,-1 0 1 0 0,1 0 0 0 0,1 0-1 0 0,-1 1 1 0 0,2 0 0 0 0,-1 0-1 0 0,1 0 1 0 0,0 0-1 0 0,1 1 1 0 0,0-1 0 0 0,1 0-1 0 0,0 1 1 0 0,0 0 0 0 0,1-1-1 0 0,0 1 1 0 0,1-1 0 0 0,0 1-1 0 0,0 0 1 0 0,1-1-1 0 0,0 0 1 0 0,1 1 0 0 0,0-1-1 0 0,0 0 1 0 0,1-1 0 0 0,1 1-1 0 0,-1 0 1 0 0,1-1 0 0 0,2 1 132 0 0,6 7-830 0 0,0-1 1 0 0,1 0-1 0 0,1-2 1 0 0,1 0-1 0 0,0 0 1 0 0,0-1-1 0 0,1-1 1 0 0,0-1-1 0 0,12 5 830 0 0,51 21-3107 0 0</inkml:trace>
  <inkml:trace contextRef="#ctx0" brushRef="#br0" timeOffset="1346.639">4205 867 1316 0 0,'0'0'1830'0'0,"0"0"2474"0"0,0 0-1905 0 0,0 0-841 0 0,0 0-603 0 0,-7 18-288 0 0,-20 59 57 0 0,27-74-678 0 0,0 0-1 0 0,0 0 1 0 0,0 0-1 0 0,1 0 1 0 0,-1 0 0 0 0,1 0-1 0 0,-1 0 1 0 0,1 0-1 0 0,0-1 1 0 0,0 1-1 0 0,0 0 1 0 0,1-1-1 0 0,-1 1 1 0 0,0 0-1 0 0,1-1 1 0 0,0 0-1 0 0,0 1 1 0 0,0-1 0 0 0,0 0-1 0 0,0 0 1 0 0,0 0-1 0 0,0 0 1 0 0,1 0-1 0 0,-1-1 1 0 0,1 1-1 0 0,-1-1 1 0 0,1 1-46 0 0,6 4 135 0 0,21 11 62 0 0,0-1 0 0 0,2-2 0 0 0,-1-1 1 0 0,2-1-1 0 0,-1-2 0 0 0,2-2 0 0 0,-1 0 0 0 0,1-3 0 0 0,0 0 1 0 0,0-3-1 0 0,0 0 0 0 0,1-3 0 0 0,27-3-197 0 0,-60 3 16 0 0,0 0 0 0 0,-1-1-1 0 0,1 1 1 0 0,0 0 0 0 0,-1-1 0 0 0,0 0 0 0 0,1 1 0 0 0,-1-1 0 0 0,0 0-1 0 0,0 1 1 0 0,0-1 0 0 0,0 0 0 0 0,0 0 0 0 0,0 0 0 0 0,-1 0-1 0 0,1 0 1 0 0,0 0 0 0 0,-1 0 0 0 0,0 0 0 0 0,1 0 0 0 0,-1-1-1 0 0,0 1 1 0 0,0 0 0 0 0,0 0 0 0 0,-1 0 0 0 0,1 0 0 0 0,0 0-1 0 0,-1 0 1 0 0,1 0 0 0 0,-1 0 0 0 0,0 0 0 0 0,0 0 0 0 0,0 0-1 0 0,0 0 1 0 0,0 0 0 0 0,0 1 0 0 0,0-1 0 0 0,-1 0 0 0 0,1 1 0 0 0,0-1-1 0 0,-1 1-15 0 0,-19-29-63 0 0,-1 1 0 0 0,-1 2 0 0 0,-2 0-1 0 0,0 2 1 0 0,-25-19 63 0 0,-21-21-98 0 0,44 38 40 0 0,3 6-29 0 0,2-1 1 0 0,0-1 0 0 0,1-1-1 0 0,2 0 1 0 0,0-2 0 0 0,2 0 0 0 0,1-2 86 0 0,13 24-25 0 0,1-1 1 0 0,-1 0-1 0 0,1 0 1 0 0,0 0 0 0 0,1 0-1 0 0,-1 0 1 0 0,1-1-1 0 0,0 1 1 0 0,0 0 0 0 0,1-1-1 0 0,-1 1 1 0 0,1 0-1 0 0,1-1 1 0 0,-1 1 0 0 0,1-1-1 0 0,-1 1 1 0 0,2 0 0 0 0,-1-1-1 0 0,1 1 1 0 0,-1 0-1 0 0,1 0 1 0 0,1 0 0 0 0,-1 0-1 0 0,1 1 1 0 0,0-1-1 0 0,0 1 1 0 0,0-1 0 0 0,0 1-1 0 0,3-2 25 0 0,13-7-255 0 0,0 1 0 0 0,1 1 0 0 0,0 0 0 0 0,1 2 0 0 0,0 1 0 0 0,0 0 0 0 0,1 2 0 0 0,0 0 0 0 0,0 1-1 0 0,1 2 1 0 0,-1 0 0 0 0,1 1 0 0 0,-1 2 0 0 0,23 1 255 0 0,-10 6-2160 0 0,-10 4-1934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1:52:11.2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329 1322 2304 0 0,'0'0'1866'0'0,"0"0"2467"0"0,0 0-2306 0 0,0 0-939 0 0,0 0-119 0 0,0 0 155 0 0,0 0 60 0 0,0 0-223 0 0,0 0-215 0 0,-23-2-252 0 0,-72-14 18 0 0,90 14-442 0 0,0 0 0 0 0,0 0 0 0 0,0-1 0 0 0,0 1 0 0 0,1-1 0 0 0,-1 0 0 0 0,1 0 0 0 0,0-1 0 0 0,0 1 0 0 0,0-1-1 0 0,1 0 1 0 0,-1 0 0 0 0,1 0 0 0 0,0-1 0 0 0,0 1 0 0 0,-2-5-70 0 0,-5-5 194 0 0,-8-14-140 0 0,2 0 0 0 0,1-1 1 0 0,1 0-1 0 0,1-1 0 0 0,2 0 0 0 0,1-1 1 0 0,2-1-1 0 0,1 1 0 0 0,1-1 0 0 0,1-1 0 0 0,2 1 1 0 0,2 0-1 0 0,1-9-54 0 0,-2 5-44 0 0,1 0 0 0 0,2 0 0 0 0,1 0-1 0 0,2 0 1 0 0,2 0 0 0 0,1 1 0 0 0,5-10 44 0 0,7-6-218 0 0,2 2 0 0 0,3 0 0 0 0,1 2 0 0 0,3 1 0 0 0,6-6 218 0 0,51-61-4106 0 0,-67 87 233 0 0,-12 5-1535 0 0</inkml:trace>
  <inkml:trace contextRef="#ctx0" brushRef="#br0" timeOffset="365.165">809 440 9233 0 0,'0'0'1564'0'0,"0"0"-191"0"0,-25 21-93 0 0,-86 72-180 0 0,98-83-891 0 0,1 0 0 0 0,0 1 0 0 0,0 1-1 0 0,1 0 1 0 0,1 0 0 0 0,0 1 0 0 0,1 1 0 0 0,0-1 0 0 0,1 1 0 0 0,0 1 0 0 0,-2 8-209 0 0,5-8 63 0 0,0 1 0 0 0,2 0 0 0 0,0 0 0 0 0,0 0 0 0 0,2 0 0 0 0,0 0 0 0 0,1 1 0 0 0,0 1-63 0 0,1-10 0 0 0,0 0 0 0 0,1 0 0 0 0,-1 0 0 0 0,2 0 0 0 0,-1 0 1 0 0,1 0-1 0 0,0-1 0 0 0,1 0 0 0 0,-1 1 0 0 0,1-1 0 0 0,1 0 1 0 0,0-1-1 0 0,0 1 0 0 0,0-1 0 0 0,0 0 0 0 0,1 0 0 0 0,0-1 1 0 0,1 1-1 0 0,3 2 0 0 0,141 77 305 0 0,-103-67-325 0 0,1-2 1 0 0,0-2 0 0 0,1-3 0 0 0,0-2 0 0 0,1-2-1 0 0,0-2 1 0 0,1-2 0 0 0,-1-3 0 0 0,0-2 19 0 0,-34 2-89 0 0,-1 0 1 0 0,1-1-1 0 0,-1-2 0 0 0,0 1 1 0 0,0-2-1 0 0,0 0 0 0 0,0-1 1 0 0,0 0-1 0 0,-1-2 0 0 0,0 1 1 0 0,0-2-1 0 0,-1 0 0 0 0,0-1 0 0 0,-1 0 1 0 0,1-1-1 0 0,-2-1 0 0 0,0 0 1 0 0,0 0-1 0 0,-1-2 0 0 0,0 1 1 0 0,-1-1-1 0 0,6-10 89 0 0,-13 15-326 0 0,0 1 0 0 0,0-1 0 0 0,-1 0 0 0 0,0 0 0 0 0,0 0 0 0 0,-1 0 0 0 0,0-1 0 0 0,-1 1 0 0 0,0 0 0 0 0,0 0 0 0 0,0-1-1 0 0,-1 1 1 0 0,-1 0 0 0 0,1 0 0 0 0,-1 0 0 0 0,-1 0 0 0 0,1 0 0 0 0,-1 0 0 0 0,-1 1 0 0 0,1-1 0 0 0,-1 1 0 0 0,-1 0 0 0 0,1 0 0 0 0,-1 0 0 0 0,0 1 0 0 0,-1 0 0 0 0,0 0 0 0 0,0 0 0 0 0,0 1 0 0 0,0 0 0 0 0,-1 0-1 0 0,0 0 327 0 0,-32-18-2648 0 0,6 4 830 0 0</inkml:trace>
  <inkml:trace contextRef="#ctx0" brushRef="#br0" timeOffset="1288.013">587 305 272 0 0,'0'0'642'0'0,"0"0"428"0"0,0 0 2038 0 0,0 0-1175 0 0,0 0-943 0 0,0 0-282 0 0,0 0-211 0 0,0 0-157 0 0,0 0 23 0 0,0 0 80 0 0,3-3 127 0 0,19-13 29 0 0,0 0-1 0 0,0 1 1 0 0,2 2 0 0 0,0 0-1 0 0,0 1 1 0 0,1 2-1 0 0,0 0 1 0 0,2 1-599 0 0,20-4 138 0 0,1 2 0 0 0,1 2 0 0 0,0 2 0 0 0,0 3 0 0 0,0 1 1 0 0,32 4-139 0 0,-51-1-10 0 0,-1 3 0 0 0,1 0 0 0 0,-1 2 0 0 0,1 1 0 0 0,-1 1 0 0 0,-1 2 0 0 0,0 1 0 0 0,0 1 0 0 0,-1 1 0 0 0,0 1 0 0 0,-1 2 1 0 0,-1 0-1 0 0,0 2 0 0 0,-1 1 0 0 0,-1 1 0 0 0,4 5 10 0 0,-17-9-24 0 0,1 1 1 0 0,-2 0-1 0 0,0 0 0 0 0,-2 1 1 0 0,1 0-1 0 0,-2 0 1 0 0,0 1-1 0 0,-1 0 0 0 0,-1 0 1 0 0,-1 0-1 0 0,0 0 0 0 0,-2 1 1 0 0,0-1-1 0 0,-1 1 1 0 0,0-1-1 0 0,-2 1 0 0 0,0-1 1 0 0,-1 0-1 0 0,-1 0 1 0 0,-1 0-1 0 0,0 0 0 0 0,-2-1 1 0 0,0 1-1 0 0,-3 5 24 0 0,-103 150-1264 0 0,89-197-11515 0 0,12 8 11006 0 0</inkml:trace>
  <inkml:trace contextRef="#ctx0" brushRef="#br0" timeOffset="1605.692">619 583 2540 0 0,'0'0'1740'0'0,"0"0"2910"0"0,0 0-2286 0 0,0 0-1319 0 0,0 0-354 0 0,0 0-108 0 0,0 0 17 0 0,49 4-42 0 0,161 10-248 0 0,-6-25-246 0 0,27-23-586 0 0,-22 4-6530 0 0,-174 26 1899 0 0,-7 3 3303 0 0</inkml:trace>
  <inkml:trace contextRef="#ctx0" brushRef="#br0" timeOffset="2193.932">2556 867 4256 0 0,'0'0'2819'0'0,"0"0"877"0"0,0 0-1940 0 0,0 0-960 0 0,0 0-373 0 0,0 0 31 0 0,0 0 59 0 0,0 0-92 0 0,45-1-290 0 0,146-2-148 0 0,93-3-2721 0 0,-275 6 2227 0 0,19-1-576 0 0,-15-5-3880 0 0,-12 3 1131 0 0,-1 0 2507 0 0</inkml:trace>
  <inkml:trace contextRef="#ctx0" brushRef="#br0" timeOffset="2701.936">1939 0 432 0 0,'0'0'1550'0'0,"0"0"2616"0"0,0 0-2030 0 0,0 0-708 0 0,0 0-20 0 0,0 0-61 0 0,42 3-173 0 0,132 12-217 0 0,-109 8-280 0 0,-55-10-576 0 0,-1 0 0 0 0,0 1 0 0 0,-1 0 0 0 0,0 0 0 0 0,-2 1 0 0 0,1 0 0 0 0,-2 0 0 0 0,0 0 0 0 0,-1 1 0 0 0,0 0 0 0 0,-1 0 0 0 0,-1 0 0 0 0,-1 0 0 0 0,0 0 0 0 0,-1 0 0 0 0,0 0 0 0 0,-2 1 0 0 0,0-1 0 0 0,-1 2-101 0 0,-5 20 73 0 0,-2-1 1 0 0,-1 0-1 0 0,-2 0 0 0 0,-1-2 0 0 0,-2 1 0 0 0,-2-2 0 0 0,-1 0 1 0 0,-16 20-74 0 0,-16 18-285 0 0,-2-2-1 0 0,-4-2 1 0 0,-9 4 285 0 0,-44 52-1423 0 0,53-33-888 0 0,44-22-4673 0 0,13-45 882 0 0</inkml:trace>
  <inkml:trace contextRef="#ctx0" brushRef="#br0" timeOffset="3114.976">2587 307 2980 0 0,'0'0'364'0'0,"0"0"6325"0"0,0 0-4949 0 0,0 0-740 0 0,0 0-72 0 0,0 0 292 0 0,0 0-92 0 0,254 41-147 0 0,-190-36-461 0 0,-1 3-520 0 0,1 2-24 0 0,4-5-608 0 0,0-3-413 0 0,-5-2-503 0 0,-17 0-1072 0 0,-1-2-2348 0 0</inkml:trace>
  <inkml:trace contextRef="#ctx0" brushRef="#br0" timeOffset="4526.158">4084 201 508 0 0,'0'0'1091'0'0,"0"0"2931"0"0,0 0-1780 0 0,0 0-1046 0 0,0 0-347 0 0,0 0-254 0 0,0 0-77 0 0,0 0-47 0 0,0 0-91 0 0,13 17 10 0 0,-2-2-302 0 0,89 95 475 0 0,57 13 148 0 0,144 116 425 0 0,-108-72-4520 0 0,-190-164 3329 0 0,12 9-1233 0 0,0 1 1 0 0,-1 1-1 0 0,-1 0 1 0 0,0 1-1 0 0,-1 0 1 0 0,-1 1-1 0 0,0 1 1 0 0,-1 0 1287 0 0,-5 0-618 0 0,-4-5 215 0 0</inkml:trace>
  <inkml:trace contextRef="#ctx0" brushRef="#br0" timeOffset="4764.198">4814 77 572 0 0,'0'0'6525'0'0,"0"0"-4941"0"0,-104 103-300 0 0,41-51-304 0 0,-15 11-28 0 0,-17 11 112 0 0,0 5-428 0 0,-5 4-332 0 0,-4 2-304 0 0,9 2-96 0 0,4 2-236 0 0,14-1-496 0 0,9-1-352 0 0,13 2-832 0 0,19-21-3057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8:39.1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73 143 3120 0 0,'0'0'1176'0'0,"0"0"3093"0"0,3 18-1960 0 0,40 123-6 0 0,120 133 1652 0 0,31-22-4521 0 0,-159-214-20 0 0,30 35-1104 0 0,-30-22-2198 0 0,-20-9-4661 0 0,-15-20 7516 0 0</inkml:trace>
  <inkml:trace contextRef="#ctx0" brushRef="#br0" timeOffset="207.918">1 1056 8797 0 0,'0'0'1536'0'0,"0"0"-708"0"0,0 0 264 0 0,63-104 528 0 0,-13 48 84 0 0,9-15-307 0 0,13-8-457 0 0,10-4-332 0 0,9-6-204 0 0,-10 6-168 0 0,6 2-236 0 0,-6 7-420 0 0,-4 5-568 0 0,-4 5-344 0 0,-5 6-925 0 0,-9 2-2583 0 0,-9 16-2677 0 0,9-9 6109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8:34.8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3638 267 288 0 0,'0'0'3796'0'0,"0"0"-227"0"0,0 0-1366 0 0,0 0-618 0 0,0 0-364 0 0,10 17-224 0 0,50 101 832 0 0,-2-8-437 0 0,93 106-1258 0 0,-29-87-462 0 0,126 95-1880 0 0,-237-216 1628 0 0,16 17-964 0 0,-20-5-5291 0 0,-7-19 2883 0 0,-4-1 2401 0 0</inkml:trace>
  <inkml:trace contextRef="#ctx0" brushRef="#br0" timeOffset="253.989">3607 991 3372 0 0,'0'0'1085'0'0,"0"0"2741"0"0,0 0-1699 0 0,0 0-1112 0 0,0 0-368 0 0,0 0-105 0 0,0 0 101 0 0,0 0 111 0 0,22-23 86 0 0,164-143 552 0 0,2 16-380 0 0,49-61-1012 0 0,-118 85-1403 0 0,-62 30-2478 0 0,-50 65 276 0 0,-7 10-1557 0 0,0 16 3345 0 0,0 2 1018 0 0</inkml:trace>
  <inkml:trace contextRef="#ctx0" brushRef="#br0" timeOffset="-1621.827">559 755 92 0 0,'0'0'158'0'0,"0"0"-5"0"0,0 0 413 0 0,0 0 1547 0 0,0 0-693 0 0,0 0-389 0 0,0 0-82 0 0,0 0 53 0 0,-11-1 22 0 0,-31-6-48 0 0,31 5-101 0 0,30 32 4220 0 0,44 0-5515 0 0,-43-22 853 0 0,35 17-466 0 0,1-3 0 0 0,0-2 0 0 0,1-3 0 0 0,2-2 0 0 0,-1-3 0 0 0,1-2 0 0 0,1-3 0 0 0,12-2 33 0 0,-61-3-3 0 0,-1-1 0 0 0,1 0 1 0 0,0-1-1 0 0,0 0 0 0 0,0-1 1 0 0,0 0-1 0 0,0-1 0 0 0,-1 0 0 0 0,1 0 1 0 0,-1-1-1 0 0,1-1 0 0 0,-1 0 1 0 0,0 0-1 0 0,0-1 0 0 0,-1 0 1 0 0,0-1-1 0 0,1 0 0 0 0,-2 0 0 0 0,1-1 1 0 0,-1 0-1 0 0,3-4 3 0 0,-10 7-11 0 0,0 0 0 0 0,0 0-1 0 0,-1-1 1 0 0,1 1 0 0 0,-1 0 0 0 0,0-1 0 0 0,0 1-1 0 0,0 0 1 0 0,-1-1 0 0 0,0 1 0 0 0,0 0 0 0 0,0 0-1 0 0,0-1 1 0 0,0 1 0 0 0,-1 0 0 0 0,0 0 0 0 0,0 0-1 0 0,0 1 1 0 0,0-1 0 0 0,-1 0 0 0 0,1 1 0 0 0,-1-1-1 0 0,0 1 1 0 0,0 0 0 0 0,0 0 0 0 0,0 0 0 0 0,-1 0-1 0 0,1 1 1 0 0,-1 0 0 0 0,0-1 0 0 0,0 1 0 0 0,0 0-1 0 0,0 1 1 0 0,0-1 0 0 0,-4 0 11 0 0,-84-51 14 0 0,-3 4-1 0 0,-36-10-13 0 0,22 10 50 0 0,45 20 1 0 0,9 5-64 0 0,1-2 0 0 0,2-2 1 0 0,1-2-1 0 0,-25-21 13 0 0,74 51 3 0 0,1-1 0 0 0,-1 1-1 0 0,1-1 1 0 0,-1 0 0 0 0,0 1 0 0 0,1-1 0 0 0,-1 0 0 0 0,1 0 0 0 0,0 0 0 0 0,-1 0 0 0 0,1 0 0 0 0,0 0 0 0 0,0 0 0 0 0,-1-1 0 0 0,1 1-1 0 0,0 0 1 0 0,0-1 0 0 0,0 1 0 0 0,1-1 0 0 0,-1 1 0 0 0,0-1 0 0 0,0 1 0 0 0,1-1 0 0 0,-1 0 0 0 0,1 1 0 0 0,0-1 0 0 0,-1 0 0 0 0,1 1-1 0 0,0-1 1 0 0,0 0 0 0 0,0 1 0 0 0,0-1 0 0 0,0 0 0 0 0,0 0 0 0 0,1 1 0 0 0,-1-1 0 0 0,0 0 0 0 0,1 1 0 0 0,0-1 0 0 0,-1 1 0 0 0,1-1-1 0 0,0 1 1 0 0,0-1 0 0 0,0 1 0 0 0,0-1 0 0 0,0 1 0 0 0,0 0 0 0 0,0-1 0 0 0,0 1 0 0 0,0 0 0 0 0,1 0 0 0 0,0 0-3 0 0,24-10-173 0 0,0 2 0 0 0,1 1 0 0 0,0 2 0 0 0,0 0 0 0 0,1 2 0 0 0,0 1 0 0 0,0 1 0 0 0,11 1 173 0 0,132 14-7490 0 0,-128-6 2285 0 0</inkml:trace>
  <inkml:trace contextRef="#ctx0" brushRef="#br0" timeOffset="-780.149">1702 745 3592 0 0,'0'0'2257'0'0,"0"0"-1095"0"0,0 0-550 0 0,0 0-124 0 0,0 0 90 0 0,0 0 167 0 0,0 0 10 0 0,0 0-201 0 0,0 0-170 0 0,0 0-72 0 0,36-5-79 0 0,115-18-3 0 0,-128 20-128 0 0,9 0 258 0 0,-1-2 1 0 0,-1 0-1 0 0,1-3 0 0 0,-1 0 1 0 0,18-9-361 0 0,-42 15 7 0 0,-1 1 1 0 0,0-1-1 0 0,0-1 1 0 0,0 1-1 0 0,0-1 1 0 0,-1 0-1 0 0,1 0 1 0 0,-1 0-1 0 0,0 0 1 0 0,0-1-1 0 0,0 0 1 0 0,0 0-1 0 0,0 0 0 0 0,-1 0 1 0 0,0-1-1 0 0,0 1 1 0 0,0-1-1 0 0,0 0 1 0 0,-1 1-1 0 0,0-1 1 0 0,0-1-1 0 0,0 1 1 0 0,-1 0-1 0 0,1 0 1 0 0,-1-3-8 0 0,-1 5-5 0 0,0 0 0 0 0,0 0 0 0 0,0 0 0 0 0,0 0 0 0 0,-1 0 1 0 0,0 0-1 0 0,1 0 0 0 0,-1 0 0 0 0,0 0 0 0 0,-1 0 1 0 0,1 0-1 0 0,0 0 0 0 0,-1 1 0 0 0,1-1 0 0 0,-1 1 0 0 0,0-1 1 0 0,0 1-1 0 0,0 0 0 0 0,0-1 0 0 0,-1 1 0 0 0,1 0 0 0 0,0 0 1 0 0,-1 1-1 0 0,1-1 0 0 0,-1 1 0 0 0,0-1 0 0 0,0 1 0 0 0,1 0 1 0 0,-1-1 4 0 0,-33-15-98 0 0,0 1 0 0 0,-1 2 0 0 0,-1 1 1 0 0,0 2-1 0 0,0 1 0 0 0,-1 3 1 0 0,-5 0 97 0 0,34 5-40 0 0,5 0 49 0 0,-1 0 0 0 0,1 1 1 0 0,-1-1-1 0 0,0 1 0 0 0,0 0 1 0 0,0 0-1 0 0,1 1 0 0 0,-1 0 1 0 0,0 0-1 0 0,0 0 0 0 0,0 1 1 0 0,0 0-1 0 0,0 0 0 0 0,1 0 1 0 0,-1 1-1 0 0,0-1 0 0 0,1 1 1 0 0,-1 1-1 0 0,1-1 0 0 0,0 1 1 0 0,0 0-1 0 0,0 0 0 0 0,0 1 1 0 0,0-1-1 0 0,1 1 0 0 0,0 0 1 0 0,0 1-1 0 0,0-1 0 0 0,0 1 1 0 0,0 0-10 0 0,0 8 44 0 0,0 1-1 0 0,1 1 1 0 0,1-1 0 0 0,0 0 0 0 0,1 0 0 0 0,0 1 0 0 0,1-1 0 0 0,1 1 0 0 0,0-1 0 0 0,1 0 0 0 0,1 1 0 0 0,0-1 0 0 0,5 11-44 0 0,4 0-34 0 0,2 0-1 0 0,0 0 1 0 0,2-2-1 0 0,1 0 1 0 0,0-1-1 0 0,2-1 1 0 0,0 0-1 0 0,2-2 1 0 0,0 0 0 0 0,1-1-1 0 0,0-1 1 0 0,2-2-1 0 0,0 0 1 0 0,1-1-1 0 0,0-2 1 0 0,1 0 0 0 0,21 5 34 0 0,-26-8-392 0 0,0-1 0 0 0,1-1 1 0 0,1-1-1 0 0,-1-1 1 0 0,1-1-1 0 0,0-1 1 0 0,0-1-1 0 0,11-1 392 0 0,-25-1-528 0 0,0-1 0 0 0,0 0 0 0 0,0-1 0 0 0,0 0-1 0 0,0 0 1 0 0,0 0 0 0 0,0-1 0 0 0,-1-1 0 0 0,1 0 0 0 0,-1 0 0 0 0,0 0 0 0 0,-1-1-1 0 0,1 0 1 0 0,2-3 528 0 0,10-12-2752 0 0</inkml:trace>
  <inkml:trace contextRef="#ctx0" brushRef="#br0" timeOffset="-366.071">2473 971 40 0 0,'0'0'1894'0'0,"0"0"2329"0"0,0 0-2215 0 0,0 0-505 0 0,0 0-260 0 0,0 0-287 0 0,0 0-56 0 0,0 0-70 0 0,0 0-194 0 0,-2 15-292 0 0,-2 44-179 0 0,32-88 195 0 0,-21 16-714 0 0,-2-1 1 0 0,0 0-1 0 0,0-1 1 0 0,-1 1-1 0 0,-1-1 1 0 0,-1 0-1 0 0,0 0 1 0 0,-1 0-1 0 0,0 0 0 0 0,-1 0 1 0 0,-1 0-1 0 0,0 0 1 0 0,-1 0-1 0 0,-1 0 1 0 0,0 1-1 0 0,-1-1 1 0 0,-4-7 353 0 0,-48-119-3296 0 0,140 149 5449 0 0,302-46 4154 0 0,-381 36-6224 0 0,1 1 0 0 0,0 1 0 0 0,-1-1 0 0 0,1 1 0 0 0,0 0 0 0 0,0 0 0 0 0,-1 0 0 0 0,1 1 0 0 0,0 0 1 0 0,-1 0-1 0 0,1 1 0 0 0,-1 0 0 0 0,1 0 0 0 0,-1 0 0 0 0,0 0 0 0 0,0 1 0 0 0,0 0 0 0 0,0 0 0 0 0,0 0 0 0 0,-1 0 0 0 0,1 1 0 0 0,-1 0 0 0 0,0 0 0 0 0,0 0 0 0 0,0 1 0 0 0,-1-1 1 0 0,1 1-1 0 0,-1 0 0 0 0,0 0 0 0 0,-1 0 0 0 0,1 0 0 0 0,-1 0 0 0 0,0 2-83 0 0,0 13 31 0 0,-1 1 0 0 0,-1 0 0 0 0,-1 0 0 0 0,-1 0 0 0 0,-1-1 0 0 0,-1 1 0 0 0,0-1 1 0 0,-2 0-1 0 0,0 0 0 0 0,-1 0 0 0 0,-1-1 0 0 0,-5 7-31 0 0,-9 32-343 0 0,8 18-1049 0 0,13-25-2633 0 0,1-43 2895 0 0,0-8 933 0 0,0 1 1 0 0,0-1-1 0 0,0 1 0 0 0,0 0 0 0 0,0-1 0 0 0,0 1 1 0 0,1 0-1 0 0,-1-1 0 0 0,0 1 0 0 0,0-1 0 0 0,1 1 0 0 0,-1-1 1 0 0,0 1-1 0 0,1-1 0 0 0,-1 1 0 0 0,1-1 0 0 0,-1 1 1 0 0,0-1-1 0 0,1 1 0 0 0,-1-1 0 0 0,1 0 0 0 0,-1 1 0 0 0,1-1 1 0 0,-1 0-1 0 0,1 1 0 0 0,0-1 0 0 0,-1 0 0 0 0,1 0 1 0 0,-1 1-1 0 0,1-1 0 0 0,0 0 0 0 0,-1 0 0 0 0,1 0 0 0 0,-1 0 1 0 0,1 0-1 0 0,0 0 0 0 0,-1 0 0 0 0,1 0 0 0 0,0 0 1 0 0,-1 0-1 0 0,1 0 0 0 0,-1-1 0 0 0,1 1 0 0 0,0 0 0 0 0,-1 0 1 0 0,1-1-1 0 0,-1 1 0 0 0,1 0 0 0 0,-1-1 0 0 0,1 1 197 0 0,17-8-639 0 0</inkml:trace>
  <inkml:trace contextRef="#ctx0" brushRef="#br0" timeOffset="763.314">3325 1485 2764 0 0,'0'0'4194'0'0,"0"0"-1742"0"0,0 0-700 0 0,0 0-598 0 0,0 0-243 0 0,0 0 145 0 0,0 0-67 0 0,0 0-391 0 0,0 0-436 0 0,16-3-142 0 0,237-34 287 0 0,280-8 462 0 0,-307 22-3600 0 0,-221 23 1094 0 0,-10 2-8697 0 0,-3 1 9619 0 0,-27 7-496 0 0</inkml:trace>
  <inkml:trace contextRef="#ctx0" brushRef="#br0" timeOffset="2620.055">46 1462 504 0 0,'0'0'2082'0'0,"0"0"-1142"0"0,0 0 226 0 0,0 0-450 0 0,0 0-130 0 0,-7 16 112 0 0,-24 52 79 0 0,24-21 2798 0 0,43-41-352 0 0,-13-4-2945 0 0,0 0 0 0 0,1-2 0 0 0,-1 0 0 0 0,0-2 0 0 0,0-1 0 0 0,0 0 0 0 0,0-2 0 0 0,3-1-278 0 0,13-2 301 0 0,137-27 293 0 0,2 9 1 0 0,139-2-595 0 0,965 15 830 0 0,-1057 12-693 0 0,-1 11 0 0 0,17 11-137 0 0,-83-3 345 0 0,130-1-345 0 0,42-16 371 0 0,-76 29-83 0 0,413-24-48 0 0,-636-4-636 0 0,-30-2 192 0 0,-1 0-122 0 0,0 0-156 0 0,-5 2-1333 0 0,-40 13-4515 0 0,4-2-398 0 0</inkml:trace>
  <inkml:trace contextRef="#ctx0" brushRef="#br0" timeOffset="3430.873">3108 0 928 0 0,'0'0'783'0'0,"0"0"1563"0"0,0 0-16 0 0,0 0-754 0 0,0 0-232 0 0,0 0-139 0 0,-11 18-121 0 0,-33 56-20 0 0,0 53 1746 0 0,34-82-2127 0 0,-11 28-351 0 0,3 0 0 0 0,4 2-1 0 0,2 0 1 0 0,0 71-332 0 0,11-117-80 0 0,0-17 32 0 0,1-1 0 0 0,0 1 0 0 0,0-1 0 0 0,1 1 1 0 0,1-1-1 0 0,0 1 0 0 0,1-1 0 0 0,0 0 1 0 0,4 10 47 0 0,7 3-519 0 0,2 0 0 0 0,1 0 0 0 0,1-2 0 0 0,1 0 0 0 0,1-1 0 0 0,1-2 1 0 0,0 0-1 0 0,2 0 0 0 0,10 5 519 0 0,-17-12-1175 0 0,1-1 1 0 0,-1 0 0 0 0,2-1-1 0 0,0-1 1 0 0,0 0-1 0 0,0-2 1 0 0,1 0 0 0 0,0-1-1 0 0,13 2 1175 0 0,8-3-1398 0 0</inkml:trace>
  <inkml:trace contextRef="#ctx0" brushRef="#br0" timeOffset="3765.365">4414 118 272 0 0,'0'0'5865'0'0,"0"0"-2603"0"0,0 0-1278 0 0,0 0-576 0 0,0 0-352 0 0,12 16-132 0 0,76 102 757 0 0,-66-87-1570 0 0,-1 1 0 0 0,-2 1 1 0 0,-1 0-1 0 0,-2 2 0 0 0,-1 0 0 0 0,-2 0 0 0 0,-1 1 0 0 0,-2 1 0 0 0,-1 0 0 0 0,-2 0 1 0 0,-2 1-1 0 0,-1 8-111 0 0,-2-11 8 0 0,-2-1 1 0 0,-1 1-1 0 0,-2-1 1 0 0,-1 0-1 0 0,-1 0 0 0 0,-3 0 1 0 0,-4 11-9 0 0,-63 145-2428 0 0,46-128-1619 0 0,-3 0-3808 0 0,14-26 5024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8:40.3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1133 640 0 0,'0'0'5941'0'0,"0"0"-3649"0"0,0 0-1089 0 0,0 0-60 0 0,8 18-106 0 0,136 241 1464 0 0,-115-217-2401 0 0,2-1 0 0 0,2-1 0 0 0,2-1 1 0 0,2-3-1 0 0,1 0 0 0 0,1-3 0 0 0,2-1 0 0 0,1-2 1 0 0,2-2-1 0 0,26 11-100 0 0,104 43-355 0 0,8 3-3790 0 0,-174-82 3373 0 0,7 7-3674 0 0,-14-7 409 0 0</inkml:trace>
  <inkml:trace contextRef="#ctx0" brushRef="#br0" timeOffset="191.521">386 1647 8389 0 0,'0'0'1088'0'0,"0"0"-92"0"0,0 0-44 0 0,168-118-116 0 0,-118 83-196 0 0,-5 3-592 0 0,-9 1-48 0 0,-8 6-524 0 0,-6 1-604 0 0,-8 3-472 0 0,-10 2-1200 0 0,-4 3-2065 0 0,0 1 2833 0 0</inkml:trace>
  <inkml:trace contextRef="#ctx0" brushRef="#br0" timeOffset="1350.072">554 1631 952 0 0,'0'0'514'0'0,"0"0"996"0"0,0 0-521 0 0,0 0-580 0 0,0 0-216 0 0,0 0 29 0 0,0 0 1 0 0,0 0-100 0 0,-11-3 55 0 0,-32-14-19 0 0,26 9 744 0 0,10 8 3309 0 0,-1 5-4211 0 0,-76 35 2016 0 0,-112 127-127 0 0,138-94-2002 0 0,42-28-881 0 0,16-24-5666 0 0,0-21 3712 0 0</inkml:trace>
  <inkml:trace contextRef="#ctx0" brushRef="#br0" timeOffset="2428.554">903 1589 116 0 0,'0'0'111'0'0,"0"0"794"0"0,0 0 2567 0 0,0 0-668 0 0,0 0-838 0 0,0 0-368 0 0,0 0-210 0 0,0 0-155 0 0,0 0-195 0 0,0 0-185 0 0,7 3-230 0 0,81 15 1300 0 0,229 44-1983 0 0,-276-62-494 0 0,-47-16 647 0 0,-186-112-490 0 0,92 64 303 0 0,100 64 3 0 0,1 1 1 0 0,-1-1 0 0 0,0 0 0 0 0,0 1 0 0 0,1-1 0 0 0,-1 0 0 0 0,0 1 0 0 0,0-1 0 0 0,1 0-1 0 0,-1 1 1 0 0,0-1 0 0 0,0 1 0 0 0,0-1 0 0 0,0 0 0 0 0,0 1 0 0 0,0-1 0 0 0,0 1 0 0 0,0-1-1 0 0,0 1 1 0 0,0-1 0 0 0,0 0 0 0 0,0 1 0 0 0,0-1 0 0 0,0 1 0 0 0,0-1 0 0 0,0 0 0 0 0,0 1-1 0 0,0-1 1 0 0,0 1 0 0 0,-1-1 0 0 0,1 0 0 0 0,0 1 0 0 0,0-1 0 0 0,-1 0 0 0 0,1 1 0 0 0,0-1-1 0 0,0 0 1 0 0,-1 1 0 0 0,1-1 0 0 0,0 0 0 0 0,-1 0 0 0 0,1 1 0 0 0,0-1 0 0 0,-1 0 0 0 0,1 0-1 0 0,-1 0 1 0 0,1 1 0 0 0,0-1 0 0 0,-1 0 0 0 0,1 0 0 0 0,-1 0 0 0 0,1 0 90 0 0,79 48-12090 0 0,-167-117 11848 0 0</inkml:trace>
  <inkml:trace contextRef="#ctx0" brushRef="#br0" timeOffset="2667.527">903 1589 184 0 0</inkml:trace>
  <inkml:trace contextRef="#ctx0" brushRef="#br0" timeOffset="2668.527">903 1589 184 0 0,'257'77'3492'0'0,"-206"-54"1007"0"0,-54 35 476 0 0,-8 29-2305 0 0,3-31-1862 0 0,-13 4-1175 0 0,-4-53-8348 0 0,18-10 4069 0 0,5-9 2798 0 0</inkml:trace>
  <inkml:trace contextRef="#ctx0" brushRef="#br0" timeOffset="3000.215">1728 1624 3768 0 0,'0'0'2281'0'0,"0"0"1763"0"0,0 0-1775 0 0,0 0-882 0 0,0 0-397 0 0,0 0-129 0 0,0 0-122 0 0,0 0-246 0 0,-31 19-284 0 0,-93 61-320 0 0,94-42-75 0 0,30-31 173 0 0,1-1-1 0 0,0 0 0 0 0,1 0 1 0 0,-1 0-1 0 0,1 0 1 0 0,0-1-1 0 0,1 1 0 0 0,-1 0 1 0 0,1-1-1 0 0,1 0 1 0 0,-1 1-1 0 0,1-1 0 0 0,-1-1 1 0 0,1 1-1 0 0,1 0 1 0 0,-1-1-1 0 0,1 0 0 0 0,-1 0 1 0 0,3 1 13 0 0,106 65 13 0 0,-94-60-29 0 0,-6-3 9 0 0,0-1-1 0 0,0-1 1 0 0,0 0 0 0 0,0-1-1 0 0,1 0 1 0 0,0-1 0 0 0,0-1-1 0 0,0 0 1 0 0,0-1 0 0 0,1 0 7 0 0,-10-1-17 0 0,1 0 1 0 0,0 0 0 0 0,-1 0-1 0 0,1-1 1 0 0,-1 0-1 0 0,1 0 1 0 0,-1-1 0 0 0,1 0-1 0 0,-1 0 1 0 0,0 0-1 0 0,0 0 1 0 0,0-1-1 0 0,0 0 1 0 0,0 0 0 0 0,-1 0-1 0 0,1 0 1 0 0,-1-1-1 0 0,0 0 1 0 0,0 0 0 0 0,0 0-1 0 0,0 0 1 0 0,-1-1-1 0 0,0 1 1 0 0,0-1-1 0 0,2-4 17 0 0,-3 4-13 0 0,1-1 0 0 0,-2 0 0 0 0,1 0 1 0 0,-1 0-1 0 0,0 0 0 0 0,0 0 0 0 0,-1 0 0 0 0,1 0 0 0 0,-1-1 0 0 0,-1 1 0 0 0,1 0 0 0 0,-1 0 0 0 0,0 0 0 0 0,-1 0 0 0 0,1 0 0 0 0,-1 0 0 0 0,0 1 0 0 0,-1-1 0 0 0,1 0 0 0 0,-1 1 0 0 0,0 0 0 0 0,-1 0 0 0 0,1 0 0 0 0,-1 0 0 0 0,0 0 0 0 0,0 1 0 0 0,-1-1 0 0 0,1 1 0 0 0,-1 0 0 0 0,0 1 0 0 0,-2-3 13 0 0,-24-15-38 0 0,0 1 0 0 0,-2 1 0 0 0,0 2 0 0 0,0 1 0 0 0,-2 2 0 0 0,0 1 0 0 0,-1 1 0 0 0,-22-3 38 0 0,-122-3-1762 0 0,63 33-7513 0 0,92-9 5019 0 0</inkml:trace>
  <inkml:trace contextRef="#ctx0" brushRef="#br0" timeOffset="3537.674">359 726 2532 0 0,'0'0'4059'0'0,"0"0"-1986"0"0,0 0-507 0 0,0 0-112 0 0,0 0-136 0 0,0 0-146 0 0,0 0-339 0 0,0 0-201 0 0,0 0-118 0 0,14-6-33 0 0,45-21-55 0 0,-57 26-409 0 0,0-1 0 0 0,0 1 1 0 0,0-1-1 0 0,0 0 1 0 0,-1 1-1 0 0,1-1 1 0 0,-1 0-1 0 0,1 0 1 0 0,-1 0-1 0 0,0 0 1 0 0,1 0-1 0 0,-1 0 0 0 0,0 0 1 0 0,0 0-1 0 0,-1-1 1 0 0,1 1-1 0 0,0 0 1 0 0,-1-1-1 0 0,1 1 1 0 0,-1 0-1 0 0,0-1 1 0 0,0 1-1 0 0,0-1 0 0 0,0 0-17 0 0,1-10 40 0 0,13-56-257 0 0,3 2 1 0 0,3 0 0 0 0,3 1 0 0 0,24-47 216 0 0,41-44-1422 0 0,-46 93-3065 0 0,-32 50 2700 0 0,-4 3-3062 0 0</inkml:trace>
  <inkml:trace contextRef="#ctx0" brushRef="#br0" timeOffset="3841.466">1121 1012 380 0 0,'0'0'2639'0'0,"0"0"1548"0"0,0 0-1833 0 0,0 0-1076 0 0,0 0-189 0 0,0 0 55 0 0,7-20 57 0 0,23-66-166 0 0,-17 4 129 0 0,-10-145-2089 0 0,-12 141-2121 0 0,-4 32-4742 0 0,7 42 4001 0 0,-6 7 2862 0 0</inkml:trace>
  <inkml:trace contextRef="#ctx0" brushRef="#br0" timeOffset="4155.495">1434 954 392 0 0,'0'0'861'0'0,"0"0"1502"0"0,0 0 917 0 0,0 0-1386 0 0,0 0-488 0 0,0 0-69 0 0,0 0-158 0 0,0 0-444 0 0,0 0-259 0 0,0 0-202 0 0,4-21-131 0 0,15-67-133 0 0,-10-5-330 0 0,9-4-3452 0 0,-18 97 3764 0 0,7-17-3057 0 0,-5 3-2971 0 0,-2 14 5224 0 0,0 0 475 0 0</inkml:trace>
  <inkml:trace contextRef="#ctx0" brushRef="#br0" timeOffset="4535.579">1493 699 468 0 0,'0'0'3215'0'0,"0"0"-295"0"0,0 0-778 0 0,0 0-611 0 0,0 0-375 0 0,0 0-174 0 0,0 0-146 0 0,0 0-128 0 0,40-10-135 0 0,127-29-131 0 0,-94 28 152 0 0,-68 12-531 0 0,0 0-1 0 0,-1 1 0 0 0,1-1 0 0 0,-1 1 0 0 0,1 0 0 0 0,-1 0 0 0 0,1 0 0 0 0,-1 1 1 0 0,0 0-1 0 0,0 0 0 0 0,0 0 0 0 0,-1 0 0 0 0,1 0 0 0 0,-1 1 0 0 0,0-1 1 0 0,1 1-1 0 0,-1 1-62 0 0,6 4 63 0 0,0 5-99 0 0,0-1 0 0 0,0 1 0 0 0,-1 1 0 0 0,-1-1 0 0 0,-1 1 0 0 0,0 1-1 0 0,0-1 1 0 0,-2 1 0 0 0,0 0 0 0 0,-1 0 0 0 0,0 0 0 0 0,-2 0 0 0 0,0 0 0 0 0,0 1 0 0 0,-2-1 0 0 0,0 1 0 0 0,-1 2 36 0 0,2 1-105 0 0,-2-12-985 0 0,10-38 499 0 0,21-21 690 0 0,2 1 0 0 0,3 2 0 0 0,1 1 0 0 0,3 1 1 0 0,1 3-1 0 0,15-11-99 0 0,-53 53 28 0 0,-1 0-1 0 0,0 0 1 0 0,1 0 0 0 0,0 0 0 0 0,-1 0 0 0 0,1 0 0 0 0,-1 0 0 0 0,1 0 0 0 0,0 0 0 0 0,0 1 0 0 0,0-1-1 0 0,-1 0 1 0 0,1 1 0 0 0,0-1 0 0 0,0 1 0 0 0,0-1 0 0 0,0 1 0 0 0,0-1 0 0 0,0 1 0 0 0,0-1 0 0 0,0 1-1 0 0,0 0 1 0 0,0 0 0 0 0,0-1 0 0 0,0 1 0 0 0,1 0 0 0 0,-1 0 0 0 0,0 0 0 0 0,0 0 0 0 0,0 0 0 0 0,0 1-1 0 0,0-1 1 0 0,0 0 0 0 0,0 0 0 0 0,0 1 0 0 0,0-1 0 0 0,0 1 0 0 0,0-1 0 0 0,0 1 0 0 0,0-1-1 0 0,0 1 1 0 0,0-1 0 0 0,0 1 0 0 0,-1 0 0 0 0,1 0 0 0 0,0-1 0 0 0,0 1 0 0 0,-1 0 0 0 0,1 0 0 0 0,0 0-1 0 0,-1 0 1 0 0,1 0 0 0 0,-1 0 0 0 0,1 0 0 0 0,-1 0 0 0 0,0 0 0 0 0,1 0-28 0 0,8 21-25 0 0,-1 0 0 0 0,-1 0 0 0 0,-1 1 0 0 0,-1 0 0 0 0,-1 0 0 0 0,-1 0 0 0 0,-1 0 0 0 0,-1 1 0 0 0,-1-1 0 0 0,-1 2 25 0 0,0 2-390 0 0,-2 0 0 0 0,-1 0 0 0 0,-2-1 1 0 0,0 1-1 0 0,-2-2 0 0 0,-1 2 390 0 0,-11-2-3468 0 0,-16-29-5405 0 0,7-18 7330 0 0</inkml:trace>
  <inkml:trace contextRef="#ctx0" brushRef="#br0" timeOffset="4789.414">1084 37 2736 0 0,'0'0'9261'0'0,"0"0"-7561"0"0,0 0-52 0 0,0 0-155 0 0,0 0-129 0 0,0 0-20 0 0,0 0-316 0 0,0 0-556 0 0,0 0-472 0 0,0 0-204 0 0,0 0-360 0 0,37 2-72 0 0,-37 5-344 0 0,-5 1-1268 0 0,-4-2-2941 0 0,-9 6-5456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8:46.1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78 1564 0 0,'0'0'4817'0'0,"0"0"-1854"0"0,0 0-1265 0 0,0 0-591 0 0,0 0-175 0 0,50 0 242 0 0,158 3-92 0 0,120-5-215 0 0,-267-2-1702 0 0,-1-3 0 0 0,1-2 0 0 0,35-11 835 0 0,-69 8-1323 0 0,-23-2-5673 0 0,-19 1 1616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8:46.3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1736 0 0,'0'0'9189'0'0,"0"0"-8149"0"0,0 0-1040 0 0,0 0-64 0 0,236 76-644 0 0,-182-67-400 0 0,-4-7-588 0 0,-9-2-2237 0 0,-9 0-343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8:47.1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0 307 980 0 0,'0'0'900'0'0,"0"0"2823"0"0,0 0-1334 0 0,0 0-892 0 0,0 0-284 0 0,0 0-110 0 0,0 0-101 0 0,23-17-134 0 0,71-55-83 0 0,6-28 996 0 0,-50-18-1903 0 0,-39 179-1039 0 0,28 110 716 0 0,-27-26 59 0 0,-5 131 386 0 0,-11-219 60 0 0,-2 1 0 0 0,-3-1 0 0 0,-2 0 0 0 0,-3-1 0 0 0,-8 19-60 0 0,16-54 23 0 0,-17 69 366 0 0,-22-116-246 0 0,-40-8 668 0 0,111 30-90 0 0,688-37-819 0 0,-488 43-4788 0 0,-183 10-395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4.5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69 273 468 0 0,'0'0'1568'0'0,"0"0"-178"0"0,0 0-184 0 0,0 0-206 0 0,0 0-243 0 0,0 0 313 0 0,0 0-15 0 0,0 0-185 0 0,0 0-216 0 0,-10-6-110 0 0,-29-17 10 0 0,29 17 24 0 0,10 6-26 0 0,-9 26 2483 0 0,9-21-3011 0 0,1-1 0 0 0,0 1 0 0 0,0-1 0 0 0,0 0 0 0 0,1 1 0 0 0,-1-1 0 0 0,1 0 0 0 0,0 0 0 0 0,1 0 0 0 0,-1 0 0 0 0,0 0 0 0 0,1 0 0 0 0,0-1 0 0 0,0 1 0 0 0,0-1 0 0 0,0 0 0 0 0,1 0 0 0 0,-1 0 0 0 0,1 0 0 0 0,0-1 0 0 0,0 0 0 0 0,0 1 0 0 0,0-1 0 0 0,2 0-24 0 0,109 27 312 0 0,-112-29-323 0 0,0 1 0 0 0,0-1 0 0 0,0-1-1 0 0,0 1 1 0 0,0 0 0 0 0,-1-1-1 0 0,1 1 1 0 0,0-1 0 0 0,0 0-1 0 0,0 0 1 0 0,-1 0 0 0 0,1 0-1 0 0,-1-1 1 0 0,1 1 0 0 0,-1-1-1 0 0,1 1 1 0 0,-1-1 0 0 0,0 0-1 0 0,0 0 1 0 0,0 0 0 0 0,0 0-1 0 0,0 0 1 0 0,0-1 0 0 0,0 1 0 0 0,-1 0-1 0 0,1-1 1 0 0,-1 1 0 0 0,0-1-1 0 0,0 0 1 0 0,0 1 0 0 0,0-1-1 0 0,0 0 1 0 0,-1 0 0 0 0,1 0-1 0 0,-1 1 1 0 0,1-1 0 0 0,-1 0-1 0 0,0 0 1 0 0,0 0 0 0 0,-1-2 11 0 0,0-4-44 0 0,0 1 1 0 0,0-1-1 0 0,-1 1 1 0 0,0-1-1 0 0,0 1 1 0 0,-1 0-1 0 0,0 0 1 0 0,0 0-1 0 0,-1 0 0 0 0,0 0 1 0 0,-1 1-1 0 0,0 0 1 0 0,0 0-1 0 0,-2-2 44 0 0,-3-5-24 0 0,0 1 30 0 0,1 0 1 0 0,0 0-1 0 0,1-1 0 0 0,1 0 1 0 0,0 0-1 0 0,1-1 0 0 0,0 0 0 0 0,0-5-6 0 0,6 19-8 0 0,0-1 0 0 0,0 1 0 0 0,0-1 0 0 0,1 1 0 0 0,-1-1 0 0 0,1 1-1 0 0,-1-1 1 0 0,1 1 0 0 0,-1 0 0 0 0,1-1 0 0 0,0 1 0 0 0,0 0 0 0 0,0 0-1 0 0,-1-1 1 0 0,1 1 0 0 0,0 0 0 0 0,1 0 0 0 0,-1 0 0 0 0,0 0 0 0 0,0 0-1 0 0,0 0 1 0 0,1 1 0 0 0,-1-1 0 0 0,0 0 0 0 0,1 1 0 0 0,-1-1 0 0 0,0 1-1 0 0,1-1 1 0 0,-1 1 0 0 0,1 0 0 0 0,-1-1 0 0 0,1 1 0 0 0,-1 0 0 0 0,1 0-1 0 0,-1 0 1 0 0,1 0 8 0 0,67-6-93 0 0,-59 6-13 0 0,-1 0-86 0 0,74 7-2401 0 0,-38 27-4852 0 0,-36-19 4234 0 0</inkml:trace>
  <inkml:trace contextRef="#ctx0" brushRef="#br0" timeOffset="429.894">495 151 7025 0 0,'0'0'1622'0'0,"0"0"-378"0"0,0 0-320 0 0,0 0 33 0 0,0 0 4 0 0,0 0-290 0 0,0 0-246 0 0,0 0-57 0 0,0 0-64 0 0,0 0-70 0 0,12 6-43 0 0,-5-3-174 0 0,107 29 701 0 0,-113-35-826 0 0,1 0-1 0 0,-1 1 0 0 0,0-1 0 0 0,0 0 0 0 0,0 0 1 0 0,0 0-1 0 0,0 0 0 0 0,-1 0 0 0 0,1-1 0 0 0,-1 1 1 0 0,0 0-1 0 0,0 0 0 0 0,0 0 0 0 0,0 0 0 0 0,0 0 0 0 0,-1-1 1 0 0,0 1-1 0 0,1 0 0 0 0,-1 0 0 0 0,0 0 109 0 0,0 1-38 0 0,-1 1-1 0 0,1-1 1 0 0,0 0-1 0 0,0 1 0 0 0,-1-1 1 0 0,1 1-1 0 0,-1-1 1 0 0,0 1-1 0 0,1 0 1 0 0,-1-1-1 0 0,0 1 1 0 0,0 0-1 0 0,1 0 0 0 0,-1 1 1 0 0,0-1-1 0 0,0 0 1 0 0,0 0-1 0 0,0 1 1 0 0,0-1-1 0 0,0 1 1 0 0,0 0-1 0 0,-1 0 0 0 0,1 0 1 0 0,0 0-1 0 0,0 0 1 0 0,0 0-1 0 0,0 0 1 0 0,0 1-1 0 0,0-1 1 0 0,0 1-1 0 0,0-1 0 0 0,0 1 1 0 0,-2 1 38 0 0,-64 36-59 0 0,57-29-89 0 0,4-5 184 0 0,0 0 0 0 0,0 0 0 0 0,0 1 0 0 0,1 0 0 0 0,0 1 0 0 0,0 0 0 0 0,0 0 0 0 0,1 0 0 0 0,0 0 0 0 0,0 1 0 0 0,1 0 1 0 0,-1 0-1 0 0,2 0 0 0 0,-1 0 0 0 0,1 1 0 0 0,0-1 0 0 0,0 1 0 0 0,1 0 0 0 0,0 0 0 0 0,0 0 0 0 0,1 0 0 0 0,0 7-36 0 0,3-9-16 0 0,1-1 0 0 0,0 1 0 0 0,0-1 0 0 0,0 0-1 0 0,1 0 1 0 0,0 0 0 0 0,0 0 0 0 0,0-1 0 0 0,0 0 0 0 0,1 0 0 0 0,0 0-1 0 0,-1 0 1 0 0,1-1 0 0 0,1 1 0 0 0,-1-1 0 0 0,0-1 0 0 0,1 1-1 0 0,1 0 17 0 0,0 0-288 0 0,31 13-2059 0 0,-9-11-3130 0 0,-8-4 1285 0 0</inkml:trace>
  <inkml:trace contextRef="#ctx0" brushRef="#br0" timeOffset="747.898">659 312 6857 0 0,'0'0'2089'0'0,"0"0"-757"0"0,0 0-514 0 0,0 0 6 0 0,0 0-12 0 0,0 0-464 0 0,0 0-359 0 0,0 0-115 0 0,19-14-126 0 0,117-86-1011 0 0,-129 94 1140 0 0,0 0 1 0 0,1 1 0 0 0,0 0 0 0 0,0 0 0 0 0,0 1-1 0 0,1 0 1 0 0,0 1 0 0 0,0-1 0 0 0,-1 2-1 0 0,2-1 1 0 0,-1 1 0 0 0,2 1 122 0 0,-10 20 861 0 0,8 125 1449 0 0,-8-137-2244 0 0,0-1 0 0 0,0 1 0 0 0,0 0 1 0 0,-1 0-1 0 0,0 0 0 0 0,0 0 0 0 0,0 0 1 0 0,-1-1-1 0 0,0 1 0 0 0,-1 0 0 0 0,1 0 0 0 0,-1-1 1 0 0,-1 1-1 0 0,1-1 0 0 0,-1 0 0 0 0,0 1 0 0 0,-1-1 1 0 0,1-1-1 0 0,-1 1 0 0 0,-2 2-66 0 0,-33 27-1548 0 0,8-16-3514 0 0,5-7-1792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3.7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381 19 4940 0 0,'0'0'1964'0'0,"0"0"-284"0"0,0 0-480 0 0,0 0-214 0 0,0 0-197 0 0,0 0-159 0 0,0 0-197 0 0,0 0-250 0 0,-14-4-140 0 0,4 2-50 0 0,-92-10 220 0 0,87 17-154 0 0,0 1 0 0 0,1 0 0 0 0,0 1 0 0 0,0 0 0 0 0,1 1 0 0 0,0 1 0 0 0,0 0 0 0 0,1 1-59 0 0,-4 2 35 0 0,1 0 0 0 0,0 2-1 0 0,1 0 1 0 0,1 0 0 0 0,0 1 0 0 0,1 1 0 0 0,1 0 0 0 0,-1 3-35 0 0,1 69-500 0 0,11-85 418 0 0,1-1-1 0 0,-1 1 1 0 0,1 0-1 0 0,-1-1 0 0 0,1 1 1 0 0,0-1-1 0 0,0 1 1 0 0,0-1-1 0 0,1 1 1 0 0,-1-1-1 0 0,0 0 1 0 0,1 1-1 0 0,0-1 0 0 0,-1 0 1 0 0,1 0-1 0 0,0 0 1 0 0,0 0-1 0 0,0-1 1 0 0,0 1-1 0 0,1 0 1 0 0,-1-1-1 0 0,0 0 1 0 0,1 1-1 0 0,-1-1 0 0 0,1 0 1 0 0,-1 0-1 0 0,1 0 1 0 0,-1-1-1 0 0,1 1 1 0 0,0-1-1 0 0,-1 1 1 0 0,3-1 82 0 0,62 6-4946 0 0,-12-5 100 0 0</inkml:trace>
  <inkml:trace contextRef="#ctx0" brushRef="#br0" timeOffset="347.056">404 156 5396 0 0,'0'0'3638'0'0,"0"0"-2052"0"0,0 0-695 0 0,-15 16-114 0 0,-47 53 59 0 0,60-67-800 0 0,0 0 0 0 0,0-1 0 0 0,0 1 1 0 0,0 0-1 0 0,0 0 0 0 0,1 0 0 0 0,-1 0 0 0 0,1 0 0 0 0,0 1 1 0 0,-1-1-1 0 0,1 0 0 0 0,0 1 0 0 0,0-1 0 0 0,1 1 0 0 0,-1-1 1 0 0,0 1-1 0 0,1-1 0 0 0,0 1 0 0 0,-1-1 0 0 0,1 1 0 0 0,0 0 1 0 0,0-1-1 0 0,1 1 0 0 0,-1-1 0 0 0,0 1 0 0 0,1 0 0 0 0,0-1 1 0 0,-1 1-37 0 0,3 0-9 0 0,0-1 1 0 0,1 1-1 0 0,-1-1 1 0 0,0 1 0 0 0,1-1-1 0 0,-1 0 1 0 0,1 0-1 0 0,-1-1 1 0 0,1 1 0 0 0,0-1-1 0 0,0 0 1 0 0,0 0 0 0 0,0 0-1 0 0,0 0 1 0 0,0-1-1 0 0,0 1 1 0 0,1-1 8 0 0,24 4 160 0 0,0-2 1 0 0,0-1-1 0 0,0-1 0 0 0,0-2 0 0 0,20-3-160 0 0,-45 5-7 0 0,-1-1-1 0 0,0 1 0 0 0,1-1 1 0 0,-1 1-1 0 0,0-1 0 0 0,0 0 1 0 0,1 0-1 0 0,-1-1 0 0 0,0 1 1 0 0,0-1-1 0 0,0 0 0 0 0,0 1 1 0 0,-1-1-1 0 0,1 0 1 0 0,0-1-1 0 0,-1 1 0 0 0,0 0 1 0 0,1-1-1 0 0,-1 1 0 0 0,0-1 1 0 0,0 0-1 0 0,0 0 0 0 0,-1 0 1 0 0,1 0-1 0 0,-1 0 0 0 0,1 0 1 0 0,-1 0-1 0 0,0 0 0 0 0,0-1 8 0 0,-1-6-121 0 0,0 7 86 0 0,1 0 0 0 0,-1 0 0 0 0,0 0 0 0 0,0 0 0 0 0,0 0 0 0 0,0-1 0 0 0,0 1 0 0 0,-1 0 0 0 0,1 1 0 0 0,-1-1 0 0 0,0 0 1 0 0,0 0-1 0 0,0 0 0 0 0,0 0 0 0 0,0 0 0 0 0,-1 1 0 0 0,1-1 0 0 0,-1 1 0 0 0,0-1 0 0 0,0 1 0 0 0,0 0 0 0 0,0-1 0 0 0,0 1 1 0 0,0 0-1 0 0,-3-1 35 0 0,2 1-27 0 0,-1 0 0 0 0,0 0 0 0 0,0 0 0 0 0,0 1 0 0 0,-1-1 0 0 0,1 1 0 0 0,0 0 0 0 0,0 0 0 0 0,-1 1 1 0 0,1-1-1 0 0,-1 1 0 0 0,1 0 0 0 0,0 0 0 0 0,-1 1 0 0 0,1-1 0 0 0,0 1 0 0 0,-1 0 0 0 0,1 0 0 0 0,0 0 1 0 0,0 1-1 0 0,0 0 0 0 0,0-1 0 0 0,0 1 0 0 0,0 1 0 0 0,0-1 0 0 0,1 0 0 0 0,-1 1 0 0 0,1 0 0 0 0,0 0 1 0 0,-1 0-1 0 0,1 0 0 0 0,1 1 0 0 0,-1-1 0 0 0,0 1 0 0 0,1-1 0 0 0,0 1 0 0 0,0 0 0 0 0,0 0 0 0 0,0 0 0 0 0,-1 4 27 0 0,-20 68-4453 0 0,26-53 260 0 0,12-14 1797 0 0</inkml:trace>
  <inkml:trace contextRef="#ctx0" brushRef="#br0" timeOffset="633.204">640 374 3220 0 0,'0'0'2735'0'0,"0"0"-838"0"0,0 0-439 0 0,0 0-320 0 0,0 0-187 0 0,0 0-148 0 0,0 0-138 0 0,0 0-183 0 0,0 0-163 0 0,12 7-178 0 0,40 24-114 0 0,-41-25-6 0 0,0-2 0 0 0,0 1 0 0 0,0-1 0 0 0,1-1 0 0 0,-1 0 0 0 0,1 0 0 0 0,0-1 0 0 0,0-1 0 0 0,0 0 0 0 0,0-1 0 0 0,8-1-21 0 0,-18 0 66 0 0,-1-1 1 0 0,0 0 0 0 0,0 1 0 0 0,1-1-1 0 0,-1 0 1 0 0,0 0 0 0 0,-1 0 0 0 0,1 0-1 0 0,0 0 1 0 0,0 0 0 0 0,-1 0 0 0 0,0 0-1 0 0,1 0 1 0 0,-1-1 0 0 0,0 1 0 0 0,0 0-1 0 0,0 0 1 0 0,0 0 0 0 0,0 0 0 0 0,-1 0-1 0 0,1-1 1 0 0,0 1 0 0 0,-1 0 0 0 0,0 0-1 0 0,0 0-66 0 0,-54-95 295 0 0,26 58-308 0 0,19 25-33 0 0,7 10 34 0 0,0 1 1 0 0,0-1-1 0 0,0 1 1 0 0,1-1-1 0 0,-1 0 1 0 0,1 0-1 0 0,0 0 1 0 0,0 0-1 0 0,1 0 1 0 0,-1-1-1 0 0,1 1 1 0 0,0 0-1 0 0,0-1 1 0 0,0 1 0 0 0,1-1-1 0 0,0 1 1 0 0,-1-1-1 0 0,2 0 12 0 0,40-5-42 0 0,167 23 444 0 0,-75 27-3540 0 0,-105-24-488 0 0,-8 4-3198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4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2338 2716 0 0,'0'0'732'0'0,"0"0"1481"0"0,0 0-37 0 0,0 0-1144 0 0,0 0-574 0 0,0 0-53 0 0,0 0 112 0 0,0 0 141 0 0,0 0-4 0 0,13-4-75 0 0,119-23 1949 0 0,263 46-595 0 0,57 34-2199 0 0,-214-11 264 0 0,197-30 164 0 0,-213-24-71 0 0,-196 12 1 0 0,-25 0-72 0 0,-1 0 32 0 0,0 0 18 0 0,0 0 28 0 0,0 0 16 0 0,0 0-46 0 0,-6-9-2968 0 0,-19-10-8032 0 0,56 47 7664 0 0</inkml:trace>
  <inkml:trace contextRef="#ctx0" brushRef="#br0" timeOffset="1269.649">1765 29 1148 0 0,'0'0'1546'0'0,"0"0"-1039"0"0,0 0-348 0 0,0 0-85 0 0,0 0 32 0 0,0 0 170 0 0,0 0 7 0 0,0 0-101 0 0,0 0-73 0 0,11-3 22 0 0,94-23 2485 0 0,-103 29-2480 0 0,0-1 0 0 0,-1 1 0 0 0,1-1 0 0 0,-1 1 0 0 0,0 0 0 0 0,1 0 0 0 0,-1 0 0 0 0,-1 0 0 0 0,1 0 0 0 0,0 0 0 0 0,-1 0 0 0 0,0 0 0 0 0,1 0 0 0 0,-1 0 0 0 0,0 0 0 0 0,-1 0 0 0 0,1 0 0 0 0,0 0 0 0 0,-1 0 0 0 0,-1 3-136 0 0,2 6 215 0 0,9 265 2102 0 0,1-26-1085 0 0,-11-173-852 0 0,-31 222 622 0 0,15-102-294 0 0,-21 158-58 0 0,17-112-725 0 0,16-180 199 0 0,-1-38-223 0 0,2 0 0 0 0,1 0 1 0 0,1 0-1 0 0,1 0 1 0 0,3 22 98 0 0,-2-5-300 0 0,32 114 320 0 0,-19-116-38 0 0,-9-33 19 0 0,-1 1-1 0 0,0 0 0 0 0,-1 0 1 0 0,1-1-1 0 0,-2 1 1 0 0,1 1-1 0 0,-1-1 0 0 0,-1 0 1 0 0,0 0-1 0 0,0 0 0 0 0,-1 4 0 0 0,-30 43 33 0 0,7-3-505 0 0,13-29-836 0 0,-2-12-3096 0 0,-7-6-628 0 0</inkml:trace>
  <inkml:trace contextRef="#ctx0" brushRef="#br0" timeOffset="2524.719">1 2332 692 0 0,'0'0'1252'0'0,"0"0"-640"0"0,0 0-419 0 0,0 0-132 0 0,0 0-22 0 0,0 0 269 0 0,0 0 832 0 0,0 0 51 0 0,0 0-373 0 0,4 2-195 0 0,-3-1-668 0 0,3 1 331 0 0,-1-1 1 0 0,1 1 0 0 0,-1-1 0 0 0,1 1 0 0 0,0-1-1 0 0,-1 0 1 0 0,1 0 0 0 0,0-1 0 0 0,0 1 0 0 0,0-1-1 0 0,0 0 1 0 0,0 0 0 0 0,-1 0 0 0 0,1 0 0 0 0,0-1 0 0 0,0 0-1 0 0,0 0 1 0 0,-1 0 0 0 0,1 0 0 0 0,3-1-287 0 0,87-76 967 0 0,450-459-645 0 0,-58 65 291 0 0,-196 181-1182 0 0,-96 89 730 0 0,-186 195-133 0 0,-1 0 0 0 0,-1-1 0 0 0,1 0 0 0 0,-1 0 0 0 0,-1-1 0 0 0,1 1 0 0 0,-2-1 0 0 0,1-1 0 0 0,2-6-28 0 0,-4 3-28 0 0,1 1 1 0 0,1 0-1 0 0,0 0 1 0 0,1 0-1 0 0,0 1 1 0 0,1 0-1 0 0,0 0 1 0 0,0 0-1 0 0,1 1 1 0 0,1 0-1 0 0,0 1 0 0 0,0 0 1 0 0,4-2 27 0 0,9-12 259 0 0,19-26 833 0 0,29-18-226 0 0,-66 63-2625 0 0,-22 13-275 0 0,-4-2-624 0 0,-11 4-1503 0 0</inkml:trace>
  <inkml:trace contextRef="#ctx0" brushRef="#br0" timeOffset="3559.637">2291 1465 1668 0 0,'0'0'772'0'0,"0"0"130"0"0,0 0 2040 0 0,0 0-1003 0 0,0 0-645 0 0,0 0-177 0 0,0 0-211 0 0,0 0-206 0 0,0 0-111 0 0,42-1-50 0 0,128-4-72 0 0,-92-4 205 0 0,-75 9-636 0 0,0 0 0 0 0,0-1-1 0 0,0 1 1 0 0,0-1 0 0 0,0 0-1 0 0,0 0 1 0 0,0 0 0 0 0,0 0-1 0 0,-1-1 1 0 0,1 1 0 0 0,-1-1-1 0 0,1 1 1 0 0,-1-1 0 0 0,1 0-1 0 0,-1 0 1 0 0,0 0 0 0 0,0 0-1 0 0,0 0 1 0 0,0-1 0 0 0,0 1-1 0 0,-1-1 1 0 0,1 1 0 0 0,-1-1-1 0 0,1 0 1 0 0,-1 1 0 0 0,0-1-1 0 0,0 0 1 0 0,0 0-36 0 0,-1-14 65 0 0,-12-57-243 0 0,-8 48-25 0 0,0 1-1 0 0,-2 1 0 0 0,0 1 0 0 0,-2 0 1 0 0,0 2-1 0 0,-2 1 0 0 0,0 1 1 0 0,-4 0 203 0 0,-19-17 105 0 0,48 36-120 0 0,0-1 0 0 0,0 1-1 0 0,1-1 1 0 0,-1 1 0 0 0,0-1 0 0 0,1 1 0 0 0,-1-1 0 0 0,0 1 0 0 0,1-1 0 0 0,-1 0 0 0 0,1 1 0 0 0,-1-1 0 0 0,1 0 0 0 0,-1 1 0 0 0,1-1 0 0 0,-1 0 0 0 0,1 0 0 0 0,0 1 0 0 0,-1-1 0 0 0,1 0 0 0 0,0 0 0 0 0,0 0 0 0 0,-1 0 0 0 0,1 1 0 0 0,0-1 0 0 0,0 0 0 0 0,0 0 0 0 0,0 0 0 0 0,0 0 0 0 0,0 0 0 0 0,1 1-1 0 0,-1-1 1 0 0,0 0 0 0 0,0 0 0 0 0,1 0 0 0 0,-1 0 0 0 0,0 1 0 0 0,1-1 0 0 0,-1 0 0 0 0,1 0 0 0 0,-1 1 0 0 0,1-1 0 0 0,-1 0 0 0 0,1 1 0 0 0,-1-1 0 0 0,1 1 0 0 0,0-1 0 0 0,-1 0 0 0 0,1 1 0 0 0,0 0 0 0 0,0-1 0 0 0,-1 1 0 0 0,1-1 0 0 0,0 1 15 0 0,44-19-167 0 0,-21 11 41 0 0,1 2 0 0 0,0 1 0 0 0,0 1 0 0 0,0 1 0 0 0,0 1 0 0 0,1 2 1 0 0,-1 0-1 0 0,0 2 0 0 0,1 0 0 0 0,-1 2 0 0 0,0 1 0 0 0,3 1 126 0 0,37 14-5676 0 0,-34-10 665 0 0</inkml:trace>
  <inkml:trace contextRef="#ctx0" brushRef="#br0" timeOffset="3924.596">3108 1174 1488 0 0,'0'0'4979'0'0,"0"0"-2240"0"0,0 0-2079 0 0,0 0-452 0 0,0 0 302 0 0,0 0 42 0 0,0 0-252 0 0,16 2-364 0 0,54 5 46 0 0,-65-7 45 0 0,0 0-1 0 0,-1 0 1 0 0,1 0 0 0 0,0 0 0 0 0,-1-1 0 0 0,1 0 0 0 0,0 0-1 0 0,-1 0 1 0 0,1 0 0 0 0,-1-1 0 0 0,0 0 0 0 0,1 0 0 0 0,-1 0 0 0 0,0 0-1 0 0,0-1 1 0 0,0 1 0 0 0,-1-1 0 0 0,1 0 0 0 0,3-3-27 0 0,-6 4-27 0 0,1 1 0 0 0,-1-1 1 0 0,1 1-1 0 0,-1-1 0 0 0,0 0 0 0 0,1 0 1 0 0,-1 1-1 0 0,0-1 0 0 0,0 0 0 0 0,0 0 1 0 0,-1 0-1 0 0,1 0 0 0 0,0 0 0 0 0,-1 0 1 0 0,1-1-1 0 0,-1 1 0 0 0,0 0 0 0 0,0 0 1 0 0,0 0-1 0 0,0 0 0 0 0,0 0 0 0 0,0-1 1 0 0,0 1-1 0 0,-1 0 0 0 0,1 0 0 0 0,-1 0 1 0 0,0 0-1 0 0,1 0 0 0 0,-1 0 0 0 0,0 0 1 0 0,0 0-1 0 0,0 0 0 0 0,0 1 0 0 0,-1-1 1 0 0,1 0-1 0 0,0 0 0 0 0,-1 1 1 0 0,0-1-1 0 0,1 1 0 0 0,-1 0 0 0 0,0-1 27 0 0,-74-46-839 0 0,67 44 874 0 0,0 0 1 0 0,0 1-1 0 0,0 0 1 0 0,0 0-1 0 0,-1 1 1 0 0,1 1-1 0 0,0-1 1 0 0,-1 2 0 0 0,0-1-1 0 0,1 1 1 0 0,-1 1-1 0 0,1 0 1 0 0,-1 0-1 0 0,1 0 1 0 0,0 2-1 0 0,-1-1 1 0 0,1 1-1 0 0,0 0 1 0 0,1 1 0 0 0,-1 0-1 0 0,0 0 1 0 0,-3 4-36 0 0,0-3 55 0 0,1 0 1 0 0,-1 1 0 0 0,2 0-1 0 0,-1 0 1 0 0,0 2 0 0 0,1-1-1 0 0,1 1 1 0 0,-1 1-1 0 0,1 0 1 0 0,1 0 0 0 0,0 0-1 0 0,0 1 1 0 0,0 1 0 0 0,2-1-1 0 0,-1 1 1 0 0,1 0 0 0 0,1 1-1 0 0,0-1 1 0 0,1 1 0 0 0,0 0-1 0 0,0 0 1 0 0,2 1-1 0 0,-1-1 1 0 0,1 10-56 0 0,1-16 30 0 0,1 0 0 0 0,-1 0 1 0 0,2 0-1 0 0,-1 0 0 0 0,1 0 0 0 0,0 0 0 0 0,0 1 0 0 0,0-2 1 0 0,1 1-1 0 0,0 0 0 0 0,0 0 0 0 0,1 0 0 0 0,-1-1 0 0 0,1 0 1 0 0,1 1-1 0 0,-1-1 0 0 0,1 0 0 0 0,0 0 0 0 0,0-1 0 0 0,2 3-30 0 0,8 7-310 0 0,1-1-1 0 0,0 0 0 0 0,1-2 1 0 0,0 1-1 0 0,1-2 0 0 0,17 9 311 0 0,72 8-6200 0 0,-64-27 2988 0 0</inkml:trace>
  <inkml:trace contextRef="#ctx0" brushRef="#br0" timeOffset="4290.639">3316 1535 1720 0 0,'0'0'2307'0'0,"0"0"2599"0"0,0 0-2582 0 0,0 0-1271 0 0,0 0-242 0 0,0 0-57 0 0,0 0-53 0 0,0 0-302 0 0,0 0-649 0 0,2-13-194 0 0,10-89-760 0 0,-26-83-5820 0 0,10 123 5129 0 0,5 60 1950 0 0,1 0 0 0 0,0 0 0 0 0,0 1 0 0 0,0-1 0 0 0,0 1 0 0 0,0 0 0 0 0,0-1 0 0 0,1 1 0 0 0,-1 0 0 0 0,0 0 0 0 0,1 0 0 0 0,-1 1 0 0 0,1-1 0 0 0,-1 1 0 0 0,1-1 0 0 0,-1 1 0 0 0,1 0 0 0 0,-1 0 0 0 0,1 0 0 0 0,-1 0 0 0 0,1 0 0 0 0,-1 1 0 0 0,1-1 0 0 0,-1 1 0 0 0,0-1 0 0 0,2 2-55 0 0,11-2 393 0 0,13 0 189 0 0,-1 1 0 0 0,1 1 0 0 0,-1 2-1 0 0,1 0 1 0 0,-1 2 0 0 0,-1 1 0 0 0,1 1-1 0 0,-1 1 1 0 0,-1 2 0 0 0,1 0 0 0 0,-2 1 0 0 0,23 16-582 0 0,-33-18 178 0 0,-1 1 0 0 0,-1 0-1 0 0,0 1 1 0 0,0 0 0 0 0,-1 1 0 0 0,-1 0 0 0 0,0 1 0 0 0,-1 0 0 0 0,3 6-178 0 0,-8-13-55 0 0,-1 0-1 0 0,1 0 1 0 0,-2 1-1 0 0,1-1 1 0 0,-1 0-1 0 0,0 1 0 0 0,-1 0 1 0 0,0-1-1 0 0,0 1 1 0 0,0 0-1 0 0,-1 0 0 0 0,0-1 1 0 0,-1 1-1 0 0,0 0 1 0 0,0 0-1 0 0,0-1 1 0 0,-1 1-1 0 0,0-1 0 0 0,-1 1 1 0 0,0-1-1 0 0,-2 4 56 0 0,-49 58-4673 0 0,15-32-695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49.3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356 7 4788 0 0,'0'0'460'0'0,"0"0"1275"0"0,0 0-1082 0 0,0 0-500 0 0,0 0 295 0 0,0 0 122 0 0,0 0-87 0 0,0 0-216 0 0,0 0-93 0 0,-10-1 55 0 0,-48-4 957 0 0,-6 28-159 0 0,51-20-914 0 0,1 0 0 0 0,0 1 0 0 0,0 1-1 0 0,1 0 1 0 0,-1 0 0 0 0,1 1 0 0 0,0 1 0 0 0,0 0-1 0 0,1 0 1 0 0,0 1 0 0 0,1 0 0 0 0,-1 1 0 0 0,1 0 0 0 0,1 0-1 0 0,0 1 1 0 0,0 0 0 0 0,1 1 0 0 0,1 0 0 0 0,-2 3-113 0 0,4-8 8 0 0,1 0 0 0 0,0 0 0 0 0,0 0 0 0 0,0 1 0 0 0,1-1 1 0 0,0 1-1 0 0,0-1 0 0 0,1 1 0 0 0,0 0 0 0 0,0 0 0 0 0,1 0 0 0 0,0-1 1 0 0,0 1-1 0 0,0 0 0 0 0,1 0 0 0 0,0 0 0 0 0,0 0 0 0 0,1-1 0 0 0,0 1 1 0 0,0-1-1 0 0,0 1 0 0 0,1-1 0 0 0,0 0 0 0 0,0 0 0 0 0,1 0 1 0 0,0 0-1 0 0,1 1-8 0 0,11 3-271 0 0,1 0 0 0 0,1-2 0 0 0,-1 0 0 0 0,1-1 0 0 0,1-1 0 0 0,-1 0 0 0 0,1-2 0 0 0,0 0 0 0 0,0-1 0 0 0,0-1 0 0 0,0 0 0 0 0,1-2 0 0 0,-1 0 0 0 0,0-1 0 0 0,17-4 271 0 0,30-7-4247 0 0,-27 0 1298 0 0</inkml:trace>
  <inkml:trace contextRef="#ctx0" brushRef="#br0" timeOffset="350.64">415 211 3696 0 0,'0'0'4029'0'0,"0"0"-1870"0"0,0 0-1265 0 0,0 0-479 0 0,-9 19-75 0 0,-27 59 66 0 0,35-77-382 0 0,0 1-1 0 0,0 0 1 0 0,0-1 0 0 0,1 1 0 0 0,-1 0-1 0 0,1 0 1 0 0,-1-1 0 0 0,1 1-1 0 0,-1 0 1 0 0,1 0 0 0 0,0 0-1 0 0,0 0 1 0 0,0 0 0 0 0,0-1-1 0 0,1 1 1 0 0,-1 0 0 0 0,0 0-1 0 0,1 0 1 0 0,-1-1 0 0 0,1 1-1 0 0,0 0 1 0 0,-1 0 0 0 0,1-1-1 0 0,0 1 1 0 0,0-1 0 0 0,0 1 0 0 0,0-1-1 0 0,0 1 1 0 0,1-1 0 0 0,-1 1-1 0 0,0-1 1 0 0,1 0 0 0 0,-1 0-1 0 0,1 0 1 0 0,-1 0 0 0 0,1 0-1 0 0,-1 0 1 0 0,1 0 0 0 0,0 0-1 0 0,-1-1 1 0 0,1 1 0 0 0,0-1-1 0 0,0 1 1 0 0,0-1-24 0 0,9 5 44 0 0,17 7-45 0 0,1-1 0 0 0,0-2 1 0 0,1-1-1 0 0,-1-1 0 0 0,2-1 0 0 0,-1-2 0 0 0,1-1 0 0 0,-1-2 0 0 0,1-1 1 0 0,2-1 0 0 0,-22 2 1 0 0,1-1 1 0 0,-1 0 0 0 0,0-1-1 0 0,1 0 1 0 0,-1-1 0 0 0,0 0 0 0 0,0-1-1 0 0,0 0 1 0 0,0-1 0 0 0,0 0 0 0 0,-1-1-1 0 0,0 0 1 0 0,0-1 0 0 0,0 0-1 0 0,-1 0 1 0 0,1-1 0 0 0,3-4-2 0 0,-10 8-75 0 0,-1 0 0 0 0,1-1 0 0 0,-1 0 0 0 0,0 1-1 0 0,0-1 1 0 0,0 0 0 0 0,0 0 0 0 0,0 0 0 0 0,-1-1 0 0 0,0 1 0 0 0,0 0 0 0 0,0 0 0 0 0,-1-1 0 0 0,1 1 0 0 0,-1-1 0 0 0,0 1-1 0 0,0 0 1 0 0,-1-1 0 0 0,1 1 0 0 0,-1 0 0 0 0,0-1 0 0 0,0 1 0 0 0,0 0 0 0 0,-1 0 0 0 0,1 0 0 0 0,-1 0 0 0 0,0 0 0 0 0,0 0 0 0 0,-1 0-1 0 0,1 1 1 0 0,-1-1 0 0 0,0 1 0 0 0,0 0 0 0 0,0 0 0 0 0,0 0 0 0 0,-3-3 75 0 0,-3 1 79 0 0,0-1 1 0 0,1 1-1 0 0,-2 0 1 0 0,1 1-1 0 0,0 0 1 0 0,-1 1-1 0 0,0 0 0 0 0,0 0 1 0 0,0 1-1 0 0,0 1 1 0 0,0-1-1 0 0,-1 2 1 0 0,1-1-1 0 0,0 1 0 0 0,0 1 1 0 0,-1 0-1 0 0,1 0 1 0 0,0 1-1 0 0,0 0 0 0 0,0 1 1 0 0,0 0-1 0 0,1 1 1 0 0,-4 2-80 0 0,8-4-276 0 0,-65 44-1706 0 0,42 0-3377 0 0,26-21 1154 0 0</inkml:trace>
  <inkml:trace contextRef="#ctx0" brushRef="#br0" timeOffset="891.378">927 427 5076 0 0,'0'0'2432'0'0,"0"0"-927"0"0,0 0-586 0 0,0 0-151 0 0,0 0-62 0 0,0 0-72 0 0,0 0-103 0 0,0 0-159 0 0,0 0-190 0 0,19 6-72 0 0,58 16-11 0 0,48-8 1224 0 0,-92-15-732 0 0,-30-1-586 0 0,0-1 0 0 0,0 1 0 0 0,0-1 0 0 0,-1 0 0 0 0,0 0 0 0 0,1 0 0 0 0,-1 0 0 0 0,0 0 0 0 0,-1-1 0 0 0,1 1 0 0 0,0 0 0 0 0,-1-1 0 0 0,0 0 0 0 0,0 1 0 0 0,0-1 0 0 0,0 1 0 0 0,-1-1 0 0 0,1 0 0 0 0,-1 0 0 0 0,0 1 0 0 0,0-1 0 0 0,0 0 0 0 0,-1 0 0 0 0,1 1 0 0 0,-2-3-5 0 0,1-2-22 0 0,-1 0-1 0 0,0 1 0 0 0,-1-1 0 0 0,0 1 1 0 0,0 0-1 0 0,-1 0 0 0 0,1 0 0 0 0,-2 0 1 0 0,1 0-1 0 0,-1 1 0 0 0,0 0 0 0 0,0 0 1 0 0,0 0-1 0 0,-1 1 0 0 0,0-1 0 0 0,0 1 1 0 0,-7-4 22 0 0,-54-61 109 0 0,85 65-1319 0 0,172 32-1772 0 0,-95-8-1584 0 0,-22-7-492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56.3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0 130 560 0 0,'0'0'576'0'0,"0"0"754"0"0,0 0 1023 0 0,0 0-562 0 0,0 0-559 0 0,0 0-293 0 0,0 0-8 0 0,0 0 89 0 0,0 0-92 0 0,16 0-137 0 0,202-2 1545 0 0,-216 2-2326 0 0,1560-45 2827 0 0,-1287 27-2611 0 0,879-38 316 0 0,259 54-2841 0 0,-1381-1-417 0 0,-1 0-4132 0 0,-30 3 4005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56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545 0 2812 0 0,'0'0'1270'0'0,"0"0"2196"0"0,0 0-1870 0 0,0 0-738 0 0,0 0-123 0 0,0 0-10 0 0,0 0 69 0 0,42 2-21 0 0,132 7-197 0 0,-108 8-316 0 0,-58-11-241 0 0,-1 0 0 0 0,1 1 0 0 0,-1 0 0 0 0,0 0 1 0 0,-1 0-1 0 0,0 1 0 0 0,0 0 0 0 0,0 0 1 0 0,-1 1-1 0 0,-1 0 0 0 0,1-1 0 0 0,-1 1 0 0 0,-1 1 1 0 0,0-1-1 0 0,0 1 0 0 0,-1-1 0 0 0,0 1 1 0 0,0 0-1 0 0,-1 0 0 0 0,-1-1 0 0 0,0 1 0 0 0,0 0 1 0 0,-2 9-20 0 0,-1-3 16 0 0,-1-1 0 0 0,-1 0 0 0 0,-1 0 0 0 0,0 0 0 0 0,-1-1 0 0 0,0 0 0 0 0,-1 0 0 0 0,-1-1 0 0 0,0 0 0 0 0,-1 0 0 0 0,0-1 0 0 0,-1-1 0 0 0,0 1 0 0 0,-7 3-16 0 0,-24 20 12 0 0,-1-1-1 0 0,-2-2 0 0 0,-1-2 1 0 0,-2-2-1 0 0,-1-3 0 0 0,0-1 1 0 0,-43 13-12 0 0,63-24-111 0 0,0-1 1 0 0,-1-1-1 0 0,0-2 0 0 0,-1-1 1 0 0,0-1-1 0 0,-1-2 1 0 0,1-1-1 0 0,-1-1 1 0 0,1-2-1 0 0,-2-1 111 0 0,30-1-119 0 0,1-1 1 0 0,-1 1-1 0 0,1 0 0 0 0,-1-1 0 0 0,1 1 1 0 0,0-1-1 0 0,-1 0 0 0 0,1 0 0 0 0,0 0 0 0 0,0 0 1 0 0,0 0-1 0 0,1 0 0 0 0,-1-1 0 0 0,0 1 1 0 0,1-1-1 0 0,0 1 0 0 0,-1-1 0 0 0,1 1 0 0 0,0-1 1 0 0,0 0-1 0 0,1 1 0 0 0,-1-1 0 0 0,0 0 0 0 0,1 0 1 0 0,0 0-1 0 0,0 1 0 0 0,0-1 0 0 0,0 0 1 0 0,0 0-1 0 0,0 0 0 0 0,1 0 0 0 0,-1 1 0 0 0,1-1 1 0 0,0 0-1 0 0,0 0 0 0 0,0 1 0 0 0,0-1 1 0 0,0 1-1 0 0,1-1 0 0 0,-1 1 0 0 0,1-1 0 0 0,0 1 1 0 0,-1 0-1 0 0,1 0 0 0 0,1-1 119 0 0,7-4 145 0 0,1 0-1 0 0,0 1 0 0 0,0 0 1 0 0,0 1-1 0 0,1 1 1 0 0,0-1-1 0 0,0 2 1 0 0,0-1-1 0 0,0 2 1 0 0,1 0-1 0 0,-1 0 1 0 0,1 1-1 0 0,-1 1 0 0 0,1 0 1 0 0,-1 0-1 0 0,1 2 1 0 0,-1-1-1 0 0,7 3-144 0 0,168 56 2849 0 0,-92-24-2625 0 0,-44-21-729 0 0,2-2 0 0 0,-1-3 0 0 0,2-1 0 0 0,-1-3 0 0 0,1-3 0 0 0,0-2 0 0 0,3-2 505 0 0,12-5-3047 0 0,10-10-1832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25.53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5097.03125"/>
      <inkml:brushProperty name="anchorY" value="-12152.15137"/>
      <inkml:brushProperty name="scaleFactor" value="0.5"/>
    </inkml:brush>
  </inkml:definitions>
  <inkml:trace contextRef="#ctx0" brushRef="#br0">102 24 2400 0 0,'0'0'0'0'0,"0"0"1736"0"0,0 0-233 0 0,0 0-316 0 0,0 0-120 0 0,0 0-228 0 0,0 0-9 0 0,0 0-24 0 0,0 0-66 0 0,0 0 12 0 0,0 0-82 0 0,0 1-147 0 0,0 0-168 0 0,0 0-134 0 0,0 0-88 0 0,0 0-3 0 0,0 0-45 0 0,0 0 12 0 0,0-1-57 0 0,0 0-27 0 0,0 1 10 0 0,0-1-26 0 0,0 0-83 0 0,0 0-38 0 0,-2-1-56 0 0,0 0-76 0 0,-2 0-2 0 0,-2-1-40 0 0,-2-1 25 0 0,-1-1 139 0 0,-1 1 3 0 0,-2-1 144 0 0,1 0-32 0 0,1 1 108 0 0,2 1 21 0 0,0 0 13 0 0,3 1 17 0 0,2 0 12 0 0,1 1-16 0 0,1 0 25 0 0,1 0 16 0 0,0 0 61 0 0,0 0-34 0 0,1 1 42 0 0,-1-1-24 0 0,0 0 69 0 0,0 0 256 0 0,0 0 135 0 0,1 0-136 0 0,1 0-63 0 0,1 1-37 0 0,1 1-2 0 0,3 0 1 0 0,1 1-16 0 0,2 0-154 0 0,2 1-73 0 0,1 0-59 0 0,2 1-100 0 0,1 1 20 0 0,2 1-67 0 0,0 2 11 0 0,1 0-2 0 0,1 2 3 0 0,2 1 65 0 0,2 1-84 0 0,1 0 19 0 0,1 1 3 0 0,0 0 42 0 0,-1-1-58 0 0,-1 1 20 0 0,0-1 81 0 0,-4 1-6 0 0,0-1-11 0 0,-2 1 41 0 0,-1-1-46 0 0,-2 1 6 0 0,-2-1-36 0 0,-1-1 9 0 0,-3-2-52 0 0,0 0 19 0 0,-3 0-14 0 0,1 0 3 0 0,-1-1-6 0 0,0 2 7 0 0,-1 1-12 0 0,1 2-6 0 0,1 2 6 0 0,0 1-8 0 0,0 2 8 0 0,-1 1 2 0 0,0-1-1 0 0,0-1 6 0 0,-1-1 7 0 0,-1-1 74 0 0,0-2-54 0 0,-1 0-21 0 0,-1-1 49 0 0,0-1-60 0 0,-2 1 60 0 0,1-1-65 0 0,-1-1 15 0 0,0 0-5 0 0,-1-1-1 0 0,1-1-5 0 0,0-2 2 0 0,0-1-6 0 0,0-1 7 0 0,0 0-8 0 0,0-2 3 0 0,0 0-10 0 0,0 0 2 0 0,0 1-1 0 0,0-1 0 0 0,0 0 5 0 0,0 0-2 0 0,0 0-4 0 0,0 0 2 0 0,0-1-1 0 0,0 0-42 0 0,0 0 59 0 0,0 0-20 0 0,0 0-44 0 0,0 1 61 0 0,0 0-16 0 0,0 1 14 0 0,0 0-1 0 0,0 1 1 0 0,0 0 0 0 0,-1-1 0 0 0,0 0 0 0 0,0-1 0 0 0,0 0 5 0 0,1-1-7 0 0,-1-1 3 0 0,0 2-1 0 0,0-1-5 0 0,0 2 2 0 0,1 0-6 0 0,-1 2-3 0 0,-1 0 6 0 0,0 0-3 0 0,-1 1-60 0 0,1-2 32 0 0,0 0 34 0 0,0-1-17 0 0,1-2 14 0 0,1 0 2 0 0,0-1 4 0 0,0 0 8 0 0,0-1 46 0 0,0 1-13 0 0,0-2 21 0 0,0 1 1 0 0,0 0-19 0 0,0 0 7 0 0,0 0-3 0 0,0 0-42 0 0,0 0 54 0 0,0 0-13 0 0,0 0-43 0 0,0 0 57 0 0,0 0-5 0 0,0 0 2 0 0,0 0 7 0 0,0 0 21 0 0,0 0 9 0 0,0 0 4 0 0,0 0-19 0 0,0 0-21 0 0,-1 0-135 0 0,-1 0-151 0 0,-1 0-549 0 0,-4 0-449 0 0,-5 0-1465 0 0,-8 0-4368 0 0,22 0-2693 0 0,4 0 11943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27.83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373.26367"/>
      <inkml:brushProperty name="anchorY" value="-13747.8945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510.92969"/>
      <inkml:brushProperty name="anchorY" value="-14797.51367"/>
      <inkml:brushProperty name="scaleFactor" value="0.5"/>
    </inkml:brush>
  </inkml:definitions>
  <inkml:trace contextRef="#ctx0" brushRef="#br0">1 46 2792 0 0,'0'0'0'0'0,"0"0"1888"0"0,0 0-741 0 0,0 0-23 0 0,0 0-52 0 0,0 0-138 0 0,0 0-231 0 0,0 0-213 0 0,0 0-113 0 0,0 0 5 0 0,0 0 71 0 0,0 0-3 0 0,0-1-77 0 0,1 0-66 0 0,0 0-79 0 0,0 0-57 0 0,2 0-11 0 0,0 1 69 0 0,1-1 126 0 0,2 2-61 0 0,3 2-49 0 0,3 2-173 0 0,1 2 29 0 0,3 1 66 0 0,1 3-200 0 0,3 0 57 0 0,1 1-14 0 0,0 0-8 0 0,0 0-2 0 0,-1 1-4 0 0,0-2-51 0 0,-2 0 10 0 0,-2 0-7 0 0,1-2 47 0 0,-2 0-88 0 0,-3-1 41 0 0,-2-2-9 0 0,-1 0-18 0 0,-3 0-69 0 0,-1-2 0 0 0,-2-1-267 0 0,-1 0-395 0 0,-1 0-174 0 0,-1 1-372 0 0,-1 0-541 0 0,-3 1-780 0 0,-2-1 337 0 0,-5 0-932 0 0,1-1 3749 0 0</inkml:trace>
  <inkml:trace contextRef="#ctx0" brushRef="#br1" timeOffset="236.259">64 316 328 0 0,'0'0'0'0'0,"0"0"4256"0"0,0 0-3458 0 0,0 0 1301 0 0,0 0-784 0 0,0 0 51 0 0,0 0-244 0 0,0 0-81 0 0,0 0-254 0 0,0 0-95 0 0,0 0 29 0 0,0 0 18 0 0,9-16-52 0 0,7-7 85 0 0,8-5-240 0 0,6-4-275 0 0,5-1-253 0 0,3-1-38 0 0,0 2-190 0 0,-4 2-268 0 0,-5 4-515 0 0,-7 4-560 0 0,-7 5-1787 0 0,-6 3-5034 0 0,-4 6 6712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55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4325 43 1540 0 0,'0'0'1359'0'0,"0"0"1376"0"0,0 0 804 0 0,0 0-1858 0 0,0 0-719 0 0,0 0-232 0 0,0 0-178 0 0,0 0 55 0 0,0 0 423 0 0,-40 3-539 0 0,-132 12-427 0 0,61 10-74 0 0,94-18 24 0 0,-2 2 62 0 0,0 0 1 0 0,0 1-1 0 0,1 0 1 0 0,1 2-1 0 0,-1 0 0 0 0,2 1 1 0 0,0 1-1 0 0,0 0 0 0 0,-4 7-76 0 0,13-13-26 0 0,0 0 0 0 0,0 0-1 0 0,1 1 1 0 0,1-1-1 0 0,0 2 1 0 0,0-1 0 0 0,0 0-1 0 0,1 1 1 0 0,1 0 0 0 0,-1 0-1 0 0,2 0 1 0 0,-1 0-1 0 0,2 0 1 0 0,-1 1 0 0 0,1-1-1 0 0,1 1 1 0 0,0-1-1 0 0,0 1 1 0 0,2 7 26 0 0,2-11-79 0 0,1-1 0 0 0,-1 1 1 0 0,1-1-1 0 0,1 0 0 0 0,-1 0 0 0 0,1 0 0 0 0,0-1 0 0 0,0 0 1 0 0,1 0-1 0 0,0 0 0 0 0,0-1 0 0 0,0 0 0 0 0,0-1 0 0 0,0 0 1 0 0,1 0-1 0 0,-1 0 0 0 0,1-1 0 0 0,0 0 0 0 0,0 0 0 0 0,0-1 1 0 0,8 1 78 0 0,16 3-586 0 0,0-1 1 0 0,0-2-1 0 0,0-1 1 0 0,1-1-1 0 0,-1-2 1 0 0,0-1-1 0 0,0-1 1 0 0,0-2-1 0 0,28-9 586 0 0,-31 6-1043 0 0,0-1 1 0 0,-1-2-1 0 0,0-1 0 0 0,-1-1 1 0 0,0-1-1 0 0,14-11 1043 0 0,5-15-1011 0 0,-25 7 3085 0 0,-20 24 4457 0 0,-8 14-4514 0 0,-12 12-1914 0 0,18-15 206 0 0,-4 3-284 0 0,1 0 0 0 0,-1 1 0 0 0,1-1 0 0 0,0 1 0 0 0,0 0 0 0 0,1 0 0 0 0,-1 1 0 0 0,1-1 0 0 0,0 1 0 0 0,1 0 0 0 0,-1 0 0 0 0,1 0 0 0 0,0 0 0 0 0,1 0 0 0 0,-1 0-1 0 0,1 0 1 0 0,0 0 0 0 0,1 1 0 0 0,0-1 0 0 0,0 0 0 0 0,0 1 0 0 0,1-1 0 0 0,-1 0 0 0 0,2 1 0 0 0,-1-1 0 0 0,1 0 0 0 0,0 0 0 0 0,0 0 0 0 0,0 0 0 0 0,1-1 0 0 0,0 1 0 0 0,4 5-25 0 0,10 3-44 0 0,0 0 1 0 0,2-1-1 0 0,0-1 1 0 0,0-1-1 0 0,1 0 1 0 0,0-1-1 0 0,1-2 1 0 0,0 0-1 0 0,0-1 1 0 0,1-1-1 0 0,0-1 1 0 0,0-1-1 0 0,0-1 1 0 0,0-1-1 0 0,1-1 1 0 0,-1-1-1 0 0,10-1 44 0 0,120-15-116 0 0,-147 15 107 0 0,0 0 0 0 0,0-1 0 0 0,0 0 0 0 0,0 0 0 0 0,0 0 0 0 0,0-1 0 0 0,-1 0 0 0 0,1 0 0 0 0,-1 0 0 0 0,1 0 0 0 0,-1 0 0 0 0,0-1 0 0 0,-1 0 0 0 0,1 0 0 0 0,0 0 0 0 0,-1 0-1 0 0,0-1 1 0 0,0 1 0 0 0,-1-1 0 0 0,1 0 0 0 0,-1 0 0 0 0,0 0 0 0 0,0 0 0 0 0,0 0 0 0 0,-1 0 0 0 0,0 0 0 0 0,0-1 9 0 0,1-5-18 0 0,-1 0 0 0 0,0 0 0 0 0,0 0 0 0 0,-1 0 0 0 0,0 0 1 0 0,-1 0-1 0 0,-1 0 0 0 0,0 0 0 0 0,0 0 0 0 0,-1 1 0 0 0,0-1 0 0 0,-1 1 0 0 0,0-1 0 0 0,-1 1 0 0 0,0 0 0 0 0,-1 1 0 0 0,-1-3 18 0 0,-8-4-23 0 0,0 1-1 0 0,0 1 0 0 0,-2 0 0 0 0,0 2 0 0 0,0-1 0 0 0,-1 2 1 0 0,0 1-1 0 0,-1 0 0 0 0,-1 1 0 0 0,1 1 0 0 0,-1 1 1 0 0,0 1-1 0 0,-1 0 0 0 0,0 2 0 0 0,0 0 0 0 0,0 2 0 0 0,0 0 1 0 0,0 1-1 0 0,0 1 0 0 0,0 1 0 0 0,0 1 0 0 0,-18 4 24 0 0,22-2-349 0 0,0 0 0 0 0,1 1 0 0 0,-1 0-1 0 0,2 1 1 0 0,-1 1 0 0 0,1 1 0 0 0,0 0-1 0 0,0 1 1 0 0,1 1 0 0 0,0 0 0 0 0,1 1-1 0 0,0 0 1 0 0,0 1 0 0 0,2 0 0 0 0,-1 1 0 0 0,-7 12 349 0 0,1 14-2012 0 0,15 7-741 0 0</inkml:trace>
  <inkml:trace contextRef="#ctx0" brushRef="#br0" timeOffset="365.341">5292 502 2784 0 0,'0'0'126'0'0,"0"0"488"0"0,0 0 1943 0 0,0 0-511 0 0,0 0-1003 0 0,0 0-580 0 0,0 0-253 0 0,0 0 26 0 0,0 0 62 0 0,0 0-37 0 0,12 9-87 0 0,39 27 1 0 0,-49-35-123 0 0,0 0-1 0 0,0 0 1 0 0,-1 0-1 0 0,1 0 0 0 0,0 0 1 0 0,1 0-1 0 0,-1-1 1 0 0,0 1-1 0 0,0-1 1 0 0,0 1-1 0 0,0-1 1 0 0,0 0-1 0 0,0 0 1 0 0,0 0-1 0 0,1 0 1 0 0,-1-1-1 0 0,0 1 1 0 0,0 0-1 0 0,0-1 1 0 0,0 1-1 0 0,0-1 1 0 0,0 0-1 0 0,0 0 1 0 0,0 0-1 0 0,1 0-51 0 0,-3-25 1017 0 0,-1 19-1035 0 0,-1 0 0 0 0,0 1 1 0 0,0 0-1 0 0,-1-1 0 0 0,0 1 1 0 0,0 0-1 0 0,0 0 1 0 0,-1 0-1 0 0,0 1 0 0 0,0-1 1 0 0,0 1-1 0 0,-1 0 0 0 0,0 0 1 0 0,0 1-1 0 0,0-1 1 0 0,-4-1 17 0 0,-10-12-71 0 0,-25-24-27 0 0,28 30 128 0 0,2-1 1 0 0,0-1 0 0 0,0 0-1 0 0,2-1 1 0 0,-1 0-1 0 0,2-1 1 0 0,-6-11-31 0 0,15 25 22 0 0,1 0 1 0 0,-1-1-1 0 0,1 1 0 0 0,0 0 1 0 0,0 0-1 0 0,0 0 0 0 0,0-1 1 0 0,0 1-1 0 0,1 0 0 0 0,-1-1 1 0 0,1 1-1 0 0,0-1 0 0 0,-1 1 1 0 0,1-1-1 0 0,0 1 0 0 0,0-1 1 0 0,1 1-1 0 0,-1-1 1 0 0,0 1-1 0 0,1 0 0 0 0,0-1 1 0 0,-1 1-1 0 0,1 0 0 0 0,0-1 1 0 0,0 1-1 0 0,0 0 0 0 0,1 0 1 0 0,-1 0-1 0 0,0 0 0 0 0,1 0 1 0 0,-1 0-1 0 0,1 0 0 0 0,0 0 1 0 0,0 1-1 0 0,0-1 0 0 0,-1 1 1 0 0,2-1-1 0 0,-1 1 1 0 0,0 0-1 0 0,0-1 0 0 0,0 1 1 0 0,2 0-23 0 0,25-6 424 0 0,0 1 0 0 0,0 1 1 0 0,0 2-1 0 0,1 1 1 0 0,-1 1-1 0 0,21 3-424 0 0,-7-2 288 0 0,-11 0-492 0 0,130 5-260 0 0,-58 17-5866 0 0,-85-14 829 0 0</inkml:trace>
  <inkml:trace contextRef="#ctx0" brushRef="#br0" timeOffset="-1759.713">85 495 3636 0 0,'0'0'2351'0'0,"0"0"323"0"0,0 0-1068 0 0,0 0-711 0 0,0 0-192 0 0,0 0 211 0 0,0 0 40 0 0,40 7-273 0 0,128 24-348 0 0,9-12-352 0 0,-10-17 674 0 0,-165-3-647 0 0,0 1 0 0 0,0-1 1 0 0,0 1-1 0 0,0-1 0 0 0,0 0 1 0 0,0 0-1 0 0,0 0 0 0 0,0 0 0 0 0,0 0 1 0 0,0 0-1 0 0,-1 0 0 0 0,1-1 1 0 0,0 1-1 0 0,-1 0 0 0 0,1-1 1 0 0,-1 0-1 0 0,0 1 0 0 0,1-1 0 0 0,-1 0 1 0 0,0 0-1 0 0,0 0 0 0 0,0 1 1 0 0,0-1-1 0 0,0 0 0 0 0,-1-1 1 0 0,1 1-1 0 0,0 0 0 0 0,-1 0 0 0 0,0 0 1 0 0,1 0-1 0 0,-1 0 0 0 0,0 0 1 0 0,0-1-1 0 0,0 1 0 0 0,-1 0 1 0 0,1 0-1 0 0,0 0 0 0 0,-1 0 1 0 0,1 0-1 0 0,-1 0 0 0 0,0 0 0 0 0,0 0 1 0 0,0 0-1 0 0,0 0 0 0 0,0 0 1 0 0,0 0-1 0 0,0 0 0 0 0,-1 1 1 0 0,1-1-1 0 0,-1 1 0 0 0,-1-2-8 0 0,-14-15-136 0 0,-1 1-1 0 0,0 0 1 0 0,-1 2 0 0 0,-1 0 0 0 0,-1 1-1 0 0,0 1 1 0 0,-1 1 0 0 0,0 1-1 0 0,-15-5 137 0 0,-82-35 257 0 0,-3 4-1 0 0,-64-13-256 0 0,185 60-6 0 0,1 0 0 0 0,-1 1 1 0 0,0-1-1 0 0,1 0 0 0 0,-1 0 0 0 0,1 0 0 0 0,-1 0 0 0 0,0 0 0 0 0,1 0 1 0 0,-1 0-1 0 0,0 0 0 0 0,1 0 0 0 0,-1 0 0 0 0,1 0 0 0 0,-1-1 0 0 0,0 1 1 0 0,1 0-1 0 0,-1 0 0 0 0,1 0 0 0 0,-1-1 0 0 0,1 1 0 0 0,-1 0 1 0 0,1-1-1 0 0,-1 1 0 0 0,1-1 0 0 0,-1 1 0 0 0,1 0 0 0 0,-1-1 0 0 0,1 1 1 0 0,0-1-1 0 0,-1 1 0 0 0,1-1 0 0 0,0 1 0 0 0,-1-1 0 0 0,1 0 1 0 0,0 1-1 0 0,0-1 0 0 0,0 1 0 0 0,-1-1 0 0 0,1 0 0 0 0,0 1 0 0 0,0-1 1 0 0,0 1-1 0 0,0-1 0 0 0,0 0 0 0 0,0 1 0 0 0,0-1 0 0 0,0 1 0 0 0,0-1 1 0 0,0 0-1 0 0,1 1 0 0 0,-1-1 0 0 0,0 1 0 0 0,0-1 0 0 0,1 0 1 0 0,-1 1-1 0 0,0-1 0 0 0,1 1 0 0 0,-1-1 0 0 0,0 1 0 0 0,1-1 0 0 0,-1 1 1 0 0,1-1-1 0 0,-1 1 0 0 0,1 0 0 0 0,-1-1 0 0 0,1 1 6 0 0,38-20-194 0 0,-39 20 194 0 0,69-25-17 0 0,0 3 0 0 0,2 3 1 0 0,0 4-1 0 0,0 2 0 0 0,2 4 0 0 0,1 2 17 0 0,143 2-2721 0 0,-171 8-70 0 0,3 7-1922 0 0</inkml:trace>
  <inkml:trace contextRef="#ctx0" brushRef="#br0" timeOffset="-1363.127">1169 248 1880 0 0,'0'0'1501'0'0,"0"0"2319"0"0,0 0-2134 0 0,0 0-745 0 0,0 0-95 0 0,0 0 14 0 0,47-1-119 0 0,154-3-224 0 0,-42-20-50 0 0,-120 14-378 0 0,-19 7 22 0 0,0-2 0 0 0,0 0-1 0 0,-1-1 1 0 0,0-2 0 0 0,0 1 0 0 0,0-2-1 0 0,13-9-110 0 0,-31 16 16 0 0,0 1 0 0 0,0-1 1 0 0,0 1-1 0 0,-1-1 0 0 0,1 1 0 0 0,0-1 0 0 0,-1 0 0 0 0,1 1 0 0 0,-1-1 0 0 0,0 0 0 0 0,0 1 0 0 0,0-1 1 0 0,1 0-1 0 0,-2 0 0 0 0,1 1 0 0 0,0-1 0 0 0,0 0 0 0 0,0 1 0 0 0,-1-1 0 0 0,1 0 0 0 0,-1 1 0 0 0,1-1 0 0 0,-1 1 1 0 0,0-1-1 0 0,0 0 0 0 0,0 1 0 0 0,0 0 0 0 0,0-1 0 0 0,0 1 0 0 0,0-1 0 0 0,0 1 0 0 0,0 0 0 0 0,-1 0 1 0 0,1 0-1 0 0,0 0 0 0 0,-1 0 0 0 0,1 0 0 0 0,-1 0 0 0 0,1 0 0 0 0,-1 1 0 0 0,1-1 0 0 0,-1 0 0 0 0,0 1 0 0 0,1 0 1 0 0,-1-1-1 0 0,0 1 0 0 0,1 0 0 0 0,-1 0 0 0 0,0 0 0 0 0,-1 0-16 0 0,-28-9-43 0 0,-1 1-1 0 0,1 1 1 0 0,-1 2 0 0 0,0 2-1 0 0,-1 0 1 0 0,1 3 0 0 0,0 0-1 0 0,-2 2 44 0 0,16-2-16 0 0,-1 1 0 0 0,1 1 0 0 0,0 0 0 0 0,-1 2 0 0 0,1 0 0 0 0,1 1 0 0 0,-1 0 0 0 0,1 2 0 0 0,0 0 0 0 0,0 1 0 0 0,1 1 0 0 0,0 0 0 0 0,0 1 0 0 0,1 1 0 0 0,1 0 0 0 0,0 1 0 0 0,0 0 0 0 0,1 1 0 0 0,1 1 0 0 0,0 0 0 0 0,1 1 0 0 0,0 0 0 0 0,2 1 0 0 0,-1 0 0 0 0,2 0 0 0 0,0 1 0 0 0,1 0 0 0 0,-1 6 16 0 0,7-15-1 0 0,0-1 0 0 0,0 1 0 0 0,1-1 1 0 0,0 1-1 0 0,0 0 0 0 0,1-1 0 0 0,0 1 1 0 0,1-1-1 0 0,-1 1 0 0 0,1-1 1 0 0,1 1-1 0 0,-1-1 0 0 0,1 0 0 0 0,0 0 1 0 0,1-1-1 0 0,0 1 0 0 0,0 0 0 0 0,0-1 1 0 0,1 0-1 0 0,0 0 0 0 0,0-1 0 0 0,1 1 1 0 0,-1-1-1 0 0,1 0 0 0 0,0-1 1 0 0,1 1-1 0 0,-1-1 0 0 0,1 0 0 0 0,-1-1 1 0 0,7 3 0 0 0,37 19-142 0 0,0-2 1 0 0,1-3 0 0 0,1-2-1 0 0,1-2 1 0 0,1-2 0 0 0,30 2 141 0 0,125 4-4402 0 0,-152-20 1314 0 0</inkml:trace>
  <inkml:trace contextRef="#ctx0" brushRef="#br0" timeOffset="-903.25">1985 663 4620 0 0,'0'0'4569'0'0,"0"0"-2762"0"0,0 0-1530 0 0,0 0-124 0 0,0 0 77 0 0,0 0 433 0 0,0 0-31 0 0,30-23-308 0 0,94-73-476 0 0,-120 94 109 0 0,-1-1 0 0 0,1 1 0 0 0,-1-1 0 0 0,0 1 0 0 0,0-1 0 0 0,0 0 0 0 0,0 0 0 0 0,0 0 0 0 0,-1-1 0 0 0,0 1 0 0 0,1-1 0 0 0,-1 1 0 0 0,0-1 1 0 0,-1 0-1 0 0,1 1 0 0 0,-1-1 0 0 0,0 0 0 0 0,1 0 0 0 0,-2 0 0 0 0,1 0 0 0 0,0-1 0 0 0,-1 1 0 0 0,0-1 43 0 0,0-5-199 0 0,2 0-13 0 0,-2 0 1 0 0,1 0 0 0 0,-1 0 0 0 0,-1 0-1 0 0,0 1 1 0 0,0-1 0 0 0,-1 0-1 0 0,-1 0 1 0 0,1 1 0 0 0,-1 0-1 0 0,-1-1 1 0 0,0 1 0 0 0,0 0-1 0 0,-1 1 1 0 0,0-1 0 0 0,-3-3 211 0 0,-4-4-505 0 0,-25-52-2659 0 0,37 66 2481 0 0,0 2-16 0 0,27 0 225 0 0,151-14 6444 0 0,-126 1-4988 0 0,-5 0-6 0 0,1 2 0 0 0,0 2 0 0 0,1 2 1 0 0,8 1-977 0 0,-45 8 173 0 0,0 1 1 0 0,-1 0-1 0 0,1 0 1 0 0,-1 1-1 0 0,0 1 0 0 0,0 0 1 0 0,0 0-1 0 0,-1 1 1 0 0,0 0-1 0 0,0 1 1 0 0,0 0-1 0 0,-1 1 1 0 0,0 0-1 0 0,0 0 1 0 0,-1 1-1 0 0,0 0 1 0 0,-1 1-1 0 0,0 0 1 0 0,0 0-1 0 0,-1 0 1 0 0,2 7-174 0 0,10 19 44 0 0,-3 0 0 0 0,-1 1 0 0 0,-2 1 0 0 0,-1 0 0 0 0,-2 0 0 0 0,1 18-44 0 0,6 17-700 0 0,-11 8-3258 0 0,-5-60 566 0 0,0 1-2836 0 0</inkml:trace>
  <inkml:trace contextRef="#ctx0" brushRef="#br0" timeOffset="36528.756">2915 354 2492 0 0,'0'0'2169'0'0,"0"0"-1090"0"0,0 0-177 0 0,0 0-19 0 0,0 0-110 0 0,0 0-167 0 0,0 0-228 0 0,0 0-220 0 0,0 0-145 0 0,3-7-68 0 0,20-31-243 0 0,20-38-4577 0 0,-49 83 2540 0 0,-57 107 445 0 0</inkml:trace>
  <inkml:trace contextRef="#ctx0" brushRef="#br0" timeOffset="36831.212">2978 153 3952 0 0,'0'0'3529'0'0,"0"0"-1795"0"0,0 0-645 0 0,0 0-27 0 0,0 0 229 0 0,0 0-31 0 0,0 0-308 0 0,0 0-352 0 0,0 0-297 0 0,8 5-164 0 0,185 179 363 0 0,-31-16-558 0 0,-94-89-1707 0 0,-68-74 659 0 0,0-4-3218 0 0,-4-1-14 0 0</inkml:trace>
  <inkml:trace contextRef="#ctx0" brushRef="#br0" timeOffset="37053.26">3060 526 11409 0 0,'0'0'2352'0'0,"0"0"-1452"0"0,0 0-192 0 0,0 0 224 0 0,0 0 241 0 0,0 0-297 0 0,0 0-232 0 0,186-118-404 0 0,-109 71-240 0 0,0-3-172 0 0,-9 4-260 0 0,-9 3-380 0 0,-9 5-172 0 0,-9 9-449 0 0,-14 8-987 0 0,-9-2-2652 0 0</inkml:trace>
  <inkml:trace contextRef="#ctx0" brushRef="#br0" timeOffset="37578.122">5995 45 340 0 0,'0'0'8330'0'0,"0"0"-4887"0"0,0 0-1968 0 0,0 0-360 0 0,0 0-100 0 0,0 0-161 0 0,0 0-164 0 0,4 16-354 0 0,14 54-313 0 0,-10 20-506 0 0,7 5-1292 0 0,3-23-1433 0 0,-23-56 763 0 0,-17 5-1909 0 0</inkml:trace>
  <inkml:trace contextRef="#ctx0" brushRef="#br0" timeOffset="37816.415">5673 578 1056 0 0,'0'0'10865'0'0,"0"0"-8417"0"0,0 0-1248 0 0,0 0-884 0 0,0 0 713 0 0,0 0 211 0 0,208-145-316 0 0,-140 93-640 0 0,5-4-284 0 0,-10 4-224 0 0,-8 5-352 0 0,-10 9-376 0 0,-13 7-293 0 0,-10 12-915 0 0,-3 1-2644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54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1240 0 0,'0'0'3094'0'0,"0"0"-794"0"0,0 0-527 0 0,0 0-214 0 0,0 0-81 0 0,0 0-145 0 0,0 0-91 0 0,0 0-138 0 0,0 0-112 0 0,50-4 7 0 0,165-13 15 0 0,649-24 1903 0 0,-29 5-3918 0 0,-697 30 659 0 0,1 0-3491 0 0,-136 23-2777 0 0,-11-1 2623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54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85 112 208 0 0,'0'0'2006'0'0,"0"0"-955"0"0,0 0-498 0 0,0 0-370 0 0,0 0 386 0 0,0 0 1520 0 0,0 0-557 0 0,0 0-664 0 0,0 0-139 0 0,0 0 157 0 0,21-11 82 0 0,66-34-178 0 0,-13 18 1197 0 0,-49 20-1537 0 0,0 0 0 0 0,1 2 0 0 0,-1 1 0 0 0,1 1 0 0 0,0 1 0 0 0,1 1 0 0 0,0 1-450 0 0,-22 2 45 0 0,1 0 0 0 0,0 0 1 0 0,-1 0-1 0 0,1 0 0 0 0,-1 1 0 0 0,0 0 1 0 0,0 0-1 0 0,0 0 0 0 0,0 1 0 0 0,-1 0 1 0 0,1-1-1 0 0,-1 2 0 0 0,0-1 0 0 0,0 0 1 0 0,0 1-1 0 0,-1 0 0 0 0,0 0 0 0 0,0 0 1 0 0,0 0-1 0 0,0 0 0 0 0,1 5-45 0 0,1 3 21 0 0,0 0 1 0 0,-1 0-1 0 0,0 0 0 0 0,0 1 0 0 0,-2 0 1 0 0,0 0-1 0 0,0 0 0 0 0,-1 0 0 0 0,-1 0 1 0 0,-1 0-1 0 0,0 3-21 0 0,1 12-11 0 0,-3-10 2 0 0,-1 0-1 0 0,0 0 0 0 0,-2-1 0 0 0,0 0 1 0 0,-1 0-1 0 0,-1 0 0 0 0,0-1 1 0 0,-1 0-1 0 0,-1-1 0 0 0,-1 0 0 0 0,0 0 1 0 0,-7 6 9 0 0,-3 4-46 0 0,0 0 0 0 0,-2-2 0 0 0,-1-1 0 0 0,0 0 1 0 0,-2-2-1 0 0,-1-1 0 0 0,0-1 0 0 0,-24 12 46 0 0,43-29-110 0 0,-1 1 0 0 0,0-1 0 0 0,0-1 0 0 0,0 0 0 0 0,0 0 0 0 0,0 0 0 0 0,0-2 0 0 0,-1 1 0 0 0,1-1 0 0 0,0 0 0 0 0,0-1 0 0 0,1 0 1 0 0,-1 0-1 0 0,0-1 0 0 0,1 0 0 0 0,-1 0 0 0 0,1-1 0 0 0,0 0 0 0 0,0-1 0 0 0,0 0 0 0 0,1 0 0 0 0,0-1 0 0 0,0 0 0 0 0,0 0 0 0 0,1 0 0 0 0,-1-1 0 0 0,1-1 110 0 0,5 7 30 0 0,-1 1 0 0 0,1-1 0 0 0,0 0 0 0 0,0 1 0 0 0,0-1 0 0 0,0 0-1 0 0,0 0 1 0 0,0 0 0 0 0,0 0 0 0 0,0 0 0 0 0,0 0 0 0 0,1 0 0 0 0,-1 0 0 0 0,0 0 0 0 0,1 0 0 0 0,-1-1 0 0 0,1 1 0 0 0,-1 0-1 0 0,1 0 1 0 0,-1-1 0 0 0,1 1 0 0 0,0 0 0 0 0,0 0 0 0 0,0-1 0 0 0,-1 1 0 0 0,1 0 0 0 0,0-1 0 0 0,1 1 0 0 0,-1 0 0 0 0,0-1-1 0 0,0 1 1 0 0,1 0 0 0 0,-1 0 0 0 0,0-1 0 0 0,1 1 0 0 0,-1 0 0 0 0,1 0 0 0 0,0 0 0 0 0,-1-1 0 0 0,1 1 0 0 0,0 0 0 0 0,0 0 0 0 0,0 0-1 0 0,0 0 1 0 0,0 1 0 0 0,0-1 0 0 0,0 0 0 0 0,0 0 0 0 0,0 0 0 0 0,0 1 0 0 0,0-1 0 0 0,0 1 0 0 0,0-1 0 0 0,1 1 0 0 0,-1-1-1 0 0,0 1 1 0 0,1-1 0 0 0,-1 1 0 0 0,0 0 0 0 0,0 0 0 0 0,1 0 0 0 0,0 0-30 0 0,24-2 86 0 0,0 1 0 0 0,-1 1 0 0 0,1 1 0 0 0,-1 2 0 0 0,1 0-1 0 0,-1 2 1 0 0,0 0 0 0 0,0 2 0 0 0,-1 1 0 0 0,1 1 0 0 0,-2 1 0 0 0,0 1 0 0 0,0 1 0 0 0,-1 1 0 0 0,18 13-86 0 0,-37-24 10 0 0,159 93 198 0 0,-117-63-239 0 0,1-2 1 0 0,2-3-1 0 0,0-1 1 0 0,2-3-1 0 0,1-1 0 0 0,0-3 1 0 0,1-2-1 0 0,1-3 0 0 0,1-2 1 0 0,0-2-1 0 0,30 0 31 0 0,-83-10-97 0 0,33-3-1710 0 0,-17-12-4162 0 0,-15-7-2265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53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1139 240 1644 0 0,'0'0'1030'0'0,"0"0"-380"0"0,0 0-366 0 0,0 0-121 0 0,0 0 304 0 0,0 0 1095 0 0,0 0 266 0 0,0 0-563 0 0,0 0-360 0 0,0 0-102 0 0,3-2 18 0 0,30-15 3599 0 0,-32 17-3874 0 0,45 22 787 0 0,311 247-998 0 0,-116-72-568 0 0,-219-162-2132 0 0,-22-35 1272 0 0,0 0-317 0 0,-1 6-5708 0 0,-7-6 3133 0 0</inkml:trace>
  <inkml:trace contextRef="#ctx0" brushRef="#br0" timeOffset="237.718">1225 707 1188 0 0,'0'0'2533'0'0,"0"0"947"0"0,0 0-1614 0 0,0 0-653 0 0,0 0 62 0 0,0 0 63 0 0,0 0-252 0 0,0 0-368 0 0,30-17 67 0 0,192-113 1587 0 0,221-139 676 0 0,-359 204-3905 0 0,-82 56-568 0 0,-5 5-3996 0 0,-8 2 187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0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327 2256 1044 0 0,'0'0'1476'0'0,"0"0"2352"0"0,0 0-2073 0 0,0 0-1035 0 0,0 0-185 0 0,0 0 61 0 0,0 0-14 0 0,0 0-144 0 0,0 0-214 0 0,4-1-182 0 0,11-1-36 0 0,-12 1 40 0 0,-3 1 152 0 0,0 0 89 0 0,0 0 40 0 0,0 0 61 0 0,19-2 2445 0 0,122-110-1981 0 0,113-119-738 0 0,-40 28-103 0 0,84-69 40 0 0,445-271 697 0 0,-402 305-257 0 0,-124 102-485 0 0,42-38 385 0 0,-87 30-650 0 0,-77 58 195 0 0,-37 32-174 0 0,11-2 490 0 0,-64 57 295 0 0,-5 6-628 0 0,2 17 99 0 0,1-1 0 0 0,1-1 0 0 0,1 1 1 0 0,0 0-1 0 0,2-1 0 0 0,5 10-18 0 0,18 67-5 0 0,5 79-19 0 0,12 123-29 0 0,43 27-96 0 0,18 51-109 0 0,-99-342 338 0 0,-2 0 0 0 0,-1 1 1 0 0,-2 0-1 0 0,-2 34-80 0 0,-11 140 142 0 0,0 160-337 0 0,-13-264 234 0 0,22-107-24 0 0,0-1 29 0 0,-19 1 377 0 0,-159-8 39 0 0,147 4-535 0 0,-158-15-1449 0 0,-1 8-1 0 0,0 9 0 0 0,-118 17 1525 0 0,-89-7-9801 0 0,265-16 9628 0 0,1-4 3426 0 0,-467-39 5780 0 0,410 45-8488 0 0,0 8 1 0 0,0 8 0 0 0,1 8 0 0 0,-114 29-546 0 0,263-42 85 0 0,-74 10 109 0 0,112-16-187 0 0,0 0-2 0 0,0 2-3 0 0,0-2-10 0 0,-3 5-715 0 0,1 33-15162 0 0,2-37 13812 0 0,0-45 1610 0 0</inkml:trace>
  <inkml:trace contextRef="#ctx0" brushRef="#br0" timeOffset="858.659">1823 2938 9129 0 0,'0'0'2150'0'0,"0"0"-957"0"0,0 0-509 0 0,0 0-142 0 0,0 0-89 0 0,0 0-52 0 0,6-17-184 0 0,58-128-272 0 0,-55 130 65 0 0,0 1 0 0 0,2 0 1 0 0,-1 1-1 0 0,2 0 0 0 0,-1 0 0 0 0,2 1 0 0 0,0 1 0 0 0,11-8-10 0 0,-23 19-8 0 0,0 0 0 0 0,-1 0 0 0 0,1 0 1 0 0,0 0-1 0 0,0 0 0 0 0,0 0 0 0 0,0 0 0 0 0,0 0 0 0 0,0 0 0 0 0,-1 1 0 0 0,1-1 0 0 0,0 0 0 0 0,0 1 0 0 0,0-1 0 0 0,-1 0 0 0 0,1 1 0 0 0,0-1 0 0 0,0 1 0 0 0,-1-1 0 0 0,1 1 0 0 0,0 0 0 0 0,-1-1 0 0 0,1 1 0 0 0,-1 0 0 0 0,1-1 0 0 0,-1 1 0 0 0,1 0 0 0 0,-1 0 0 0 0,1-1 0 0 0,-1 1 0 0 0,0 0 1 0 0,1 0-1 0 0,-1 0 0 0 0,0-1 0 0 0,0 1 0 0 0,1 0 0 0 0,-1 0 0 0 0,0 0 0 0 0,0 0 0 0 0,0 0 0 0 0,0 0 0 0 0,0 0 0 0 0,-1-1 0 0 0,1 1 0 0 0,0 0 0 0 0,0 0 0 0 0,0 0 0 0 0,-1 0 0 0 0,1-1 0 0 0,-1 1 0 0 0,1 0 0 0 0,0 0 0 0 0,-1-1 0 0 0,1 1 0 0 0,-1 0 0 0 0,0 0 8 0 0,1 7-92 0 0,-3 25 41 0 0,-1 0-1 0 0,-2 0 0 0 0,-2 0 0 0 0,0-1 1 0 0,-2 0-1 0 0,-5 8 52 0 0,0 3-68 0 0,-14 40 569 0 0,-4-1 1 0 0,-3-1-1 0 0,-42 65-501 0 0,75-140 62 0 0,0-1 0 0 0,-1 1-1 0 0,0-1 1 0 0,0 0-1 0 0,0 0 1 0 0,-1-1-1 0 0,1 1 1 0 0,-1-1-1 0 0,0 0 1 0 0,0-1-1 0 0,-1 1 1 0 0,1-1 0 0 0,-1 0-1 0 0,0 0 1 0 0,1 0-1 0 0,-1-1 1 0 0,0 0-1 0 0,-1 0 1 0 0,1-1-1 0 0,0 0 1 0 0,0 0 0 0 0,-5 0-62 0 0,-101 3 336 0 0,110-4-279 0 0,2 0-33 0 0,23 0 311 0 0,40-11-191 0 0,299 3-1019 0 0,-243 4-563 0 0,-2-1-2116 0 0,-41 1-2712 0 0,-42 1 765 0 0</inkml:trace>
  <inkml:trace contextRef="#ctx0" brushRef="#br0" timeOffset="15714.411">4114 771 796 0 0,'0'0'2098'0'0,"0"0"-495"0"0,0 0-583 0 0,0 0-198 0 0,0 0-140 0 0,0 0-9 0 0,7 1-22 0 0,49-5 1900 0 0,-56 4-2838 0 0,0 0-148 0 0,28-6-1339 0 0,-19 3 5170 0 0,-20 17-2767 0 0,-24 22-1010 0 0,12-9 487 0 0,1 1 0 0 0,2 1 0 0 0,1 0 1 0 0,1 2-1 0 0,2 0 0 0 0,1 1 0 0 0,1 1 0 0 0,2 0 1 0 0,0 6-107 0 0,-40 90 809 0 0,44-110-790 0 0,1 1 1 0 0,1 0-1 0 0,0 1 1 0 0,2-1-1 0 0,0 1 0 0 0,2 0 1 0 0,0 0-1 0 0,1 0 1 0 0,1 5-20 0 0,1-22-28 0 0,-1 0 0 0 0,1-1 0 0 0,0 1 0 0 0,0-1 0 0 0,0 1 0 0 0,0-1 0 0 0,0 1 0 0 0,1-1 0 0 0,0 0 0 0 0,0 1 0 0 0,0-1 0 0 0,0 0 0 0 0,0 0 0 0 0,0-1 0 0 0,1 1 0 0 0,-1 0 0 0 0,1-1 0 0 0,0 1 0 0 0,0-1 0 0 0,0 0 0 0 0,0 0 0 0 0,0 0 0 0 0,1-1 0 0 0,-1 1 0 0 0,0-1-1 0 0,1 1 1 0 0,-1-1 0 0 0,2 0 28 0 0,107 13-2399 0 0,-87-42-3507 0 0,-24 14 1012 0 0</inkml:trace>
  <inkml:trace contextRef="#ctx0" brushRef="#br0" timeOffset="15965.489">3678 1028 1344 0 0,'0'0'2261'0'0,"0"0"-567"0"0,0 0-211 0 0,0 0-196 0 0,0 0-269 0 0,0 0-217 0 0,0 0-85 0 0,0 0-188 0 0,0 0-174 0 0,41 6 54 0 0,126 19 211 0 0,-40-19 355 0 0,-98-6-910 0 0,148-3 343 0 0,-61-7-3265 0 0,-66-2-3754 0 0,-35 6 2124 0 0</inkml:trace>
  <inkml:trace contextRef="#ctx0" brushRef="#br0" timeOffset="16441.495">4508 986 1332 0 0,'0'0'1138'0'0,"0"0"3129"0"0,0 0-2269 0 0,0 0-1095 0 0,0 0-133 0 0,0 0 31 0 0,0 0-54 0 0,0 0-143 0 0,0 0-244 0 0,26 18-241 0 0,78 60-122 0 0,-101-76-1 0 0,0-1 0 0 0,-1 1 0 0 0,1 0 0 0 0,-1 0 0 0 0,0 0 0 0 0,1 0 0 0 0,-1 0 1 0 0,0 1-1 0 0,0-1 0 0 0,-1 1 0 0 0,1-1 0 0 0,0 1 0 0 0,-1 0 0 0 0,0-1 0 0 0,1 1 0 0 0,-1 0 0 0 0,0 0 0 0 0,-1 0 0 0 0,1 0 1 0 0,0 0-1 0 0,-1 0 0 0 0,0 0 0 0 0,0 0 0 0 0,0 2 4 0 0,1 5-1 0 0,0 24-33 0 0,0 1 0 0 0,-3-1 0 0 0,0 0 0 0 0,-2 0 0 0 0,-6 21 34 0 0,-5 38-173 0 0,-4-109-863 0 0,2 1 1015 0 0,-1 0 0 0 0,0 0 1 0 0,-1 2-1 0 0,-1 0 1 0 0,0 2-1 0 0,0 0 0 0 0,-1 1 1 0 0,-1 1-1 0 0,0 1 21 0 0,17 6-20 0 0,-6-3 26 0 0,-1 0-1 0 0,0 1 1 0 0,1 0-1 0 0,-1 1 1 0 0,-1 1-1 0 0,1 0 1 0 0,0 0 0 0 0,0 1-1 0 0,-1 1 1 0 0,1 0-1 0 0,-7 1-5 0 0,16 0-1 0 0,0-1 0 0 0,0 1 1 0 0,0 0-1 0 0,0 0 0 0 0,0 0 0 0 0,0 0 0 0 0,0 1 1 0 0,1-1-1 0 0,-1 1 0 0 0,1 0 0 0 0,-1 0 0 0 0,1 0 1 0 0,-1 0-1 0 0,1 0 0 0 0,0 0 0 0 0,0 1 0 0 0,0-1 0 0 0,1 1 1 0 0,-1-1-1 0 0,0 1 0 0 0,1 0 0 0 0,0-1 0 0 0,-1 1 1 0 0,1 0-1 0 0,0 0 0 0 0,1 0 0 0 0,-1 0 0 0 0,0 0 1 0 0,1 0-1 0 0,0 0 0 0 0,0 0 0 0 0,0 0 0 0 0,0 1 0 0 0,0-1 1 0 0,0 0-1 0 0,1 0 0 0 0,0 0 0 0 0,-1 0 0 0 0,1 0 1 0 0,0 0-1 0 0,1-1 0 0 0,-1 1 0 0 0,0 0 0 0 0,1 0 1 0 0,-1-1-1 0 0,1 1 0 0 0,0-1 0 0 0,0 1 0 0 0,0-1 1 0 0,0 0-1 0 0,2 1 1 0 0,15 9 18 0 0,0-1 0 0 0,1 0 0 0 0,0-2 0 0 0,0 0 0 0 0,1-1 0 0 0,1-2 0 0 0,-1 0 0 0 0,1-1 0 0 0,0-1 0 0 0,0-1 0 0 0,12 0-18 0 0,-22-2-1033 0 0,0 0 0 0 0,0-1-1 0 0,0 0 1 0 0,-1-1 0 0 0,1-1-1 0 0,0 0 1 0 0,-1 0 0 0 0,1-1-1 0 0,-1 0 1 0 0,1-1 1033 0 0,13-10-961 0 0</inkml:trace>
  <inkml:trace contextRef="#ctx0" brushRef="#br0" timeOffset="16696.116">4708 1493 1108 0 0,'0'0'3542'0'0,"0"0"-763"0"0,0 0-1276 0 0,0 0-535 0 0,0 0-80 0 0,0 0-10 0 0,0 0-129 0 0,0 0-146 0 0,0 0-301 0 0,0 0-31 0 0,16-9 9 0 0,50-33-78 0 0,-26-12-172 0 0,-36 44-58 0 0,51-184-6338 0 0,-41 169 2213 0 0,-22 37 1630 0 0,2-8 1805 0 0,6-4 403 0 0</inkml:trace>
  <inkml:trace contextRef="#ctx0" brushRef="#br0" timeOffset="16934.568">4985 1173 236 0 0,'0'0'294'0'0,"0"0"-113"0"0,0 0 413 0 0,0 0 1639 0 0,0 0 147 0 0,0 0-619 0 0,0 0-399 0 0,41-5-160 0 0,126-16-124 0 0,-35 13 2198 0 0,-122 10-3231 0 0,-1 0-1 0 0,1 1 0 0 0,-1 0 0 0 0,1 1 0 0 0,-1 0 0 0 0,0 1 1 0 0,-1-1-1 0 0,1 2 0 0 0,-1-1 0 0 0,0 1 0 0 0,0 1 1 0 0,-1-1-1 0 0,0 1 0 0 0,0 1 0 0 0,0-1 0 0 0,-1 1 1 0 0,0 0-1 0 0,-1 0 0 0 0,0 1 0 0 0,0 0 0 0 0,-1 0 1 0 0,0 0-1 0 0,0 0 0 0 0,-1 1 0 0 0,-1-1 0 0 0,1 1 0 0 0,-2 0 1 0 0,1 0-1 0 0,-1 0 0 0 0,-1 0 0 0 0,1 0 0 0 0,-2 5-44 0 0,1 30-281 0 0,-2 71-1088 0 0,-14-43-2869 0 0,9-64 2160 0 0,5-7-4589 0 0,2-3 5849 0 0</inkml:trace>
  <inkml:trace contextRef="#ctx0" brushRef="#br0" timeOffset="17585.554">6032 964 1096 0 0,'0'0'5156'0'0,"0"0"-2421"0"0,0 0-1127 0 0,0 0-556 0 0,0 0-313 0 0,0 0-126 0 0,0 0-109 0 0,16 22-170 0 0,51 69-126 0 0,-7 34-71 0 0,-43-77-126 0 0,-8-27-316 0 0,-2 0 0 0 0,0 0 0 0 0,-1 0 0 0 0,-1 0 0 0 0,-1 1 0 0 0,-1 0 0 0 0,-1 0 0 0 0,0 0-1 0 0,-2 0 1 0 0,-1 4 305 0 0,0-24-371 0 0,1 0 0 0 0,-1 0-1 0 0,1 0 1 0 0,-1 0 0 0 0,0 0-1 0 0,0-1 1 0 0,0 1 0 0 0,0 0-1 0 0,0 0 1 0 0,0-1 0 0 0,-1 1 0 0 0,1-1-1 0 0,-1 1 1 0 0,1-1 0 0 0,-1 0-1 0 0,1 1 1 0 0,-1-1 0 0 0,0 0-1 0 0,1 0 1 0 0,-1 0 0 0 0,0 0-1 0 0,0 0 1 0 0,0-1 0 0 0,0 1-1 0 0,0 0 1 0 0,0-1 0 0 0,0 1 371 0 0,-27 8-813 0 0</inkml:trace>
  <inkml:trace contextRef="#ctx0" brushRef="#br0" timeOffset="17824.237">5860 1522 7293 0 0,'0'0'2452'0'0,"0"0"-1392"0"0,0 0 376 0 0,0 0 72 0 0,181-121 100 0 0,-117 74-451 0 0,4-3-433 0 0,0 0-304 0 0,-4-4-196 0 0,4 2-224 0 0,-14-2-124 0 0,-4 2-608 0 0,-14 3-537 0 0,-13 13-1171 0 0,-10-16-3536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17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61 1148 0 0,'0'0'3736'0'0,"0"0"-2015"0"0,0 0-759 0 0,0 0-284 0 0,0 0 200 0 0,0 0 205 0 0,0 0 61 0 0,0 0-282 0 0,0 0-252 0 0,0 0-113 0 0,39-7-18 0 0,122-21-90 0 0,-49 4 572 0 0,-111 23-945 0 0,1 1 0 0 0,-1 0 0 0 0,1 0 0 0 0,-1-1 0 0 0,0 1 0 0 0,1 0 0 0 0,-1 0 0 0 0,1 0 0 0 0,-1 1 0 0 0,0-1 0 0 0,1 0 0 0 0,-1 1 0 0 0,0-1 0 0 0,1 0 0 0 0,-1 1 0 0 0,0 0 0 0 0,0-1 1 0 0,1 1-1 0 0,-1 0 0 0 0,0-1 0 0 0,0 1 0 0 0,0 0 0 0 0,0 0 0 0 0,0 0 0 0 0,0 0 0 0 0,0 0 0 0 0,0 0 0 0 0,0 0 0 0 0,-1 1 0 0 0,1-1 0 0 0,0 0 0 0 0,-1 0 0 0 0,1 1 0 0 0,-1-1 0 0 0,1 0 0 0 0,-1 1 0 0 0,1-1 0 0 0,-1 0 0 0 0,0 1 0 0 0,0-1 0 0 0,0 0 0 0 0,0 1 0 0 0,0-1 0 0 0,0 1 0 0 0,0-1 0 0 0,0 0 0 0 0,-1 1 0 0 0,1-1 0 0 0,0 0 0 0 0,-1 1 0 0 0,1-1 0 0 0,-1 0 0 0 0,0 1 0 0 0,1-1 0 0 0,-1 0-16 0 0,-7 15 0 0 0,-1 0 0 0 0,-1-1 0 0 0,0-1 0 0 0,0 1-1 0 0,-2-2 1 0 0,0 1 0 0 0,0-2 0 0 0,-1 0-1 0 0,0 0 1 0 0,-2-1 0 0 0,1-1 0 0 0,-1 0 0 0 0,0-1-1 0 0,-1 0 1 0 0,-3 0 0 0 0,-40 27-200 0 0,-2-3 1 0 0,-1-2-1 0 0,-59 20 200 0 0,120-50-20 0 0,0 0 0 0 0,0 0 0 0 0,0-1 0 0 0,0 1 0 0 0,0 0 0 0 0,0-1 0 0 0,-1 1 0 0 0,1 0 0 0 0,0-1 1 0 0,0 0-1 0 0,-1 1 0 0 0,1-1 0 0 0,0 0 0 0 0,0 1 0 0 0,-1-1 0 0 0,1 0 0 0 0,0 0 0 0 0,-1 0 0 0 0,1 0 0 0 0,0 0 0 0 0,-1-1 1 0 0,1 1-1 0 0,0 0 0 0 0,0-1 0 0 0,-1 1 0 0 0,1-1 0 0 0,0 1 0 0 0,0-1 0 0 0,0 1 0 0 0,-1-1 0 0 0,1 0 0 0 0,0 1 0 0 0,0-1 0 0 0,0 0 1 0 0,0 0-1 0 0,0 0 0 0 0,1 0 0 0 0,-1 0 0 0 0,0 0 0 0 0,0 0 0 0 0,1 0 0 0 0,-1 0 0 0 0,0-1 0 0 0,1 1 0 0 0,-1 0 0 0 0,1 0 0 0 0,0-1 1 0 0,-1 1-1 0 0,1 0 0 0 0,0 0 0 0 0,0-1 0 0 0,0 1 0 0 0,0 0 0 0 0,0-1 0 0 0,0 1 0 0 0,0 0 0 0 0,0-2 20 0 0,3 0-8 0 0,1 1 0 0 0,-1-1-1 0 0,1 0 1 0 0,-1 1 0 0 0,1 0 0 0 0,0 0-1 0 0,0 0 1 0 0,0 0 0 0 0,0 1 0 0 0,0-1-1 0 0,0 1 1 0 0,0 0 0 0 0,1 0-1 0 0,-1 1 1 0 0,0-1 0 0 0,1 1 0 0 0,-1 0-1 0 0,0 0 1 0 0,1 1 0 0 0,-1-1-1 0 0,0 1 1 0 0,1 0 0 0 0,-1 0 0 0 0,2 1 8 0 0,191 57 1094 0 0,-134-41-1245 0 0,-1-3 0 0 0,2-3 1 0 0,0-2-1 0 0,55 0 151 0 0,44-6-8443 0 0,-131-4 2302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4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3312 448 820 0 0,'0'0'7388'0'0,"0"0"-4582"0"0,0 0-1825 0 0,0 0-133 0 0,0 0 372 0 0,0 0 182 0 0,0 0-333 0 0,0 0-458 0 0,0 0-286 0 0,0 0-65 0 0,10 10 44 0 0,98 116 152 0 0,72 154-2174 0 0,-147-197-457 0 0,-33-81 1857 0 0,1 0 0 0 0,-1 0 0 0 0,0 0 0 0 0,0 0 1 0 0,1 0-1 0 0,-1 0 0 0 0,-1 0 0 0 0,1 1 0 0 0,0-1 0 0 0,0 0 1 0 0,-1 0-1 0 0,1-1 0 0 0,-1 1 0 0 0,0 0 0 0 0,0 0 1 0 0,1 0-1 0 0,-1 0 0 0 0,0 0 0 0 0,-1-1 0 0 0,1 1 1 0 0,0 0-1 0 0,0-1 0 0 0,-1 1 0 0 0,1-1 0 0 0,-1 1 318 0 0,-44 16-5342 0 0,12-13 4637 0 0</inkml:trace>
  <inkml:trace contextRef="#ctx0" brushRef="#br0" timeOffset="160.142">3085 875 9441 0 0,'0'0'2028'0'0,"0"0"-556"0"0,0 0-136 0 0,163-107 64 0 0,-86 57-303 0 0,10-6-501 0 0,-1-4-272 0 0,0 4-252 0 0,-14 6-72 0 0,-13 10-620 0 0,-13 11-673 0 0,-19 11-687 0 0,-9 9-3348 0 0</inkml:trace>
  <inkml:trace contextRef="#ctx0" brushRef="#br0" timeOffset="-1761.261">409 0 2328 0 0,'0'0'1480'0'0,"0"0"2631"0"0,0 0-2251 0 0,0 0-1263 0 0,0 0-149 0 0,0 0 180 0 0,-1 16 155 0 0,-7 115 853 0 0,39 39 91 0 0,-30-138-1497 0 0,-1 0 1 0 0,-2 0-1 0 0,-1 0 1 0 0,-1 0-1 0 0,-2-1 0 0 0,-2 3-230 0 0,-6 105-454 0 0,15-136 430 0 0,-1 0 1 0 0,0 1-1 0 0,1-1 0 0 0,0 0 0 0 0,-1 1 1 0 0,1-1-1 0 0,1 0 0 0 0,-1 0 0 0 0,0 0 1 0 0,1 0-1 0 0,0 0 0 0 0,-1 0 0 0 0,1 0 1 0 0,0 0-1 0 0,0-1 0 0 0,1 1 0 0 0,-1-1 1 0 0,1 0-1 0 0,-1 1 0 0 0,1-1 0 0 0,0 0 1 0 0,0 0-1 0 0,-1-1 0 0 0,1 1 0 0 0,1-1 1 0 0,-1 1-1 0 0,0-1 0 0 0,0 0 0 0 0,0 0 1 0 0,1-1-1 0 0,-1 1 0 0 0,0-1 0 0 0,2 1 24 0 0,116-4-458 0 0,-4-34-1873 0 0,-44 4-2978 0 0,-46 13-544 0 0,-21 12 4062 0 0</inkml:trace>
  <inkml:trace contextRef="#ctx0" brushRef="#br0" timeOffset="-1506.933">1 346 9957 0 0,'0'0'2008'0'0,"0"0"-1048"0"0,0 0-132 0 0,0 0 100 0 0,0 0-136 0 0,0 0-176 0 0,0 0-259 0 0,0 0-245 0 0,267-2-112 0 0,-199 0-441 0 0,10-2-563 0 0,-1-2-364 0 0,-5-4-512 0 0,-4 1-996 0 0,-22 1-3001 0 0,4-3 2837 0 0</inkml:trace>
  <inkml:trace contextRef="#ctx0" brushRef="#br0" timeOffset="-1077.564">1130 247 1748 0 0,'0'0'4852'0'0,"0"0"-2882"0"0,0 0-640 0 0,0 0-176 0 0,0 0-172 0 0,0 0-154 0 0,0 0-236 0 0,32 17-271 0 0,99 54-187 0 0,-127-69-130 0 0,1 0-1 0 0,-1 1 1 0 0,0 0 0 0 0,0 0-1 0 0,0 0 1 0 0,0 0-1 0 0,0 0 1 0 0,-1 1-1 0 0,1 0 1 0 0,-1-1-1 0 0,0 1 1 0 0,0 0 0 0 0,0 1-1 0 0,-1-1 1 0 0,1 0-1 0 0,-1 1 1 0 0,0 0-1 0 0,-1 0-3 0 0,5 10 2 0 0,94 247-88 0 0,-68-166 120 0 0,-32-95-49 0 0,0 0 0 0 0,0 0 0 0 0,-1-1 0 0 0,1 1 0 0 0,0 0-1 0 0,0 0 1 0 0,0 0 0 0 0,0-1 0 0 0,1 1 0 0 0,-1 0 0 0 0,0 0-1 0 0,0 0 1 0 0,0-1 0 0 0,1 1 0 0 0,-1 0 0 0 0,0 0 0 0 0,1-1 0 0 0,-1 1-1 0 0,1 0 1 0 0,-1-1 0 0 0,1 1 0 0 0,-1 0 0 0 0,1-1 0 0 0,-1 1-1 0 0,1-1 1 0 0,0 1 0 0 0,-1-1 0 0 0,1 1 0 0 0,0-1 0 0 0,-1 1 0 0 0,1-1-1 0 0,0 0 1 0 0,-1 1 0 0 0,1-1 0 0 0,0 0 0 0 0,0 0 0 0 0,0 0 0 0 0,-1 1-1 0 0,1-1 1 0 0,0 0 0 0 0,0 0 0 0 0,0 0 0 0 0,-1 0 0 0 0,1 0-1 0 0,0-1 1 0 0,0 1 0 0 0,0 0 0 0 0,-1 0 0 0 0,1 0 0 0 0,0-1 0 0 0,0 1 15 0 0,-1-51-764 0 0,-4 45 677 0 0,0 0-1 0 0,-1 0 0 0 0,0 1 1 0 0,0-1-1 0 0,0 1 1 0 0,0 0-1 0 0,-1 0 1 0 0,0 1-1 0 0,0-1 0 0 0,0 1 1 0 0,-1 1-1 0 0,1-1 1 0 0,-1 1-1 0 0,0 0 0 0 0,-5-1 88 0 0,4 0-41 0 0,-7-4 193 0 0,-1 1 1 0 0,-1 0-1 0 0,1 1 0 0 0,-1 1 0 0 0,0 1 0 0 0,0 0 0 0 0,0 1 0 0 0,-1 1 1 0 0,1 1-1 0 0,-1 0 0 0 0,-5 1-152 0 0,19 1-14 0 0,1-1 0 0 0,0 1 0 0 0,-1 0 1 0 0,1 0-1 0 0,0 0 0 0 0,0 0 0 0 0,0 1 0 0 0,0-1 1 0 0,0 1-1 0 0,0 0 0 0 0,0 0 0 0 0,1 0 0 0 0,-1 0 0 0 0,0 0 1 0 0,1 1-1 0 0,0-1 0 0 0,0 1 0 0 0,0-1 0 0 0,0 1 1 0 0,0 0-1 0 0,0 0 0 0 0,0 0 0 0 0,1 0 0 0 0,0 0 1 0 0,0 0-1 0 0,0 0 0 0 0,0 1 0 0 0,0-1 0 0 0,0 0 0 0 0,1 0 1 0 0,0 1-1 0 0,-1-1 0 0 0,1 1 0 0 0,1-1 0 0 0,-1 0 1 0 0,0 1-1 0 0,1-1 0 0 0,0 0 0 0 0,0 2 14 0 0,1-3-157 0 0,1 0-1 0 0,-1 0 1 0 0,1 0-1 0 0,0 0 1 0 0,0 0-1 0 0,0 0 1 0 0,0-1-1 0 0,0 0 1 0 0,0 1-1 0 0,0-1 1 0 0,0-1-1 0 0,1 1 0 0 0,-1 0 1 0 0,0-1-1 0 0,1 1 1 0 0,-1-1-1 0 0,0 0 1 0 0,1 0 157 0 0,5 1-649 0 0,141 9-7125 0 0,-115-6 7059 0 0</inkml:trace>
  <inkml:trace contextRef="#ctx0" brushRef="#br0" timeOffset="-902.792">1684 859 588 0 0,'0'0'7797'0'0,"0"0"-5445"0"0,0 0-1552 0 0,0 0-4 0 0,0 0-440 0 0,0 0 156 0 0,0 0-320 0 0,36-104-192 0 0,-36 67-320 0 0,0-5-688 0 0,0-1-472 0 0,0 3-332 0 0,0 3-604 0 0,0 2-61 0 0,0 6 1 0 0,0 4 1720 0 0,-9 10 300 0 0</inkml:trace>
  <inkml:trace contextRef="#ctx0" brushRef="#br0" timeOffset="-680.604">1829 517 432 0 0,'0'0'270'0'0,"0"0"785"0"0,0 0 2589 0 0,0 0-1592 0 0,0 0-825 0 0,0 0-175 0 0,0 0-20 0 0,43-12-76 0 0,140-36-80 0 0,-176 45-790 0 0,-1 1 1 0 0,1 0-1 0 0,-1 0 1 0 0,1 1-1 0 0,0 0 1 0 0,-1 0-1 0 0,1 1 0 0 0,0-1 1 0 0,0 2-1 0 0,-1-1 1 0 0,1 1-1 0 0,0 0 1 0 0,-1 0-1 0 0,1 0 1 0 0,5 3-87 0 0,3 2 200 0 0,3 0-117 0 0,0 1 0 0 0,-1 2-1 0 0,0-1 1 0 0,0 2-1 0 0,-1 0 1 0 0,-1 1 0 0 0,1 1-1 0 0,-2 0 1 0 0,0 1-1 0 0,0 1 1 0 0,-1 0 0 0 0,-1 0-1 0 0,0 2 1 0 0,-2-1 0 0 0,1 1-1 0 0,-2 1 1 0 0,0 0-1 0 0,-1 0 1 0 0,-1 1 0 0 0,0 0-1 0 0,-1 0 1 0 0,-2 1-1 0 0,2 6-82 0 0,20 134-1550 0 0,-24-120-1842 0 0,-2-25-5259 0 0,0-13 7343 0 0</inkml:trace>
  <inkml:trace contextRef="#ctx0" brushRef="#br0" timeOffset="12242.157">414 1052 900 0 0,'0'0'2311'0'0,"0"0"-670"0"0,0 0-600 0 0,0 0-337 0 0,0 0-386 0 0,0 0 2 0 0,0 0 943 0 0,0 0-65 0 0,0 0-462 0 0,-5 3-189 0 0,-13 11 82 0 0,15 1 3510 0 0,29-8-2596 0 0,940-59-2236 0 0,-469 54 142 0 0,-114-33 483 0 0,-358 31 95 0 0,465 17-55 0 0,-90 47 148 0 0,-187-51 417 0 0,-212-13-558 0 0,-1 0-52 0 0,0 0-6 0 0,0 0-23 0 0,0 0-42 0 0,9 5-3737 0 0,-17 11-4885 0 0,7-37 5198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4.993"/>
    </inkml:context>
    <inkml:brush xml:id="br0">
      <inkml:brushProperty name="width" value="0.1" units="cm"/>
      <inkml:brushProperty name="height" value="0.1" units="cm"/>
      <inkml:brushProperty name="color" value="#FFC114"/>
    </inkml:brush>
    <inkml:brush xml:id="br1">
      <inkml:brushProperty name="width" value="0.05" units="cm"/>
      <inkml:brushProperty name="height" value="0.05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2386 1277 652 0 0,'0'0'417'0'0,"0"0"-3"0"0,0 0-59 0 0,0 0-187 0 0,0 0-108 0 0,0 0-12 0 0,0 0 106 0 0,0 0 70 0 0,-1-3 8 0 0,1 2-198 0 0,0 1 0 0 0,-1-1 0 0 0,1 1 0 0 0,0-1 0 0 0,0 0 0 0 0,0 0 0 0 0,0 1 0 0 0,0-1 0 0 0,0 0 0 0 0,0 1 0 0 0,0-1 0 0 0,0 0 0 0 0,0 1 0 0 0,0-1 0 0 0,0 0 0 0 0,1 1 0 0 0,-1-1 0 0 0,0 0 0 0 0,0 1 0 0 0,1-1 0 0 0,-1 0 0 0 0,0 1 0 0 0,1-1 0 0 0,-1 1 0 0 0,1-1 0 0 0,-1 1 0 0 0,0-1 0 0 0,1 1 0 0 0,0-1 0 0 0,-1 1 0 0 0,1-1 0 0 0,-1 1 0 0 0,1 0 0 0 0,-1-1 0 0 0,1 1 0 0 0,0 0 0 0 0,-1 0 0 0 0,1-1 0 0 0,0 1 0 0 0,-1 0 0 0 0,1 0 0 0 0,0 0 0 0 0,0 0-34 0 0,9-5 3993 0 0,18-11-3237 0 0,2-2-756 0 0,-29 18-64 0 0,-1 0 16 0 0,-4 0 3610 0 0,-11 3-3469 0 0,-112 49 1660 0 0,15 1-1371 0 0,-21 40 418 0 0,5-2-682 0 0,26-12-50 0 0,70-29 350 0 0,10-9-228 0 0,-15 18-228 0 0,23-29-33 0 0,-54 90 897 0 0,-72 12-164 0 0,40-53-642 0 0,0 10-116 0 0,16 48 173 0 0,-23 27 46 0 0,7-67-51 0 0,-12 25 85 0 0,-70 80-146 0 0,109-124 7 0 0,-108 107 114 0 0,85-52-87 0 0,47-75-28 0 0,4-9 14 0 0,-24 22-26 0 0,-30 12 94 0 0,71-27-183 0 0,19-42 349 0 0,-17 14-132 0 0,25-28-81 0 0,1 0-8 0 0,0 0-29 0 0,-12 3-1722 0 0,0-2-6499 0 0,40-5-603 0 0</inkml:trace>
  <inkml:trace contextRef="#ctx0" brushRef="#br0" timeOffset="1731.457">2241 1258 404 0 0,'0'0'2982'0'0,"0"0"-1050"0"0,0 0-711 0 0,0 0-509 0 0,0 0-192 0 0,0 0-68 0 0,0 0-121 0 0,0 0-168 0 0,0 0-117 0 0,-5 13 247 0 0,7-12-190 0 0,-1 0 0 0 0,1-1-1 0 0,0 1 1 0 0,-1 0 0 0 0,1-1-1 0 0,-1 0 1 0 0,1 1 0 0 0,0-1-1 0 0,-1 0 1 0 0,1 0 0 0 0,0 0-1 0 0,0 0 1 0 0,-1 0 0 0 0,1 0-1 0 0,0 0 1 0 0,-1-1 0 0 0,1 1-1 0 0,0-1 1 0 0,-1 1 0 0 0,1-1-1 0 0,-1 1 1 0 0,1-1 0 0 0,-1 0-1 0 0,1 0 1 0 0,-1 0 0 0 0,1 0-1 0 0,-1 0 1 0 0,0 0 0 0 0,0 0-1 0 0,1-1 1 0 0,-1 1 0 0 0,0 0-1 0 0,0-1 1 0 0,0 1 0 0 0,0-1-1 0 0,0 0-102 0 0,13-11-290 0 0,-11 11 255 0 0,0 0 0 0 0,-1-1 1 0 0,1 1-1 0 0,-1 0 0 0 0,1-1 0 0 0,-1 0 1 0 0,0 1-1 0 0,0-1 0 0 0,0 0 0 0 0,0 0 1 0 0,-1 0-1 0 0,1 0 0 0 0,-1 0 0 0 0,0-1 1 0 0,1 1-1 0 0,-2 0 0 0 0,1-1 0 0 0,0 1 1 0 0,0-3 34 0 0,-29 7 521 0 0,27 1-524 0 0,0-1-1 0 0,1 0 0 0 0,-1 0 1 0 0,1 0-1 0 0,-1 1 0 0 0,1-1 1 0 0,-1 0-1 0 0,1 1 1 0 0,0-1-1 0 0,0 0 0 0 0,0 1 1 0 0,0-1-1 0 0,0 0 1 0 0,0 1-1 0 0,0-1 0 0 0,0 0 1 0 0,0 1-1 0 0,1-1 1 0 0,-1 0-1 0 0,0 0 0 0 0,1 1 1 0 0,-1-1-1 0 0,1 0 1 0 0,0 0-1 0 0,-1 1 0 0 0,1-1 1 0 0,0 0-1 0 0,0 0 1 0 0,-1 0-1 0 0,1 0 0 0 0,0 0 1 0 0,0 0-1 0 0,0 0 0 0 0,0-1 1 0 0,1 1-1 0 0,-1 0 1 0 0,0-1-1 0 0,0 1 0 0 0,0 0 1 0 0,1-1-1 0 0,-1 1 1 0 0,0-1-1 0 0,0 0 0 0 0,1 1 1 0 0,-1-1-1 0 0,1 0 4 0 0,1 1 49 0 0,0 0 0 0 0,0 0 0 0 0,0 0 0 0 0,1-1 0 0 0,-1 0 0 0 0,0 1 0 0 0,1-1 0 0 0,-1 0 0 0 0,0 0 0 0 0,0-1 0 0 0,1 1 0 0 0,-1-1 0 0 0,0 0 0 0 0,0 1 0 0 0,0-1 0 0 0,0-1 0 0 0,0 1 0 0 0,0 0 0 0 0,1-1-49 0 0,-2 0-11 0 0,1 0 0 0 0,0 1 0 0 0,-1-1 1 0 0,0-1-1 0 0,1 1 0 0 0,-1 0 0 0 0,0 0 0 0 0,0-1 1 0 0,0 0-1 0 0,0 1 0 0 0,-1-1 0 0 0,1 0 0 0 0,-1 0 1 0 0,0 1-1 0 0,1-1 0 0 0,-1 0 0 0 0,0-1 0 0 0,-1 1 1 0 0,1 0-1 0 0,-1 0 0 0 0,1 0 0 0 0,-1 0 0 0 0,0 0 1 0 0,0-2 10 0 0,-3 2-10 0 0,1-1 1 0 0,-1 1-1 0 0,0 0 1 0 0,-1 0-1 0 0,1 0 1 0 0,0 1-1 0 0,-1-1 1 0 0,0 1-1 0 0,1-1 1 0 0,-1 1-1 0 0,0 0 1 0 0,0 1 0 0 0,0-1-1 0 0,0 1 1 0 0,0 0-1 0 0,-1 0 1 0 0,1 0-1 0 0,0 0 1 0 0,-1 1-1 0 0,1-1 1 0 0,-4 1 9 0 0,2 0 12 0 0,0 1 1 0 0,-1-1 0 0 0,1 1-1 0 0,0 0 1 0 0,0 0-1 0 0,0 1 1 0 0,-1 0-1 0 0,1 0 1 0 0,1 0 0 0 0,-1 1-1 0 0,0-1 1 0 0,1 2-1 0 0,-1-1 1 0 0,1 0-1 0 0,0 1 1 0 0,0 0 0 0 0,0 0-1 0 0,1 1 1 0 0,-1 0-1 0 0,1-1 1 0 0,0 1-1 0 0,1 0 1 0 0,-1 1 0 0 0,1-1-1 0 0,0 1 1 0 0,0 0-1 0 0,1-1 1 0 0,-1 1-1 0 0,1 0 1 0 0,1 0-1 0 0,-1 1 1 0 0,1-1 0 0 0,0 0-1 0 0,0 7-12 0 0,3-11 29 0 0,0 0 0 0 0,0 0 0 0 0,0 0 0 0 0,1 0 0 0 0,-1 0-1 0 0,0-1 1 0 0,1 1 0 0 0,-1-1 0 0 0,1 1 0 0 0,0-1 0 0 0,0 0 0 0 0,-1 0 0 0 0,1 0-1 0 0,0 0 1 0 0,0-1 0 0 0,0 1 0 0 0,0-1 0 0 0,0 0 0 0 0,0 0 0 0 0,0 0 0 0 0,-1 0 0 0 0,1 0-1 0 0,0-1 1 0 0,0 1 0 0 0,0-1 0 0 0,0 0 0 0 0,0 0 0 0 0,-1 0 0 0 0,1 0 0 0 0,0 0-1 0 0,-1-1 1 0 0,2 0-29 0 0,0 0-2 0 0,0 0 0 0 0,0 0 0 0 0,-1 0 0 0 0,1 0 1 0 0,-1-1-1 0 0,1 1 0 0 0,-1-1 0 0 0,0 0 0 0 0,0 0 0 0 0,0 0 0 0 0,0-1 0 0 0,-1 1 0 0 0,1-1 0 0 0,-1 1 0 0 0,0-1 0 0 0,0 0 0 0 0,0 0 0 0 0,-1 0 0 0 0,1 0 0 0 0,-1 0 0 0 0,0 0 0 0 0,0 0 0 0 0,-1-1 0 0 0,1 1 0 0 0,-1 0 0 0 0,0 0 0 0 0,0-1 1 0 0,0 1-1 0 0,0 0 0 0 0,-2-4 2 0 0,1 4 12 0 0,-1 0 1 0 0,0 0-1 0 0,0 0 0 0 0,0 1 1 0 0,0-1-1 0 0,-1 1 1 0 0,1 0-1 0 0,-1 0 1 0 0,0 0-1 0 0,0 0 1 0 0,0 0-1 0 0,0 0 1 0 0,-1 1-1 0 0,1-1 1 0 0,-1 1-1 0 0,1 0 1 0 0,-1 0-1 0 0,0 1 1 0 0,0-1-1 0 0,0 1 1 0 0,0 0-1 0 0,0-1 0 0 0,0 2 1 0 0,0-1-1 0 0,0 1 1 0 0,0-1-1 0 0,-1 1 1 0 0,1 0-1 0 0,0 0 1 0 0,0 1-1 0 0,0 0 1 0 0,0-1-1 0 0,0 1 1 0 0,0 0-1 0 0,0 1 1 0 0,0-1-1 0 0,0 1 1 0 0,0 0-1 0 0,0 0 0 0 0,1 0 1 0 0,-4 3-13 0 0,3-1 8 0 0,-1 0 0 0 0,1 1 1 0 0,0 0-1 0 0,1-1 0 0 0,-1 2 0 0 0,1-1 1 0 0,0 0-1 0 0,1 1 0 0 0,-1-1 0 0 0,1 1 1 0 0,0 0-1 0 0,0 0 0 0 0,1 0 0 0 0,0 0 1 0 0,0 0-1 0 0,0 0 0 0 0,1 0 0 0 0,-1 0 1 0 0,2 3-9 0 0,2-3 8 0 0,0-1 0 0 0,0 0 1 0 0,1 0-1 0 0,0 0 0 0 0,0-1 1 0 0,0 1-1 0 0,1-1 0 0 0,0 0 1 0 0,-1 0-1 0 0,1-1 1 0 0,1 1-1 0 0,-1-1 0 0 0,0 0 1 0 0,1 0-1 0 0,-1-1 0 0 0,1 0 1 0 0,0 0-1 0 0,0 0 0 0 0,0-1 1 0 0,0 1-1 0 0,0-2 0 0 0,0 1 1 0 0,2-1-9 0 0,-5 2 43 0 0,0-1 0 0 0,0 0 0 0 0,0 0-1 0 0,0 0 1 0 0,0-1 0 0 0,0 1 0 0 0,1-1 0 0 0,-1 0 0 0 0,0 1 0 0 0,0-2 0 0 0,0 1 0 0 0,0 0 0 0 0,0 0 0 0 0,1-1 0 0 0,-1 0 0 0 0,0 0 0 0 0,0 0 0 0 0,0 0-1 0 0,0 0 1 0 0,-1 0 0 0 0,1-1 0 0 0,0 1 0 0 0,0-1 0 0 0,-1 0 0 0 0,1 0 0 0 0,-1 0 0 0 0,0 0 0 0 0,0 0 0 0 0,1-1 0 0 0,-1 1 0 0 0,-1-1 0 0 0,1 1 0 0 0,0-1 0 0 0,-1 0-1 0 0,1 0-42 0 0,-1-1-23 0 0,-1 0-1 0 0,1 0 0 0 0,-1-1 0 0 0,0 1 1 0 0,0 0-1 0 0,0 0 0 0 0,-1 0 0 0 0,1 0 1 0 0,-1 0-1 0 0,0 0 0 0 0,0 0 0 0 0,-1 0 1 0 0,1 0-1 0 0,-1 0 0 0 0,0 1 0 0 0,0-1 1 0 0,0 1-1 0 0,0-1 0 0 0,-1 1 0 0 0,1 0 1 0 0,-1 0-1 0 0,0 0 0 0 0,0 0 0 0 0,0 0 1 0 0,0 1-1 0 0,-1-1 0 0 0,1 1 0 0 0,-1 0 1 0 0,1 0-1 0 0,-4-1 24 0 0,4-1 4 0 0,-1 1 0 0 0,0-1 0 0 0,0 1 0 0 0,-1 0 0 0 0,1 1 0 0 0,0-1 0 0 0,-1 1 0 0 0,0-1 0 0 0,0 2 0 0 0,1-1 0 0 0,-1 0 0 0 0,0 1 0 0 0,0 0 0 0 0,-1 0 0 0 0,1 0 0 0 0,0 1 0 0 0,0 0 0 0 0,0 0 1 0 0,0 0-1 0 0,0 0 0 0 0,-1 1 0 0 0,1 0 0 0 0,0 0 0 0 0,0 0 0 0 0,0 1 0 0 0,1 0 0 0 0,-1 0 0 0 0,0 0 0 0 0,0 0 0 0 0,1 1 0 0 0,0 0 0 0 0,-1 0 0 0 0,1 0 0 0 0,0 0 0 0 0,-3 4-4 0 0,5-5 8 0 0,0-1 0 0 0,0 1 0 0 0,1 0 0 0 0,-1 0 0 0 0,0 0 0 0 0,1 0 0 0 0,-1 1 0 0 0,1-1 0 0 0,0 0 0 0 0,-1 1 0 0 0,1-1 0 0 0,0 1 0 0 0,1-1 0 0 0,-1 1 0 0 0,0-1 0 0 0,1 1 0 0 0,-1-1 0 0 0,1 1 0 0 0,0 0 0 0 0,0-1 0 0 0,0 1 0 0 0,0 0 0 0 0,0-1 0 0 0,1 1 0 0 0,-1 0 0 0 0,1-1 0 0 0,0 1 0 0 0,0-1 0 0 0,0 1 0 0 0,0-1 0 0 0,0 0 0 0 0,0 1 0 0 0,1-1 0 0 0,-1 0 0 0 0,1 0 0 0 0,-1 0 0 0 0,1 0 0 0 0,0 0 0 0 0,0 0 0 0 0,1 0-8 0 0,77 8-890 0 0,-73-19-1548 0 0,-12 2-2042 0 0,-14 2-1338 0 0</inkml:trace>
  <inkml:trace contextRef="#ctx0" brushRef="#br0" timeOffset="8366.304">2068 1111 132 0 0,'0'0'1247'0'0,"0"0"-124"0"0,0 0-242 0 0,0 0-200 0 0,0 0-428 0 0,0 0-90 0 0,0 0-109 0 0,0 0 8 0 0,0 0 24 0 0,7 8-4 0 0,17 24 113 0 0,-19-16 4135 0 0,-15-9-3033 0 0,8-7-795 0 0,1 1-417 0 0,1-1-27 0 0,0 0 15 0 0,0 0 65 0 0,0 0 108 0 0,0 0 70 0 0,0 0 37 0 0,0 0 6 0 0,0 0-8 0 0,0 0-40 0 0,0 0-78 0 0,-24 2 1357 0 0,-365 35-796 0 0,-10-3 1083 0 0,-77-42-1007 0 0,236-53-687 0 0,166 68 34 0 0,44-1-65 0 0,-166 6 503 0 0,11 13 459 0 0,161-31-3273 0 0,-30 8-9110 0 0,127-2 3634 0 0</inkml:trace>
  <inkml:trace contextRef="#ctx0" brushRef="#br0" timeOffset="16533.16">2259 1375 1420 0 0,'0'0'2156'0'0,"0"0"-804"0"0,0 0-525 0 0,0 0-175 0 0,0 0-102 0 0,0 0-273 0 0,0 0-22 0 0,0 0 687 0 0,0 0-189 0 0,-5 13 3252 0 0,-7 23-2933 0 0,-16 58-1094 0 0,24-57 56 0 0,-1 19 151 0 0,-22 39-105 0 0,13-18 162 0 0,13-36-193 0 0,-1-28-25 0 0,1-1 0 0 0,1 1 0 0 0,1 0 0 0 0,0-1-1 0 0,0 1 1 0 0,1 0 0 0 0,1-1 0 0 0,0 0-1 0 0,4 12-23 0 0,38 113 416 0 0,-35 13-74 0 0,14-65-230 0 0,5 46 258 0 0,-28-78-399 0 0,-11 107-188 0 0,-35-39 451 0 0,38-111-244 0 0,1-1-1 0 0,0 1 0 0 0,1 1 1 0 0,0-1-1 0 0,1 1 0 0 0,0 0 0 0 0,1 0 1 0 0,0 0-1 0 0,0 6 11 0 0,-10 84-52 0 0,-5 43 89 0 0,-11 19 20 0 0,8-85-72 0 0,21 32-175 0 0,2-104 20 0 0,1 3-2747 0 0,-10-4-3308 0 0,-3-8 1111 0 0,22-26 3528 0 0</inkml:trace>
  <inkml:trace contextRef="#ctx0" brushRef="#br0" timeOffset="18025.67">2137 3739 1280 0 0,'0'0'1180'0'0,"0"0"-94"0"0,0 0-52 0 0,0 0 115 0 0,0 0 71 0 0,0 0-96 0 0,0 0-108 0 0,0 0-153 0 0,0 0-228 0 0,0 0-230 0 0,0 4-151 0 0,0 21-130 0 0,-10-23-1704 0 0,11-3 1581 0 0,-1-1 0 0 0,0 1 1 0 0,-1 0-1 0 0,1 0 1 0 0,0 0-1 0 0,0-1 0 0 0,0 1 1 0 0,-1 0-1 0 0,1 0 0 0 0,0 0 1 0 0,-1 0-1 0 0,0 0 1 0 0,1-1-1 0 0,-1 1 0 0 0,1 0 1 0 0,-1 0-1 0 0,0 0 1 0 0,0 1-1 0 0,1-1 0 0 0,-1 0 1 0 0,0 0-1 0 0,0 0 1 0 0,0 1-1 0 0,0-1 0 0 0,0 0 1 0 0,0 1-1 0 0,0-1 1 0 0,0 1-1 0 0,-1-1 0 0 0,1 1 1 0 0,0-1-1 0 0,0 1 1 0 0,0 0-1 0 0,0 0 0 0 0,-1 0 1 0 0,1 0-1 0 0,0-1 0 0 0,0 2 1 0 0,0-1-1 0 0,-1 0 1 0 0,1 0-1 0 0,0 0 0 0 0,0 0 1 0 0,0 1-1 0 0,-1-1-1 0 0,-2 4 129 0 0,-1 0-1 0 0,1 0 1 0 0,-1 1 0 0 0,1-1-1 0 0,1 1 1 0 0,-1 0-1 0 0,1 0 1 0 0,-1 0-1 0 0,1 1 1 0 0,1-1 0 0 0,-1 1-1 0 0,1-1 1 0 0,0 1-129 0 0,-21 94 1132 0 0,45-121-1580 0 0,-19 19 430 0 0,0 0 0 0 0,0-1-1 0 0,-1 1 1 0 0,1-1 0 0 0,-1 1-1 0 0,1-1 1 0 0,-1 0-1 0 0,0 0 1 0 0,0 0 0 0 0,0 0-1 0 0,-1 0 1 0 0,1-1 0 0 0,-1 1-1 0 0,1 0 1 0 0,-1-1-1 0 0,0 1 1 0 0,-1-1 0 0 0,1 1-1 0 0,-1-1 1 0 0,1 1-1 0 0,-1-1 1 0 0,0 0 0 0 0,0 1-1 0 0,-1-1 1 0 0,1 1 0 0 0,-1-1-1 0 0,1 1 1 0 0,-1-1-1 0 0,0 1 1 0 0,-1-1 0 0 0,1 1-1 0 0,-1 0 1 0 0,1 0 0 0 0,-1 0-1 0 0,0-1 1 0 0,0 2-1 0 0,-1-2 19 0 0,3 4 20 0 0,0-1-1 0 0,0 0 0 0 0,-1 1 1 0 0,1-1-1 0 0,-1 1 0 0 0,1-1 1 0 0,0 1-1 0 0,-1 0 1 0 0,1-1-1 0 0,-1 1 0 0 0,1-1 1 0 0,-1 1-1 0 0,1 0 0 0 0,-1-1 1 0 0,1 1-1 0 0,-1 0 0 0 0,0-1 1 0 0,1 1-1 0 0,-1 0 0 0 0,1 0 1 0 0,-1 0-1 0 0,0 0 0 0 0,1 0 1 0 0,-1-1-1 0 0,0 1 0 0 0,1 0 1 0 0,-1 0-1 0 0,0 1 0 0 0,1-1 1 0 0,-1 0-1 0 0,1 0 0 0 0,-1 0 1 0 0,0 0-1 0 0,1 0 1 0 0,-1 1-1 0 0,1-1 0 0 0,-1 0 1 0 0,0 1-1 0 0,1-1 0 0 0,-1 0 1 0 0,1 1-1 0 0,-1-1 0 0 0,1 1 1 0 0,0-1-1 0 0,-1 0 0 0 0,1 1 1 0 0,-1-1-1 0 0,1 1 0 0 0,0 0 1 0 0,-1-1-1 0 0,1 1 0 0 0,0-1 1 0 0,-1 1-1 0 0,1-1 0 0 0,0 1 1 0 0,0 0-1 0 0,0-1 1 0 0,0 1-1 0 0,0-1 0 0 0,0 1 1 0 0,-1 0-1 0 0,1-1 0 0 0,1 1 1 0 0,-1 0-1 0 0,0-1 0 0 0,0 1 1 0 0,0 0-1 0 0,0-1 0 0 0,0 1 1 0 0,0-1-20 0 0,-1 3-15 0 0,-8 32 83 0 0,0-1 0 0 0,3 1 0 0 0,1 1-1 0 0,1-1 1 0 0,2 1 0 0 0,2 27-68 0 0,0-62-27 0 0,1-1 1 0 0,-1 0-1 0 0,1 0 0 0 0,0 1 0 0 0,-1-1 0 0 0,1 0 0 0 0,-1 0 0 0 0,1 1 1 0 0,-1-1-1 0 0,1 0 0 0 0,0 0 0 0 0,-1 0 0 0 0,1 0 0 0 0,-1 0 0 0 0,1 0 1 0 0,0 0-1 0 0,-1 0 0 0 0,1 0 0 0 0,-1 0 0 0 0,1 0 0 0 0,0 0 0 0 0,-1-1 1 0 0,1 1-1 0 0,-1 0 0 0 0,1 0 0 0 0,-1-1 0 0 0,1 1 0 0 0,-1 0 0 0 0,1-1 1 0 0,-1 1-1 0 0,1 0 0 0 0,-1-1 0 0 0,1 1 0 0 0,-1-1 0 0 0,1 1 0 0 0,-1-1 1 0 0,0 1-1 0 0,1-1 0 0 0,-1 1 0 0 0,0-1 0 0 0,0 1 0 0 0,1-1 0 0 0,-1 1 1 0 0,0-1-1 0 0,0 0 0 0 0,0 1 0 0 0,0-1 0 0 0,1 1 0 0 0,-1-1 0 0 0,0 0 27 0 0,4-65-5040 0 0,-4 48 2172 0 0</inkml:trace>
  <inkml:trace contextRef="#ctx0" brushRef="#br0" timeOffset="27378.029">1833 1648 12 0 0,'0'0'475'0'0,"0"0"-189"0"0,0 0-17 0 0,0 0 65 0 0,0 0 99 0 0,0 0 34 0 0,0 0-87 0 0,0 0-84 0 0,0 0 4 0 0,-14 12 10 0 0,-40 39-43 0 0,39-13 1339 0 0,16-31-1004 0 0,8-1 1761 0 0,40-4-3713 0 0,-40-2 1889 0 0,357 23 717 0 0,-356-22-1301 0 0,-9 0 96 0 0,-70 1-173 0 0,-277-1-451 0 0,345-1 562 0 0,1 0-4 0 0,-1-1 1 0 0,0 1-1 0 0,1 0 0 0 0,-1 0 1 0 0,0-1-1 0 0,1 1 0 0 0,-1 0 1 0 0,0 0-1 0 0,1 0 0 0 0,-1-1 1 0 0,0 1-1 0 0,0 0 0 0 0,1 0 1 0 0,-1 0-1 0 0,0 0 0 0 0,0 1 1 0 0,1-1-1 0 0,-1 0 0 0 0,0 0 1 0 0,1 0-1 0 0,-1 1 0 0 0,0-1 1 0 0,1 0-1 0 0,-1 0 0 0 0,0 1 1 0 0,1-1-1 0 0,-1 1 1 0 0,0-1-1 0 0,1 1 0 0 0,-1-1 1 0 0,1 1-1 0 0,-1-1 0 0 0,1 1 1 0 0,-1-1-1 0 0,1 1 0 0 0,0 0 1 0 0,-1-1-1 0 0,1 1 0 0 0,0-1 1 0 0,-1 1-1 0 0,1 0 0 0 0,0 0 1 0 0,0-1-1 0 0,0 1 0 0 0,-1 0 1 0 0,1-1-1 0 0,0 1 0 0 0,0 0 1 0 0,0 0-1 0 0,0 0 15 0 0,79 28 467 0 0,219 45 1596 0 0,-298-74-2058 0 0,0 0 1 0 0,0 0-1 0 0,0 1 1 0 0,0-1-1 0 0,0 0 1 0 0,0 0-1 0 0,0 0 1 0 0,0 1-1 0 0,0-1 0 0 0,0 0 1 0 0,0 0-1 0 0,0 1 1 0 0,0-1-1 0 0,0 0 1 0 0,0 0-1 0 0,0 1 1 0 0,0-1-1 0 0,0 0 1 0 0,0 0-1 0 0,0 1 1 0 0,0-1-1 0 0,0 0 1 0 0,0 0-1 0 0,1 1 1 0 0,-1-1-6 0 0,-41 1-127 0 0,32-1 30 0 0,-91 0-262 0 0,-111 10 391 0 0,210-10-33 0 0,-1-1 0 0 0,1 1 0 0 0,-1 0 0 0 0,1 0-1 0 0,0 0 1 0 0,-1 0 0 0 0,1 0 0 0 0,-1 0 0 0 0,1 0 0 0 0,0 1 0 0 0,-1-1-1 0 0,1 0 1 0 0,-1 1 0 0 0,1-1 0 0 0,0 1 0 0 0,0-1 0 0 0,-1 1-1 0 0,1 0 1 0 0,0 0 0 0 0,0-1 0 0 0,0 1 0 0 0,0 0 0 0 0,0 0 0 0 0,0 0-1 0 0,0 0 1 0 0,0 0 0 0 0,0 0 0 0 0,0 1 0 0 0,0-1 0 0 0,1 0 0 0 0,-1 0-1 0 0,1 1 1 0 0,-1-1 0 0 0,1 0 0 0 0,-1 1 0 0 0,1-1 0 0 0,0 0-1 0 0,-1 1 1 0 0,1-1 0 0 0,0 1 0 0 0,0-1 0 0 0,0 0 0 0 0,0 1 0 0 0,0-1-1 0 0,0 1 1 0 0,1-1 0 0 0,-1 0 0 0 0,0 1 0 0 0,1-1 0 0 0,-1 0-1 0 0,1 1 1 0 0,0-1 0 0 0,-1 0 0 0 0,1 0 0 0 0,0 1 1 0 0,8 7 32 0 0,0 0-1 0 0,0-1 1 0 0,1 0 0 0 0,0-1 0 0 0,0 0 0 0 0,0 0-1 0 0,1-1 1 0 0,10 4-32 0 0,-9-4-14 0 0,27 13 15 0 0,0-2-1 0 0,1-1 1 0 0,0-3 0 0 0,1-1-1 0 0,1-2 1 0 0,6 0-1 0 0,30 7 165 0 0,-77-17-81 0 0,-1 0-26 0 0,-7 0-254 0 0,-343-17-1903 0 0,349 17 2070 0 0,-1 0 0 0 0,1 0 0 0 0,0 0 0 0 0,0 0 1 0 0,0 1-1 0 0,0-1 0 0 0,-1 0 0 0 0,1 1 0 0 0,0-1 0 0 0,0 1 1 0 0,0-1-1 0 0,0 1 0 0 0,0 0 0 0 0,0-1 0 0 0,0 1 0 0 0,0 0 0 0 0,0 0 1 0 0,0 0-1 0 0,1 0 0 0 0,-1 0 0 0 0,0 0 0 0 0,1 0 0 0 0,-1 0 1 0 0,0 0-1 0 0,1 0 0 0 0,-1 0 0 0 0,1 0 0 0 0,0 0 0 0 0,-1 0 1 0 0,1 1-1 0 0,0-1 0 0 0,0 0 0 0 0,-1 0 0 0 0,1 0 0 0 0,0 1 1 0 0,0-1-1 0 0,1 0 0 0 0,-1 0 0 0 0,0 0 0 0 0,0 1 0 0 0,0-1 1 0 0,1 0-1 0 0,-1 0 0 0 0,1 0 0 0 0,-1 0 29 0 0,1 11-184 0 0,0-8 166 0 0,1 0-1 0 0,0-1 1 0 0,0 0-1 0 0,0 1 1 0 0,0-1-1 0 0,1 0 1 0 0,-1 0-1 0 0,1 0 1 0 0,0 0-1 0 0,0-1 1 0 0,0 1-1 0 0,0-1 1 0 0,0 1-1 0 0,0-1 1 0 0,1 0-1 0 0,-1-1 1 0 0,1 1-1 0 0,0-1 1 0 0,-1 1-1 0 0,1-1 1 0 0,0 0-1 0 0,0 0 1 0 0,0-1-1 0 0,0 1 1 0 0,0-1-1 0 0,0 0 1 0 0,3 0 18 0 0,4 2 26 0 0,96 25 1519 0 0,-216-38-1453 0 0,-271-32 354 0 0,370 42-394 0 0,8 0-53 0 0,-1 1-1 0 0,1-1 1 0 0,0 0 0 0 0,-1 1-1 0 0,1-1 1 0 0,0 1 0 0 0,-1 0-1 0 0,1 0 1 0 0,-1 0 0 0 0,1 0-1 0 0,-1 0 1 0 0,1 0 0 0 0,0 1 0 0 0,-1-1-1 0 0,1 1 1 0 0,0-1 0 0 0,-1 1-1 0 0,1 0 1 0 0,0 0 0 0 0,0 0-1 0 0,0 0 1 0 0,0 1 0 0 0,0-1-1 0 0,0 1 1 0 0,0-1 0 0 0,0 1-1 0 0,0-1 1 0 0,1 1 0 0 0,-1 0-1 0 0,0 0 2 0 0,4 4-27 0 0,0-1 0 0 0,0 0 0 0 0,1 0 0 0 0,-1 0 0 0 0,1 0 0 0 0,0 0-1 0 0,1 0 1 0 0,-1-1 0 0 0,1 0 0 0 0,0 1 0 0 0,0-1 0 0 0,0-1 0 0 0,0 1-1 0 0,1-1 1 0 0,-1 1 0 0 0,1-1 0 0 0,0-1 0 0 0,0 1 0 0 0,0-1 0 0 0,0 1-1 0 0,1-2 1 0 0,0 2 27 0 0,17 8-22 0 0,14 9 294 0 0,1-2 0 0 0,0-1 0 0 0,1-2 0 0 0,1-2 0 0 0,0-2 0 0 0,14 1-272 0 0,-37-7-61 0 0,-27-3 152 0 0,-31-3-26 0 0,-336-33-480 0 0,376 34 328 0 0,1 0-73 0 0,0 0-18 0 0,0 0-10 0 0,10 2-243 0 0,253 54 1596 0 0,78-2 118 0 0,-413-47-817 0 0,-401-4-182 0 0,467-3-277 0 0,-3-1-23 0 0,0 1-1 0 0,0 0 1 0 0,0 0 0 0 0,0 1 0 0 0,1 0 0 0 0,-1 1 0 0 0,0 0 0 0 0,1 0 0 0 0,-1 0-1 0 0,1 1 1 0 0,0 1 0 0 0,-1 0 0 0 0,2 0 0 0 0,-1 0 0 0 0,0 1 0 0 0,1 0-1 0 0,0 0 1 0 0,0 1 16 0 0,6-3-13 0 0,0-1-1 0 0,-1 1 1 0 0,1 0-1 0 0,1 0 0 0 0,-1 0 1 0 0,0 0-1 0 0,1 0 1 0 0,0-1-1 0 0,-1 1 0 0 0,1 0 1 0 0,0 0-1 0 0,1 0 1 0 0,-1 0-1 0 0,0 0 0 0 0,1 0 1 0 0,0 0-1 0 0,0 0 1 0 0,0-1-1 0 0,0 1 1 0 0,0 0-1 0 0,0 0 0 0 0,0-1 1 0 0,1 1-1 0 0,0-1 1 0 0,-1 1-1 0 0,1-1 0 0 0,0 0 1 0 0,0 0-1 0 0,1 1 14 0 0,23 13 123 0 0,1-2-1 0 0,1 0 1 0 0,0-2-1 0 0,1-1 0 0 0,0-1 1 0 0,0-2-1 0 0,1-1 1 0 0,0-1-1 0 0,1-1 1 0 0,9-1-123 0 0,15 5 177 0 0,216 38-1 0 0,-269-46-77 0 0,-2-1 62 0 0,-12 0 311 0 0,-385-32-965 0 0,316 22 444 0 0,-108-1 110 0 0,188 11-73 0 0,0 0 0 0 0,0 0-1 0 0,0 0 1 0 0,0 0 0 0 0,0 0 0 0 0,0 0-1 0 0,0 0 1 0 0,0 0 0 0 0,0 1 0 0 0,1-1-1 0 0,-1 0 1 0 0,0 0 0 0 0,0 1 0 0 0,0-1-1 0 0,0 0 1 0 0,0 1 0 0 0,1-1 0 0 0,-1 1-1 0 0,0 0 1 0 0,0-1 0 0 0,1 1 0 0 0,-1-1 0 0 0,0 1-1 0 0,1 0 1 0 0,-1 0 0 0 0,0-1 0 0 0,1 1-1 0 0,-1 0 1 0 0,1 0 0 0 0,0 0 0 0 0,-1 0-1 0 0,1-1 1 0 0,-1 1 0 0 0,1 0 0 0 0,0 0-1 0 0,0 0 1 0 0,0 0 0 0 0,0 0 0 0 0,0 0-1 0 0,0 0 1 0 0,0 0 0 0 0,0 0 0 0 0,0 0-1 0 0,0 0 1 0 0,0 0 0 0 0,0-1 0 0 0,1 1-1 0 0,-1 0 1 0 0,0 0 0 0 0,1 0 0 0 0,-1 0 0 0 0,0 0-1 0 0,1 0 1 0 0,-1-1 0 0 0,1 1 0 0 0,0 0-1 0 0,-1 0 1 0 0,1-1 0 0 0,0 1 0 0 0,-1 0-1 0 0,2-1 13 0 0,8 9 18 0 0,1-1-1 0 0,1 0 1 0 0,-1 0-1 0 0,1-2 0 0 0,1 1 1 0 0,-1-2-1 0 0,1 1 1 0 0,0-2-1 0 0,0 0 0 0 0,0 0 1 0 0,2-1-18 0 0,4 2 110 0 0,399 93 1186 0 0,-416-97-1237 0 0,-2-1 116 0 0,-8-5 287 0 0,-154-42-309 0 0,80 21-367 0 0,-1 5 0 0 0,-1 2-1 0 0,0 5 1 0 0,-1 3 0 0 0,-61 1 214 0 0,142 10-13 0 0,1-1-12 0 0,0 1 0 0 0,-1-1-1 0 0,1 1 1 0 0,0-1 0 0 0,0 1 0 0 0,0 0-1 0 0,-1 0 1 0 0,1 0 0 0 0,0 1-1 0 0,0-1 1 0 0,0 1 0 0 0,-1 0 0 0 0,1 0-1 0 0,0 0 1 0 0,0 0 0 0 0,0 0 0 0 0,0 1-1 0 0,1-1 1 0 0,-1 1 0 0 0,0 0 0 0 0,1 0-1 0 0,-1 0 1 0 0,1 0 0 0 0,-1 0-1 0 0,1 1 1 0 0,0-1 0 0 0,0 1 0 0 0,0-1-1 0 0,0 1 1 0 0,-1 2 25 0 0,4-2-22 0 0,1 0 1 0 0,-1-1-1 0 0,0 1 0 0 0,1-1 0 0 0,-1 0 0 0 0,1 1 1 0 0,0-1-1 0 0,-1 0 0 0 0,1 0 0 0 0,0 0 0 0 0,0 0 1 0 0,1 0-1 0 0,-1-1 0 0 0,0 1 0 0 0,1-1 1 0 0,-1 1-1 0 0,1-1 0 0 0,-1 0 0 0 0,1 0 0 0 0,-1 0 1 0 0,1 0-1 0 0,0 0 0 0 0,0-1 0 0 0,-1 1 0 0 0,4-1 22 0 0,6 4-10 0 0,110 33 535 0 0,1-5 0 0 0,48 2-525 0 0,-160-32-1 0 0,45 9-97 0 0,-243-44-1246 0 0,112 21 1264 0 0,0 4 0 0 0,-1 4 1 0 0,-7 2 79 0 0,82 2-10 0 0,0-1 0 0 0,-1 1 0 0 0,1-1 1 0 0,0 1-1 0 0,-1 0 0 0 0,1-1 0 0 0,-1 1 1 0 0,1 0-1 0 0,0 0 0 0 0,-1 0 0 0 0,1 0 0 0 0,-1 0 1 0 0,1 0-1 0 0,0 1 0 0 0,-1-1 0 0 0,1 0 1 0 0,0 1-1 0 0,-1-1 0 0 0,1 1 0 0 0,0-1 1 0 0,0 1-1 0 0,-1 0 0 0 0,1-1 0 0 0,0 1 1 0 0,0 0-1 0 0,0 0 0 0 0,0 0 0 0 0,0 0 1 0 0,0 0-1 0 0,0 0 0 0 0,0 0 0 0 0,0 0 1 0 0,1 1-1 0 0,-1-1 0 0 0,0 0 0 0 0,1 0 0 0 0,-1 1 1 0 0,1-1-1 0 0,-1 0 0 0 0,1 1 0 0 0,0-1 1 0 0,-1 0-1 0 0,1 1 0 0 0,0-1 0 0 0,0 1 1 0 0,0-1-1 0 0,0 0 0 0 0,0 1 0 0 0,0-1 1 0 0,1 0-1 0 0,-1 1 0 0 0,0-1 0 0 0,1 2 10 0 0,109 56-186 0 0,201 31 1791 0 0,-138-47-1642 0 0,-269-53-293 0 0,-404-52-348 0 0,341 56 991 0 0,157 7-336 0 0,0 1 1 0 0,0 0-1 0 0,0-1 1 0 0,0 1-1 0 0,1 0 1 0 0,-1 0-1 0 0,0 0 0 0 0,1 0 1 0 0,-1 0-1 0 0,1 0 1 0 0,0 1-1 0 0,0-1 1 0 0,0 0-1 0 0,0 1 1 0 0,0-1-1 0 0,0 1 0 0 0,1-1 1 0 0,-1 1-1 0 0,1-1 1 0 0,-1 1-1 0 0,1-1 1 0 0,0 1-1 0 0,0-1 1 0 0,1 1-1 0 0,-1 0 0 0 0,0-1 1 0 0,1 1-1 0 0,-1-1 1 0 0,1 1-1 0 0,0-1 1 0 0,0 0-1 0 0,0 1 0 0 0,0-1 1 0 0,0 0-1 0 0,1 0 1 0 0,-1 1-1 0 0,2 0 23 0 0,9 6 42 0 0,0-1 1 0 0,1 0-1 0 0,0-1 0 0 0,0 0 0 0 0,1-1 0 0 0,0-1 0 0 0,0 0 1 0 0,1-1-1 0 0,-1 0 0 0 0,7-1-42 0 0,-20-2 10 0 0,162 28 438 0 0,-162-29-246 0 0,-12-6 603 0 0,-210-64-462 0 0,157 51-727 0 0,-1 3-1 0 0,-1 2 0 0 0,-22 1 385 0 0,79 12-21 0 0,6 0 10 0 0,-1 0 0 0 0,1 1-1 0 0,0-1 1 0 0,-1 1 0 0 0,1 0-1 0 0,-1 0 1 0 0,1 0 0 0 0,-1 0 0 0 0,1 0-1 0 0,-1 1 1 0 0,1 0 0 0 0,0 0 0 0 0,-1 0-1 0 0,1 0 1 0 0,0 0 0 0 0,0 1 0 0 0,0-1-1 0 0,0 1 1 0 0,-2 1 11 0 0,4-1-24 0 0,0-1 1 0 0,1 1-1 0 0,-1 0 0 0 0,1-1 0 0 0,0 1 1 0 0,-1 0-1 0 0,1-1 0 0 0,0 1 1 0 0,0 0-1 0 0,0-1 0 0 0,0 1 0 0 0,0 0 1 0 0,1-1-1 0 0,-1 1 0 0 0,0-1 1 0 0,1 1-1 0 0,-1 0 0 0 0,1-1 1 0 0,0 1-1 0 0,-1-1 0 0 0,1 1 0 0 0,0-1 1 0 0,0 0-1 0 0,0 1 0 0 0,0-1 1 0 0,0 0-1 0 0,0 1 0 0 0,1-1 0 0 0,-1 0 1 0 0,0 0-1 0 0,1 0 0 0 0,-1 0 1 0 0,0 0-1 0 0,2 0 24 0 0,35 18 117 0 0,0-2 1 0 0,2-2-1 0 0,-1-1 1 0 0,2-3-1 0 0,0 0 1 0 0,0-3-1 0 0,1-2 1 0 0,0-1-1 0 0,24-1-117 0 0,-51-7 386 0 0,-31-6-171 0 0,-258-83-990 0 0,246 83 852 0 0,-1 0 1 0 0,0 2-1 0 0,-1 1 0 0 0,1 2 0 0 0,-1 0 0 0 0,-4 2-77 0 0,36 21-544 0 0,99 24 115 0 0,-39-28 813 0 0,0-1 0 0 0,0-4 0 0 0,1-2 1 0 0,22-2-385 0 0,-54-4 67 0 0,365 14 148 0 0,-396-15-209 0 0,0-1 0 0 0,1 0 0 0 0,-1 1 1 0 0,0-1-1 0 0,1 0 0 0 0,-1 0 0 0 0,1 0 0 0 0,-1 1 0 0 0,0-1 0 0 0,1 0 1 0 0,-1 0-1 0 0,1 0 0 0 0,-1 0 0 0 0,1 0 0 0 0,-1 1 0 0 0,1-1 0 0 0,-1 0 0 0 0,0 0 1 0 0,1 0-1 0 0,-1 0 0 0 0,1 0 0 0 0,-1-1 0 0 0,1 1 0 0 0,-1 0 0 0 0,1 0 0 0 0,-1 0 1 0 0,0 0-1 0 0,1 0 0 0 0,-1-1 0 0 0,1 1 0 0 0,-1 0 0 0 0,0 0 0 0 0,1-1 0 0 0,-1 1 1 0 0,0 0-1 0 0,1 0 0 0 0,-1-1 0 0 0,0 1 0 0 0,1 0 0 0 0,-1-1 0 0 0,0 1 0 0 0,0-1 1 0 0,1 1-1 0 0,-1 0 0 0 0,0-1 0 0 0,0 1 0 0 0,0-1 0 0 0,0 1 0 0 0,1-1 0 0 0,-1 1 1 0 0,0 0-1 0 0,0-1 0 0 0,0 1 0 0 0,0-1 0 0 0,0 1 0 0 0,0-1 0 0 0,0 1 0 0 0,0-1 1 0 0,0 1-1 0 0,-1-1 0 0 0,1 1 0 0 0,0 0 0 0 0,0-1 0 0 0,0 1 0 0 0,0-1 0 0 0,-1 1-6 0 0,-23-19 456 0 0,-15 0-641 0 0,-1 1 0 0 0,0 1 0 0 0,-2 3 0 0 0,0 1 0 0 0,-27-3 185 0 0,-11 7-970 0 0,79 10 960 0 0,1-1 0 0 0,0 1-1 0 0,-1 0 1 0 0,1 0 0 0 0,0-1 0 0 0,-1 1-1 0 0,1 0 1 0 0,0-1 0 0 0,0 1-1 0 0,0 0 1 0 0,0 0 0 0 0,-1-1 0 0 0,1 1-1 0 0,0 0 1 0 0,0 0 0 0 0,0 0-1 0 0,1-1 1 0 0,-1 1 0 0 0,0 0 0 0 0,0 0-1 0 0,0-1 1 0 0,1 1 0 0 0,-1 0-1 0 0,0-1 1 0 0,0 1 0 0 0,1 0 0 0 0,-1-1-1 0 0,1 1 1 0 0,-1 0 0 0 0,1-1-1 0 0,-1 1 1 0 0,1-1 0 0 0,-1 1 0 0 0,1-1-1 0 0,-1 1 1 0 0,1-1 0 0 0,0 1-1 0 0,-1-1 1 0 0,1 1 0 0 0,0-1 0 0 0,-1 0-1 0 0,1 0 1 0 0,0 1 0 0 0,0-1 10 0 0,17 10 66 0 0,1 0 1 0 0,0-1-1 0 0,1-1 1 0 0,0-1 0 0 0,0-1-1 0 0,1 0 1 0 0,-1-2-1 0 0,1 0 1 0 0,17 0-67 0 0,352 8-489 0 0,-437-35-3912 0 0,46 23 4371 0 0,-1-1 1 0 0,1 0-1 0 0,-1 1 0 0 0,0-1 0 0 0,1 1 1 0 0,-1-1-1 0 0,1 1 0 0 0,-1 0 0 0 0,0 0 1 0 0,1 0-1 0 0,-1 0 0 0 0,0 0 0 0 0,1 0 1 0 0,-1 0-1 0 0,0 0 0 0 0,1 1 0 0 0,-1-1 1 0 0,0 1-1 0 0,1-1 0 0 0,-1 1 0 0 0,1 0 1 0 0,-1-1-1 0 0,1 1 0 0 0,-1 0 0 0 0,1 0 1 0 0,0 0-1 0 0,-1 0 0 0 0,1 0 0 0 0,0 0 0 0 0,0 1 1 0 0,0-1-1 0 0,0 0 0 0 0,0 1 0 0 0,0-1 1 0 0,0 0-1 0 0,0 1 0 0 0,0-1 0 0 0,1 1 1 0 0,-1 0-1 0 0,1-1 0 0 0,-1 1 0 0 0,1-1 1 0 0,0 1-1 0 0,-1 0 0 0 0,1-1 0 0 0,0 1 1 0 0,0 0-1 0 0,0-1 0 0 0,0 1 0 0 0,0 0 1 0 0,1-1-1 0 0,-1 1 30 0 0,5 4 14 0 0,0 0 0 0 0,0-1 0 0 0,1 1 0 0 0,-1-1 0 0 0,1 0 0 0 0,1-1 0 0 0,-1 0 0 0 0,0 0 0 0 0,1 0 0 0 0,0-1 0 0 0,0 0 0 0 0,0 0 0 0 0,0 0 0 0 0,0-1-1 0 0,1 0 1 0 0,0-1-14 0 0,0 2 45 0 0,100 22 1691 0 0,-107-26-1664 0 0,0 0-1 0 0,0 0 1 0 0,0 0 0 0 0,0 0-1 0 0,-1 0 1 0 0,1-1-1 0 0,-1 1 1 0 0,1 0 0 0 0,-1 0-1 0 0,1-1 1 0 0,-1 1 0 0 0,0 0-1 0 0,0-1 1 0 0,1 1 0 0 0,-1-1-1 0 0,0 1 1 0 0,0 0 0 0 0,0-1-1 0 0,-1 1 1 0 0,1 0 0 0 0,0-1-1 0 0,0 1 1 0 0,-1 0 0 0 0,1-1-1 0 0,-1 1 1 0 0,1 0-1 0 0,-1 0 1 0 0,1-1 0 0 0,-1 1-1 0 0,0 0 1 0 0,0 0 0 0 0,0 0-1 0 0,1 0 1 0 0,-1 0 0 0 0,0 0-1 0 0,0 0 1 0 0,0 0 0 0 0,-1 0-1 0 0,1 1 1 0 0,0-1 0 0 0,-1 0-72 0 0,-12-15-143 0 0,-1 1 0 0 0,-1 0 0 0 0,-1 1 0 0 0,0 0 0 0 0,0 2 0 0 0,-2 0 0 0 0,1 1 1 0 0,-2 1-1 0 0,1 1 0 0 0,-3 0 143 0 0,18 26-698 0 0,7-10 671 0 0,1 0 1 0 0,0 0 0 0 0,1 0-1 0 0,0-1 1 0 0,0 0 0 0 0,0 0-1 0 0,1 0 1 0 0,-1-1 0 0 0,1 1-1 0 0,1-2 1 0 0,-1 1 0 0 0,1-1-1 0 0,0 1 1 0 0,2 0 26 0 0,0 0 114 0 0,-1 1 0 0 0,1-1 0 0 0,0 0 0 0 0,0-1 0 0 0,0 0 0 0 0,1-1 0 0 0,0 0 0 0 0,-1 0 0 0 0,1-1 0 0 0,0 0 0 0 0,0-1 0 0 0,0 0 0 0 0,0 0 0 0 0,1-1 0 0 0,-1-1 0 0 0,9-1-114 0 0,-18 1 27 0 0,1 0 0 0 0,-1 0 0 0 0,1-1 0 0 0,-1 1 1 0 0,0-1-1 0 0,0 1 0 0 0,0-1 0 0 0,0 1 0 0 0,0-1 0 0 0,0 0 0 0 0,0 1 0 0 0,0-1 0 0 0,-1 0 0 0 0,1 0 0 0 0,-1 0 0 0 0,1 0 1 0 0,-1 1-1 0 0,0-1 0 0 0,0 0 0 0 0,0 0 0 0 0,0 0 0 0 0,0 0 0 0 0,0 0 0 0 0,0 0 0 0 0,-1 0 0 0 0,1 0 0 0 0,-1 1 0 0 0,1-1 0 0 0,-1 0 1 0 0,0 0-1 0 0,1 1 0 0 0,-1-1 0 0 0,0 0 0 0 0,0 1 0 0 0,0-1 0 0 0,-1 1 0 0 0,1-1 0 0 0,0 1 0 0 0,-1-1-27 0 0,-16-11-82 0 0,0 2 0 0 0,0 0 0 0 0,-2 1 0 0 0,1 1 0 0 0,-1 1-1 0 0,0 1 1 0 0,-21-5 82 0 0,27 7 1 0 0,2 1-2 0 0,-6-3-3 0 0,1 2 0 0 0,-1 0 0 0 0,0 0 0 0 0,0 2 0 0 0,-1 0 0 0 0,1 1 0 0 0,0 1 0 0 0,-1 1 4 0 0,17 1-30 0 0,-1 1 1 0 0,1-1-1 0 0,-1 1 0 0 0,1-1 1 0 0,0 1-1 0 0,0 0 1 0 0,0 0-1 0 0,0 0 0 0 0,0 0 1 0 0,0 0-1 0 0,1 0 0 0 0,-1 1 1 0 0,1-1-1 0 0,-1 0 1 0 0,1 1-1 0 0,0-1 0 0 0,0 1 1 0 0,0 0-1 0 0,0-1 0 0 0,1 1 1 0 0,-1 0-1 0 0,1-1 1 0 0,-1 1-1 0 0,1 0 0 0 0,0 0 1 0 0,0-1-1 0 0,0 1 0 0 0,1 0 1 0 0,-1 0-1 0 0,1 0 30 0 0,-4 19-139 0 0,-1 97 227 0 0,13-99-5 0 0,-21-21 355 0 0,-302-54-447 0 0,-17 18-454 0 0,330 69-2038 0 0,1-29 2568 0 0,0 0 0 0 0,1 0 0 0 0,-1 0 0 0 0,1 0 0 0 0,0 0 0 0 0,-1 0 0 0 0,1-1 0 0 0,1 1 0 0 0,-1 0 0 0 0,0 0 0 0 0,1-1 0 0 0,-1 1 0 0 0,1 0 0 0 0,0-1 1 0 0,0 0-1 0 0,0 1 0 0 0,0-1 0 0 0,0 0 0 0 0,0 0 0 0 0,1 0 0 0 0,-1 0 0 0 0,1-1 0 0 0,-1 1 0 0 0,1-1 0 0 0,0 1 0 0 0,-1-1 0 0 0,1 0 0 0 0,0 0 0 0 0,0 0 1 0 0,0-1-1 0 0,0 1 0 0 0,0-1 0 0 0,0 1 0 0 0,0-1-67 0 0,-2 0-88 0 0,-1 0 158 0 0,-33-14 613 0 0,-206-19-626 0 0,237 34-72 0 0,1-1-1 0 0,-1 0 1 0 0,1 1 0 0 0,-1-1 0 0 0,1 1 0 0 0,-1-1-1 0 0,1 1 1 0 0,0 0 0 0 0,-1 0 0 0 0,1 0 0 0 0,0-1-1 0 0,-1 1 1 0 0,1 1 0 0 0,0-1 0 0 0,0 0 0 0 0,0 0-1 0 0,0 0 1 0 0,0 0 0 0 0,0 1 0 0 0,0-1 0 0 0,1 0-1 0 0,-1 1 1 0 0,0-1 0 0 0,1 1 0 0 0,-1-1 0 0 0,1 1-1 0 0,-1-1 1 0 0,1 1 0 0 0,0-1 0 0 0,-1 1 0 0 0,1-1-1 0 0,0 1 1 0 0,0 0 0 0 0,0-1 0 0 0,1 1 0 0 0,-1-1-1 0 0,0 1 1 0 0,0-1 0 0 0,1 1 0 0 0,-1-1 0 0 0,1 1-1 0 0,0-1 1 0 0,-1 1 0 0 0,2 0 15 0 0,61 30-721 0 0,-10-20 385 0 0,-52-12 516 0 0,-4-8 1023 0 0,-98-34-530 0 0,92 39-645 0 0,-1 0 0 0 0,1 1-1 0 0,-1 0 1 0 0,0 1 0 0 0,1 0 0 0 0,-1 0 0 0 0,0 1 0 0 0,0 0 0 0 0,0 1-1 0 0,1 0 1 0 0,-1 1 0 0 0,0 0 0 0 0,1 0 0 0 0,-1 1 0 0 0,1 0 0 0 0,0 1-1 0 0,0 0 1 0 0,0 0 0 0 0,1 1 0 0 0,-1 0 0 0 0,1 1 0 0 0,0 0 0 0 0,-1 1-28 0 0,8-6 5 0 0,0-1-1 0 0,1 1 1 0 0,-1 0 0 0 0,0-1 0 0 0,0 1 0 0 0,1 0 0 0 0,-1 0 0 0 0,0 0 0 0 0,1 0 0 0 0,-1-1 0 0 0,1 1 0 0 0,-1 0-1 0 0,1 0 1 0 0,-1 0 0 0 0,1 0 0 0 0,0 0 0 0 0,-1 1 0 0 0,1-1 0 0 0,0 0 0 0 0,0 0 0 0 0,0 0 0 0 0,0 0 0 0 0,0 0 0 0 0,0 0-1 0 0,0 0 1 0 0,0 0 0 0 0,1 0 0 0 0,-1 0 0 0 0,0 0 0 0 0,0 0 0 0 0,1 0 0 0 0,-1 0 0 0 0,1 0 0 0 0,-1 0 0 0 0,1 0 0 0 0,-1 0-1 0 0,1 0 1 0 0,0 0 0 0 0,0 0 0 0 0,-1-1 0 0 0,1 1 0 0 0,0 0 0 0 0,0-1 0 0 0,0 1 0 0 0,0 0 0 0 0,-1-1 0 0 0,1 1 0 0 0,0-1-1 0 0,0 1 1 0 0,0-1 0 0 0,0 0 0 0 0,0 1 0 0 0,0-1 0 0 0,1 0-5 0 0,61 19-416 0 0,49-14-78 0 0,-110-7 504 0 0,1 0-1 0 0,0-1 1 0 0,-1 1-1 0 0,0 0 1 0 0,1-1 0 0 0,-1 0-1 0 0,0 1 1 0 0,0-1 0 0 0,0 0-1 0 0,-1 0 1 0 0,1 0 0 0 0,-1 0-1 0 0,0 0 1 0 0,1 0 0 0 0,-1-1-1 0 0,-1 1 1 0 0,1 0 0 0 0,0-1-1 0 0,-1 1 1 0 0,0 0 0 0 0,0-1-1 0 0,0 1 1 0 0,0-1 0 0 0,0 1-1 0 0,-1 0 1 0 0,1-1 0 0 0,-1 1-1 0 0,0 0 1 0 0,0-1 0 0 0,0 1-1 0 0,-1 0 1 0 0,1 0 0 0 0,-1 0-10 0 0,-50-59-1224 0 0,57 78 714 0 0,7-7 515 0 0,1-1 0 0 0,0 0 0 0 0,0-1 0 0 0,1 0 0 0 0,-1-1 1 0 0,2 0-1 0 0,-1-2 0 0 0,13 4-5 0 0,132 18-873 0 0,-90-31-3437 0 0,-48 1 2410 0 0</inkml:trace>
  <inkml:trace contextRef="#ctx0" brushRef="#br0" timeOffset="27996.738">889 2930 2720 0 0,'0'0'1162'0'0,"0"0"-545"0"0,0 0-212 0 0,0 0 17 0 0,0 0 91 0 0,0 0 4 0 0,0 0-203 0 0,0 0-457 0 0,0 0-349 0 0,-6 9 33 0 0,-11 23 394 0 0,16-24 235 0 0,21-23 270 0 0,34-52 523 0 0,-18-37 1591 0 0,-27 84-2507 0 0,-8 20-146 0 0,-1 146 971 0 0,1-144-901 0 0,1 0 1 0 0,-1-1 0 0 0,1 1-1 0 0,0-1 1 0 0,0 0-1 0 0,0 1 1 0 0,0-1 0 0 0,0 0-1 0 0,0 0 1 0 0,0 0 0 0 0,0-1-1 0 0,1 1 1 0 0,-1 0 0 0 0,0-1-1 0 0,0 0 1 0 0,1 1 0 0 0,-1-1-1 0 0,0 0 1 0 0,1 0 0 0 0,-1 0-1 0 0,0 0 1 0 0,1-1-1 0 0,-1 1 1 0 0,0-1 0 0 0,0 1-1 0 0,1-1 1 0 0,-1 0 0 0 0,0 0-1 0 0,0 0 1 0 0,0 0 0 0 0,0 0-1 0 0,0 0 1 0 0,0-1 0 0 0,0 1 28 0 0,13-11 29 0 0,0 0 0 0 0,0-1 0 0 0,-2-1 0 0 0,1 0 0 0 0,-2-1 0 0 0,0 0 0 0 0,-1-1 0 0 0,0 0 0 0 0,-1-1 0 0 0,-1 0 0 0 0,-1-1 0 0 0,5-14-29 0 0,-4-34 1508 0 0,-31 69-635 0 0,17 0-914 0 0,1 1 0 0 0,0 0 1 0 0,0 0-1 0 0,0 0 0 0 0,0 1 0 0 0,1 0 0 0 0,0-1 1 0 0,0 1-1 0 0,0 0 0 0 0,0 1 0 0 0,1-1 0 0 0,0 0 1 0 0,0 1-1 0 0,0-1 0 0 0,1 1 0 0 0,-1 0 0 0 0,1-1 0 0 0,1 1 1 0 0,-1 0-1 0 0,1 0 0 0 0,0-1 0 0 0,1 1 0 0 0,-1 0 1 0 0,1 0-1 0 0,0-1 0 0 0,2 6 41 0 0,-2 20-124 0 0,17 83-1344 0 0,-4-47-2529 0 0,-10-36 1184 0 0</inkml:trace>
  <inkml:trace contextRef="#ctx0" brushRef="#br1" timeOffset="60239.52">1842 1877 1148 0 0,'0'0'919'0'0,"0"0"-124"0"0,0 0-621 0 0,0 0-297 0 0,35-16-136 0 0,110-53 88 0 0,-61 27-304 0 0,86-19-498 0 0,-164 58 110 0 0</inkml:trace>
  <inkml:trace contextRef="#ctx0" brushRef="#br1" timeOffset="60493.223">1765 1850 912 0 0,'0'0'1346'0'0,"0"0"-542"0"0,0 0-212 0 0,0 0-28 0 0,0 0 74 0 0,0 0-130 0 0,0 0-203 0 0,0 0-251 0 0,-6-2-176 0 0,6 2 124 0 0,-1 0-1 0 0,1 0 0 0 0,-1 0 1 0 0,1 0-1 0 0,0 0 0 0 0,-1 0 1 0 0,1 0-1 0 0,-1-1 0 0 0,1 1 1 0 0,-1 0-1 0 0,1 0 1 0 0,-1 0-1 0 0,1 0 0 0 0,0 0 1 0 0,-1-1-1 0 0,1 1 0 0 0,-1 0 1 0 0,1 0-1 0 0,0-1 0 0 0,-1 1 1 0 0,1 0-1 0 0,0-1 0 0 0,-1 1 1 0 0,1 0-1 0 0,0-1 1 0 0,0 1-1 0 0,-1-1 0 0 0,1 1 1 0 0,0 0-1 0 0,0-1 0 0 0,0 1 1 0 0,-1-1-1 0 0,1 1 0 0 0,0-1 1 0 0,0 1-1 0 0,0 0 1 0 0,0-1-1 0 0,0 1 0 0 0,0-1 1 0 0,0 1-1 0 0,0-1 0 0 0,0 1 1 0 0,0-1-1 0 0,0 1 0 0 0,0-1 1 0 0,0 1-1 0 0,1 0 1 0 0,-1-1-1 0 0,0 1 0 0 0,0-1 1 0 0,0 1-1 0 0,1 0 0 0 0,-1-1 1 0 0,0 1-1 0 0,0-1 0 0 0,1 1 1 0 0,-1 0-1 0 0,0-1 1 0 0,1 1-1 0 0,-1 0 0 0 0,0 0 1 0 0,1-1-1 0 0,-1 1 0 0 0,1 0-1 0 0,43-14 278 0 0,-16 7-200 0 0,85-26 75 0 0,-15 3 28 0 0,1 4 0 0 0,2 4 0 0 0,30 1-181 0 0,113 8-367 0 0,-77 16-3991 0 0,-133-3 2571 0 0</inkml:trace>
  <inkml:trace contextRef="#ctx0" brushRef="#br1" timeOffset="60762.294">1683 1881 3696 0 0,'0'0'1086'0'0,"0"0"-496"0"0,0 0-357 0 0,0 0-74 0 0,0 0 318 0 0,0 0 381 0 0,0 0-54 0 0,0 0-262 0 0,0 0-238 0 0,0 0-130 0 0,-8 7 163 0 0,5-5-307 0 0,-18 19 444 0 0,54-14 42 0 0,206-22-53 0 0,-1-11-1 0 0,85-27-462 0 0,-70 12-1021 0 0,-210 37-866 0 0,-43 10-1296 0 0,-4 0 905 0 0</inkml:trace>
  <inkml:trace contextRef="#ctx0" brushRef="#br1" timeOffset="63702.64">1447 2072 5092 0 0,'0'0'1036'0'0,"0"0"-127"0"0,0 0-43 0 0,0 0-81 0 0,0 0 53 0 0,0 0-14 0 0,0 0-200 0 0,0 0-250 0 0,0 0-150 0 0,0 0-89 0 0,-28 13-14 0 0,-78 35-22 0 0,106-48-97 0 0,0 1 0 0 0,0-1 0 0 0,0 0 0 0 0,1 0 0 0 0,-1 0 0 0 0,0 1 0 0 0,0-1-1 0 0,0 0 1 0 0,0 0 0 0 0,0 1 0 0 0,1-1 0 0 0,-1 0 0 0 0,0 0 0 0 0,0 1 0 0 0,0-1 0 0 0,0 0 0 0 0,0 1 0 0 0,0-1-1 0 0,0 0 1 0 0,0 0 0 0 0,0 1 0 0 0,0-1 0 0 0,0 0 0 0 0,0 0 0 0 0,0 1 0 0 0,0-1 0 0 0,0 0 0 0 0,0 0 0 0 0,-1 1 0 0 0,1-1-1 0 0,0 0 1 0 0,0 0 0 0 0,0 1 0 0 0,0-1 0 0 0,0 0 0 0 0,-1 0 0 0 0,1 1 0 0 0,0-1 0 0 0,0 0 0 0 0,0 0 0 0 0,-1 0 0 0 0,1 0-1 0 0,0 1 1 0 0,0-1-2 0 0,39-3 88 0 0,-26 2-49 0 0,748-74 726 0 0,-424 33-1748 0 0,-430 62-1491 0 0,-193 21 2105 0 0,135-25 485 0 0,0 6 0 0 0,2 7 0 0 0,1 6 0 0 0,2 7 0 0 0,1 6 1 0 0,-2 8-117 0 0,128-47 93 0 0,11-6-33 0 0,0-1-1 0 0,1 2 0 0 0,-1-1 0 0 0,1 1 0 0 0,0 0 0 0 0,0 1 1 0 0,0 0-1 0 0,1 0 0 0 0,0 0 0 0 0,0 1 0 0 0,0-1 0 0 0,0 2 0 0 0,1-1 1 0 0,-1 2-60 0 0,7-6 7 0 0,-1-1 1 0 0,1 0-1 0 0,0 1 1 0 0,0-1-1 0 0,0 0 1 0 0,0 0 0 0 0,0 0-1 0 0,0 0 1 0 0,0 0-1 0 0,0 0 1 0 0,0 0-1 0 0,0 0 1 0 0,1 0-1 0 0,-1 0 1 0 0,0-1 0 0 0,1 1-1 0 0,-1 0 1 0 0,0-1-1 0 0,1 1 1 0 0,-1-1-1 0 0,1 0 1 0 0,-1 1-1 0 0,1-1 1 0 0,-1 0 0 0 0,1 0-1 0 0,-1 0 1 0 0,1 0-1 0 0,-1 0 1 0 0,1 0-1 0 0,-1 0 1 0 0,1-1 0 0 0,-1 1-1 0 0,1-1 1 0 0,0 1-8 0 0,4 0 35 0 0,125 3 48 0 0,1-5 0 0 0,-1-6-1 0 0,0-6 1 0 0,24-9-83 0 0,513-123-162 0 0,-525 111 111 0 0,134-37-1813 0 0,-274 71 1400 0 0,-5 1 195 0 0,-135 28-2663 0 0,-214 41 3392 0 0,-264 62 2274 0 0,563-118-2662 0 0,0 2 0 0 0,1 2 0 0 0,1 2 0 0 0,-44 25-72 0 0,88-41 6 0 0,4-2-5 0 0,-1 0 0 0 0,0 0 0 0 0,1 1 0 0 0,-1-1 0 0 0,1 1 0 0 0,0-1 0 0 0,-1 1 0 0 0,1 0 0 0 0,0 0 0 0 0,0 0 0 0 0,0 0-1 0 0,0 0 1 0 0,0 0 0 0 0,1 0 0 0 0,-1 1 0 0 0,1-1 0 0 0,0 1 0 0 0,-1-1 0 0 0,1 1 0 0 0,-1 2-1 0 0,36 9 252 0 0,215-6 397 0 0,-84-17-623 0 0,0-6 0 0 0,121-30-26 0 0,-223 34 0 0 0,560-108-859 0 0,-585 113-821 0 0,-37 6 1242 0 0,-21 8 28 0 0,-261 52-1459 0 0,-800 128 6934 0 0,908-158-4113 0 0,172-30-710 0 0,5-1-130 0 0,655-141 354 0 0,-565 122-483 0 0,121-24-604 0 0,1 9 1 0 0,49 5 620 0 0,-247 35-1626 0 0,-54 7 1042 0 0,-177 37 1382 0 0,-3-10-1 0 0,-51-4-797 0 0,74-10 623 0 0,-583 83 835 0 0,906-107-2175 0 0,169-4 1356 0 0,14-14-639 0 0,589-71-1331 0 0,-810 86 1008 0 0,-108 9 939 0 0,-261 57-263 0 0,-1280 247 852 0 0,1230-233-175 0 0,278-58-711 0 0,70-15-685 0 0,135 6 595 0 0,1-7 1 0 0,22-8-230 0 0,44-14 219 0 0,164-36-219 0 0,-269 35-9 0 0,551-92-705 0 0,-646 109 432 0 0,-30 6-216 0 0,-35 9 112 0 0,-242 51 318 0 0,-126 6 68 0 0,137-26 514 0 0,-179 55-514 0 0,410-87 128 0 0,0 1-1 0 0,1 3 1 0 0,1 1 0 0 0,1 2 0 0 0,-2 2-128 0 0,15 11 36 0 0,55-25-25 0 0,135-12 83 0 0,0-8 0 0 0,-1-7 0 0 0,-1-7 1 0 0,129-40-95 0 0,-249 57 8 0 0,624-156-1187 0 0,-1031 241-1811 0 0,-558 114 5466 0 0,778-153-1275 0 0,194-35-1246 0 0,140 4 347 0 0,0-8-1 0 0,104-19-301 0 0,172-57 725 0 0,53-35-725 0 0,-130 28-599 0 0,-364 82-226 0 0,-26 9-877 0 0,-11 4 1124 0 0,0 0 0 0 0,0-1 0 0 0,-1-1 1 0 0,0 0-1 0 0,-1-1 0 0 0,0 0 0 0 0,-10 2 578 0 0,-60 16 548 0 0,0-4 0 0 0,-1-4-1 0 0,0-3 1 0 0,-32-2-548 0 0,50-4 392 0 0,-497 60 1811 0 0,517-47-1710 0 0,99-4-303 0 0,79-9-48 0 0,0-5 0 0 0,0-7-1 0 0,-1-4 1 0 0,62-16-142 0 0,156-11-61 0 0,-133 28-585 0 0,-213 8 595 0 0,1-1 0 0 0,-1 1 0 0 0,0 0 0 0 0,0-1 0 0 0,1 1 0 0 0,-1 0 0 0 0,0 0 0 0 0,1 0-1 0 0,-1 0 1 0 0,0 0 0 0 0,1 0 0 0 0,-1 0 0 0 0,0 0 0 0 0,1 1 0 0 0,-1-1 0 0 0,0 0-1 0 0,1 1 1 0 0,-1-1 0 0 0,0 1 0 0 0,0 0 0 0 0,0-1 0 0 0,0 1 0 0 0,1 0 0 0 0,-1 0-1 0 0,0 0 1 0 0,0-1 0 0 0,-1 1 0 0 0,1 0 0 0 0,0 0 0 0 0,0 1 0 0 0,0-1 0 0 0,0 0-1 0 0,-1 0 1 0 0,1 0 0 0 0,-1 0 0 0 0,1 1 0 0 0,0 0 51 0 0,-67 21-1182 0 0,53-22 1025 0 0,-92 9 213 0 0,0-4 1 0 0,-80-7-57 0 0,-105 4 268 0 0,268-1-227 0 0,7-2 51 0 0,-1 0 1 0 0,1 2 0 0 0,-1 0 0 0 0,1 0-1 0 0,0 2 1 0 0,0 0 0 0 0,0 0 0 0 0,0 2-1 0 0,-6 3-92 0 0,20-9 19 0 0,0 1 0 0 0,0 0 1 0 0,0-1-1 0 0,0 1 0 0 0,0 0 0 0 0,1 0 0 0 0,-1-1 0 0 0,0 1 0 0 0,0 0 0 0 0,1 0 0 0 0,-1 0 0 0 0,0 0 1 0 0,1 0-1 0 0,-1 0 0 0 0,1 0 0 0 0,-1 1 0 0 0,1-1 0 0 0,0 0 0 0 0,-1 0 0 0 0,1 0 0 0 0,0 0 0 0 0,0 0 1 0 0,0 1-1 0 0,0-1 0 0 0,0 0 0 0 0,0 0 0 0 0,0 0 0 0 0,0 1 0 0 0,0-1 0 0 0,0 0 0 0 0,1 0 0 0 0,-1 0 1 0 0,1 0-1 0 0,-1 0 0 0 0,1 0 0 0 0,-1 0 0 0 0,1 0 0 0 0,-1 0 0 0 0,1 0 0 0 0,0 0 0 0 0,0 0 0 0 0,0 0 1 0 0,-1 0-1 0 0,1 0 0 0 0,0-1 0 0 0,0 1 0 0 0,0 0 0 0 0,0-1 0 0 0,0 1 0 0 0,0 0 0 0 0,0-1 0 0 0,0 0 0 0 0,1 1 1 0 0,-1-1-1 0 0,0 0 0 0 0,0 1 0 0 0,0-1 0 0 0,0 0 0 0 0,1 0 0 0 0,-1 0 0 0 0,0 0 0 0 0,1 0-19 0 0,38 9 18 0 0,0-3 0 0 0,1 0 1 0 0,-1-3-1 0 0,1-1 0 0 0,29-4-18 0 0,-25 2 32 0 0,25-2-30 0 0,0-4 1 0 0,-1-2-1 0 0,1-3 0 0 0,-2-4 1 0 0,0-2-1 0 0,10-7-2 0 0,-31 0-673 0 0,-66 23-174 0 0,-11 1 703 0 0,1 1-1 0 0,-1 1 1 0 0,1 2 0 0 0,0 0 0 0 0,-23 8 144 0 0,-28 17 76 0 0,1 3 0 0 0,2 3 0 0 0,1 4 0 0 0,2 3 1 0 0,2 3-1 0 0,-2 6-76 0 0,57-34 731 0 0,43-24 68 0 0,-1 0-954 0 0,110-24 273 0 0,-2-6 1 0 0,-1-7 0 0 0,-2-4-1 0 0,48-30-118 0 0,-169 69 295 0 0,-36 16-242 0 0,23-6-215 0 0,-316 90-1765 0 0,147-46 3602 0 0,-1-8 1 0 0,-5-7-1676 0 0,119-20 340 0 0,60-9-339 0 0,0-1 0 0 0,1 0 0 0 0,-1 1-1 0 0,0-1 1 0 0,0 1 0 0 0,1-1 0 0 0,-1 0 0 0 0,0 1 0 0 0,0-1 0 0 0,0 1-1 0 0,0-1 1 0 0,0 1 0 0 0,1-1 0 0 0,-1 1 0 0 0,0-1 0 0 0,0 1 0 0 0,0-1 0 0 0,0 0-1 0 0,0 1 1 0 0,-1-1 0 0 0,1 1 0 0 0,0-1 0 0 0,0 1 0 0 0,0-1 0 0 0,0 1 0 0 0,0-1-1 0 0,-1 0 1 0 0,1 1 0 0 0,0-1 0 0 0,0 1 0 0 0,-1-1 0 0 0,1 0 0 0 0,0 1-1 0 0,67 11-79 0 0,0-3 1 0 0,1-3-1 0 0,0-2 1 0 0,0-4 0 0 0,13-3 78 0 0,11-6-63 0 0,0-3 0 0 0,-2-5 0 0 0,0-3 0 0 0,55-22 63 0 0,-119 36-108 0 0,-1-2 0 0 0,0-1 0 0 0,-1-1 0 0 0,1-1 0 0 0,-2-1-1 0 0,21-15 109 0 0,-83 27-3941 0 0,-91 24 1885 0 0,1 0 3761 0 0,127-23-1665 0 0,-1-1-37 0 0,1-1 0 0 0,-1 1-1 0 0,0 0 1 0 0,1 1 0 0 0,-1-1 0 0 0,0 0-1 0 0,1 1 1 0 0,-1 0 0 0 0,0-1 0 0 0,1 1-1 0 0,-1 0 1 0 0,1 0 0 0 0,-1 1 0 0 0,1-1-1 0 0,0 0 1 0 0,-1 1 0 0 0,1-1 0 0 0,0 1-1 0 0,0 0 1 0 0,0 0 0 0 0,0 0 0 0 0,1 0 0 0 0,-1 0-1 0 0,0 0 1 0 0,1 0 0 0 0,-1 1 0 0 0,1-1-1 0 0,0 1 1 0 0,0-1 0 0 0,0 1 0 0 0,0-1-1 0 0,0 1 1 0 0,1-1 0 0 0,-1 1 0 0 0,1 0-1 0 0,-1 2-2 0 0,3-3-20 0 0,0 0-1 0 0,0 0 0 0 0,0 0 1 0 0,0-1-1 0 0,0 1 0 0 0,1-1 0 0 0,-1 1 1 0 0,0-1-1 0 0,1 0 0 0 0,-1 0 1 0 0,1 0-1 0 0,-1 0 0 0 0,1 0 0 0 0,-1 0 1 0 0,1-1-1 0 0,0 0 0 0 0,-1 1 1 0 0,1-1-1 0 0,0 0 0 0 0,-1 0 0 0 0,1 0 1 0 0,0-1-1 0 0,0 1 21 0 0,0 0-44 0 0,3 2 11 0 0,-1-1-1 0 0,0 0 0 0 0,1-1 1 0 0,-1 1-1 0 0,0-1 1 0 0,1 0-1 0 0,-1 0 0 0 0,1-1 1 0 0,-1 0-1 0 0,0 0 0 0 0,0 0 1 0 0,1 0-1 0 0,-1-1 0 0 0,0 0 1 0 0,0 0-1 0 0,0 0 0 0 0,0-1 1 0 0,-1 1-1 0 0,1-1 1 0 0,-1 0-1 0 0,0-1 0 0 0,1 1 1 0 0,-1-1-1 0 0,-1 0 0 0 0,1 0 1 0 0,-1 0-1 0 0,1 0 0 0 0,-1-1 1 0 0,0 1-1 0 0,-1-1 1 0 0,1 0-1 0 0,-1 0 0 0 0,0 0 1 0 0,0 0-1 0 0,1-4 34 0 0,-3 3-68 0 0,0-1 0 0 0,-1 0 0 0 0,1 0 0 0 0,-1 1 1 0 0,-1-1-1 0 0,1 1 0 0 0,-1-1 0 0 0,0 1 0 0 0,-1 0 0 0 0,1-1 0 0 0,-1 1 0 0 0,-1 0 1 0 0,1 1-1 0 0,-1-1 0 0 0,0 1 0 0 0,0-1 0 0 0,0 1 0 0 0,-1 0 0 0 0,0 1 0 0 0,0-1 1 0 0,0 1-1 0 0,-1 0 0 0 0,1 0 0 0 0,-1 1 0 0 0,0-1 0 0 0,-2 0 68 0 0,-54-39-691 0 0,-2 3 0 0 0,-2 3 0 0 0,-35-14 691 0 0,99 50-29 0 0,0 0 0 0 0,1 0 1 0 0,-1 0-1 0 0,0 0 0 0 0,0 0 0 0 0,0 0 0 0 0,0 1 0 0 0,1-1 0 0 0,-1 1 0 0 0,0-1 0 0 0,0 1 0 0 0,0 0 0 0 0,0 0 1 0 0,0 0-1 0 0,0 0 0 0 0,0 0 0 0 0,0 0 0 0 0,0 0 0 0 0,0 1 0 0 0,0-1 0 0 0,0 1 0 0 0,0-1 0 0 0,0 1 1 0 0,0 0-1 0 0,0 0 0 0 0,1 0 0 0 0,-1 0 0 0 0,0 0 0 0 0,1 0 0 0 0,-1 0 0 0 0,1 1 29 0 0,0 12-1392 0 0</inkml:trace>
  <inkml:trace contextRef="#ctx0" brushRef="#br1" timeOffset="73617.851">2908 2727 692 0 0,'0'0'831'0'0,"-7"-16"-184"0"0,-64-128 814 0 0,9 73-131 0 0,60 71-1300 0 0,1 0-1 0 0,0 0 1 0 0,-1 0-1 0 0,1 1 1 0 0,0-1 0 0 0,0 0-1 0 0,-1 1 1 0 0,1-1-1 0 0,0 1 1 0 0,0 0 0 0 0,0-1-1 0 0,-1 1 1 0 0,1 0-1 0 0,0 0 1 0 0,0 0-1 0 0,0-1 1 0 0,0 1 0 0 0,0 0-1 0 0,1 0 1 0 0,-1 1-1 0 0,0-1 1 0 0,0 0-1 0 0,1 0 1 0 0,-1 0 0 0 0,1 0-1 0 0,-1 1 1 0 0,1-1-1 0 0,-1 0 1 0 0,1 0 0 0 0,0 1-1 0 0,-1-1 1 0 0,1 0-1 0 0,0 1 1 0 0,0-1-1 0 0,0 0 1 0 0,0 1 0 0 0,0-1-1 0 0,1 0 1 0 0,-1 1-1 0 0,0-1 1 0 0,1 0 0 0 0,-1 1-1 0 0,0-1 1 0 0,1 0-1 0 0,0 0 1 0 0,-1 1-1 0 0,1-1 1 0 0,0 0 0 0 0,0 0-30 0 0,-1 5 90 0 0,4 10-46 0 0,1 0 1 0 0,1 0 0 0 0,0 0 0 0 0,1-1-1 0 0,0 1 1 0 0,2-2 0 0 0,0 1 0 0 0,0-1-1 0 0,1-1 1 0 0,1 0 0 0 0,5 5-45 0 0,-2-1-43 0 0,0 1 5 0 0,1 0-1 0 0,0-1 1 0 0,2-1 0 0 0,0 0-1 0 0,1-2 1 0 0,0 0 0 0 0,1-1-1 0 0,1 0 1 0 0,0-2 0 0 0,18 8 38 0 0,-37-18 31 0 0,0-1 1 0 0,-1 1-1 0 0,1 0 1 0 0,0-1-1 0 0,-1 1 1 0 0,1-1-1 0 0,0 1 1 0 0,0-1-1 0 0,-1 1 1 0 0,1-1-1 0 0,0 1 1 0 0,0-1 0 0 0,0 0-1 0 0,0 0 1 0 0,0 1-1 0 0,0-1 1 0 0,0 0-1 0 0,-1 0 1 0 0,1 0-1 0 0,0 0 1 0 0,0 0-1 0 0,0 0 1 0 0,0 0-1 0 0,0 0 1 0 0,0 0-1 0 0,0-1 1 0 0,0 1-1 0 0,0 0 1 0 0,-1-1 0 0 0,1 1-1 0 0,0 0 1 0 0,0-1-1 0 0,0 1 1 0 0,-1-1-1 0 0,1 1 1 0 0,0-1-1 0 0,0 0 1 0 0,-1 1-1 0 0,1-1 1 0 0,-1 0-1 0 0,1 1 1 0 0,0-1-1 0 0,-1 0 1 0 0,1 0 0 0 0,-1 0-1 0 0,0 1 1 0 0,1-1-1 0 0,-1 0 1 0 0,0 0-1 0 0,1 0 1 0 0,-1 0-1 0 0,0 0 1 0 0,0 0-1 0 0,0 0 1 0 0,0 1-1 0 0,0-1 1 0 0,0 0-1 0 0,0 0-31 0 0,-2-9-49 0 0,0 1-1 0 0,-1 0 0 0 0,-1 0 0 0 0,1 0 0 0 0,-1 0 0 0 0,-1 0 0 0 0,0 1 0 0 0,0 0 0 0 0,0 0 0 0 0,-1 0 0 0 0,0 1 0 0 0,-1 0 0 0 0,-5-5 50 0 0,-6-9 30 0 0,-163-164 677 0 0,-76-82-10 0 0,257 268-683 0 0,0-1 1 0 0,0 0-1 0 0,0 0 0 0 0,0 1 1 0 0,0-1-1 0 0,0 0 0 0 0,0 0 1 0 0,0 1-1 0 0,0-1 0 0 0,0 0 1 0 0,0 0-1 0 0,0 1 0 0 0,0-1 0 0 0,0 0 1 0 0,0 0-1 0 0,-1 0 0 0 0,1 1 1 0 0,0-1-1 0 0,0 0 0 0 0,0 0 1 0 0,0 1-1 0 0,0-1 0 0 0,-1 0 0 0 0,1 0 1 0 0,0 0-1 0 0,0 0 0 0 0,0 1 1 0 0,-1-1-1 0 0,1 0 0 0 0,0 0 1 0 0,0 0-1 0 0,0 0 0 0 0,-1 0 0 0 0,1 0 1 0 0,0 1-1 0 0,0-1 0 0 0,-1 0 1 0 0,1 0-1 0 0,0 0 0 0 0,0 0 1 0 0,-1 0-1 0 0,1 0 0 0 0,0 0 1 0 0,0 0-1 0 0,-1 0 0 0 0,1 0 0 0 0,0 0 1 0 0,0 0-1 0 0,-1 0 0 0 0,1-1 1 0 0,0 1-1 0 0,0 0 0 0 0,-1 0 1 0 0,1 0-1 0 0,0 0-14 0 0,6 26 99 0 0,8-2-125 0 0,1-1 0 0 0,1-1 1 0 0,1 0-1 0 0,1-2 0 0 0,1 0 1 0 0,12 10 25 0 0,18 13-718 0 0,3-1 1 0 0,1-3-1 0 0,1-2 0 0 0,3-3 1 0 0,4 0 717 0 0,93 35-914 0 0,-152-68 937 0 0,0 0 1 0 0,0 0 0 0 0,1 0 0 0 0,-1-1-1 0 0,0 1 1 0 0,1-1 0 0 0,-1 1-1 0 0,1-1 1 0 0,-1 0 0 0 0,0 0-1 0 0,1 0 1 0 0,-1 0 0 0 0,1-1-1 0 0,-1 1 1 0 0,0 0 0 0 0,1-1-1 0 0,-1 0 1 0 0,0 1 0 0 0,1-1-1 0 0,-1 0 1 0 0,0 0 0 0 0,0-1-1 0 0,0 1 1 0 0,0 0 0 0 0,0-1-1 0 0,0 1 1 0 0,0-1 0 0 0,-1 1-1 0 0,1-1 1 0 0,0 0 0 0 0,-1 0-1 0 0,1 0 1 0 0,-1 0 0 0 0,0 0-1 0 0,0 0 1 0 0,0 0 0 0 0,0 0-1 0 0,0-1 1 0 0,0 1 0 0 0,0 0-1 0 0,-1-1 1 0 0,1-1-24 0 0,0-106-235 0 0,-4 94 312 0 0,-1 1 0 0 0,-1-1-1 0 0,0 1 1 0 0,-1 0 0 0 0,0 0 0 0 0,-2 1-1 0 0,0 0 1 0 0,0 0 0 0 0,-1 1-1 0 0,-1 0 1 0 0,0 0 0 0 0,-1 1 0 0 0,0 1-1 0 0,-1 0 1 0 0,-9-7-77 0 0,-28-30 313 0 0,-2 2 0 0 0,-2 3 0 0 0,-1 1 0 0 0,-3 4 0 0 0,-7-3-313 0 0,8 23 1505 0 0,54 19-1463 0 0,-1 1 1 0 0,1 0-1 0 0,0 0 1 0 0,1 0-1 0 0,-1 0 1 0 0,0 0-1 0 0,0 0 1 0 0,1 1 0 0 0,-1-1-1 0 0,1 0 1 0 0,0 1-1 0 0,0-1 1 0 0,0 1-1 0 0,0-1 1 0 0,0 1-1 0 0,1 0 1 0 0,-1-1 0 0 0,1 1-1 0 0,-1 0 1 0 0,1 0-1 0 0,0-1 1 0 0,0 4-43 0 0,-1 6-2 0 0,0 1 0 0 0,0-1 0 0 0,1 1-1 0 0,1-1 1 0 0,0 0 0 0 0,1 1 0 0 0,0-1 0 0 0,1 0 0 0 0,0 0 0 0 0,1 0 0 0 0,0 0 0 0 0,2 2 2 0 0,8 9-78 0 0,0-1-1 0 0,2-1 1 0 0,0 0-1 0 0,1-1 1 0 0,2-1 0 0 0,0-1-1 0 0,0 0 1 0 0,2-1-1 0 0,0-2 1 0 0,6 3 78 0 0,236 124-1378 0 0,-250-135 1221 0 0,1-1 0 0 0,0 0 0 0 0,0-1 0 0 0,0 0 0 0 0,1-1 0 0 0,-1-1 0 0 0,1 0 0 0 0,12 0 157 0 0,-25-5 10 0 0,0 0 0 0 0,0 0 0 0 0,0 0 0 0 0,0 0-1 0 0,0 0 1 0 0,0-1 0 0 0,-1 1 0 0 0,1-1-1 0 0,-1 1 1 0 0,1-1 0 0 0,-1 1 0 0 0,0-1 0 0 0,0 0-1 0 0,0 0 1 0 0,0 1 0 0 0,-1-1 0 0 0,1 0-1 0 0,-1 0 1 0 0,0 0 0 0 0,0 0 0 0 0,0 0 0 0 0,0 0-1 0 0,0 0 1 0 0,0 0 0 0 0,-1 1 0 0 0,0-4-10 0 0,1 1-52 0 0,-1-12-59 0 0,-1 0 1 0 0,0 1-1 0 0,-1-1 0 0 0,-1 1 0 0 0,-1 0 0 0 0,0 0 1 0 0,-1 1-1 0 0,-1-1 0 0 0,0 1 0 0 0,-1 0 1 0 0,0 1-1 0 0,-2 0 0 0 0,-1-2 111 0 0,-24-32 202 0 0,-3 1 1 0 0,-1 1-1 0 0,-2 3 1 0 0,-2 1-1 0 0,-2 2 1 0 0,-2 2-1 0 0,-1 2 1 0 0,-2 3-1 0 0,-5-1-202 0 0,-50-14 1775 0 0,103 49-1761 0 0,1-1 0 0 0,0 1 0 0 0,0-1 0 0 0,0 1 0 0 0,0-1 0 0 0,0 1 0 0 0,0 0 0 0 0,1-1 0 0 0,-1 1 0 0 0,0 0 0 0 0,0 0 0 0 0,0 0 0 0 0,1 0 0 0 0,-1 0 0 0 0,0 0 0 0 0,1 0 0 0 0,-1 0 0 0 0,1 0 0 0 0,-1 0 0 0 0,1 0 0 0 0,0 0-1 0 0,-1 0 1 0 0,1 0 0 0 0,0 0 0 0 0,0 1 0 0 0,-1-1 0 0 0,1 0 0 0 0,0 0 0 0 0,0 0 0 0 0,1 0 0 0 0,-1 0 0 0 0,0 1 0 0 0,0-1 0 0 0,0 0 0 0 0,1 0 0 0 0,-1 0 0 0 0,1 0 0 0 0,-1 0 0 0 0,1 0 0 0 0,-1 0-14 0 0,1 6 33 0 0,3 10-43 0 0,0 1 0 0 0,2-1 0 0 0,0-1 0 0 0,1 1 0 0 0,0-1 0 0 0,2 0 0 0 0,0 0 0 0 0,0-1 0 0 0,5 4 10 0 0,2 6-53 0 0,13 23-175 0 0,2-1-1 0 0,2-2 0 0 0,2-1 0 0 0,2-2 0 0 0,1-1 1 0 0,3-2-1 0 0,1-2 0 0 0,14 8 229 0 0,85 40-648 0 0,-140-84 635 0 0,0-1 0 0 0,0 1 1 0 0,0 0-1 0 0,0-1 0 0 0,0 0 0 0 0,0 1 0 0 0,1-1 1 0 0,-1 0-1 0 0,0 1 0 0 0,0-1 0 0 0,1 0 0 0 0,-1 0 0 0 0,0 0 1 0 0,0 0-1 0 0,0 0 0 0 0,1 0 0 0 0,-1-1 0 0 0,0 1 1 0 0,0 0-1 0 0,0-1 0 0 0,1 1 0 0 0,-1 0 0 0 0,0-1 1 0 0,0 0-1 0 0,0 1 0 0 0,0-1 0 0 0,0 1 0 0 0,0-1 0 0 0,0 0 1 0 0,0 0-1 0 0,0 0 0 0 0,0 0 0 0 0,-1 0 0 0 0,1 0 1 0 0,0 0-1 0 0,0 0 0 0 0,-1 0 0 0 0,1 0 0 0 0,-1 0 0 0 0,1 0 1 0 0,-1 0-1 0 0,1 0 0 0 0,-1-1 0 0 0,0 1 0 0 0,0 0 1 0 0,1 0-1 0 0,-1 0 0 0 0,0-1 0 0 0,0 1 0 0 0,0 0 1 0 0,0 0-1 0 0,-1-1 0 0 0,1 1 0 0 0,0 0 0 0 0,0 0 0 0 0,-1 0 1 0 0,1-1-1 0 0,-1 1 0 0 0,1 0 0 0 0,-1 0 0 0 0,1 0 1 0 0,-1 0-1 0 0,0 0 0 0 0,1 0 0 0 0,-1 0 0 0 0,0 0 0 0 0,0 0 1 0 0,0 0 12 0 0,-88-128-301 0 0,-77-77 854 0 0,-160-151-553 0 0,82 126 3034 0 0,229 222-1751 0 0,10 21-1268 0 0,9 5-99 0 0,0-1 0 0 0,1 0 0 0 0,0-1 0 0 0,1 1 0 0 0,1-1 0 0 0,1 0 0 0 0,0 0 0 0 0,1-1 0 0 0,0-1 0 0 0,1 1 0 0 0,1-1 0 0 0,0-1 0 0 0,0 0 0 0 0,2 0 0 0 0,-1-2 0 0 0,9 6 84 0 0,-10-5-119 0 0,72 62-187 0 0,2-4 1 0 0,4-4-1 0 0,19 7 306 0 0,-92-62 16 0 0,-4-1 11 0 0,1-1 0 0 0,0 0 1 0 0,0 0-1 0 0,1-2 0 0 0,0 0 1 0 0,0 0-1 0 0,13 3-27 0 0,-26-10-5 0 0,0 1 1 0 0,0 0-1 0 0,0 0 0 0 0,0-1 1 0 0,-1 1-1 0 0,1 0 0 0 0,0-1 0 0 0,0 1 1 0 0,0-1-1 0 0,-1 1 0 0 0,1-1 0 0 0,0 1 1 0 0,-1-1-1 0 0,1 0 0 0 0,0 1 0 0 0,-1-1 1 0 0,1 0-1 0 0,-1 1 0 0 0,1-1 1 0 0,-1 0-1 0 0,1 0 0 0 0,-1 0 0 0 0,0 1 1 0 0,1-1-1 0 0,-1 0 0 0 0,0 0 0 0 0,0 0 1 0 0,0 0-1 0 0,0 0 0 0 0,1 0 0 0 0,-1 1 1 0 0,0-1-1 0 0,-1 0 0 0 0,1 0 1 0 0,0 0-1 0 0,0 0 0 0 0,0 0 0 0 0,0 0 1 0 0,-1 1-1 0 0,1-1 0 0 0,0 0 0 0 0,-1 0 1 0 0,1 0-1 0 0,-1 1 0 0 0,1-1 0 0 0,-1 0 1 0 0,1 0-1 0 0,-1 1 0 0 0,1-1 1 0 0,-1 0 4 0 0,-89-104-475 0 0,20 30 575 0 0,-4 2 0 0 0,-3 5-1 0 0,-84-59-99 0 0,139 111 84 0 0,-53-39 511 0 0,-2 3-1 0 0,-3 4 1 0 0,-5 1-595 0 0,84 47-1 0 0,1-1 0 0 0,-1 0 0 0 0,0 0 0 0 0,1 0 0 0 0,-1 1 0 0 0,0-1 0 0 0,1 0 0 0 0,-1 1 0 0 0,0-1 0 0 0,0 1 0 0 0,0-1 0 0 0,0 1 0 0 0,1-1 0 0 0,-1 1 1 0 0,0 0-1 0 0,0-1 0 0 0,0 1 0 0 0,0 0 0 0 0,0 0 0 0 0,0-1 0 0 0,0 1 0 0 0,0 0 0 0 0,0 0 0 0 0,0 0 0 0 0,0 0 0 0 0,0 1 0 0 0,0-1 0 0 0,0 0 0 0 0,0 0 0 0 0,0 0 0 0 0,0 1 0 0 0,0-1 1 0 0,0 1-1 0 0,0-1 0 0 0,1 0 0 0 0,-1 1 0 0 0,0 0 0 0 0,0-1 0 0 0,0 1 0 0 0,1-1 0 0 0,-1 1 0 0 0,0 0 0 0 0,1 0 0 0 0,-1-1 0 0 0,0 1 0 0 0,1 0 0 0 0,-1 0 0 0 0,1 0 0 0 0,-1 0 0 0 0,1 0 1 0 0,0 0-1 0 0,-1-1 0 0 0,1 1 0 0 0,0 0 0 0 0,0 0 0 0 0,0 0 0 0 0,-1 0 0 0 0,1 0 0 0 0,0 0 0 0 0,0 1 1 0 0,3 6-29 0 0,1 1 0 0 0,-1-1 1 0 0,1-1-1 0 0,1 1 0 0 0,-1 0 0 0 0,1-1 0 0 0,1 0 0 0 0,-1 0 1 0 0,1 0-1 0 0,0-1 0 0 0,1 0 0 0 0,-1 0 0 0 0,2 0 29 0 0,-5-4-12 0 0,212 173-959 0 0,-154-134 832 0 0,-18-10-67 0 0,3-2-1 0 0,0-2 1 0 0,2-2 0 0 0,7 1 206 0 0,-54-26 3 0 0,0 1-44 0 0,1 1-1 0 0,-1-1 1 0 0,1 0 0 0 0,0 0 0 0 0,0 0-1 0 0,-1 0 1 0 0,1 0 0 0 0,0 0-1 0 0,0 0 1 0 0,0-1 0 0 0,0 1 0 0 0,0-1-1 0 0,0 1 1 0 0,0-1 0 0 0,0 0 0 0 0,0 0-1 0 0,0 0 1 0 0,0 0 0 0 0,0 0-1 0 0,0 0 1 0 0,0-1 0 0 0,0 1 0 0 0,0-1-1 0 0,0 1 1 0 0,0-1 0 0 0,0 0-1 0 0,0 0 1 0 0,0 1 0 0 0,-1-1 0 0 0,1-1-1 0 0,0 1 1 0 0,-1 0 0 0 0,1 0-1 0 0,-1-1 1 0 0,1 1 0 0 0,-1-1 0 0 0,1 1-1 0 0,-1-1 1 0 0,1-1 41 0 0,-2-7-59 0 0,0-1 0 0 0,-1 1 0 0 0,0-1 0 0 0,-1 1 0 0 0,0 0 0 0 0,0-1 0 0 0,-1 1 0 0 0,-1 0 0 0 0,0 1 0 0 0,0-1 0 0 0,-1 1 0 0 0,0 0 0 0 0,0 0-1 0 0,-1 0 1 0 0,0 0 0 0 0,-1 1 0 0 0,0 0 0 0 0,0 1 0 0 0,-1 0 0 0 0,0 0 0 0 0,0 0 0 0 0,-6-3 59 0 0,-311-228 2750 0 0,322 236-2721 0 0,-15-11 184 0 0,0 0-1 0 0,0 2 1 0 0,-2 0-1 0 0,1 1 0 0 0,-1 1 1 0 0,-1 0-1 0 0,1 2 0 0 0,-1 0 1 0 0,-18-2-213 0 0,34 11-2 0 0,1 0 1 0 0,0 0 0 0 0,-1 1 0 0 0,1-1-1 0 0,0 1 1 0 0,0 0 0 0 0,0 0-1 0 0,1 1 1 0 0,-1-1 0 0 0,1 1 0 0 0,-1-1-1 0 0,1 1 1 0 0,0 0 0 0 0,1 1 0 0 0,-1-1-1 0 0,1 0 1 0 0,0 1 0 0 0,0-1-1 0 0,0 1 1 0 0,1 0 0 0 0,-1-1 0 0 0,1 1-1 0 0,0 0 1 0 0,1 0 0 0 0,-1 0 0 0 0,1 0-1 0 0,0 0 1 0 0,0 0 0 0 0,1 1 1 0 0,-2-1 26 0 0,-5 143-131 0 0,9-125 127 0 0,1-1-1 0 0,1 1 1 0 0,1-1-1 0 0,1 0 1 0 0,0 0 0 0 0,2-1-1 0 0,1 0 1 0 0,0-1-1 0 0,1 0 1 0 0,2 0-1 0 0,0-1 1 0 0,1-1-1 0 0,0 0 1 0 0,2-1-1 0 0,0-1 1 0 0,12 10-22 0 0,-19-16 12 0 0,0-1 1 0 0,0 0-1 0 0,1-1 1 0 0,0 0-1 0 0,0 0 1 0 0,0-1-1 0 0,1-1 1 0 0,1 0-1 0 0,-1 0 1 0 0,1-1-1 0 0,0 0 1 0 0,0-1-1 0 0,0-1 1 0 0,0 0-1 0 0,13 2-12 0 0,-21-7-4 0 0,0 0-1 0 0,0 0 0 0 0,-1 0 1 0 0,1 0-1 0 0,-1-1 1 0 0,0 1-1 0 0,0-1 0 0 0,1 0 1 0 0,-2 0-1 0 0,1 0 0 0 0,0 0 1 0 0,-1 0-1 0 0,1-1 1 0 0,-1 1-1 0 0,0-1 0 0 0,0 1 1 0 0,0-1-1 0 0,-1 0 0 0 0,0 0 1 0 0,1 0-1 0 0,-1 0 0 0 0,0 0 1 0 0,-1 0-1 0 0,1 0 1 0 0,-1-1-1 0 0,0 1 0 0 0,0 0 1 0 0,0 0-1 0 0,0 0 0 0 0,-1 0 1 0 0,0 0-1 0 0,0 0 1 0 0,0 0-1 0 0,0 0 0 0 0,-1 0 1 0 0,1 0 4 0 0,-6-11-78 0 0,0 0 1 0 0,0 0 0 0 0,-1 1 0 0 0,-1 0-1 0 0,-1 1 1 0 0,0 0 0 0 0,0 0-1 0 0,-1 1 1 0 0,-1 0 0 0 0,0 1 0 0 0,-1 1-1 0 0,0-1 78 0 0,12 11 0 0 0,-32-30 123 0 0,-2 2 0 0 0,-2 1 0 0 0,0 2-1 0 0,-2 1 1 0 0,0 3 0 0 0,-2 0 0 0 0,-22-6-123 0 0,59 25 16 0 0,0 0 0 0 0,0 0 0 0 0,0 0 0 0 0,0 1 1 0 0,0-1-1 0 0,-1 1 0 0 0,1 0 0 0 0,0 1 0 0 0,-1-1 1 0 0,1 1-1 0 0,-1-1 0 0 0,1 1 0 0 0,-1 1 0 0 0,1-1 1 0 0,-1 0-1 0 0,1 1 0 0 0,0 0 0 0 0,-1 0 0 0 0,1 1 1 0 0,0-1-1 0 0,0 1 0 0 0,0 0 0 0 0,0 0 0 0 0,0 0 1 0 0,0 0-1 0 0,0 1 0 0 0,1 0 0 0 0,-1 0 0 0 0,1 0 1 0 0,0 0-1 0 0,0 0 0 0 0,0 1 0 0 0,0-1 0 0 0,1 1 1 0 0,-1-1-1 0 0,1 1 0 0 0,0 0-16 0 0,-3 13-6 0 0,0 1 1 0 0,1-1-1 0 0,0 1 0 0 0,2 0 1 0 0,0-1-1 0 0,1 1 0 0 0,1 0 1 0 0,1 0-1 0 0,0 0 0 0 0,1 0 1 0 0,1 0-1 0 0,1-1 0 0 0,1 1 1 0 0,6 16 5 0 0,2 3-21 0 0,2 0 0 0 0,1-1-1 0 0,2 0 1 0 0,1-2 0 0 0,2 0 0 0 0,1-1 0 0 0,2-1 0 0 0,1-2 0 0 0,2 0 0 0 0,0-2 0 0 0,2 0-1 0 0,1-2 1 0 0,2-2 0 0 0,0-1 0 0 0,1-1 0 0 0,1-2 0 0 0,1-1 0 0 0,1-1 0 0 0,0-3 0 0 0,31 9 21 0 0,11-11-408 0 0,-76-13 407 0 0,0 0 0 0 0,0 0 0 0 0,0 0 0 0 0,0 0 0 0 0,0 0 0 0 0,0-1 0 0 0,0 1 0 0 0,0-1 0 0 0,-1 1 0 0 0,1-1 0 0 0,0 1 1 0 0,0-1-1 0 0,0 0 0 0 0,-1 0 0 0 0,1 0 0 0 0,0 0 0 0 0,-1 0 0 0 0,1-1 0 0 0,-1 1 0 0 0,1 0 0 0 0,-1-1 0 0 0,0 1 0 0 0,1-1 0 0 0,-1 0 0 0 0,0 1 0 0 0,0-1 0 0 0,0 0 1 0 0,0 1-1 0 0,-1-1 0 0 0,1 0 0 0 0,0 0 0 0 0,-1 0 0 0 0,1 0 0 0 0,-1 0 0 0 0,0-1 1 0 0,2-9-11 0 0,-1 1 0 0 0,-1 0-1 0 0,0 0 1 0 0,-1 0 0 0 0,0 0 0 0 0,-1 0 0 0 0,0 0 0 0 0,0 0-1 0 0,-1 0 1 0 0,-1 0 0 0 0,0 1 0 0 0,0-1 0 0 0,-2 0 11 0 0,-10-23-110 0 0,-2 0 0 0 0,-2 2 1 0 0,0 0-1 0 0,-3 1 1 0 0,0 2-1 0 0,-2 0 1 0 0,-1 1-1 0 0,-1 2 1 0 0,-1 1-1 0 0,-1 1 0 0 0,-2 1 1 0 0,0 2-1 0 0,-1 1 1 0 0,-1 1-1 0 0,-15-4 110 0 0,41 19 39 0 0,-1 1 1 0 0,1 0-1 0 0,-1 0 1 0 0,1 1-1 0 0,-1 0 0 0 0,0 1 1 0 0,0-1-1 0 0,0 2 0 0 0,0-1 1 0 0,0 1-1 0 0,0 0 0 0 0,0 0 1 0 0,0 1-1 0 0,0 0 1 0 0,0 1-1 0 0,0 0 0 0 0,0 0 1 0 0,1 1-1 0 0,-1 0 0 0 0,1 0 1 0 0,-1 0-1 0 0,1 1 0 0 0,1 0 1 0 0,-1 1-1 0 0,0 0 1 0 0,-1 1-40 0 0,-7 11 9 0 0,1 1 0 0 0,1 0 0 0 0,0 1 0 0 0,2 1 0 0 0,0 0 0 0 0,1 0 0 0 0,1 1 0 0 0,1 0 0 0 0,0 1 0 0 0,2 0 0 0 0,1 0 0 0 0,0 0 0 0 0,2 1 0 0 0,1 0 0 0 0,0-1 0 0 0,2 1 0 0 0,0 0 0 0 0,2-1 0 0 0,4 20-9 0 0,-3-23 100 0 0,2-1-1 0 0,0 1 1 0 0,1-1 0 0 0,1 0-1 0 0,0-1 1 0 0,2 0 0 0 0,0 0-1 0 0,1 0 1 0 0,0-1 0 0 0,1-1-1 0 0,1 0 1 0 0,1 0 0 0 0,0-1 0 0 0,1-1-1 0 0,15 12-99 0 0,-4-6-36 0 0,1-1 0 0 0,0-1 0 0 0,1-1 0 0 0,1-1 0 0 0,1-2 0 0 0,0-1 0 0 0,1-1 0 0 0,0-1 0 0 0,10 1 36 0 0,-35-10-31 0 0,70 10-466 0 0,-73-11 491 0 0,0 0-1 0 0,0 0 1 0 0,0 0-1 0 0,0 0 0 0 0,-1-1 1 0 0,1 1-1 0 0,0 0 0 0 0,0-1 1 0 0,0 1-1 0 0,-1-1 1 0 0,1 0-1 0 0,0 0 0 0 0,0 1 1 0 0,-1-1-1 0 0,1 0 1 0 0,-1 0-1 0 0,1-1 0 0 0,-1 1 1 0 0,1 0-1 0 0,-1 0 1 0 0,0-1-1 0 0,0 1 0 0 0,1-1 1 0 0,-1 1-1 0 0,0-1 0 0 0,0 1 1 0 0,-1-1-1 0 0,1 0 1 0 0,0 1-1 0 0,0-1 0 0 0,-1 0 1 0 0,1 0-1 0 0,-1 0 1 0 0,0 1-1 0 0,1-3 7 0 0,-1-5-70 0 0,0 0 0 0 0,0-1 0 0 0,-1 1 0 0 0,-1 0 0 0 0,1 0 0 0 0,-1 0 0 0 0,-1 0 0 0 0,0 0 0 0 0,0 0 0 0 0,-1 0 0 0 0,0 1 0 0 0,0 0 0 0 0,-1 0 0 0 0,0 0 0 0 0,0 0 0 0 0,-1 1 0 0 0,0 0 0 0 0,-1 0 0 0 0,1 0 0 0 0,-1 1 0 0 0,0 0 0 0 0,-4-2 70 0 0,-44-39-151 0 0,-2 3-1 0 0,-2 2 1 0 0,-1 3-1 0 0,-3 2 0 0 0,-11-2 152 0 0,44 22 113 0 0,-1 0-1 0 0,-1 3 1 0 0,0 0-1 0 0,-1 2 0 0 0,0 2 1 0 0,-1 1-1 0 0,0 1 1 0 0,-1 2-1 0 0,0 2 1 0 0,1 1-1 0 0,-1 1 0 0 0,0 2 1 0 0,-32 5-113 0 0,47 0 54 0 0,1 2 1 0 0,0 0-1 0 0,0 1 1 0 0,0 1-1 0 0,1 1 0 0 0,1 0 1 0 0,0 1-1 0 0,0 1 1 0 0,1 1-1 0 0,0 1 0 0 0,1 0 1 0 0,1 0-1 0 0,1 2 1 0 0,0 0-1 0 0,0 0 0 0 0,2 1 1 0 0,0 0-1 0 0,1 1 1 0 0,1 1-1 0 0,0-1 0 0 0,2 1 1 0 0,0 1-1 0 0,1 0-54 0 0,3-8 75 0 0,0 0-1 0 0,1 0 0 0 0,1 0 0 0 0,0 0 0 0 0,0 0 1 0 0,1 0-1 0 0,1 0 0 0 0,0 0 0 0 0,0 0 1 0 0,1-1-1 0 0,1 1 0 0 0,0 0 0 0 0,1-1 1 0 0,0 1-1 0 0,0-1 0 0 0,1 0 0 0 0,1-1 0 0 0,3 5-74 0 0,6 4 46 0 0,1 0-1 0 0,0-2 1 0 0,2 0-1 0 0,0-1 1 0 0,1 0-1 0 0,1-2 0 0 0,0 0 1 0 0,1-1-1 0 0,0-1 1 0 0,1-1-1 0 0,0-1 1 0 0,0-2-1 0 0,8 3-45 0 0,16 3-69 0 0,1-2 0 0 0,1-2 1 0 0,-1-2-1 0 0,1-3 0 0 0,1-1 0 0 0,9-2 69 0 0,-41-1-32 0 0,0 0 0 0 0,0-1-1 0 0,0 0 1 0 0,0-1 0 0 0,0-2-1 0 0,0 1 1 0 0,0-2-1 0 0,-1 0 1 0 0,1-1 0 0 0,-1-1-1 0 0,0 0 1 0 0,-1-1 0 0 0,0-1-1 0 0,0 0 1 0 0,0-1 0 0 0,-1-1-1 0 0,-1 0 1 0 0,1-1-1 0 0,-2 0 1 0 0,3-4 32 0 0,-12 11-69 0 0,0 1-1 0 0,-1-1 0 0 0,1 0 1 0 0,-1 0-1 0 0,0 0 1 0 0,0-1-1 0 0,-1 1 1 0 0,1 0-1 0 0,-1-1 1 0 0,0 1-1 0 0,0-1 0 0 0,0 1 1 0 0,-1-1-1 0 0,1 1 1 0 0,-1-1-1 0 0,0 0 1 0 0,-1 1-1 0 0,1-1 1 0 0,-1 1-1 0 0,0-1 1 0 0,0 1-1 0 0,0-1 0 0 0,-1 1 1 0 0,0 0-1 0 0,1-1 1 0 0,-1 1-1 0 0,-1 0 1 0 0,1 0-1 0 0,-1 0 1 0 0,1 1-1 0 0,-1-1 1 0 0,-1 0 69 0 0,-28-20 14 0 0,-1 1 1 0 0,-1 2-1 0 0,-1 1 1 0 0,0 2-1 0 0,-2 2 1 0 0,0 1-1 0 0,0 1 1 0 0,-9 1-15 0 0,-15-9 190 0 0,0 3 1 0 0,-1 3-1 0 0,-1 2 1 0 0,0 4-1 0 0,-1 2 1 0 0,0 3-1 0 0,0 2 1 0 0,0 4-1 0 0,-24 4-190 0 0,57 2 29 0 0,1 1-1 0 0,0 1 0 0 0,0 2 0 0 0,1 1 1 0 0,1 1-1 0 0,0 1 0 0 0,0 2 1 0 0,2 1-1 0 0,0 1 0 0 0,1 1 0 0 0,1 1 1 0 0,-8 10-29 0 0,26-27 33 0 0,1 1 0 0 0,0 0-1 0 0,0-1 1 0 0,0 2 0 0 0,0-1 0 0 0,1 0 0 0 0,0 1 0 0 0,0 0 0 0 0,0 0 0 0 0,1 0 0 0 0,-1 1 0 0 0,1-1 0 0 0,0 1 0 0 0,1 0 0 0 0,-1 0-1 0 0,1 0 1 0 0,1 0 0 0 0,-1 0 0 0 0,1 0 0 0 0,0 0 0 0 0,0 0 0 0 0,1 1 0 0 0,-1-1 0 0 0,1 0 0 0 0,1 1 0 0 0,-1-1 0 0 0,1 0-1 0 0,1 0 1 0 0,-1 0 0 0 0,1 1 0 0 0,0-1 0 0 0,1 1-33 0 0,11 6 7 0 0,2 0 0 0 0,0-1 0 0 0,0-1 0 0 0,1 0 0 0 0,1-1 0 0 0,0-1 0 0 0,0-1 0 0 0,1-1 0 0 0,-1 0 0 0 0,20 4-7 0 0,-22-6-5 0 0,56 16-54 0 0,0-3 0 0 0,1-4 0 0 0,1-2 0 0 0,0-4 0 0 0,0-3 0 0 0,1-4-1 0 0,58-6 60 0 0,-113 5-85 0 0,1-2-1 0 0,-1 0 0 0 0,0-1 0 0 0,0-1 1 0 0,0-1-1 0 0,-1-1 0 0 0,0-1 0 0 0,0 0 0 0 0,0-1 1 0 0,-1-1-1 0 0,0-1 0 0 0,0-1 86 0 0,-14 8-28 0 0,-1 0 1 0 0,0-1-1 0 0,0 1 0 0 0,0-1 0 0 0,0 0 0 0 0,0 1 1 0 0,-1-1-1 0 0,0 0 0 0 0,0 0 0 0 0,0-1 1 0 0,0 1-1 0 0,-1 0 0 0 0,1-1 0 0 0,-1 1 1 0 0,0-1-1 0 0,-1 1 0 0 0,1-1 0 0 0,-1 1 1 0 0,0-1-1 0 0,0 0 0 0 0,0 1 0 0 0,0-1 1 0 0,-1 1-1 0 0,0-1 0 0 0,0 1 0 0 0,0-1 1 0 0,-1 1-1 0 0,1-1 0 0 0,-1 1 0 0 0,0 0 0 0 0,0 0 1 0 0,-1 0-1 0 0,1 0 0 0 0,-1 0 0 0 0,0 1 1 0 0,0-1-1 0 0,0 1 0 0 0,0 0 0 0 0,-1 0 1 0 0,1 0-1 0 0,-2-1 28 0 0,-28-18 197 0 0,0 1 0 0 0,-2 1-1 0 0,0 2 1 0 0,-1 1 0 0 0,0 3 0 0 0,-1 0 0 0 0,-1 3 0 0 0,-4 0-197 0 0,-10-3-151 0 0,0 2 0 0 0,-2 3 0 0 0,1 2 0 0 0,-1 2 0 0 0,-28 3 151 0 0,71 2 26 0 0,0 1-1 0 0,0 0 1 0 0,0 0-1 0 0,1 2 1 0 0,-1-1 0 0 0,1 1-1 0 0,0 0 1 0 0,-1 1 0 0 0,2 1-1 0 0,-1-1 1 0 0,0 2-1 0 0,1-1 1 0 0,0 1 0 0 0,0 1-1 0 0,1-1 1 0 0,-1 1-1 0 0,2 1 1 0 0,-1 0 0 0 0,1 0-1 0 0,0 0 1 0 0,1 1 0 0 0,0 0-1 0 0,0 0 1 0 0,1 1-1 0 0,0-1 1 0 0,-1 4-26 0 0,4-8 51 0 0,0 0 0 0 0,0 1 0 0 0,0-1-1 0 0,1 1 1 0 0,0-1 0 0 0,0 1 0 0 0,0-1 0 0 0,1 1 0 0 0,0 0-1 0 0,0-1 1 0 0,0 1 0 0 0,0 0 0 0 0,1-1 0 0 0,0 1 0 0 0,1-1-1 0 0,-1 1 1 0 0,1-1 0 0 0,0 1 0 0 0,0-1 0 0 0,1 0 0 0 0,-1 0-1 0 0,1 0 1 0 0,0 0 0 0 0,1-1 0 0 0,-1 1 0 0 0,1-1 0 0 0,0 0-1 0 0,0 0 1 0 0,1 0-51 0 0,26 16 15 0 0,1-2-1 0 0,1-2 1 0 0,1-1-1 0 0,0-1 1 0 0,1-2-1 0 0,0-2 1 0 0,1-1-1 0 0,0-1 1 0 0,0-2-1 0 0,1-2 1 0 0,8-1-15 0 0,220 3-331 0 0,-250-7 326 0 0,0 0-1 0 0,0-1 1 0 0,0 0 0 0 0,0-1-1 0 0,-1-1 1 0 0,1-1 0 0 0,-1 0-1 0 0,0 0 1 0 0,0-1 0 0 0,-1-1 0 0 0,0-1-1 0 0,0 0 1 0 0,-1 0 0 0 0,0-1-1 0 0,0-1 1 0 0,-1 0 0 0 0,0 0-1 0 0,-1-1 1 0 0,0-1 0 0 0,4-6 5 0 0,-3 3-28 0 0,-1 1 0 0 0,0-1-1 0 0,-1-1 1 0 0,-1 1 0 0 0,0-2 0 0 0,-1 1 0 0 0,-1-1 0 0 0,-1 0 0 0 0,0 0-1 0 0,-1-1 1 0 0,-1 1 0 0 0,-1-1 0 0 0,0 0 0 0 0,-1 1 0 0 0,-2-12 28 0 0,0 21-3 0 0,-1-1-1 0 0,0 1 1 0 0,0 0 0 0 0,-1 0-1 0 0,0 1 1 0 0,0-1 0 0 0,-1 0 0 0 0,0 1-1 0 0,-1 0 1 0 0,1 0 0 0 0,-1 0 0 0 0,-1 1-1 0 0,1 0 1 0 0,-1 0 0 0 0,0 0 0 0 0,0 0-1 0 0,-1 1 1 0 0,0 0 0 0 0,0 1 0 0 0,0-1-1 0 0,0 1 1 0 0,-3 0 3 0 0,-8-5 8 0 0,0 1 0 0 0,0 1 0 0 0,-1 1 0 0 0,0 0 0 0 0,0 2 0 0 0,-1 0 0 0 0,1 1 0 0 0,-20 0-8 0 0,24 4-12 0 0,-1 2 0 0 0,1 0-1 0 0,0 1 1 0 0,0 0-1 0 0,0 1 1 0 0,1 1-1 0 0,-1 0 1 0 0,1 1 0 0 0,0 1-1 0 0,1 0 1 0 0,0 1-1 0 0,1 0 1 0 0,-1 1-1 0 0,2 0 1 0 0,-1 1 0 0 0,2 0-1 0 0,-1 1 1 0 0,2 0-1 0 0,-1 1 1 0 0,2 0-1 0 0,0 0 1 0 0,0 1 0 0 0,1 0-1 0 0,1 0 1 0 0,-2 8 12 0 0,4-14 54 0 0,0 0-1 0 0,0 0 1 0 0,1 0 0 0 0,1 1 0 0 0,-1-1 0 0 0,1 1-1 0 0,1-1 1 0 0,-1 1 0 0 0,2 0 0 0 0,-1 0 0 0 0,1-1-1 0 0,0 1 1 0 0,1 0 0 0 0,0 0 0 0 0,1-1 0 0 0,-1 1 0 0 0,2 0-1 0 0,-1-1 1 0 0,1 0 0 0 0,0 0 0 0 0,1 1 0 0 0,0-2-1 0 0,0 1 1 0 0,3 2-54 0 0,17 10 11 0 0,0-1 1 0 0,2-1-1 0 0,0-1 0 0 0,1-1 0 0 0,0-2 1 0 0,1 0-1 0 0,1-2 0 0 0,0-1 0 0 0,1-2 0 0 0,0-1 1 0 0,0-1-1 0 0,24 2-11 0 0,17 5-69 0 0,1-3 0 0 0,1-3 0 0 0,-1-4-1 0 0,1-2 1 0 0,0-4 0 0 0,21-5 69 0 0,-74 6-48 0 0,0-1-1 0 0,-1-1 0 0 0,1-1 1 0 0,-1-1-1 0 0,0 0 0 0 0,0-2 1 0 0,-1 0-1 0 0,0-1 1 0 0,0-1-1 0 0,0 0 0 0 0,-1-1 1 0 0,-1-1-1 0 0,1-2 49 0 0,-14 9-13 0 0,1-1 0 0 0,-1 0 0 0 0,-1 0 0 0 0,1-1 0 0 0,-1 1 1 0 0,0-1-1 0 0,0 1 0 0 0,0-1 0 0 0,-1 1 0 0 0,0-1 0 0 0,0 0 0 0 0,0 0 0 0 0,-1 0 0 0 0,0 1 0 0 0,0-1 0 0 0,-1 0 0 0 0,1 0 0 0 0,-1 0 0 0 0,0 1 0 0 0,-1-1 1 0 0,0 0-1 0 0,0 1 0 0 0,0-1 0 0 0,0 1 0 0 0,-1 0 0 0 0,0 0 0 0 0,0 0 0 0 0,0 0 0 0 0,0 0 0 0 0,-4-3 13 0 0,-6-4-41 0 0,1 1 1 0 0,-2 0-1 0 0,1 0 0 0 0,-2 2 0 0 0,1 0 1 0 0,-1 0-1 0 0,-1 2 0 0 0,1-1 0 0 0,-1 2 1 0 0,0 0-1 0 0,-1 1 0 0 0,1 1 0 0 0,-1 1 1 0 0,0 0-1 0 0,0 1 0 0 0,0 0 0 0 0,-1 2 1 0 0,-10 1 40 0 0,23-1 13 0 0,1 1 0 0 0,-1 0 1 0 0,1 0-1 0 0,-1 1 0 0 0,1-1 1 0 0,0 1-1 0 0,0 0 0 0 0,0 0 0 0 0,0 0 1 0 0,0 0-1 0 0,0 1 0 0 0,1 0 1 0 0,-1 0-1 0 0,1 0 0 0 0,0 0 1 0 0,-1 0-1 0 0,1 1 0 0 0,1-1 0 0 0,-1 1 1 0 0,1 0-1 0 0,-1 0 0 0 0,1 0 1 0 0,0 0-1 0 0,1 0 0 0 0,-1 0 1 0 0,1 1-1 0 0,-1-1 0 0 0,1 1 0 0 0,1-1 1 0 0,-1 1-1 0 0,1-1 0 0 0,-1 1 1 0 0,1-1-1 0 0,0 1 0 0 0,1-1 1 0 0,-1 1-1 0 0,1-1 0 0 0,0 1 1 0 0,0-1-1 0 0,1 0 0 0 0,-1 1 0 0 0,1-1 1 0 0,0 1-14 0 0,8 6 28 0 0,0 0 0 0 0,1-1 0 0 0,0 0 0 0 0,0 0 0 0 0,1-1 0 0 0,0-1 0 0 0,1 0 0 0 0,0 0 0 0 0,0-2 0 0 0,1 1 0 0 0,0-2 0 0 0,0 0 0 0 0,2 0-28 0 0,38 13-14 0 0,1-2 0 0 0,0-3 0 0 0,1-2 0 0 0,0-3-1 0 0,1-2 1 0 0,-1-3 0 0 0,18-2 14 0 0,-69 0-50 0 0,-1 0-1 0 0,0-1 1 0 0,1 0-1 0 0,-1 1 1 0 0,1-1-1 0 0,-1-1 1 0 0,0 1-1 0 0,1-1 1 0 0,-1 1-1 0 0,0-1 1 0 0,1 0-1 0 0,-1-1 1 0 0,0 1-1 0 0,0-1 1 0 0,0 0-1 0 0,0 0 1 0 0,0 0 0 0 0,0 0-1 0 0,-1-1 1 0 0,1 0-1 0 0,-1 1 1 0 0,0-1-1 0 0,0-1 1 0 0,0 1-1 0 0,0 0 1 0 0,0-1-1 0 0,-1 1 1 0 0,1-1-1 0 0,-1 0 1 0 0,0 0-1 0 0,0 0 1 0 0,0 0-1 0 0,-1 0 1 0 0,0 0-1 0 0,0-1 1 0 0,0 1-1 0 0,0 0 1 0 0,0-5 50 0 0,-2 0-209 0 0,-1 0-1 0 0,0 1 1 0 0,0-1 0 0 0,-1 0-1 0 0,0 1 1 0 0,-1-1 0 0 0,0 1 0 0 0,0 0-1 0 0,-1 0 1 0 0,0 0 0 0 0,0 1-1 0 0,0 0 1 0 0,-1 0 0 0 0,-1 0 0 0 0,1 1-1 0 0,-1 0 1 0 0,0 0 0 0 0,0 0-1 0 0,-4-1 210 0 0,-95-52 141 0 0,103 58-72 0 0,1-1 0 0 0,0 1 0 0 0,-1 0 0 0 0,1 0 0 0 0,0 0 0 0 0,-1 0 0 0 0,1 0 0 0 0,-1 0 0 0 0,0 1 0 0 0,1-1 0 0 0,-1 1 0 0 0,0-1 0 0 0,1 1 0 0 0,-1 0 0 0 0,0 0 0 0 0,1 1 0 0 0,-1-1 0 0 0,0 0 0 0 0,1 1 0 0 0,-1 0 0 0 0,1-1 0 0 0,-1 1 0 0 0,1 0 0 0 0,-1 0 0 0 0,1 1 0 0 0,0-1 0 0 0,-1 0 0 0 0,1 1 0 0 0,0 0 0 0 0,0-1 0 0 0,0 1-1 0 0,0 0 1 0 0,0 0 0 0 0,1 0 0 0 0,-1 0 0 0 0,0 0 0 0 0,1 0 0 0 0,0 1 0 0 0,-1-1 0 0 0,1 1 0 0 0,0-1 0 0 0,0 0 0 0 0,0 1 0 0 0,1 0-69 0 0,-3 133 65 0 0,7-126-34 0 0,1-1 0 0 0,0 1 0 0 0,1-1 0 0 0,0 0 0 0 0,1 0 0 0 0,-1-1 1 0 0,2 0-1 0 0,-1 0 0 0 0,1-1 0 0 0,0 0 0 0 0,1 0 0 0 0,0-1 0 0 0,0 0 0 0 0,0 0 0 0 0,1-1 0 0 0,-1 0 0 0 0,1-1 1 0 0,0 0-1 0 0,1-1 0 0 0,-1 0 0 0 0,1-1 0 0 0,-1 0 0 0 0,1 0 0 0 0,0-1 0 0 0,9 0-31 0 0,-15 0-8 0 0,0 1-1 0 0,0-1 1 0 0,1-1-1 0 0,-1 1 0 0 0,0-1 1 0 0,1 0-1 0 0,-1 0 1 0 0,0 0-1 0 0,1-1 0 0 0,-1 0 1 0 0,0 0-1 0 0,1 0 1 0 0,-1-1-1 0 0,0 0 1 0 0,0 0-1 0 0,0 0 0 0 0,0 0 1 0 0,-1-1-1 0 0,1 0 1 0 0,-1 0-1 0 0,1 0 1 0 0,-1 0-1 0 0,0-1 0 0 0,0 0 1 0 0,-1 1-1 0 0,1-2 1 0 0,-1 1-1 0 0,0 0 0 0 0,0-1 1 0 0,2-2 8 0 0,0-10-535 0 0,0 1 0 0 0,-2-1 0 0 0,1 0 0 0 0,-2 0 0 0 0,0 0 0 0 0,-2 0 1 0 0,1 0-1 0 0,-2-1 0 0 0,0 1 0 0 0,-2-2 535 0 0,2 14-12 0 0,-1-1-1 0 0,1 1 1 0 0,-1-1 0 0 0,0 1 0 0 0,-1 0 0 0 0,1 0 0 0 0,-1 0 0 0 0,0 0 0 0 0,0 1-1 0 0,-1-1 1 0 0,1 1 0 0 0,-1 0 0 0 0,0 0 0 0 0,0 0 0 0 0,0 0 0 0 0,-5-2 12 0 0,5 3 212 0 0,0-1 1 0 0,0 1-1 0 0,-1 1 0 0 0,1-1 1 0 0,-1 1-1 0 0,0-1 1 0 0,0 1-1 0 0,1 1 1 0 0,-1-1-1 0 0,-1 1 1 0 0,1 0-1 0 0,0 0 1 0 0,0 0-1 0 0,0 1 1 0 0,-1-1-1 0 0,1 1 1 0 0,0 1-1 0 0,-4-1-212 0 0,5 3 10 0 0,0 0 0 0 0,-1 0-1 0 0,1 0 1 0 0,0 0 0 0 0,1 0 0 0 0,-1 1 0 0 0,0 0-1 0 0,1-1 1 0 0,0 1 0 0 0,0 1 0 0 0,0-1 0 0 0,1 0 0 0 0,-1 1-1 0 0,1-1 1 0 0,0 1 0 0 0,0 0 0 0 0,1 0 0 0 0,-1 0-1 0 0,1 0 1 0 0,0 0 0 0 0,0 0 0 0 0,1 0 0 0 0,0 0-1 0 0,-1 0 1 0 0,2 0 0 0 0,-1 0 0 0 0,1 0 0 0 0,-1 0-1 0 0,2 3-9 0 0,-2-5 17 0 0,3 11 31 0 0,1-1 0 0 0,0 1 0 0 0,1-1 1 0 0,1 0-1 0 0,0-1 0 0 0,0 1 0 0 0,1-1 1 0 0,1-1-1 0 0,0 1 0 0 0,1-1 0 0 0,0-1 0 0 0,0 1 1 0 0,1-1-1 0 0,0-1 0 0 0,1 0 0 0 0,0-1 1 0 0,1 0-1 0 0,0 0 0 0 0,0-2 0 0 0,0 1 1 0 0,5 0-49 0 0,-4 2 53 0 0,1-1 0 0 0,1-1 0 0 0,0-1 0 0 0,0 0 0 0 0,0 0 0 0 0,0-2 0 0 0,1 0 0 0 0,0-1 0 0 0,0 0 0 0 0,10 0-53 0 0,-25-4 11 0 0,1-1 1 0 0,-1 1-1 0 0,1-1 1 0 0,-1 1-1 0 0,0-1 1 0 0,0 1-1 0 0,0-1 1 0 0,0 0 0 0 0,0 1-1 0 0,0-1 1 0 0,0 0-1 0 0,0 0 1 0 0,-1 0-1 0 0,1 0 1 0 0,-1 1-1 0 0,1-1 1 0 0,-1 0-1 0 0,0 0 1 0 0,0 0 0 0 0,0 0-1 0 0,0 0 1 0 0,0 0-1 0 0,0 0 1 0 0,-1 0-1 0 0,1 0 1 0 0,-1 0-1 0 0,0-1-11 0 0,1-5 31 0 0,-15-86 53 0 0,-2 64-135 0 0,-1 0 0 0 0,-1 2 1 0 0,-1 0-1 0 0,-2 1 0 0 0,-1 1 0 0 0,-1 1 0 0 0,-1 2 0 0 0,-1 0 0 0 0,-1 1 0 0 0,-1 2 0 0 0,-1 1 0 0 0,0 1 0 0 0,-15-5 51 0 0,33 17 53 0 0,0 0-1 0 0,-1 1 0 0 0,1 1 1 0 0,-1 0-1 0 0,0 1 0 0 0,0 0 1 0 0,0 1-1 0 0,-1 0 0 0 0,1 1 1 0 0,0 0-1 0 0,-1 1 0 0 0,-2 0-52 0 0,12 2-1 0 0,0 0-1 0 0,0 0 1 0 0,0 0-1 0 0,1 0 1 0 0,-1 0 0 0 0,1 1-1 0 0,0-1 1 0 0,0 1-1 0 0,0-1 1 0 0,0 1-1 0 0,0 0 1 0 0,0 0-1 0 0,1 0 1 0 0,-1 0 0 0 0,1 0-1 0 0,0 0 1 0 0,0 0-1 0 0,0 1 1 0 0,0-1-1 0 0,1 0 1 0 0,-1 0-1 0 0,1 1 1 0 0,0-1-1 0 0,0 1 1 0 0,0-1 0 0 0,0 0-1 0 0,1 1 1 0 0,0 1 1 0 0,3 19 33 0 0,1 0 1 0 0,1-1-1 0 0,0 0 1 0 0,2-1-1 0 0,1 1 1 0 0,1-2-1 0 0,1 1 1 0 0,1-1 0 0 0,0-1-1 0 0,2 0 1 0 0,0-1-1 0 0,1-1 1 0 0,1 0-1 0 0,1-1 1 0 0,1 0-1 0 0,9 6-33 0 0,-18-13 97 0 0,1 0 0 0 0,0-1 0 0 0,1 0-1 0 0,0-1 1 0 0,0 0 0 0 0,1-1-1 0 0,0 0 1 0 0,0 0 0 0 0,1-1 0 0 0,-1-1-1 0 0,1-1 1 0 0,1 1 0 0 0,-1-2-1 0 0,14 2-96 0 0,-27-5 64 0 0,-1-7-81 0 0,-1 1-1 0 0,0-1 1 0 0,0 0 0 0 0,-1 0 0 0 0,0 1 0 0 0,0 0 0 0 0,0-1-1 0 0,-1 1 1 0 0,0 0 0 0 0,0 1 0 0 0,-1-1 0 0 0,1 1-1 0 0,-1 0 1 0 0,-1 0 0 0 0,1 0 0 0 0,-1 1 0 0 0,1 0 0 0 0,-5-2 17 0 0,-1-4-57 0 0,-58-44 41 0 0,-3 4 0 0 0,-2 2 0 0 0,-1 4 0 0 0,-7 2 16 0 0,35 16 7 0 0,-1 3 0 0 0,-1 1 1 0 0,-1 3-1 0 0,-1 2 0 0 0,0 2 0 0 0,-2 3 1 0 0,1 1-1 0 0,-1 4 0 0 0,0 1 1 0 0,-1 3-1 0 0,1 2 0 0 0,-28 4-7 0 0,39 5 15 0 0,0 2 1 0 0,0 2-1 0 0,1 2 0 0 0,1 2 1 0 0,0 2-1 0 0,1 1 0 0 0,1 2 1 0 0,1 1-1 0 0,1 2 0 0 0,1 2 1 0 0,2 1-1 0 0,-28 28-15 0 0,53-48 103 0 0,3-4-43 0 0,1 1 0 0 0,-1-1 0 0 0,1 1 0 0 0,0 0 0 0 0,0 0 0 0 0,0 1 1 0 0,0-1-1 0 0,1 1 0 0 0,-1 0 0 0 0,1 0 0 0 0,1 0 0 0 0,-1 0 0 0 0,1 0 0 0 0,0 1 0 0 0,-2 4-60 0 0,49 16 84 0 0,-38-24-68 0 0,42 9-27 0 0,1-2 0 0 0,0-3 0 0 0,0-1 0 0 0,1-3 0 0 0,0-2 0 0 0,8-3 11 0 0,-16 1-164 0 0,0-1 0 0 0,0-3 1 0 0,0-1-1 0 0,-1-2 0 0 0,0-2 0 0 0,-1-2 1 0 0,0-2-1 0 0,29-15 164 0 0,-63 28-83 0 0,0-1 0 0 0,-1-1 0 0 0,1 1 0 0 0,0-1-1 0 0,-1 0 1 0 0,0 0 0 0 0,0-1 0 0 0,0 0 0 0 0,-1 0 0 0 0,1 0 0 0 0,-1-1 0 0 0,-1 0-1 0 0,1 0 1 0 0,-1 0 0 0 0,0 0 0 0 0,0-1 0 0 0,-1 1 0 0 0,1-1 0 0 0,-1-1 83 0 0,-4 5-2 0 0,0 0 1 0 0,0 0-1 0 0,0-1 1 0 0,-1 1-1 0 0,1 0 0 0 0,-1 0 1 0 0,1 0-1 0 0,-1 1 1 0 0,0-1-1 0 0,0 0 1 0 0,-1 1-1 0 0,1-1 1 0 0,0 1-1 0 0,-1 0 1 0 0,1 0-1 0 0,-1 0 1 0 0,0 0-1 0 0,0 0 1 0 0,0 0-1 0 0,0 1 1 0 0,0 0-1 0 0,0-1 1 0 0,0 1-1 0 0,0 0 1 0 0,-1 0-1 0 0,1 1 1 0 0,0-1-1 0 0,-2 1 2 0 0,-5-4 37 0 0,-43-14 140 0 0,-2 3 1 0 0,0 2 0 0 0,-1 3-1 0 0,0 2 1 0 0,0 2 0 0 0,-1 3-1 0 0,1 2 1 0 0,-45 6-178 0 0,66 1 1 0 0,0 1 0 0 0,1 1-1 0 0,1 2 1 0 0,-1 2 0 0 0,2 1 0 0 0,0 1-1 0 0,0 2 1 0 0,2 1 0 0 0,0 1 0 0 0,1 2-1 0 0,0 1 1 0 0,2 1 0 0 0,1 1 0 0 0,-1 4-1 0 0,-105 126 941 0 0,107-83-127 0 0,59-53-791 0 0,-27-16-21 0 0,20 5-37 0 0,0-2 1 0 0,0-1-1 0 0,0-1 1 0 0,0-1-1 0 0,0-1 1 0 0,0-1-1 0 0,0-2 1 0 0,0-1-1 0 0,0-1 1 0 0,0-1-1 0 0,-1-1 1 0 0,0-2-1 0 0,-1-1 1 0 0,0 0-1 0 0,0-2 1 0 0,-1-1-1 0 0,-1-1 1 0 0,0-1-1 0 0,-1 0 1 0 0,0-2-1 0 0,-1-1 1 0 0,9-11 34 0 0,-26 25-37 0 0,0 0 0 0 0,-1 0 0 0 0,1-1 0 0 0,-1 1 1 0 0,0-1-1 0 0,0 0 0 0 0,0 0 0 0 0,-1 0 0 0 0,0 0 1 0 0,0 0-1 0 0,0-1 0 0 0,-1 1 0 0 0,1 0 1 0 0,-1-1-1 0 0,-1 1 0 0 0,1-1 0 0 0,-1 0 0 0 0,0 1 1 0 0,0-1-1 0 0,0 1 0 0 0,-1-1 0 0 0,0 0 1 0 0,0 1-1 0 0,-1 0 0 0 0,1-1 0 0 0,-1 1 0 0 0,0 0 1 0 0,-1 0-1 0 0,1 0 0 0 0,-3-4 37 0 0,-13-3-60 0 0,0 1 0 0 0,-1 1 0 0 0,0 1 0 0 0,-1 0 0 0 0,0 1 0 0 0,0 2 0 0 0,0 0-1 0 0,-1 1 1 0 0,0 1 0 0 0,-13-1 60 0 0,-49-2 79 0 0,0 4-1 0 0,0 3 1 0 0,-1 4-1 0 0,1 3 1 0 0,0 4-1 0 0,1 4 1 0 0,1 3-1 0 0,0 4 1 0 0,2 3-1 0 0,0 4 1 0 0,-32 18-79 0 0,38-15 808 0 0,79-28-615 0 0,293 91 237 0 0,-201-71-524 0 0,2-3 0 0 0,0-5 1 0 0,1-5-1 0 0,0-3 0 0 0,80-6 94 0 0,-155-2-53 0 0,0-1 1 0 0,0-1-1 0 0,-1-1 1 0 0,1-1-1 0 0,-1-2 1 0 0,0 0-1 0 0,0-1 1 0 0,-1-2-1 0 0,0-1 0 0 0,18-9 53 0 0,-40 17-6 0 0,1 1-1 0 0,-1-1 0 0 0,0 1 1 0 0,0-1-1 0 0,1 0 0 0 0,-1 0 1 0 0,0 0-1 0 0,-1 0 0 0 0,1 0 1 0 0,0-1-1 0 0,-1 1 0 0 0,1-1 1 0 0,-1 1-1 0 0,0-1 0 0 0,0 1 1 0 0,0-1-1 0 0,0 1 0 0 0,0-1 0 0 0,0 0 1 0 0,-1 0-1 0 0,1 0 0 0 0,-1 1 1 0 0,0-1-1 0 0,0 0 0 0 0,0 0 1 0 0,0 0-1 0 0,0 1 0 0 0,-1-1 1 0 0,1 0-1 0 0,-1 0 0 0 0,0 1 1 0 0,0-1-1 0 0,0 0 0 0 0,0 1 1 0 0,0-1-1 0 0,-1 1 0 0 0,1-1 1 0 0,-1 1-1 0 0,1 0 0 0 0,-1-1 0 0 0,-1 1 7 0 0,-15-9-18 0 0,0 1 0 0 0,-1 2 0 0 0,0-1 0 0 0,0 2 0 0 0,-1 1 0 0 0,0 0 0 0 0,0 2 0 0 0,-1 0 0 0 0,-15 0 18 0 0,-16-6 33 0 0,-1 3 1 0 0,0 2-1 0 0,-1 3 1 0 0,1 2 0 0 0,0 2-1 0 0,0 2 1 0 0,0 3-1 0 0,0 2 1 0 0,1 3-1 0 0,1 1 1 0 0,0 3-1 0 0,-4 4-33 0 0,-53 56 761 0 0,105-73-735 0 0,-1 1 0 0 0,1 0 0 0 0,0 0 0 0 0,0 0 0 0 0,0 0 0 0 0,0 1 0 0 0,1-1 0 0 0,0 1 1 0 0,0 0-1 0 0,0-1 0 0 0,0 1 0 0 0,1 0 0 0 0,0 0 0 0 0,0 0 0 0 0,0 0 0 0 0,0 0 0 0 0,1 1 1 0 0,0-1-1 0 0,0 0 0 0 0,1 0 0 0 0,-1 0 0 0 0,1 0 0 0 0,0 0 0 0 0,1 2-26 0 0,4 1-6 0 0,0 1-1 0 0,1-1 1 0 0,0-1-1 0 0,0 1 1 0 0,0-1-1 0 0,1-1 0 0 0,0 1 1 0 0,1-1-1 0 0,0-1 1 0 0,-1 1-1 0 0,2-2 1 0 0,-1 1-1 0 0,0-1 1 0 0,1 0-1 0 0,0-1 1 0 0,8 1 6 0 0,29 10-24 0 0,0-2 1 0 0,1-3 0 0 0,0-1-1 0 0,0-3 1 0 0,1-2 0 0 0,0-2 0 0 0,-1-2-1 0 0,1-2 1 0 0,-1-2 0 0 0,0-3 0 0 0,0-1-1 0 0,0-3 24 0 0,-7 2-1 0 0,0-3 0 0 0,0-1 0 0 0,-1-2 0 0 0,-1-2 0 0 0,-1-2 0 0 0,0-1 0 0 0,2-4 1 0 0,-22 13-1 0 0,-1-1 0 0 0,0 0 1 0 0,-1-2-1 0 0,0 1 0 0 0,-1-2 1 0 0,-1 0-1 0 0,-1-1 0 0 0,0 0 0 0 0,-1-1 1 0 0,-1-1-1 0 0,-1 0 0 0 0,0 0 1 0 0,-2-1-1 0 0,0 0 0 0 0,0-4 1 0 0,-5 15 17 0 0,0 0 0 0 0,-1 0-1 0 0,0 0 1 0 0,0-1 0 0 0,-1 1 0 0 0,-1-1-1 0 0,0 1 1 0 0,0-1 0 0 0,0 1 0 0 0,-1 0-1 0 0,-1-1 1 0 0,1 1 0 0 0,-2 0 0 0 0,1 0-1 0 0,-1 0 1 0 0,-1 0 0 0 0,-3-8-17 0 0,-6 7-63 0 0,0 0-1 0 0,0 1 1 0 0,-1 0 0 0 0,0 1 0 0 0,-1 0 0 0 0,0 1-1 0 0,0 1 1 0 0,0 1 0 0 0,-1 0 0 0 0,1 1-1 0 0,-1 0 1 0 0,0 2 0 0 0,-1-1 0 0 0,1 2 0 0 0,0 0-1 0 0,-1 2 1 0 0,-12 0 63 0 0,-14 0-220 0 0,0 2-1 0 0,0 2 1 0 0,0 1 0 0 0,0 3-1 0 0,1 1 1 0 0,1 2 0 0 0,0 2-1 0 0,-22 11 221 0 0,-29 17 31 0 0,1 5 0 0 0,3 3 0 0 0,-6 10-31 0 0,46-29 317 0 0,1 2-1 0 0,1 3 1 0 0,2 1 0 0 0,-15 19-317 0 0,18 7 721 0 0,40-61-712 0 0,0-1 1 0 0,1 1 0 0 0,-1 0-1 0 0,0 0 1 0 0,1 0-1 0 0,-1 0 1 0 0,1 0 0 0 0,0 0-1 0 0,0 0 1 0 0,0 0-1 0 0,0 0 1 0 0,0 0 0 0 0,0 0-1 0 0,0 0 1 0 0,1 0-1 0 0,-1 0 1 0 0,1 0 0 0 0,-1 0-1 0 0,1 0 1 0 0,0-1-1 0 0,0 1 1 0 0,0 0 0 0 0,0 0-1 0 0,0-1 1 0 0,0 1-1 0 0,0 0 1 0 0,1-1 0 0 0,-1 1-1 0 0,0-1 1 0 0,1 0-1 0 0,-1 1 1 0 0,1-1 0 0 0,0 0-1 0 0,1 1-9 0 0,18 6-43 0 0,0-2 0 0 0,0 0 0 0 0,1-1 0 0 0,0-1 0 0 0,0-1 0 0 0,0-1 0 0 0,0-1 0 0 0,0 0 0 0 0,6-3 43 0 0,-17 3 0 0 0,68-3-29 0 0,0-3 0 0 0,0-3 1 0 0,-1-4-1 0 0,0-4 0 0 0,-1-2 0 0 0,-1-4 1 0 0,-1-4-1 0 0,56-27 29 0 0,-24 5-69 0 0,-1-4 0 0 0,-3-6 0 0 0,-2-3 0 0 0,-4-5 0 0 0,48-44 69 0 0,-132 101 35 0 0,0-1 0 0 0,0 0 0 0 0,-1 0 0 0 0,0-1 0 0 0,-1-1 0 0 0,0 0 0 0 0,-1-1 0 0 0,0 0 0 0 0,-1 0 0 0 0,-1-1 0 0 0,0 0 0 0 0,-1-1 0 0 0,0 1 0 0 0,-1-1 0 0 0,-1-1 0 0 0,0 1 0 0 0,-1-1 0 0 0,-1 0 1 0 0,0-4-36 0 0,-3 15 7 0 0,-1 1 0 0 0,1 0 0 0 0,-1-1 0 0 0,0 1 0 0 0,0 0 0 0 0,-1-1 0 0 0,1 1 0 0 0,-1 0 0 0 0,0 0 0 0 0,0 0 0 0 0,-1 0 0 0 0,1 1 0 0 0,-1-1 0 0 0,1 1 0 0 0,-1-1 0 0 0,0 1 0 0 0,0 0 0 0 0,-1 0 0 0 0,1 0 0 0 0,-1 0 0 0 0,1 1 0 0 0,-1 0 0 0 0,0-1 0 0 0,-3 0-7 0 0,-105-31-94 0 0,75 29-56 0 0,-1 2 1 0 0,0 1 0 0 0,1 2 0 0 0,-1 2 0 0 0,1 1 0 0 0,-1 2 0 0 0,1 2 0 0 0,0 1 0 0 0,1 1-1 0 0,0 3 1 0 0,-12 6 149 0 0,-55 28 1 0 0,2 5 0 0 0,3 4 0 0 0,2 5 0 0 0,3 3 0 0 0,-24 26-1 0 0,61-45 101 0 0,2 1-1 0 0,3 3 1 0 0,-17 22-101 0 0,66-68-7 0 0,-1 1-10 0 0,0-1 0 0 0,0 1-1 0 0,0 0 1 0 0,1 0 0 0 0,-1 0 0 0 0,1 1 0 0 0,0-1-1 0 0,0 1 1 0 0,0-1 0 0 0,0 1 0 0 0,0-1 0 0 0,1 1-1 0 0,0 0 1 0 0,0 0 0 0 0,0 0 0 0 0,0 0-1 0 0,0 0 1 0 0,1 0 0 0 0,0 3 17 0 0,13-2-209 0 0,7-6 199 0 0,0-2 1 0 0,0 0-1 0 0,-1-1 1 0 0,1-1-1 0 0,-1 0 1 0 0,0-2 0 0 0,0 0-1 0 0,-1-1 1 0 0,1-1-1 0 0,1-3 10 0 0,-9 7-7 0 0,96-52-106 0 0,-2-5-1 0 0,-3-5 0 0 0,-3-4 1 0 0,-3-4-1 0 0,-3-5 0 0 0,54-62 114 0 0,-95 92 469 0 0,-3-1-1 0 0,-2-3 1 0 0,-3-2-1 0 0,-2-2 0 0 0,27-48-468 0 0,-65 100 55 0 0,-1-1-1 0 0,1 0 0 0 0,-1 1 0 0 0,0-1 0 0 0,-1-1 0 0 0,1 1 0 0 0,-1 0 1 0 0,-1-1-1 0 0,0 1 0 0 0,0-1 0 0 0,0 1 0 0 0,-1-1 0 0 0,0 1 0 0 0,0-1 1 0 0,-1-3-55 0 0,0 9-2 0 0,0 0 0 0 0,-1 0 0 0 0,1 1 0 0 0,0-1 0 0 0,-1 0 0 0 0,1 1 0 0 0,-1-1 0 0 0,0 1 0 0 0,1 0 1 0 0,-1-1-1 0 0,0 1 0 0 0,0 0 0 0 0,0 0 0 0 0,0 0 0 0 0,0 0 0 0 0,0 1 0 0 0,0-1 0 0 0,0 0 1 0 0,0 1-1 0 0,0-1 0 0 0,0 1 0 0 0,0 0 0 0 0,0 0 0 0 0,-1 0 0 0 0,1 0 0 0 0,-2 0 2 0 0,1 0-2 0 0,-39 1-189 0 0,1 2 1 0 0,0 1-1 0 0,-1 3 1 0 0,2 1-1 0 0,-1 2 1 0 0,1 2 0 0 0,1 1-1 0 0,0 2 1 0 0,1 2-1 0 0,-20 12 191 0 0,-22 9 99 0 0,3 3-1 0 0,1 3 0 0 0,2 3 0 0 0,2 4 0 0 0,-42 40-98 0 0,91-72 127 0 0,1 2 0 0 0,1 0-1 0 0,1 2 1 0 0,1 0 0 0 0,0 1 0 0 0,-6 14-127 0 0,24-38 4 0 0,0 1-1 0 0,0 0 1 0 0,0 0 0 0 0,0 1-1 0 0,0-1 1 0 0,0 0 0 0 0,0 0-1 0 0,0 0 1 0 0,1 1 0 0 0,-1-1-1 0 0,0 0 1 0 0,1 1 0 0 0,-1-1-1 0 0,1 0 1 0 0,0 1 0 0 0,-1-1-1 0 0,1 1 1 0 0,0-1 0 0 0,0 1-1 0 0,0-1 1 0 0,0 1 0 0 0,0-1-1 0 0,0 1 1 0 0,0-1 0 0 0,0 0 0 0 0,1 1-1 0 0,-1-1 1 0 0,1 1 0 0 0,-1-1-1 0 0,1 0 1 0 0,-1 1 0 0 0,1-1-1 0 0,0 0 1 0 0,-1 1 0 0 0,1-1-1 0 0,0 0 1 0 0,0 0 0 0 0,0 0-1 0 0,0 0 1 0 0,0 0 0 0 0,1 0-1 0 0,-1 0 1 0 0,0 0 0 0 0,0 0-1 0 0,0-1 1 0 0,1 1 0 0 0,-1 0 0 0 0,1-1-4 0 0,22 1 21 0 0,1-2 1 0 0,-1-1 0 0 0,0 0 0 0 0,-1-2 0 0 0,1-1 0 0 0,0-1 0 0 0,-1-1 0 0 0,-1-1 0 0 0,1-1 0 0 0,-1 0-1 0 0,16-11-21 0 0,15-11 38 0 0,-1-2-1 0 0,-1-2 0 0 0,-2-3 0 0 0,1-4-37 0 0,4-3 68 0 0,-1-3-1 0 0,-3-1 1 0 0,-1-4 0 0 0,-3-1-1 0 0,-3-2 1 0 0,5-11-68 0 0,-42 56-1 0 0,0 0-1 0 0,0-1 1 0 0,-1 1 0 0 0,-1-1-1 0 0,0 0 1 0 0,-1-1 0 0 0,0 1-1 0 0,-1 0 1 0 0,0-1 0 0 0,-1 0-1 0 0,0 1 1 0 0,-1-10 1 0 0,0 20-8 0 0,0 0 1 0 0,0 0 0 0 0,0 0-1 0 0,-1 0 1 0 0,1 0-1 0 0,-1 0 1 0 0,1 0 0 0 0,-1 0-1 0 0,0 0 1 0 0,1 0-1 0 0,-1 0 1 0 0,0 0-1 0 0,0 1 1 0 0,0-1 0 0 0,-1 0-1 0 0,1 1 1 0 0,0-1-1 0 0,0 1 1 0 0,-1-1-1 0 0,1 1 1 0 0,-1 0 0 0 0,0-1-1 0 0,1 1 1 0 0,-1 0-1 0 0,0 0 1 0 0,0 0-1 0 0,0 0 1 0 0,1 1 0 0 0,-1-1-1 0 0,0 0 1 0 0,0 1-1 0 0,0-1 1 0 0,0 1-1 0 0,0 0 1 0 0,0 0 0 0 0,0 0-1 0 0,0 0 1 0 0,0 0-1 0 0,0 0 1 0 0,-1 0-1 0 0,1 1 1 0 0,1-1 0 0 0,-1 1-1 0 0,0-1 8 0 0,-91 34-848 0 0,29 13 737 0 0,2 3 1 0 0,3 3-1 0 0,1 2 0 0 0,4 3 1 0 0,2 2-1 0 0,-39 59 111 0 0,90-117 1 0 0,-22 25 2 0 0,1 2-1 0 0,1 0 0 0 0,1 2 1 0 0,2 0-1 0 0,2 1 1 0 0,0 0-1 0 0,1 5-2 0 0,9 5-329 0 0,8-40 263 0 0,1-1 1 0 0,0 1 0 0 0,-1-1-1 0 0,1 0 1 0 0,0 0 0 0 0,0 0-1 0 0,0 0 1 0 0,-1-1 0 0 0,1 1-1 0 0,0-1 1 0 0,0 0 0 0 0,0 0-1 0 0,0 0 1 0 0,0 0 0 0 0,0 0-1 0 0,0-1 1 0 0,0 1 0 0 0,0-1-1 0 0,0 0 1 0 0,2 0 65 0 0,20-8-73 0 0,-1 0 0 0 0,0-1-1 0 0,-1-1 1 0 0,0-2 0 0 0,-1 0 0 0 0,0-1 0 0 0,-1-1 0 0 0,19-18 73 0 0,15-14-80 0 0,-1-2 0 0 0,-3-3 0 0 0,-2-2 0 0 0,-3-1 0 0 0,-2-3 0 0 0,13-26 80 0 0,-45 68 348 0 0,-1 0 0 0 0,-1 0 0 0 0,0-1 1 0 0,-1 0-1 0 0,-1-1 0 0 0,-1 0 0 0 0,-1 0 1 0 0,0 0-1 0 0,-1-1 0 0 0,-1 0 1 0 0,1-14-349 0 0,-51 27 218 0 0,23 11-535 0 0,0 1 0 0 0,0 2 0 0 0,1 0 0 0 0,1 1 0 0 0,-1 1 0 0 0,2 1 0 0 0,-1 2 317 0 0,-4 0-176 0 0,-66 39 396 0 0,3 3 0 0 0,2 5 1 0 0,3 3-1 0 0,-61 61-220 0 0,90-73 440 0 0,2 1 0 0 0,3 3 0 0 0,2 2 0 0 0,-1 8-440 0 0,24-17 120 0 0,27-46-159 0 0,-1-1-1 0 0,1 0 1 0 0,-1 1 0 0 0,1-1-1 0 0,-1 0 1 0 0,1-1-1 0 0,0 1 1 0 0,-1 0-1 0 0,1-1 1 0 0,0 0 0 0 0,0 1-1 0 0,-1-1 1 0 0,1 0-1 0 0,0 0 1 0 0,0-1-1 0 0,-1 1 1 0 0,1-1 0 0 0,0 1-1 0 0,0-1 1 0 0,-1 0-1 0 0,1 0 1 0 0,0 0 39 0 0,45-13-57 0 0,-1-2 1 0 0,-1-2-1 0 0,-1-2 1 0 0,0-2-1 0 0,-2-2 0 0 0,6-6 57 0 0,35-22-314 0 0,-2-4-1 0 0,-3-3 0 0 0,-2-4 1 0 0,-4-2-1 0 0,13-20 315 0 0,-70 71 223 0 0,-1-1 0 0 0,-1-1 0 0 0,0-1 1 0 0,-1 0-1 0 0,-1 0 0 0 0,0-2 0 0 0,-1 1 0 0 0,-1-1 0 0 0,-1-1 0 0 0,-1 0 0 0 0,-1 0 1 0 0,1-7-224 0 0,-7 26 11 0 0,-1 0 0 0 0,0 0 0 0 0,0 1 0 0 0,0-1 0 0 0,0 0 0 0 0,0 0 0 0 0,0 1 0 0 0,0-1 0 0 0,-1 0 0 0 0,1 1 0 0 0,0-1 0 0 0,0 0 1 0 0,0 0-1 0 0,-1 1 0 0 0,1-1 0 0 0,0 0 0 0 0,-1 1 0 0 0,1-1 0 0 0,-1 1 0 0 0,1-1 0 0 0,-1 0 0 0 0,1 1 0 0 0,-1-1 0 0 0,1 1 0 0 0,-1-1 1 0 0,1 1-1 0 0,-1 0 0 0 0,0-1 0 0 0,1 1 0 0 0,-1 0 0 0 0,0-1 0 0 0,1 1 0 0 0,-1 0 0 0 0,0 0 0 0 0,1-1 0 0 0,-1 1 0 0 0,0 0 0 0 0,0 0 1 0 0,1 0-1 0 0,-1 0 0 0 0,0 0 0 0 0,0 0 0 0 0,1 0 0 0 0,-1 0 0 0 0,0 0 0 0 0,1 1 0 0 0,-1-1 0 0 0,0 0 0 0 0,0 0 0 0 0,1 1 0 0 0,-1-1 1 0 0,0 0-1 0 0,1 1-11 0 0,-43 16-307 0 0,8 6 2 0 0,1 2 1 0 0,1 1-1 0 0,1 2 1 0 0,2 1-1 0 0,1 1 1 0 0,1 2-1 0 0,1 0 1 0 0,2 2-1 0 0,-8 16 305 0 0,1 1 11 0 0,2 2 1 0 0,3 1-1 0 0,1 1 0 0 0,4 1 0 0 0,1 2 0 0 0,4 0 0 0 0,1 0 0 0 0,4 2 0 0 0,2 0 0 0 0,2 0 1 0 0,3 0-1 0 0,3 11-11 0 0,2-48 139 0 0,-2-13-35 0 0,2 0-1 0 0,-1 0 0 0 0,1 0 1 0 0,0 0-1 0 0,1 0 1 0 0,0 0-1 0 0,1 0 0 0 0,0 0 1 0 0,1 0-1 0 0,0-1 1 0 0,0 1-1 0 0,1-1 0 0 0,0 0 1 0 0,0 0-1 0 0,1 0 1 0 0,1-1-1 0 0,-1 1 1 0 0,7 6-104 0 0,-4-8 30 0 0,1-1 0 0 0,-1 1 0 0 0,1-2 0 0 0,1 1 0 0 0,-1-1 0 0 0,1 0 0 0 0,0-1 0 0 0,0 0 0 0 0,0-1 0 0 0,0 0 0 0 0,1 0 0 0 0,-1-1 0 0 0,1-1 1 0 0,-1 0-1 0 0,1 0 0 0 0,0-1 0 0 0,0 0 0 0 0,5-2-30 0 0,12-1 28 0 0,-1-1 1 0 0,1-2 0 0 0,-1-1-1 0 0,0-1 1 0 0,-1-1-1 0 0,15-7-28 0 0,57-31 15 0 0,-1-3-1 0 0,-3-5 0 0 0,-2-3 1 0 0,-3-5-1 0 0,23-25-14 0 0,-105 82 5 0 0,110-104-92 0 0,-112 104 83 0 0,0-1 0 0 0,0 1 0 0 0,-1-1 0 0 0,0 1 0 0 0,0-1 0 0 0,-1 0 0 0 0,0-1 0 0 0,0 1 0 0 0,-1 0 1 0 0,1-1-1 0 0,-2 0 0 0 0,1 1 0 0 0,-1-1 0 0 0,0 0 0 0 0,-1 0 0 0 0,0 0 0 0 0,0 0 0 0 0,-2-7 4 0 0,2 12-8 0 0,-1 0 1 0 0,0 1-1 0 0,0-1 0 0 0,-1 1 1 0 0,1-1-1 0 0,-1 1 1 0 0,1 0-1 0 0,-1-1 0 0 0,1 1 1 0 0,-1 0-1 0 0,0 0 0 0 0,0 0 1 0 0,0 1-1 0 0,-1-1 1 0 0,1 0-1 0 0,0 1 0 0 0,0-1 1 0 0,-1 1-1 0 0,1 0 0 0 0,-1 0 1 0 0,0 0-1 0 0,1 0 0 0 0,-1 0 1 0 0,0 0-1 0 0,1 1 1 0 0,-1 0-1 0 0,0-1 0 0 0,0 1 1 0 0,1 0-1 0 0,-1 0 0 0 0,-1 0 8 0 0,-85 20-743 0 0,67-5 668 0 0,0 1-1 0 0,0 0 1 0 0,2 2-1 0 0,0 1 1 0 0,1 0 0 0 0,1 1-1 0 0,1 1 1 0 0,1 1 0 0 0,1 0-1 0 0,1 1 1 0 0,1 1 0 0 0,0 0-1 0 0,2 3 76 0 0,7-18 70 0 0,0 1-1 0 0,1-1 0 0 0,0 1 1 0 0,1 0-1 0 0,0 0 0 0 0,1 1 1 0 0,0-1-1 0 0,0 0 0 0 0,1 0 1 0 0,1 6-70 0 0,0-12 33 0 0,0 0 0 0 0,0 1 0 0 0,0-1 0 0 0,1 0 0 0 0,-1 0 0 0 0,1-1 0 0 0,0 1 0 0 0,0 0 0 0 0,1-1 0 0 0,-1 1 0 0 0,1-1 0 0 0,-1 0 0 0 0,1 0 1 0 0,0 0-1 0 0,0 0 0 0 0,1 0 0 0 0,-1-1 0 0 0,1 1 0 0 0,-1-1 0 0 0,1 0 0 0 0,0 0 0 0 0,0 0 0 0 0,0 0-33 0 0,98 31 322 0 0,-10-18-345 0 0,0-4 0 0 0,1-4 0 0 0,0-4 0 0 0,13-4 23 0 0,-77 1-43 0 0,-26 0 43 0 0,0 1-40 0 0,0 0-1 0 0,0-1 1 0 0,0 1-1 0 0,0-1 1 0 0,0 1 0 0 0,0-1-1 0 0,0 0 1 0 0,0 0-1 0 0,0 0 1 0 0,-1-1-1 0 0,1 1 1 0 0,0-1 0 0 0,0 1-1 0 0,0-1 1 0 0,0 0-1 0 0,0 0 1 0 0,-1-1-1 0 0,1 1 1 0 0,0 0 0 0 0,-1-1-1 0 0,1 1 1 0 0,-1-1-1 0 0,0 0 1 0 0,1 0-1 0 0,-1 0 1 0 0,0 0 0 0 0,0-1-1 0 0,-1 1 1 0 0,1 0-1 0 0,0-1 1 0 0,-1 1-1 0 0,1-1 1 0 0,-1 0 0 0 0,0 1-1 0 0,0-1 1 0 0,1-3 40 0 0,-3 2-42 0 0,1-1 0 0 0,-1 0 0 0 0,-1 0 0 0 0,1 1 0 0 0,-1-1 0 0 0,1 1 0 0 0,-1-1 0 0 0,-1 1 0 0 0,1 0 0 0 0,-1 0 0 0 0,1 0 0 0 0,-1 0 0 0 0,0 0 0 0 0,-1 0 0 0 0,1 1 0 0 0,-1 0 0 0 0,1-1 0 0 0,-1 1 0 0 0,0 1 0 0 0,0-1 0 0 0,-3-1 42 0 0,-98-47 716 0 0,105 51-715 0 0,-1 0 9 0 0,-5-3 98 0 0,0 0-1 0 0,0 1 0 0 0,0 0 1 0 0,-1 0-1 0 0,1 0 0 0 0,0 1 1 0 0,-1 0-1 0 0,1 0 0 0 0,-1 0 1 0 0,1 1-1 0 0,-1 0 0 0 0,1 1 1 0 0,-5 0-108 0 0,9 1-9 0 0,0 1 1 0 0,0-1 0 0 0,0 1 0 0 0,0 0-1 0 0,0-1 1 0 0,1 1 0 0 0,-1 0 0 0 0,1 0-1 0 0,0 0 1 0 0,0 0 0 0 0,0 0 0 0 0,0 0-1 0 0,0 1 1 0 0,1-1 0 0 0,-1 0 0 0 0,1 0-1 0 0,0 1 1 0 0,0-1 0 0 0,0 0 0 0 0,1 0-1 0 0,-1 1 1 0 0,1-1 0 0 0,0 1 8 0 0,-1 11-15 0 0,1-6 23 0 0,1 0 0 0 0,-1 1 1 0 0,1-1-1 0 0,1 0 0 0 0,0 0 0 0 0,0 0 0 0 0,1 0 1 0 0,0-1-1 0 0,0 0 0 0 0,1 1 0 0 0,0-2 1 0 0,0 1-1 0 0,1 0 0 0 0,0-1 0 0 0,0 0 1 0 0,1-1-1 0 0,0 1 0 0 0,6 3-8 0 0,149 91 320 0 0,-39-54-40 0 0,-121-47-278 0 0,-1 0 0 0 0,0 1 1 0 0,0-1-1 0 0,0 0 0 0 0,1-1 0 0 0,-1 1 1 0 0,0 0-1 0 0,0 0 0 0 0,0 0 0 0 0,0-1 0 0 0,1 1 1 0 0,-1 0-1 0 0,0-1 0 0 0,0 1 0 0 0,0-1 1 0 0,0 0-1 0 0,0 1 0 0 0,0-1 0 0 0,0 0 0 0 0,0 1 1 0 0,0-1-1 0 0,0 0 0 0 0,-1 0 0 0 0,1 0 1 0 0,0 0-1 0 0,0 0 0 0 0,-1 0 0 0 0,1 0 1 0 0,-1 0-1 0 0,1 0 0 0 0,-1 0 0 0 0,1 0 0 0 0,-1-1 1 0 0,0 1-1 0 0,1 0 0 0 0,-1 0 0 0 0,0 0 1 0 0,0-1-1 0 0,0 1 0 0 0,0 0 0 0 0,0 0 0 0 0,0 0 1 0 0,0-1-3 0 0,0 0-12 0 0,1-9-166 0 0,0 0 1 0 0,0 1 0 0 0,-1-1-1 0 0,-1 0 1 0 0,0 0-1 0 0,0 0 1 0 0,-1 0-1 0 0,0 0 1 0 0,-1 1-1 0 0,0-1 1 0 0,-1 1 0 0 0,0 0-1 0 0,-1 0 1 0 0,0 0 177 0 0,-49-100-969 0 0,53 108 915 0 0,1 4 11 0 0,1 6 69 0 0,1 0-1 0 0,-1 0 1 0 0,1 0-1 0 0,1 0 1 0 0,0-1-1 0 0,0 1 1 0 0,0-1-1 0 0,1 0 0 0 0,0 0 1 0 0,0 0-1 0 0,2 2-25 0 0,13 24-4 0 0,-8-11 49 0 0,0 0 0 0 0,2-1-1 0 0,0-1 1 0 0,1 0 0 0 0,2-1-1 0 0,0 0 1 0 0,0-1 0 0 0,2-1-1 0 0,0-1 1 0 0,1 0 0 0 0,15 8-45 0 0,-32-23-22 0 0,0 1 0 0 0,1 0 0 0 0,-1-1 1 0 0,0 0-1 0 0,1 0 0 0 0,-1 1 0 0 0,1-1 0 0 0,0-1 1 0 0,-1 1-1 0 0,1 0 0 0 0,0-1 0 0 0,0 1 0 0 0,-1-1 1 0 0,1 0-1 0 0,0 0 0 0 0,0 0 0 0 0,0 0 0 0 0,-1-1 1 0 0,1 1-1 0 0,0-1 0 0 0,0 1 0 0 0,-1-1 1 0 0,1 0-1 0 0,-1 0 0 0 0,1 0 0 0 0,-1-1 0 0 0,1 1 1 0 0,-1-1-1 0 0,1 1 0 0 0,-1-1 0 0 0,0 0 0 0 0,0 1 1 0 0,0-1-1 0 0,0-1 0 0 0,0 1 0 0 0,-1 0 1 0 0,1 0-1 0 0,0 0 0 0 0,-1-1 0 0 0,0 1 0 0 0,0-1 1 0 0,1 1-1 0 0,-2-1 0 0 0,1 0 0 0 0,0 1 0 0 0,0-1 1 0 0,-1 0-1 0 0,1 0 0 0 0,-1 1 0 0 0,0-2 22 0 0,0-6-1 0 0,-1 0 0 0 0,0 0 0 0 0,-1 0 0 0 0,0 0 0 0 0,0 0 0 0 0,-1 0-1 0 0,0 0 1 0 0,-1 1 0 0 0,0 0 0 0 0,-1-1 0 0 0,0 2 0 0 0,0-1 0 0 0,-1 0 0 0 0,0 1-1 0 0,0 0 1 0 0,-6-4 1 0 0,12 12 8 0 0,0 1-1 0 0,0-1 0 0 0,0 1 0 0 0,0-1 1 0 0,0 0-1 0 0,0 1 0 0 0,0-1 1 0 0,0 1-1 0 0,0-1 0 0 0,-1 1 1 0 0,1-1-1 0 0,0 0 0 0 0,0 1 0 0 0,-1-1 1 0 0,1 1-1 0 0,0-1 0 0 0,0 0 1 0 0,-1 1-1 0 0,1-1 0 0 0,0 0 1 0 0,-1 1-1 0 0,1-1 0 0 0,-1 0 1 0 0,1 0-1 0 0,0 0 0 0 0,-1 1 0 0 0,1-1 1 0 0,-1 0-1 0 0,1 0 0 0 0,-1 0 1 0 0,1 0-1 0 0,-1 0 0 0 0,1 1 1 0 0,0-1-1 0 0,-1 0 0 0 0,1 0 0 0 0,-1 0 1 0 0,1 0-1 0 0,-1-1 0 0 0,1 1 1 0 0,-1 0-1 0 0,1 0 0 0 0,-1 0 1 0 0,1 0-1 0 0,0 0 0 0 0,-1 0 0 0 0,1-1 1 0 0,-1 1-1 0 0,1 0 0 0 0,0 0 1 0 0,-1-1-1 0 0,1 1 0 0 0,-1 0 1 0 0,1-1-1 0 0,0 1 0 0 0,-1 0 0 0 0,1-1 1 0 0,0 1-1 0 0,0-1 0 0 0,-1 1 1 0 0,1 0-1 0 0,0-1 0 0 0,0 1 1 0 0,0-1-1 0 0,0 1 0 0 0,-1 0 1 0 0,1-1-1 0 0,0 1 0 0 0,0-1-7 0 0,-2 41 7 0 0,2-35 11 0 0,0 10-20 0 0,-1-7 38 0 0,0-1-1 0 0,1 0 0 0 0,0 0 0 0 0,0 0 0 0 0,1 1 0 0 0,0-1 0 0 0,0 0 0 0 0,0 0 0 0 0,1 0 0 0 0,0 0 0 0 0,1 0 0 0 0,0-1 1 0 0,0 1-1 0 0,0-1 0 0 0,1 1 0 0 0,-1-1 0 0 0,2 0 0 0 0,1 2-35 0 0,-4-6 44 0 0,-1-1-1 0 0,1 1 1 0 0,-1-1-1 0 0,1 0 1 0 0,0 0-1 0 0,0 0 1 0 0,-1 0-1 0 0,1 0 1 0 0,0 0 0 0 0,0 0-1 0 0,0-1 1 0 0,0 1-1 0 0,0-1 1 0 0,0 1-1 0 0,0-1 1 0 0,0 0-1 0 0,0 0 1 0 0,0 0-1 0 0,0 0 1 0 0,0 0 0 0 0,0 0-1 0 0,0 0 1 0 0,0-1-1 0 0,0 1 1 0 0,0-1-1 0 0,0 1 1 0 0,0-1-1 0 0,0 0 1 0 0,0 0 0 0 0,0 0-1 0 0,-1 0 1 0 0,1 0-1 0 0,0 0 1 0 0,-1-1-1 0 0,1 1 1 0 0,-1-1-1 0 0,1 1 1 0 0,-1-1-1 0 0,0 1 1 0 0,1-1 0 0 0,-1 0-1 0 0,0 1 1 0 0,0-1-1 0 0,0 0 1 0 0,0 0-1 0 0,-1 0 1 0 0,1-2-44 0 0,2-7 23 0 0,-1 0 1 0 0,-1 0-1 0 0,0-1 1 0 0,0 1-1 0 0,-1 0 1 0 0,-1-1-1 0 0,0 1 0 0 0,0 0 1 0 0,-1-1-1 0 0,-1 1 1 0 0,0 0-1 0 0,0 0 1 0 0,-1 1-1 0 0,-1-1 0 0 0,1 1 1 0 0,-2 0-1 0 0,1 0 1 0 0,-2 0-1 0 0,-2-2-23 0 0,-39-48 81 0 0,-3 3 0 0 0,-2 1 0 0 0,-3 4 0 0 0,-2 1-1 0 0,-2 4 1 0 0,-2 2 0 0 0,-66-36-81 0 0,98 61-20 0 0,-51-34-15 0 0,-150-101-180 0 0,-32-40 215 0 0,226 167 237 0 0,36 28-132 0 0,-1 1-149 0 0,0-1 1 0 0,0 1 0 0 0,0 1 0 0 0,1-1 0 0 0,-1 0 0 0 0,0 0-1 0 0,1 1 1 0 0,-1-1 0 0 0,1 0 0 0 0,-1 1 0 0 0,1 0 0 0 0,0-1-1 0 0,0 1 1 0 0,0 0 0 0 0,0 0 0 0 0,0-1 0 0 0,0 1-1 0 0,0 0 1 0 0,1 0 0 0 0,-1 0 0 0 0,0 0 0 0 0,1 0 0 0 0,0 0-1 0 0,-1 0 1 0 0,1 2 43 0 0,-1 83-512 0 0,3-78 498 0 0,0 0 0 0 0,1-1 0 0 0,0 1 1 0 0,1 0-1 0 0,0-1 0 0 0,0 0 0 0 0,1 0 0 0 0,0 0 0 0 0,0-1 0 0 0,1 1 0 0 0,0-1 0 0 0,0-1 0 0 0,1 1 0 0 0,0-1 0 0 0,0 0 1 0 0,0 0-1 0 0,1-1 0 0 0,0 0 0 0 0,0-1 0 0 0,0 1 0 0 0,1-2 0 0 0,-1 1 0 0 0,1-1 0 0 0,0 0 0 0 0,0-1 0 0 0,0 0 1 0 0,0-1-1 0 0,0 1 0 0 0,0-2 0 0 0,4 1 14 0 0,-6-1 2 0 0,0-1 0 0 0,0 1 0 0 0,0-1 0 0 0,0 0 0 0 0,0-1 1 0 0,0 0-1 0 0,0 0 0 0 0,0 0 0 0 0,0-1 0 0 0,-1 0 0 0 0,1 0 0 0 0,-1-1 0 0 0,0 0 1 0 0,0 0-1 0 0,0 0 0 0 0,-1-1 0 0 0,1 1 0 0 0,-1-1 0 0 0,0-1 0 0 0,-1 1 1 0 0,1-1-1 0 0,-1 0 0 0 0,0 0 0 0 0,-1 0 0 0 0,1 0 0 0 0,-1-2-2 0 0,7-13-58 0 0,-1 0 0 0 0,-1 0 0 0 0,-1-1 0 0 0,-1 0 0 0 0,-1-1-1 0 0,-1 1 1 0 0,-1-1 0 0 0,-1 0 0 0 0,-1 0 0 0 0,-1 0 0 0 0,-1-5 58 0 0,0 15 56 0 0,0 0-1 0 0,-1 1 1 0 0,-1-1 0 0 0,0 0 0 0 0,-1 1 0 0 0,0 0 0 0 0,0 0-1 0 0,-2 0 1 0 0,1 0 0 0 0,-2 1 0 0 0,1 0 0 0 0,-2 0 0 0 0,1 1 0 0 0,-1 0-1 0 0,-7-6-55 0 0,-10-9 137 0 0,0 1 0 0 0,-1 1 0 0 0,-2 1 0 0 0,0 1 0 0 0,-8-2-137 0 0,33 21-3 0 0,1 0 0 0 0,-1 0 1 0 0,1 0-1 0 0,-1 1 0 0 0,0-1 0 0 0,0 1 1 0 0,1-1-1 0 0,-1 1 0 0 0,0 0 0 0 0,0 0 1 0 0,0 1-1 0 0,0-1 0 0 0,-1 0 0 0 0,1 1 1 0 0,0 0-1 0 0,0 0 0 0 0,0 0 0 0 0,0 0 1 0 0,0 0-1 0 0,0 1 0 0 0,-1-1 0 0 0,1 1 1 0 0,0 0-1 0 0,0 0 0 0 0,0 0 0 0 0,1 0 1 0 0,-1 1-1 0 0,0-1 0 0 0,0 1 0 0 0,1 0 1 0 0,-1-1-1 0 0,1 1 0 0 0,-1 0 0 0 0,1 1 1 0 0,0-1-1 0 0,0 0 0 0 0,0 1 0 0 0,0-1 1 0 0,0 1-1 0 0,1 0 0 0 0,-1-1 0 0 0,1 1 1 0 0,-1 0-1 0 0,1 0 0 0 0,0 0 0 0 0,0 0 1 0 0,1 0-1 0 0,-1 0 0 0 0,0 1 3 0 0,0 5-45 0 0,0-6 17 0 0,0 1 1 0 0,0-1 0 0 0,1 0 0 0 0,-1 1-1 0 0,1-1 1 0 0,0 0 0 0 0,0 1 0 0 0,0-1-1 0 0,0 1 1 0 0,0-1 0 0 0,1 1-1 0 0,0-1 1 0 0,-1 0 0 0 0,1 0 0 0 0,1 1-1 0 0,-1-1 1 0 0,0 0 0 0 0,1 0-1 0 0,-1 0 1 0 0,1 0 0 0 0,0 0 0 0 0,0 0-1 0 0,0-1 1 0 0,1 1 27 0 0,-2-2-10 0 0,2 2 11 0 0,0-1 0 0 0,1 1-1 0 0,-1-1 1 0 0,1 0 0 0 0,-1 0-1 0 0,1 0 1 0 0,0 0 0 0 0,0 0-1 0 0,0-1 1 0 0,0 0-1 0 0,0 0 1 0 0,0 0 0 0 0,0 0-1 0 0,0-1 1 0 0,0 0 0 0 0,0 1-1 0 0,1-1 1 0 0,-1-1 0 0 0,3 0-1 0 0,24-60 353 0 0,-29 55-365 0 0,-1-1 0 0 0,0 1-1 0 0,0-1 1 0 0,0 0 0 0 0,-1 1-1 0 0,0-1 1 0 0,0 0 0 0 0,-1 0 0 0 0,0 1-1 0 0,0-1 1 0 0,-1 1 0 0 0,1-1-1 0 0,-2 1 1 0 0,1-1 0 0 0,-1 1 0 0 0,1 0-1 0 0,-2 0 1 0 0,1 0 0 0 0,-1 1-1 0 0,0-1 1 0 0,-3-3 12 0 0,-4-3 109 0 0,-1 1 0 0 0,0 0-1 0 0,-1 1 1 0 0,0 1 0 0 0,0 0 0 0 0,-1 0-1 0 0,0 2 1 0 0,0-1 0 0 0,-1 2 0 0 0,-15-5-109 0 0,23 9-22 0 0,-1-1 1 0 0,0 2 0 0 0,0-1-1 0 0,0 1 1 0 0,0 0-1 0 0,0 1 1 0 0,-1 0 0 0 0,1 0-1 0 0,0 1 1 0 0,0 0-1 0 0,0 0 1 0 0,0 1-1 0 0,0 0 1 0 0,1 0 0 0 0,-1 1-1 0 0,0 0 1 0 0,1 1-1 0 0,0-1 1 0 0,0 1 0 0 0,0 1-1 0 0,0-1 1 0 0,-3 4 21 0 0,-120 130 249 0 0,129-137-264 0 0,0 0 0 0 0,0 0 0 0 0,0 0 1 0 0,0 1-1 0 0,0-1 0 0 0,1 0 1 0 0,-1 0-1 0 0,0 1 0 0 0,0-1 1 0 0,1 0-1 0 0,-1 1 0 0 0,1-1 1 0 0,-1 1-1 0 0,1-1 0 0 0,0 1 1 0 0,-1-1-1 0 0,1 1 0 0 0,0-1 0 0 0,0 1 1 0 0,0-1-1 0 0,0 1 0 0 0,1-1 1 0 0,-1 1-1 0 0,0-1 0 0 0,0 1 1 0 0,1-1-1 0 0,-1 1 0 0 0,1-1 1 0 0,0 2 14 0 0,14-3-73 0 0,-1 1 1 0 0,0-2 0 0 0,1 0 0 0 0,-1 0 0 0 0,0-2 0 0 0,0 0 0 0 0,0 0 0 0 0,0-1-1 0 0,0-1 1 0 0,-1 0 0 0 0,0-1 0 0 0,0-1 0 0 0,0 0 0 0 0,-1 0 0 0 0,0-1 0 0 0,0-1-1 0 0,5-5 73 0 0,-15 13-35 0 0,0-1 0 0 0,0 1 0 0 0,0-1-1 0 0,0 0 1 0 0,0 0 0 0 0,0 0-1 0 0,0 0 1 0 0,-1 0 0 0 0,1 0 0 0 0,-1 0-1 0 0,0-1 1 0 0,1 1 0 0 0,-1-1-1 0 0,0 1 1 0 0,0-1 0 0 0,0 1 0 0 0,-1-1-1 0 0,1 1 1 0 0,-1-1 0 0 0,1 0-1 0 0,-1 1 1 0 0,0-1 0 0 0,0 0 0 0 0,0 1-1 0 0,0-1 1 0 0,-1 0 0 0 0,1 1-1 0 0,-1-1 1 0 0,1 1 0 0 0,-1-1 0 0 0,0 1-1 0 0,0-1 1 0 0,0 1 0 0 0,-1-1-1 0 0,1 1 1 0 0,0 0 0 0 0,-1 0 0 0 0,0-1-1 0 0,1 1 1 0 0,-1 0 0 0 0,0 1-1 0 0,0-1 1 0 0,0 0 0 0 0,0 0 0 0 0,0 1-1 0 0,-1-1 1 0 0,1 1 0 0 0,0 0-1 0 0,-1 0 1 0 0,1 0 0 0 0,-1 0 0 0 0,-1-1 35 0 0,-3 3 10 0 0,-1 1 1 0 0,1-1-1 0 0,0 1 1 0 0,0 1-1 0 0,0-1 1 0 0,0 1-1 0 0,0 0 1 0 0,1 1-1 0 0,0-1 1 0 0,-1 1-1 0 0,1 1 1 0 0,0-1-1 0 0,1 1 1 0 0,-1 0-1 0 0,1 0 1 0 0,0 1-1 0 0,0-1 1 0 0,1 1-1 0 0,-3 5-10 0 0,-9 6 57 0 0,-82 99 492 0 0,99-114-553 0 0,-1-1 0 0 0,1 0 0 0 0,0 0 1 0 0,0 0-1 0 0,-1 0 0 0 0,1-1 0 0 0,0 1 0 0 0,0 0 0 0 0,0 0 0 0 0,0 0 0 0 0,0-1 1 0 0,0 1-1 0 0,0-1 0 0 0,0 1 0 0 0,1 0 0 0 0,-1-1 0 0 0,0 0 0 0 0,0 1 1 0 0,0-1-1 0 0,1 0 0 0 0,-1 0 0 0 0,0 0 0 0 0,0 1 0 0 0,1-1 0 0 0,-1 0 0 0 0,0-1 1 0 0,0 1-1 0 0,0 0 0 0 0,1 0 0 0 0,-1 0 0 0 0,0-1 0 0 0,0 1 0 0 0,0-1 0 0 0,1 1 1 0 0,-1-1-1 0 0,0 1 0 0 0,0-1 0 0 0,0 0 0 0 0,0 0 0 0 0,1 0 4 0 0,29-9-88 0 0,1-2 1 0 0,-2-1-1 0 0,1-1 0 0 0,-2-2 0 0 0,0-1 0 0 0,-1-1 1 0 0,-1-1-1 0 0,0-2 0 0 0,-2 0 0 0 0,10-12 88 0 0,24-46 450 0 0,-61 78-357 0 0,0-1-1 0 0,0 1 1 0 0,0 0-1 0 0,0 0 0 0 0,-1 0 1 0 0,1 0-1 0 0,0 0 1 0 0,0 0-1 0 0,-1 1 1 0 0,1-1-1 0 0,-1 1 1 0 0,1-1-1 0 0,0 1 0 0 0,-1 0 1 0 0,1 0-1 0 0,-1 0 1 0 0,1 0-1 0 0,-1 1 1 0 0,1-1-1 0 0,0 1 1 0 0,-1-1-1 0 0,1 1 0 0 0,-2 0-92 0 0,-15 4-48 0 0,-1 1-1 0 0,1 0 1 0 0,0 2 0 0 0,0 0-1 0 0,1 1 1 0 0,1 1-1 0 0,-1 0 1 0 0,1 1-1 0 0,1 1 1 0 0,0 1-1 0 0,1 1 1 0 0,0 0-1 0 0,1 0 1 0 0,-2 6 48 0 0,6 11-495 0 0,24-31-114 0 0,-3-1 630 0 0,-1-1 0 0 0,1 0 1 0 0,-1-1-1 0 0,0 0 0 0 0,0 0 0 0 0,0-1 0 0 0,0-1 0 0 0,-1 0 0 0 0,0 0 0 0 0,1 0 0 0 0,-2-1 0 0 0,1-1 1 0 0,-1 1-1 0 0,0-1 0 0 0,0-1 0 0 0,-1 0 0 0 0,0 0 0 0 0,-1 0 0 0 0,1-1 0 0 0,-2 1 0 0 0,1-2 0 0 0,3-8-21 0 0,-3-31 1112 0 0,-51 38-636 0 0,39 11-432 0 0,-17 3-161 0 0,0 0 0 0 0,0 1 0 0 0,1 1 0 0 0,-1 1 1 0 0,1 1-1 0 0,1 1 0 0 0,-1 1 0 0 0,-16 10 117 0 0,-74 35 1103 0 0,111-52-1058 0 0,25-14-368 0 0,5-3 246 0 0,0-2 0 0 0,-1-1 0 0 0,-1-1 0 0 0,-1-1-1 0 0,14-15 78 0 0,-90 81 963 0 0,-4 39-1273 0 0,12-1 315 0 0,25-51 133 0 0,0 0-1 0 0,2 1 1 0 0,2 0 0 0 0,1 1-1 0 0,1 1 1 0 0,2 0 0 0 0,1 6-138 0 0,8-40 33 0 0,-1-1-46 0 0,1 0 1 0 0,-1 0 0 0 0,1 0-1 0 0,-1 0 1 0 0,1 0 0 0 0,0 0-1 0 0,-1 0 1 0 0,1 0-1 0 0,0 0 1 0 0,0 0 0 0 0,0 1-1 0 0,0-1 1 0 0,0 0 0 0 0,0 0-1 0 0,0 0 1 0 0,0 0 0 0 0,0 0-1 0 0,0 0 1 0 0,1 0-1 0 0,-1 0 1 0 0,0 0 0 0 0,1 0-1 0 0,-1 0 1 0 0,1 0 0 0 0,-1 0-1 0 0,1 0 1 0 0,-1 0 0 0 0,1 0-1 0 0,0 0 1 0 0,0 0-1 0 0,-1 0 1 0 0,1-1 0 0 0,0 1-1 0 0,0 0 1 0 0,0-1 0 0 0,0 1-1 0 0,0 0 1 0 0,0-1 0 0 0,0 1-1 0 0,0-1 1 0 0,0 0-1 0 0,0 1 1 0 0,0-1 0 0 0,0 0-1 0 0,0 0 1 0 0,0 1 0 0 0,0-1-1 0 0,1 0 1 0 0,-1 0 0 0 0,0 0 12 0 0,17-1-57 0 0,0-1 1 0 0,0-1-1 0 0,0 0 1 0 0,-1-1-1 0 0,0-1 1 0 0,0 0-1 0 0,0-2 1 0 0,0 0-1 0 0,-1 0 1 0 0,0-2-1 0 0,-1 0 1 0 0,0-1-1 0 0,0 0 1 0 0,3-4 56 0 0,-11 9-72 0 0,7-6-248 0 0,-21 10 740 0 0,-9 7-531 0 0,0 1 0 0 0,0 1 0 0 0,1 0 0 0 0,0 1 0 0 0,1 0 0 0 0,0 2-1 0 0,0 0 1 0 0,1 0 0 0 0,0 1 0 0 0,-8 11 111 0 0,1-4 99 0 0,-138 139 893 0 0,7 6 0 0 0,0 15-992 0 0,138-163 68 0 0,-8 9 42 0 0,0 1 0 0 0,2 1 0 0 0,2 1 0 0 0,0 1 0 0 0,-2 8-110 0 0,18-36-17 0 0,1-1-1 0 0,-1 1 1 0 0,1-1 0 0 0,0 1 0 0 0,-1-1-1 0 0,1 1 1 0 0,0-1 0 0 0,-1 1-1 0 0,1 0 1 0 0,0-1 0 0 0,0 1 0 0 0,-1-1-1 0 0,1 1 1 0 0,0 0 0 0 0,0-1-1 0 0,0 1 1 0 0,0-1 0 0 0,0 1 0 0 0,0 0-1 0 0,0-1 1 0 0,0 1 0 0 0,0 0-1 0 0,0-1 1 0 0,1 1 0 0 0,-1-1 0 0 0,0 1-1 0 0,0 0 1 0 0,0-1 0 0 0,1 1-1 0 0,-1-1 1 0 0,0 1 0 0 0,1-1 0 0 0,-1 1-1 0 0,0-1 1 0 0,1 1 0 0 0,-1-1-1 0 0,1 1 1 0 0,-1-1 0 0 0,1 1 0 0 0,-1-1-1 0 0,1 0 1 0 0,-1 1 0 0 0,1-1-1 0 0,-1 0 1 0 0,1 1 0 0 0,0-1 0 0 0,-1 0-1 0 0,1 0 1 0 0,-1 0 0 0 0,1 0-1 0 0,0 1 1 0 0,-1-1 0 0 0,1 0 0 0 0,0 0-1 0 0,-1 0 1 0 0,1 0 0 0 0,0 0-1 0 0,-1-1 1 0 0,1 1 0 0 0,-1 0 0 0 0,1 0 17 0 0,45-13 23 0 0,-38 10 28 0 0,32-15-21 0 0,0-3 1 0 0,-1-1 0 0 0,-1-2-1 0 0,-1-1 1 0 0,-2-2-1 0 0,0-2 1 0 0,12-15-31 0 0,60-69-664 0 0,-100 94-264 0 0,-7 18 649 0 0,-57 23-83 0 0,-56 37 710 0 0,3 4 0 0 0,-98 75-348 0 0,144-94 661 0 0,-226 178 1761 0 0,278-215-2960 0 0,18-9-1328 0 0,140-40 1303 0 0,-110 29 445 0 0,1 1 0 0 0,-1 3 1 0 0,2 1-1 0 0,-1 1 0 0 0,10 1 118 0 0,37 7-1744 0 0,-83 0 1739 0 0,0 0 0 0 0,0 0 0 0 0,0-1 1 0 0,0 1-1 0 0,0 0 0 0 0,0 0 0 0 0,0 0 0 0 0,0 0 0 0 0,0 1 0 0 0,-1-1 0 0 0,1 0 0 0 0,0 0 1 0 0,-1 0-1 0 0,1 1 0 0 0,-1-1 0 0 0,1 0 0 0 0,-1 1 0 0 0,0-1 0 0 0,1 0 0 0 0,-1 1 0 0 0,0-1 0 0 0,0 0 1 0 0,0 1-1 0 0,0-1 0 0 0,0 1 0 0 0,0-1 0 0 0,0 0 0 0 0,-1 1 0 0 0,1-1 0 0 0,0 0 0 0 0,-1 1 0 0 0,1-1 1 0 0,-1 0-1 0 0,1 0 0 0 0,-1 1 0 0 0,0-1 0 0 0,0 0 0 0 0,1 0 0 0 0,-1 0 0 0 0,0 0 0 0 0,0 0 0 0 0,0 0 1 0 0,-1 0 4 0 0,-12 10 105 0 0,0 0 0 0 0,-1-1 1 0 0,-1-1-1 0 0,0-1 0 0 0,0 0 1 0 0,0-1-1 0 0,-1 0 0 0 0,-1-2-105 0 0,-6 5 68 0 0,-112 35 1195 0 0,-1-5 0 0 0,-126 19-1263 0 0,23-16 1290 0 0,380-45-2308 0 0,-44 2 902 0 0,-1-3-1 0 0,70-14 117 0 0,278-80-3141 0 0,-441 96 3267 0 0,-6 2 268 0 0,-420 72 785 0 0,-117 17 2329 0 0,535-88-3457 0 0,4-2-41 0 0,1 0-1 0 0,-1 0 1 0 0,1 0-1 0 0,-1 0 0 0 0,1 0 1 0 0,-1 1-1 0 0,1-1 0 0 0,-1 1 1 0 0,1-1-1 0 0,-1 1 0 0 0,1-1 1 0 0,-1 1-1 0 0,1 0 1 0 0,0 0-1 0 0,-1 0 0 0 0,1 0 1 0 0,0 0-1 0 0,0 0 0 0 0,0 0 1 0 0,0 0-1 0 0,0 0 0 0 0,0 1 1 0 0,0-1-1 0 0,0 0 1 0 0,0 1-1 0 0,1-1 0 0 0,-1 0 1 0 0,0 1-1 0 0,1-1 0 0 0,-1 1-9 0 0,58 18-206 0 0,15-14 143 0 0,0-3 0 0 0,0-3-1 0 0,0-4 1 0 0,0-3-1 0 0,-1-2 1 0 0,0-4 0 0 0,0-3-1 0 0,16-9 64 0 0,-61 19-35 0 0,214-54-1369 0 0,-348 61 525 0 0,32 3 1071 0 0,0 3 1 0 0,0 4 0 0 0,1 2 0 0 0,1 4-1 0 0,0 4 1 0 0,1 2 0 0 0,-67 33-193 0 0,132-53 35 0 0,0 1 1 0 0,1 0 0 0 0,-1 0-1 0 0,1 1 1 0 0,0-1 0 0 0,0 2 0 0 0,0-1-1 0 0,1 1 1 0 0,0 0 0 0 0,0 0-1 0 0,0 1 1 0 0,1 0 0 0 0,0 0 0 0 0,-2 5-36 0 0,7-10 6 0 0,0-1 1 0 0,0 1-1 0 0,1 0 1 0 0,-1-1-1 0 0,0 1 1 0 0,1-1 0 0 0,0 1-1 0 0,-1 0 1 0 0,1-1-1 0 0,0 0 1 0 0,0 1 0 0 0,-1-1-1 0 0,1 1 1 0 0,0-1-1 0 0,1 0 1 0 0,-1 0-1 0 0,0 1 1 0 0,0-1 0 0 0,0 0-1 0 0,1 0 1 0 0,-1 0-1 0 0,1 0 1 0 0,-1-1-1 0 0,0 1 1 0 0,1 0 0 0 0,0-1-1 0 0,-1 1 1 0 0,1-1-1 0 0,-1 1 1 0 0,1-1 0 0 0,0 0-1 0 0,-1 1 1 0 0,1-1-1 0 0,0 0 1 0 0,-1 0-1 0 0,1 0 1 0 0,0-1 0 0 0,-1 1-1 0 0,1 0 1 0 0,-1-1-1 0 0,2 1-6 0 0,5 0 20 0 0,70 2 7 0 0,-1-3 0 0 0,1-5 1 0 0,-1-2-1 0 0,0-4 0 0 0,-1-3 0 0 0,-1-3 0 0 0,0-4 1 0 0,-2-3-1 0 0,0-3 0 0 0,9-8-27 0 0,-60 27-5 0 0,46-17-116 0 0,-1-3 0 0 0,-1-3 0 0 0,60-40 121 0 0,-172 99-4322 0 0,-24-1 4891 0 0,-2-2-1 0 0,0-4 0 0 0,-1-3 1 0 0,0-3-1 0 0,-57 2-568 0 0,90-11 457 0 0,-88 23 820 0 0,127-27-1284 0 0,1 0 1 0 0,-1 0-1 0 0,1 0 1 0 0,-1 1-1 0 0,1-1 1 0 0,-1 0-1 0 0,1 0 0 0 0,0 0 1 0 0,0 1-1 0 0,0-1 1 0 0,0 0-1 0 0,-1 0 1 0 0,2 1-1 0 0,-1-1 0 0 0,0 0 1 0 0,0 0-1 0 0,0 1 1 0 0,0-1-1 0 0,1 0 1 0 0,-1 0-1 0 0,1 1 1 0 0,-1-1-1 0 0,1 0 0 0 0,-1 0 1 0 0,1 0-1 0 0,0 0 1 0 0,0 0-1 0 0,-1 0 1 0 0,1 0-1 0 0,0 0 0 0 0,0 0 1 0 0,0 0-1 0 0,0-1 1 0 0,0 1-1 0 0,0 0 1 0 0,0-1-1 0 0,0 1 0 0 0,0 0 1 0 0,0-1-1 0 0,1 1 1 0 0,-1-1-1 0 0,0 0 1 0 0,0 1-1 0 0,1-1 1 0 0,-1 0-1 0 0,1 0 7 0 0,23 8-5 0 0,1-2 0 0 0,0-1 0 0 0,0-1 1 0 0,0-1-1 0 0,1-2 0 0 0,-1 0 0 0 0,19-3 5 0 0,-4 2 40 0 0,93-7 358 0 0,0-5 0 0 0,36-12-398 0 0,84-9 149 0 0,297-10-925 0 0,-479 42 82 0 0,-69 1 564 0 0,-14 4-466 0 0,-211 37 450 0 0,173-36 290 0 0,-180 30 1344 0 0,227-34-1481 0 0,1 0 0 0 0,0 0 0 0 0,0-1 0 0 0,-1 2 1 0 0,1-1-1 0 0,0 0 0 0 0,0 0 0 0 0,0 0 0 0 0,1 0 0 0 0,-1 1 1 0 0,0-1-1 0 0,0 0 0 0 0,1 1 0 0 0,-1-1 0 0 0,0 0 0 0 0,1 1 1 0 0,0-1-1 0 0,-1 1 0 0 0,1-1 0 0 0,0 1 0 0 0,0-1 0 0 0,-1 1 1 0 0,1-1-1 0 0,0 1 0 0 0,1-1 0 0 0,-1 1 0 0 0,0-1 0 0 0,0 1 1 0 0,1-1-1 0 0,-1 1 0 0 0,1-1 0 0 0,-1 1 0 0 0,1-1 1 0 0,0 0-1 0 0,-1 1 0 0 0,1-1 0 0 0,0 0 0 0 0,0 1 0 0 0,0-1 1 0 0,0 0-1 0 0,0 0 0 0 0,0 0 0 0 0,0 0 0 0 0,0 0 0 0 0,1 0 1 0 0,-1 0-1 0 0,0-1 0 0 0,1 1 0 0 0,-1 0 0 0 0,0-1 0 0 0,1 1 1 0 0,-1-1-1 0 0,1 1 0 0 0,-1-1 0 0 0,1 0 0 0 0,-1 1 0 0 0,1-1 1 0 0,0 0-8 0 0,14 6 22 0 0,0 0 0 0 0,1-1 1 0 0,0 0-1 0 0,0-2 0 0 0,0 0 1 0 0,0-1-1 0 0,0 0 0 0 0,0-2 1 0 0,1 0-1 0 0,15-2-22 0 0,-9 1 62 0 0,36-3 174 0 0,0-3 0 0 0,-1-3-1 0 0,32-10-235 0 0,151-20-164 0 0,-138 37-388 0 0,-103 3 662 0 0,-1 0 65 0 0,0 0 50 0 0,0 0 31 0 0,-2-1-8 0 0,-181-23 1 0 0,182 24-310 0 0,1 0-29 0 0,0 0-35 0 0,0 0 27 0 0,24 15 41 0 0,66 35-872 0 0,-33-14-6864 0 0,-78-48 2588 0 0,-129-77 3339 0 0</inkml:trace>
  <inkml:trace contextRef="#ctx0" brushRef="#br2" timeOffset="119187.314">2372 1105 1760 0 0,'0'0'909'0'0,"0"0"-264"0"0,0 0-159 0 0,0 0-22 0 0,0 0-93 0 0,0 0-192 0 0,0 0-46 0 0,0 0-48 0 0,0 0-44 0 0,0-22 7201 0 0,1 15-7407 0 0,7-4 678 0 0,2-12-224 0 0,-5 9 595 0 0,17-3-346 0 0,9-1-8 0 0,87-44-526 0 0,-59 22 48 0 0,83-50-302 0 0,-84 41 403 0 0,45-30-293 0 0,-24 5 447 0 0,25-11-188 0 0,-41 18-54 0 0,54-33 78 0 0,6-22 126 0 0,-91 89-180 0 0,54-25-107 0 0,-36 14 238 0 0,-27 36-350 0 0,-60 35-2020 0 0,-67 25-7597 0 0,59-34 5857 0 0</inkml:trace>
  <inkml:trace contextRef="#ctx0" brushRef="#br2" timeOffset="119648.639">3470 182 1032 0 0,'0'0'947'0'0,"0"0"-332"0"0,0 0-301 0 0,0 0-110 0 0,0 0-54 0 0,0 0-140 0 0,0 0-134 0 0,-6 18-2 0 0,-18 54 51 0 0,18 22 114 0 0,6-81-115 0 0,0 0 0 0 0,0 0 0 0 0,-1 0 0 0 0,-1 0 0 0 0,0-1 1 0 0,-1 1-1 0 0,-1 0 0 0 0,1-1 0 0 0,-2 0 0 0 0,0 0 1 0 0,-6 11 75 0 0,1 6-1532 0 0,6-19 912 0 0</inkml:trace>
  <inkml:trace contextRef="#ctx0" brushRef="#br2" timeOffset="119889.904">3379 572 300 0 0,'0'0'964'0'0,"0"0"-584"0"0,0 0-380 0 0,0 0-824 0 0</inkml:trace>
  <inkml:trace contextRef="#ctx0" brushRef="#br2" timeOffset="124826.054">3152 455 260 0 0,'0'0'889'0'0,"0"0"-81"0"0,0 0 12 0 0,0 0-16 0 0,-19 16 74 0 0,-64 53-174 0 0,-59 79 426 0 0,102-103-765 0 0,3 1-1 0 0,1 2 0 0 0,3 1 1 0 0,-16 35-365 0 0,37-67 237 0 0,-2 2-23 0 0,23-20-1249 0 0,50-47 1332 0 0,-3-3 0 0 0,-1-1-1 0 0,-3-3 1 0 0,43-59-297 0 0,-51 61 155 0 0,79-86 1581 0 0,-135 157-2042 0 0,-136 91-1402 0 0,4 21 1618 0 0,5 6-1 0 0,-52 71 91 0 0,171-186-22 0 0,2 1 0 0 0,0 0 0 0 0,1 1 1 0 0,1 1-1 0 0,1 1 0 0 0,-7 17 22 0 0,21-41-18 0 0,1 0 1 0 0,0-1 0 0 0,-1 1-1 0 0,1 0 1 0 0,-1 0 0 0 0,1-1-1 0 0,0 1 1 0 0,0 0 0 0 0,-1 0-1 0 0,1 0 1 0 0,0-1 0 0 0,0 1-1 0 0,0 0 1 0 0,0 0 0 0 0,0 0-1 0 0,0 0 1 0 0,0 0 0 0 0,0-1-1 0 0,0 1 1 0 0,0 0 0 0 0,1 0-1 0 0,-1 0 1 0 0,0-1 0 0 0,0 1-1 0 0,1 0 1 0 0,-1 0 0 0 0,1-1-1 0 0,-1 1 1 0 0,1 0 0 0 0,-1 0-1 0 0,1-1 1 0 0,-1 1 0 0 0,1-1-1 0 0,-1 1 1 0 0,1 0 0 0 0,0-1-1 0 0,-1 1 1 0 0,1-1 0 0 0,0 0-1 0 0,0 1 1 0 0,-1-1 0 0 0,1 0-1 0 0,0 1 1 0 0,0-1 0 0 0,0 0-1 0 0,-1 0 1 0 0,1 1 0 0 0,0-1 0 0 0,0 0-1 0 0,0 0 1 0 0,0 0 0 0 0,0 0-1 0 0,-1 0 1 0 0,1 0 0 0 0,0-1-1 0 0,0 1 1 0 0,0 0 0 0 0,-1 0-1 0 0,1-1 1 0 0,0 1 0 0 0,0 0-1 0 0,0-1 1 0 0,0 1 17 0 0,53-20 82 0 0,40-46 357 0 0,-3-3 0 0 0,-3-4 0 0 0,13-19-439 0 0,-80 73 34 0 0,343-328 591 0 0,-308 281 372 0 0,-72 68-849 0 0,-36 28-306 0 0,2 2 0 0 0,0 2 1 0 0,3 3-1 0 0,1 1 1 0 0,-38 42 157 0 0,27-27-78 0 0,-228 239-148 0 0,267-273 162 0 0,1 1 0 0 0,2 0 0 0 0,0 1 0 0 0,0 1 0 0 0,2 1 0 0 0,-3 8 64 0 0,15-30-16 0 0,0 0 1 0 0,1 0-1 0 0,-1 0 0 0 0,0-1 0 0 0,1 1 0 0 0,-1 0 1 0 0,0 0-1 0 0,1 0 0 0 0,0 0 0 0 0,-1 1 0 0 0,1-1 1 0 0,-1 0-1 0 0,1 0 0 0 0,0 0 0 0 0,0 0 0 0 0,0 0 1 0 0,0 0-1 0 0,0 1 0 0 0,0-1 0 0 0,0 0 0 0 0,0 0 1 0 0,0 0-1 0 0,0 0 0 0 0,1 0 0 0 0,-1 0 0 0 0,0 1 1 0 0,1-1-1 0 0,-1 0 0 0 0,1 0 0 0 0,-1 0 1 0 0,1 0-1 0 0,-1 0 0 0 0,1 0 0 0 0,0-1 0 0 0,0 1 1 0 0,-1 0-1 0 0,1 0 0 0 0,0 0 0 0 0,0-1 0 0 0,0 1 1 0 0,0 0-1 0 0,0-1 0 0 0,0 1 0 0 0,0-1 0 0 0,0 1 1 0 0,0-1-1 0 0,0 1 0 0 0,0-1 0 0 0,0 0 0 0 0,0 0 1 0 0,1 1-1 0 0,-1-1 0 0 0,0 0 0 0 0,0 0 0 0 0,0 0 16 0 0,67-18-334 0 0,2-17 389 0 0,-2-3-1 0 0,-1-2 0 0 0,-3-4 0 0 0,-1-3 1 0 0,18-19-55 0 0,-23 16 43 0 0,-3-2-1 0 0,-2-2 1 0 0,-3-2 0 0 0,-2-3 0 0 0,-3-2 0 0 0,10-20-43 0 0,-51 75 30 0 0,0 0 54 0 0,0 1-1 0 0,-1-1 1 0 0,1 1-1 0 0,-1-1 1 0 0,0 0-1 0 0,-1-1 1 0 0,0 1-1 0 0,0 0 1 0 0,0-1-1 0 0,0 1 1 0 0,-1-1-1 0 0,0-5-83 0 0,-2 11-17 0 0,0 0 0 0 0,0 1 0 0 0,0-1 0 0 0,0 0 0 0 0,0 0 0 0 0,-1 1 0 0 0,1-1 0 0 0,0 1 0 0 0,0-1 0 0 0,-1 1 0 0 0,1 0 0 0 0,0-1 1 0 0,-1 1-1 0 0,1 0 0 0 0,0 0 0 0 0,-1 0 0 0 0,1 0 0 0 0,0 0 0 0 0,-1 0 0 0 0,1 0 0 0 0,0 0 0 0 0,-1 1 0 0 0,1-1 0 0 0,0 0 0 0 0,-1 1 0 0 0,1-1 0 0 0,0 1 0 0 0,0 0 0 0 0,0-1 0 0 0,-1 1 0 0 0,1 0 0 0 0,0 0 0 0 0,0-1 0 0 0,0 2 17 0 0,-4 0-60 0 0,-42 20-231 0 0,1 3-1 0 0,1 2 1 0 0,1 2 0 0 0,2 1 0 0 0,1 3 0 0 0,0 2 291 0 0,-46 37 499 0 0,2 5 0 0 0,4 3 1 0 0,4 4-1 0 0,-42 61-499 0 0,100-120 80 0 0,-8 9-52 0 0,2 2 1 0 0,1 1-1 0 0,1 0 0 0 0,3 2 1 0 0,-13 32-29 0 0,5 66-1818 0 0,27-136 1776 0 0,1 0-1 0 0,0 0 0 0 0,0 0 0 0 0,0 0 1 0 0,0 0-1 0 0,0 0 0 0 0,0 0 1 0 0,0 0-1 0 0,0 0 0 0 0,0 0 0 0 0,0 0 1 0 0,0 0-1 0 0,0 0 0 0 0,1 0 1 0 0,-1 0-1 0 0,0 0 0 0 0,1 0 0 0 0,-1 0 1 0 0,1 0-1 0 0,-1-1 0 0 0,1 1 1 0 0,0 0-1 0 0,-1 0 0 0 0,1 0 0 0 0,0-1 1 0 0,-1 1-1 0 0,1 0 0 0 0,0-1 1 0 0,0 1-1 0 0,0-1 0 0 0,0 1 0 0 0,-1-1 1 0 0,1 1-1 0 0,0-1 0 0 0,0 0 1 0 0,0 1-1 0 0,0-1 0 0 0,0 0 0 0 0,0 0 1 0 0,0 1-1 0 0,0-1 0 0 0,0 0 1 0 0,0 0-1 0 0,0 0 0 0 0,0 0 0 0 0,0-1 1 0 0,0 1-1 0 0,0 0 0 0 0,0 0 1 0 0,0-1-1 0 0,0 1 0 0 0,0 0 0 0 0,0-1 1 0 0,0 1-1 0 0,0-1 0 0 0,0 1 0 0 0,-1-1 1 0 0,1 1-1 0 0,1-2 43 0 0,17-7-10 0 0,0-1-1 0 0,-1-1 1 0 0,1 0-1 0 0,-2-1 1 0 0,0-2-1 0 0,-1 1 1 0 0,0-2-1 0 0,4-5 11 0 0,258-297 304 0 0,-124 132 2232 0 0,-141 170-2235 0 0,20-21 55 0 0,-1-1 1 0 0,-3-2 0 0 0,-1 0-1 0 0,-1-2 1 0 0,-1-5-357 0 0,-11 1 263 0 0,-26 49 149 0 0,-51 40-518 0 0,3 2 0 0 0,2 3 0 0 0,1 2 0 0 0,3 3 0 0 0,-44 58 106 0 0,1 3-399 0 0,4 3 1 0 0,-57 104 398 0 0,148-221-3 0 0,-14 21 0 0 0,1 2-1 0 0,2-1 1 0 0,0 1 0 0 0,1 1-1 0 0,2 0 1 0 0,-4 17 3 0 0,12-42-31 0 0,1 1-1 0 0,-1 0 1 0 0,1 0 0 0 0,0 0-1 0 0,-1 0 1 0 0,1 0-1 0 0,0 0 1 0 0,0 0 0 0 0,-1 0-1 0 0,1-1 1 0 0,0 1-1 0 0,0 0 1 0 0,0 0 0 0 0,0 0-1 0 0,0 0 1 0 0,1 0-1 0 0,-1 0 1 0 0,0 0 0 0 0,0 0-1 0 0,1 0 1 0 0,-1 0-1 0 0,0 0 1 0 0,1 0 0 0 0,-1 0-1 0 0,1-1 1 0 0,-1 1 0 0 0,1 0-1 0 0,-1 0 1 0 0,1-1-1 0 0,0 1 1 0 0,-1 0 0 0 0,1-1-1 0 0,0 1 1 0 0,-1 0-1 0 0,1-1 1 0 0,0 1 0 0 0,0-1-1 0 0,0 1 1 0 0,0-1-1 0 0,0 0 1 0 0,-1 1 0 0 0,1-1-1 0 0,0 0 1 0 0,0 0-1 0 0,0 1 1 0 0,0-1 0 0 0,0 0-1 0 0,0 0 1 0 0,0 0-1 0 0,0 0 1 0 0,0 0 0 0 0,0-1-1 0 0,0 1 1 0 0,0 0 0 0 0,0 0-1 0 0,0 0 1 0 0,0-1-1 0 0,0 1 32 0 0,58-28-2043 0 0,-52 24 1847 0 0,41-28 40 0 0,0-3 0 0 0,-3-1 1 0 0,-1-2-1 0 0,-1-3 0 0 0,21-27 156 0 0,-29 32 249 0 0,35-37 345 0 0,-3-2 0 0 0,-4-4 0 0 0,-3-2 0 0 0,-4-2 1 0 0,45-91-595 0 0,-43 44 39 0 0,-36 90 1118 0 0,-50 81-415 0 0,-24 34-694 0 0,3 3 0 0 0,3 2 0 0 0,4 2 0 0 0,3 2 1 0 0,-21 71-49 0 0,4 18-112 0 0,34-22 190 0 0,22-139-3 0 0,-1-11-96 0 0,0 0 1 0 0,1 0-1 0 0,-1 1 0 0 0,0-1 1 0 0,1 0-1 0 0,-1 1 0 0 0,1-1 1 0 0,0 1-1 0 0,-1-1 0 0 0,1 1 1 0 0,0-1-1 0 0,0 0 0 0 0,0 1 1 0 0,0-1-1 0 0,0 1 0 0 0,0-1 1 0 0,0 1-1 0 0,1-1 0 0 0,-1 1 1 0 0,0-1-1 0 0,1 1 0 0 0,-1-1 1 0 0,1 0-1 0 0,-1 1 0 0 0,1-1 1 0 0,0 0-1 0 0,0 0 0 0 0,0 1 1 0 0,-1-1-1 0 0,1 0 0 0 0,0 0 1 0 0,1 0-1 0 0,-1 0 0 0 0,0 0 1 0 0,0 0-1 0 0,0 0 0 0 0,0-1 1 0 0,1 1-1 0 0,-1 0 0 0 0,0-1 0 0 0,1 1 1 0 0,-1 0-1 0 0,1-1 0 0 0,-1 0 1 0 0,0 1-1 0 0,1-1 0 0 0,-1 0 1 0 0,1 0-1 0 0,-1 0 0 0 0,1 0 1 0 0,-1 0-1 0 0,1 0 21 0 0,67-64-197 0 0,-51 43 77 0 0,0-1-1 0 0,-2-1 0 0 0,0-1 0 0 0,-2 0 0 0 0,0-1 1 0 0,-2 0-1 0 0,-1-1 0 0 0,-1 0 0 0 0,-1-1 0 0 0,-1 0 0 0 0,-1 0 1 0 0,-2-1-1 0 0,-1 0 0 0 0,-1 0 0 0 0,-1-17 121 0 0,-14-182 2043 0 0,-3 130-1557 0 0,15 96-483 0 0,0 1 0 0 0,0-1 0 0 0,0 0 1 0 0,0 1-1 0 0,0-1 0 0 0,0 1 0 0 0,0-1 0 0 0,0 1 0 0 0,0 0 0 0 0,-1-1 0 0 0,1 1 0 0 0,0-1 0 0 0,0 1 1 0 0,0-1-1 0 0,-1 1 0 0 0,1-1 0 0 0,0 1 0 0 0,0-1 0 0 0,-1 1 0 0 0,1 0 0 0 0,0-1 0 0 0,-1 1 0 0 0,1 0 0 0 0,0-1 1 0 0,-1 1-1 0 0,1 0 0 0 0,-1-1 0 0 0,1 1 0 0 0,-1 0 0 0 0,1 0 0 0 0,-1 0 0 0 0,1-1 0 0 0,-1 1 0 0 0,1 0 1 0 0,0 0-1 0 0,-1 0 0 0 0,1 0 0 0 0,-1 0 0 0 0,1 0 0 0 0,-1 0 0 0 0,1 0 0 0 0,-1 0 0 0 0,1 0 0 0 0,-1 0 1 0 0,1 0-1 0 0,-1 0 0 0 0,1 1 0 0 0,-1-1 0 0 0,1 0 0 0 0,-1 0 0 0 0,1 0 0 0 0,-1 1 0 0 0,1-1 0 0 0,-1 0 1 0 0,1 1-1 0 0,0-1 0 0 0,-1 0 0 0 0,1 1 0 0 0,0-1 0 0 0,-1 0 0 0 0,1 1 0 0 0,0-1 0 0 0,-1 1 0 0 0,1-1-3 0 0,-19 30 57 0 0,-1 21 41 0 0,2 0 1 0 0,2 1-1 0 0,-9 53-98 0 0,3-12 133 0 0,-61 329 72 0 0,72-320-513 0 0,5 0-1 0 0,6 98 309 0 0,1-78-182 0 0,0-122 182 0 0,-1 0 0 0 0,1-1 0 0 0,-1 1 0 0 0,1 0 0 0 0,-1 0 0 0 0,1 0 0 0 0,-1 0 0 0 0,1 0 0 0 0,0-1 0 0 0,-1 1 0 0 0,1 0 0 0 0,-1 0 0 0 0,1 0 0 0 0,-1 0 0 0 0,1 0 0 0 0,-1 0 0 0 0,1 1 0 0 0,-1-1 0 0 0,1 0 0 0 0,0 0 0 0 0,-1 0 0 0 0,1 0 0 0 0,-1 1 0 0 0,1-1 0 0 0,-1 0 0 0 0,0 1 0 0 0,1-1 0 0 0,-1 0 0 0 0,1 1 0 0 0,-1-1 0 0 0,0 0 0 0 0,1 1 0 0 0,-1-1 0 0 0,1 1 0 0 0,-1-1 0 0 0,0 1 0 0 0,0-1 0 0 0,1 1 0 0 0,-1-1 0 0 0,0 1 0 0 0,0-1 0 0 0,0 1 0 0 0,1-1 0 0 0,-1 1 0 0 0,0-1 0 0 0,0 1 0 0 0,0-1 0 0 0,0 1 0 0 0,0-1 0 0 0,0 1 0 0 0,0-1 0 0 0,0 1 0 0 0,0 0 0 0 0,-1-1 0 0 0,1 1 0 0 0,0-1 0 0 0,0 1 0 0 0,0-1 0 0 0,-1 1 0 0 0,1-1 0 0 0,0 1 0 0 0,21-53 43 0 0,-2-1-1 0 0,-3-1 0 0 0,-2 0 0 0 0,-2-1 1 0 0,-3 0-1 0 0,-2 0 0 0 0,-2-1 0 0 0,-3-15-42 0 0,12-171 1359 0 0,-7 192-1079 0 0,-4 16-243 0 0,1-1 0 0 0,2 2 1 0 0,1-1-1 0 0,2 1 0 0 0,1 0 1 0 0,2 1-1 0 0,1 0 0 0 0,1 1 1 0 0,9-14-38 0 0,17 0 137 0 0,-39 84 680 0 0,-5 591-2432 0 0,-50 191-446 0 0,53-646 2360 0 0,-40-317-3333 0 0,-25-191 2377 0 0,36 155 762 0 0,-67-381-1341 0 0,90 504 1976 0 0,3-1-1 0 0,2 1 1 0 0,2 0 0 0 0,8-47-740 0 0,18 20 2347 0 0,-21 106-815 0 0,26 192-653 0 0,-13 238-363 0 0,72 408-992 0 0,-17-353-347 0 0,-67-463 608 0 0,-6-34 58 0 0,1-1 0 0 0,0 0-1 0 0,1 0 1 0 0,1 0 0 0 0,0 0 0 0 0,0 0-1 0 0,1-1 1 0 0,0 1 0 0 0,5 7 157 0 0,-9-19-40 0 0,0 1 0 0 0,0 0 1 0 0,0-1-1 0 0,0 1 0 0 0,0-1 1 0 0,0 1-1 0 0,0 0 0 0 0,0-1 1 0 0,0 1-1 0 0,0-1 0 0 0,1 1 0 0 0,-1 0 1 0 0,0-1-1 0 0,0 1 0 0 0,0 0 1 0 0,1-1-1 0 0,-1 1 0 0 0,0 0 1 0 0,1 0-1 0 0,-1-1 0 0 0,0 1 0 0 0,0 0 1 0 0,1 0-1 0 0,-1-1 0 0 0,1 1 1 0 0,-1 0-1 0 0,0 0 0 0 0,1 0 1 0 0,-1 0-1 0 0,0-1 0 0 0,1 1 0 0 0,-1 0 1 0 0,1 0-1 0 0,-1 0 0 0 0,0 0 1 0 0,1 0-1 0 0,-1 0 0 0 0,1 0 1 0 0,-1 0-1 0 0,0 0 0 0 0,1 0 1 0 0,-1 0-1 0 0,1 1 0 0 0,-1-1 0 0 0,0 0 1 0 0,1 0-1 0 0,-1 0 0 0 0,0 0 1 0 0,1 1-1 0 0,-1-1 0 0 0,0 0 1 0 0,1 0-1 0 0,-1 1 0 0 0,0-1 0 0 0,1 0 1 0 0,-1 0-1 0 0,0 1 0 0 0,0-1 1 0 0,1 0-1 0 0,-1 1 0 0 0,0-1 1 0 0,0 0-1 0 0,0 1 0 0 0,0-1 0 0 0,1 1 1 0 0,-1-1-1 0 0,0 0 0 0 0,0 1 1 0 0,0-1 39 0 0,5-34 129 0 0,-5 33-152 0 0,3-76 122 0 0,-4-1 0 0 0,-2 0 0 0 0,-5 1 0 0 0,-10-47-99 0 0,-7-20-1259 0 0,6-1-1 0 0,7-1 1 0 0,6-91 1259 0 0,10 142 108 0 0,3 0 0 0 0,5 1 0 0 0,18-68-108 0 0,83-260 5491 0 0,-107 639-4040 0 0,2 399-1657 0 0,-20 164 485 0 0,12-767-386 0 0,2 1 0 0 0,0-1 0 0 0,0 1 0 0 0,1-1-1 0 0,1 0 1 0 0,1 0 0 0 0,-1 0 0 0 0,2 0 0 0 0,0-1 0 0 0,0 0 0 0 0,6 8 107 0 0,-11-19-52 0 0,-1-1 1 0 0,0 1-1 0 0,0 0 0 0 0,1 0 1 0 0,-1-1-1 0 0,0 1 0 0 0,1 0 1 0 0,-1 0-1 0 0,0-1 1 0 0,1 1-1 0 0,-1 0 0 0 0,1-1 1 0 0,-1 1-1 0 0,1-1 0 0 0,0 1 1 0 0,-1-1-1 0 0,1 1 0 0 0,0-1 1 0 0,-1 1-1 0 0,1-1 1 0 0,0 1-1 0 0,-1-1 0 0 0,1 0 1 0 0,0 0-1 0 0,0 1 0 0 0,-1-1 1 0 0,1 0-1 0 0,0 0 0 0 0,0 0 1 0 0,0 0-1 0 0,-1 0 1 0 0,1 0-1 0 0,0 0 0 0 0,0 0 1 0 0,0 0-1 0 0,-1 0 0 0 0,1 0 1 0 0,0 0-1 0 0,0-1 0 0 0,-1 1 1 0 0,1 0-1 0 0,0 0 1 0 0,0-1-1 0 0,-1 1 0 0 0,1-1 1 0 0,0 1-1 0 0,-1-1 0 0 0,1 1 1 0 0,0-1-1 0 0,-1 1 1 0 0,1-1-1 0 0,-1 1 0 0 0,1-1 1 0 0,-1 0-1 0 0,1 1 0 0 0,-1-2 52 0 0,22-49-110 0 0,-18 38 185 0 0,20-76-13 0 0,-3 0 1 0 0,-4-1-1 0 0,-5-1 1 0 0,-3-1-1 0 0,-4 0 1 0 0,-5-1-63 0 0,5-184-2222 0 0,10-189-1636 0 0,26 158 5286 0 0,-24 230-319 0 0,16-135 2448 0 0,-34 212-3509 0 0,0 1 0 0 0,0 0 0 0 0,1-1 0 0 0,-1 1 1 0 0,0 0-1 0 0,0 0 0 0 0,0 0 0 0 0,0 0 0 0 0,0 0 0 0 0,1 0 1 0 0,-1 0-1 0 0,0 0 0 0 0,0 0 0 0 0,0 0 0 0 0,0 0 0 0 0,0 0 1 0 0,1 0-1 0 0,-1 1 0 0 0,0-1 0 0 0,0 0 0 0 0,0 1 1 0 0,1-1-1 0 0,-1 1 0 0 0,0-1 0 0 0,1 1 0 0 0,-1-1 0 0 0,0 1 1 0 0,1-1-1 0 0,-1 1 0 0 0,0 0 0 0 0,1-1 0 0 0,-1 1 1 0 0,1 0-1 0 0,-1-1 0 0 0,1 1 0 0 0,0 0 0 0 0,-1 0 0 0 0,1 0-48 0 0,-15 19 174 0 0,1 0-1 0 0,1 1 1 0 0,0 1-1 0 0,2 0 0 0 0,1 1 1 0 0,-3 8-174 0 0,-3 5 130 0 0,-83 180 367 0 0,28-72 394 0 0,8 3-1 0 0,5 3 1 0 0,-30 131-891 0 0,62-164-675 0 0,5 1 0 0 0,6 1 0 0 0,5 1 0 0 0,4 29 675 0 0,6-148 36 0 0,-1-7 273 0 0,-43-205-429 0 0,34 127 25 0 0,-27-248 165 0 0,7-209-70 0 0,28 515 180 0 0,2 1 1 0 0,1-1-1 0 0,0 0 1 0 0,2 0-1 0 0,2 0 1 0 0,0 1-1 0 0,1 0 1 0 0,2 0-1 0 0,0 0 1 0 0,6-8-181 0 0,-13 81 289 0 0,21 268-170 0 0,-22-173-18 0 0,-5 1 0 0 0,-21 111-101 0 0,-32 133 163 0 0,42-283-623 0 0,4 0 0 0 0,2 57 460 0 0,5-99-1383 0 0,-12-97-791 0 0,8-203 2110 0 0,-1-197-101 0 0,-9 64 1006 0 0,17-48-841 0 0,2 395 328 0 0,1 0 1 0 0,1 0-1 0 0,1 0 0 0 0,2 0 0 0 0,0 1 1 0 0,4-11-329 0 0,-6 66 429 0 0,-65 141-240 0 0,-109 247 140 0 0,124-284 355 0 0,6 1 0 0 0,-15 101-684 0 0,34-118-274 0 0,5 1 0 0 0,0 122 274 0 0,17-147-1211 0 0,1-97 1181 0 0,0 0 1 0 0,0 0-1 0 0,0 1 0 0 0,0-1 0 0 0,0 0 0 0 0,0 0 0 0 0,0-1 0 0 0,0 1 0 0 0,0 0 0 0 0,0 0 1 0 0,0 0-1 0 0,0-1 0 0 0,0 1 0 0 0,0 0 0 0 0,0-1 0 0 0,-1 1 0 0 0,1-1 0 0 0,0 1 0 0 0,0-1 0 0 0,0 0 1 0 0,0 1-1 0 0,-1-1 0 0 0,1 0 0 0 0,0 1 0 0 0,-1-1 0 0 0,1 0 0 0 0,-1 0 0 0 0,1 0 0 0 0,-1 1 0 0 0,1-1 1 0 0,-1 0-1 0 0,1 0 0 0 0,-1 0 0 0 0,0 0 0 0 0,1 0 0 0 0,-1 0 0 0 0,0 0 0 0 0,0-1 30 0 0,71-185 305 0 0,-62 155-263 0 0,32-130-77 0 0,-8-2-1 0 0,6-99 36 0 0,-4-273 490 0 0,-24 293 250 0 0,-10 213-556 0 0,-1 30-183 0 0,-1-1-1 0 0,1 1 0 0 0,0 0 0 0 0,0-1 1 0 0,0 1-1 0 0,-1 0 0 0 0,1-1 0 0 0,0 1 1 0 0,0 0-1 0 0,-1-1 0 0 0,1 1 0 0 0,0 0 1 0 0,-1 0-1 0 0,1-1 0 0 0,0 1 1 0 0,-1 0-1 0 0,1 0 0 0 0,0 0 0 0 0,-1-1 1 0 0,1 1-1 0 0,0 0 0 0 0,-1 0 0 0 0,1 0 1 0 0,-1 0-1 0 0,1 0 0 0 0,-1 0 0 0 0,1 0 1 0 0,0 0-1 0 0,-1 0 0 0 0,1 0 0 0 0,-1 0 1 0 0,1 0-1 0 0,0 0 0 0 0,-1 0 0 0 0,1 0 1 0 0,-1 0-1 0 0,1 0 0 0 0,0 1 0 0 0,-1-1 1 0 0,1 0-1 0 0,0 0 0 0 0,-1 0 0 0 0,1 1 1 0 0,0-1-1 0 0,-1 0 0 0 0,1 0 0 0 0,0 1 1 0 0,-1-1-1 0 0,1 0 0 0 0,0 1 0 0 0,0-1 1 0 0,0 0-1 0 0,-1 1 0 0 0,1-1 0 0 0,0 1 1 0 0,0-1-1 0 0,0 0 0 0 0,0 1 0 0 0,0-1 1 0 0,-1 1-1 0 0,1-1 0 0 0,0 0 0 0 0,0 1 0 0 0,0-1 1 0 0,-215 281-81 0 0,89-116 262 0 0,13-20 236 0 0,5 5 0 0 0,7 4 0 0 0,-41 93-418 0 0,103-170-140 0 0,4 1-1 0 0,4 2 0 0 0,2 1 1 0 0,-6 43 140 0 0,25-27-2884 0 0,25-117 674 0 0,73-155 1173 0 0,-67 126 711 0 0,46-129-2223 0 0,32-139 2549 0 0,-61 180 1618 0 0,7 1 0 0 0,5 2-1 0 0,59-110-1617 0 0,-99 223 278 0 0,1 1 0 0 0,1 0-1 0 0,0 1 1 0 0,2 0 0 0 0,0 1-1 0 0,1 0 1 0 0,1 1 0 0 0,0 1 0 0 0,2 0-1 0 0,0 2 1 0 0,13-9-278 0 0,-30 22-5 0 0,-1 1-1 0 0,0-1 0 0 0,1 1 1 0 0,-1 0-1 0 0,1-1 1 0 0,-1 1-1 0 0,1 0 1 0 0,-1-1-1 0 0,1 1 1 0 0,-1 0-1 0 0,1 0 1 0 0,-1-1-1 0 0,1 1 0 0 0,0 0 1 0 0,-1 0-1 0 0,1 0 1 0 0,-1 0-1 0 0,1 0 1 0 0,-1 0-1 0 0,1 0 1 0 0,0 0-1 0 0,-1 0 1 0 0,1 0-1 0 0,-1 0 1 0 0,1 0-1 0 0,-1 0 0 0 0,1 1 1 0 0,0-1-1 0 0,-1 0 1 0 0,1 0-1 0 0,-1 1 1 0 0,1-1-1 0 0,-1 0 1 0 0,1 1-1 0 0,-1-1 1 0 0,0 0-1 0 0,1 1 0 0 0,-1-1 1 0 0,1 1-1 0 0,-1-1 1 0 0,0 1-1 0 0,1-1 1 0 0,-1 0-1 0 0,0 1 1 0 0,1 0-1 0 0,-1-1 1 0 0,0 1-1 0 0,0-1 0 0 0,0 1 1 0 0,1-1-1 0 0,-1 1 1 0 0,0-1-1 0 0,0 1 1 0 0,0 0-1 0 0,0-1 1 0 0,0 1-1 0 0,0-1 1 0 0,0 1-1 0 0,0-1 1 0 0,0 1-1 0 0,-1 0 0 0 0,1-1 1 0 0,0 1-1 0 0,0-1 1 0 0,0 1-1 0 0,-1-1 1 0 0,1 1-1 0 0,0-1 1 0 0,-1 1-1 0 0,1-1 6 0 0,-18 48-84 0 0,-94 110-109 0 0,63-99 49 0 0,-497 601 1617 0 0,125-141 375 0 0,325-423-1944 0 0,97-120-1244 0 0,8 2 1147 0 0,1 1 0 0 0,1-1 0 0 0,1 2 0 0 0,0-1 0 0 0,2 2 0 0 0,6-7 193 0 0,10-17-357 0 0,109-150-2386 0 0,8 7 1 0 0,114-109 2742 0 0,-167 198 640 0 0,4 4 0 0 0,4 5 0 0 0,4 4 0 0 0,73-42-640 0 0,-144 100 251 0 0,-221 130-1388 0 0,5 8 0 0 0,-68 61 1137 0 0,-332 280 4233 0 0,521-405-3478 0 0,-115 93 1225 0 0,7 8 0 0 0,-54 68-1980 0 0,191-185 1 0 0,1 1 0 0 0,2 2-1 0 0,2 1 1 0 0,1 1 0 0 0,2 1 0 0 0,2 1-1 0 0,-8 21 0 0 0,12 39-675 0 0,17-97 649 0 0,0 0 1 0 0,0 0-1 0 0,0 0 1 0 0,1 0-1 0 0,-1 0 1 0 0,0-1-1 0 0,1 1 1 0 0,-1 0-1 0 0,1 0 1 0 0,0 0-1 0 0,0-1 1 0 0,0 1-1 0 0,0 0 1 0 0,0-1-1 0 0,0 1 0 0 0,0 0 1 0 0,0-1-1 0 0,1 0 1 0 0,-1 1-1 0 0,1-1 1 0 0,-1 0-1 0 0,1 0 1 0 0,-1 0-1 0 0,1 0 1 0 0,0 0-1 0 0,-1 0 1 0 0,1 0-1 0 0,0 0 0 0 0,0-1 1 0 0,0 1-1 0 0,0-1 1 0 0,-1 1-1 0 0,1-1 1 0 0,0 0-1 0 0,0 0 1 0 0,0 0-1 0 0,0 0 1 0 0,2 0 25 0 0,80-14-621 0 0,-40-4 495 0 0,-1-2 1 0 0,-1-2-1 0 0,-1-2 0 0 0,0-1 0 0 0,-2-3 0 0 0,-1-1 0 0 0,-2-1 0 0 0,9-12 126 0 0,102-96-3517 0 0,103-128 3517 0 0,114-170 371 0 0,-98 113 2173 0 0,-84 138-1753 0 0,-174 183-1113 0 0,-20 18 103 0 0,11-14 226 0 0,-350 385-360 0 0,341-376 349 0 0,-127 144 1393 0 0,7 5 0 0 0,-66 112-1389 0 0,183-255 38 0 0,1 2 0 0 0,1 0 0 0 0,0 0 1 0 0,2 1-1 0 0,0 1 0 0 0,1-1 0 0 0,1 1 0 0 0,1 0 0 0 0,1 1 1 0 0,1-1-1 0 0,1 1 0 0 0,1 0 0 0 0,1 15-38 0 0,1-32-24 0 0,1 0 0 0 0,1 0-1 0 0,-1 0 1 0 0,1 0 0 0 0,0 0 0 0 0,0-1 0 0 0,0 1-1 0 0,1-1 1 0 0,0 1 0 0 0,-1-1 0 0 0,2 0 0 0 0,-1 0-1 0 0,0 0 1 0 0,1 0 0 0 0,0-1 0 0 0,0 1-1 0 0,0-1 1 0 0,0 0 0 0 0,0 0 0 0 0,1-1 0 0 0,-1 1-1 0 0,1-1 1 0 0,0 0 0 0 0,-1 0 0 0 0,1 0 0 0 0,0-1-1 0 0,0 0 1 0 0,5 1 24 0 0,8 1-112 0 0,0 0 0 0 0,0-1 0 0 0,0-1 0 0 0,0 0 0 0 0,0-2 0 0 0,1 0 0 0 0,15-3 112 0 0,14-11-104 0 0,-1-1 0 0 0,0-3 1 0 0,-2-2-1 0 0,0-1 0 0 0,-2-3 1 0 0,0-1-1 0 0,-2-3 0 0 0,-1-1 0 0 0,27-27 104 0 0,112-97-629 0 0,-7-8-1 0 0,101-125 630 0 0,-132 126-250 0 0,-8-6 1 0 0,78-129 249 0 0,39-105 1848 0 0,-226 364-1602 0 0,-22 24-123 0 0,-19 28-68 0 0,-278 262-386 0 0,176-155 688 0 0,5 6-1 0 0,6 4 0 0 0,6 6 1 0 0,6 3-1 0 0,6 4 0 0 0,3 13-356 0 0,67-121 2 0 0,2 0-1 0 0,1 2 1 0 0,2 0-1 0 0,2 0 1 0 0,2 2-1 0 0,1-1 1 0 0,3 1-1 0 0,1 1 1 0 0,1-1-1 0 0,3 1 1 0 0,2 23-2 0 0,0-60-37 0 0,1 0 1 0 0,0 0-1 0 0,0 0 1 0 0,0 0-1 0 0,1 0 0 0 0,-1 0 1 0 0,1 0-1 0 0,0-1 1 0 0,1 1-1 0 0,-1-1 1 0 0,1 0-1 0 0,0 1 0 0 0,0-1 1 0 0,0 0-1 0 0,1-1 1 0 0,-1 1-1 0 0,1-1 0 0 0,0 1 1 0 0,0-1-1 0 0,0 0 1 0 0,0 0-1 0 0,1-1 0 0 0,-1 1 1 0 0,1-1-1 0 0,-1 0 1 0 0,1-1-1 0 0,0 1 0 0 0,0-1 1 0 0,0 1-1 0 0,0-2 1 0 0,0 1-1 0 0,0 0 0 0 0,0-1 1 0 0,3 0 36 0 0,17-3-73 0 0,0-1 0 0 0,-1-1 0 0 0,0-1 0 0 0,0-1-1 0 0,0-1 1 0 0,-1-1 0 0 0,-1-1 0 0 0,1-1 0 0 0,-2-1 0 0 0,1-1 0 0 0,-2 0 0 0 0,0-2 0 0 0,0-1 0 0 0,7-8 73 0 0,-25 22-4 0 0,51-38-90 0 0,-1-2-1 0 0,-3-3 1 0 0,-1-1 0 0 0,-3-3-1 0 0,-1-2 1 0 0,-3-1 0 0 0,-3-2-1 0 0,-1-2 1 0 0,-3-1 0 0 0,10-29 94 0 0,-31 51-210 0 0,-1 0 1 0 0,-2-2 0 0 0,-1 1 0 0 0,-2-1-1 0 0,-2 0 1 0 0,-1 0 0 0 0,-2-1 0 0 0,-3-33 209 0 0,2 42-100 0 0,-3 0 1 0 0,0 0 0 0 0,-2 0-1 0 0,-1 0 1 0 0,-1 0 0 0 0,-8-20 99 0 0,6 24-15 0 0,1 3 95 0 0,-1-1 1 0 0,0 2 0 0 0,-2-1 0 0 0,0 1 0 0 0,-1 1-1 0 0,-1 0 1 0 0,-3-2-81 0 0,12 20 15 0 0,0 0 0 0 0,1 0-1 0 0,-1 1 1 0 0,0-1 0 0 0,0 1-1 0 0,0 0 1 0 0,0 0 0 0 0,-1 0-1 0 0,1 0 1 0 0,0 0 0 0 0,0 1-1 0 0,0 0 1 0 0,-1-1 0 0 0,1 1-1 0 0,0 0 1 0 0,-1 1 0 0 0,1-1 0 0 0,0 1-1 0 0,0-1 1 0 0,0 1 0 0 0,-1 0-1 0 0,1 0 1 0 0,0 0 0 0 0,0 1-1 0 0,0-1 1 0 0,0 1 0 0 0,1-1-1 0 0,-1 1 1 0 0,0 0 0 0 0,1 0-1 0 0,-1 0 1 0 0,1 1 0 0 0,0-1-1 0 0,0 1 1 0 0,0-1 0 0 0,0 1 0 0 0,0-1-1 0 0,0 1 1 0 0,1 0 0 0 0,-1 0-1 0 0,0 2-14 0 0,-52 57 262 0 0,3 3-1 0 0,3 2 0 0 0,3 2 1 0 0,2 2-1 0 0,4 1 0 0 0,4 3 1 0 0,-16 46-262 0 0,0 13 633 0 0,5 2 1 0 0,-5 44-634 0 0,44-147 43 0 0,2-1 0 0 0,0 1 0 0 0,3 1 0 0 0,1-1 0 0 0,1 0 0 0 0,2 7-43 0 0,-1-33-2 0 0,0-1-1 0 0,0 0 1 0 0,0 0-1 0 0,1 0 1 0 0,0 0-1 0 0,0 0 1 0 0,1 0-1 0 0,-1-1 1 0 0,1 1-1 0 0,0-1 1 0 0,1 1-1 0 0,0-1 0 0 0,-1 0 1 0 0,2-1-1 0 0,-1 1 1 0 0,0-1-1 0 0,1 0 1 0 0,0 0-1 0 0,0 0 1 0 0,0 0-1 0 0,1-1 1 0 0,-1 0-1 0 0,1 0 1 0 0,-1-1-1 0 0,1 1 1 0 0,0-1-1 0 0,0 0 1 0 0,0-1-1 0 0,0 0 1 0 0,0 0-1 0 0,1 0 1 0 0,3 0 2 0 0,5-1-70 0 0,1 0 0 0 0,-1 0 0 0 0,1-2 0 0 0,-1 0 1 0 0,0-1-1 0 0,1 0 0 0 0,-1-1 0 0 0,-1-1 1 0 0,1 0-1 0 0,-1-1 0 0 0,0-1 0 0 0,0 0 1 0 0,0-1-1 0 0,-1 0 0 0 0,-1-1 0 0 0,11-10 70 0 0,4-3-139 0 0,-2-2 0 0 0,-1-1-1 0 0,-1-1 1 0 0,-1-1 0 0 0,-2-1-1 0 0,0 0 1 0 0,0-5 139 0 0,-6 4-142 0 0,0-1 0 0 0,-2 0 0 0 0,-2-1 0 0 0,0 0-1 0 0,-2 0 1 0 0,-2-1 0 0 0,-1 0 0 0 0,-1 0 0 0 0,-2-1 0 0 0,-1 1 0 0 0,-1-1-1 0 0,-2 1 1 0 0,-1 0 0 0 0,-2 0 0 0 0,-1 0 0 0 0,-1 0 0 0 0,-5-7 142 0 0,-16-52 1304 0 0,-3 2 1 0 0,-35-67-1305 0 0,65 155 24 0 0,0 0 0 0 0,1 1 1 0 0,-1-1-1 0 0,0 1 0 0 0,1-1 1 0 0,-1 0-1 0 0,0 1 0 0 0,0-1 0 0 0,0 1 1 0 0,1 0-1 0 0,-1-1 0 0 0,0 1 1 0 0,0 0-1 0 0,0-1 0 0 0,0 1 1 0 0,0 0-1 0 0,0 0 0 0 0,0 0 1 0 0,0 0-1 0 0,0 0 0 0 0,0 0 0 0 0,1 0 1 0 0,-1 0-1 0 0,0 0 0 0 0,0 0 1 0 0,0 0-1 0 0,0 1 0 0 0,0-1 1 0 0,0 0-1 0 0,0 1 0 0 0,0-1 0 0 0,1 1 1 0 0,-1-1-1 0 0,0 1 0 0 0,0-1 1 0 0,1 1-1 0 0,-1-1 0 0 0,0 1 1 0 0,1 0-1 0 0,-1-1 0 0 0,0 1 1 0 0,1 0-1 0 0,-1 0 0 0 0,1 0 0 0 0,-1-1 1 0 0,1 1-1 0 0,0 0 0 0 0,-1 0 1 0 0,1 0-1 0 0,0 0 0 0 0,-1 0 1 0 0,1 0-1 0 0,0 0 0 0 0,0 0 1 0 0,0-1-1 0 0,0 1 0 0 0,0 0 0 0 0,0 0 1 0 0,0 0-1 0 0,0 0 0 0 0,1 0 1 0 0,-1 0-1 0 0,0 0 0 0 0,0 0 1 0 0,1 0-1 0 0,-1 0-24 0 0,-28 190 110 0 0,-26 459 231 0 0,51-590-224 0 0,-1-12-28 0 0,3 0 1 0 0,1 0-1 0 0,3 0 0 0 0,3 15-89 0 0,-5-60-1 0 0,-1 0-1 0 0,1 1 0 0 0,-1-1 0 0 0,1 0 1 0 0,0 0-1 0 0,0 0 0 0 0,0 0 1 0 0,1 0-1 0 0,-1 0 0 0 0,1 0 0 0 0,-1 0 1 0 0,1-1-1 0 0,0 1 0 0 0,0-1 1 0 0,0 1-1 0 0,1-1 0 0 0,-1 0 0 0 0,0 0 1 0 0,1 0-1 0 0,0 0 0 0 0,-1 0 1 0 0,1 0-1 0 0,0-1 0 0 0,0 1 0 0 0,0-1 1 0 0,0 0-1 0 0,0 0 0 0 0,0 0 1 0 0,0 0-1 0 0,0-1 0 0 0,1 1 1 0 0,-1-1-1 0 0,0 0 0 0 0,0 0 0 0 0,1 0 1 0 0,-1 0-1 0 0,0 0 0 0 0,0-1 1 0 0,0 1-1 0 0,1-1 0 0 0,-1 0 0 0 0,0 0 1 0 0,0 0-1 0 0,2-2 2 0 0,18-12 12 0 0,-1-1 1 0 0,-1-1-1 0 0,0-1 0 0 0,-2 0 0 0 0,0-2 1 0 0,-1 0-1 0 0,-1-1 0 0 0,-1-1 1 0 0,-1-1-1 0 0,-1 0 0 0 0,0 0 0 0 0,-2-2 1 0 0,-1 1-1 0 0,-1-2 0 0 0,-2 1 1 0 0,2-9-13 0 0,21-73-45 0 0,-4-1 0 0 0,-6-2 1 0 0,-4 0-1 0 0,2-108 45 0 0,-5 62-135 0 0,7 2 0 0 0,38-139 135 0 0,-5 54-551 0 0,-53 209 634 0 0,-24 35 159 0 0,12 7-287 0 0,0 0-1 0 0,0 0 1 0 0,1 1 0 0 0,1 0 0 0 0,0 1-1 0 0,0 0 1 0 0,2 0 0 0 0,0 1-1 0 0,0 0 1 0 0,2 0 0 0 0,0 0 0 0 0,-3 17 45 0 0,-26 98-166 0 0,5 2 0 0 0,-10 130 166 0 0,15-92-617 0 0,13-97 329 0 0,-21 138-1412 0 0,3 90 1700 0 0,29-231 1171 0 0,30-186-1197 0 0,-15-101-361 0 0,-10-174 387 0 0,-6 236-57 0 0,-13-587-2145 0 0,13 663 2078 0 0,-2 44 195 0 0,2 0 0 0 0,1 1-1 0 0,2-1 1 0 0,2 0 0 0 0,1 1-1 0 0,1 0 1 0 0,2 0 0 0 0,1 0 0 0 0,3-2-71 0 0,-12 34-31 0 0,0 0 0 0 0,1 0 0 0 0,-1 0 0 0 0,1 0 0 0 0,-1 0 1 0 0,1 0-1 0 0,0 0 0 0 0,0 0 0 0 0,0 0 0 0 0,0 0 0 0 0,0 1 1 0 0,0-1-1 0 0,0 0 0 0 0,0 0 0 0 0,1 1 0 0 0,-1-1 0 0 0,1 1 1 0 0,-1 0-1 0 0,1-1 0 0 0,0 1 0 0 0,0 0 0 0 0,-1 0 0 0 0,1 0 1 0 0,0 0-1 0 0,0 0 0 0 0,0 0 0 0 0,0 1 0 0 0,0-1 0 0 0,0 1 1 0 0,0-1-1 0 0,0 1 0 0 0,0 0 0 0 0,0 0 0 0 0,0 0 0 0 0,1 0 1 0 0,-1 0-1 0 0,0 0 0 0 0,0 0 0 0 0,0 1 0 0 0,0-1 0 0 0,0 1 1 0 0,0 0-1 0 0,0-1 0 0 0,0 1 0 0 0,0 0 0 0 0,-1 0 1 0 0,1 0-1 0 0,0 0 0 0 0,0 1 0 0 0,-1-1 0 0 0,1 0 0 0 0,-1 1 1 0 0,1-1-1 0 0,0 2 31 0 0,47 139-900 0 0,-36-73 948 0 0,-4 0-1 0 0,-2 1 1 0 0,-2 36-48 0 0,-1-23 13 0 0,9 605-639 0 0,-13-394-815 0 0,14-411 771 0 0,39-158-1222 0 0,-43 212 478 0 0</inkml:trace>
  <inkml:trace contextRef="#ctx0" brushRef="#br2" timeOffset="126430.439">3397 762 848 0 0,'0'0'1701'0'0,"0"0"-360"0"0,0 0-458 0 0,0 0-464 0 0,0 0-219 0 0,0 0-156 0 0,0 0-23 0 0,-11 21 75 0 0,-3 4-37 0 0,-42 110 226 0 0,40-55 320 0 0,4-1 1 0 0,4 1-1 0 0,1 52-605 0 0,4-78 222 0 0,-33 603 1269 0 0,36-603-1303 0 0,19-62 322 0 0,-9-11-519 0 0,-1-1 0 0 0,0 1 0 0 0,-2-1 0 0 0,0-1 0 0 0,-2 1 0 0 0,0-1 0 0 0,-1 0 0 0 0,-1 0 0 0 0,-1-1 0 0 0,-1 1 0 0 0,-1 0 0 0 0,-1-1 0 0 0,-1-9 9 0 0,1-10-35 0 0,-57-568-1199 0 0,57 559 1065 0 0,-2-4 114 0 0,2 0 0 0 0,3 0 0 0 0,2 0 0 0 0,8-30 55 0 0,6 26 630 0 0,-31 105-650 0 0,12 12-14 0 0,2 1-1 0 0,3 0 1 0 0,2-1 0 0 0,9 34 34 0 0,12 138-1 0 0,-23-118 30 0 0,-5-1-1 0 0,-5 1 1 0 0,-5-1-1 0 0,-15 59-28 0 0,-89 396-52 0 0,113-531-292 0 0,2-49-221 0 0,0-62 327 0 0,14-342-310 0 0,94-279-6480 0 0,-18 193 10264 0 0,-71 376 489 0 0,-38 173-3429 0 0,0 24-215 0 0,2 1 0 0 0,3 1 0 0 0,0 28-81 0 0,7-52 14 0 0,-33 313 357 0 0,-24 320-1810 0 0,58-402 1989 0 0,7-223-2530 0 0,30-306 1112 0 0,-19 169 984 0 0,-3-1 1 0 0,-4 1 0 0 0,-3-1-1 0 0,-9-73-116 0 0,-24-100 87 0 0,-4-85 724 0 0,35 216 2326 0 0,-4 1757-1080 0 0,4-1366-3004 0 0,17-227-295 0 0,-12-54 554 0 0,-35-456 853 0 0,2 132-955 0 0,20 83-148 0 0,13-65 938 0 0,0 261 207 0 0,3-1 1 0 0,2 1-1 0 0,2 1 1 0 0,4 0-1 0 0,1 1 1 0 0,4 0-1 0 0,10-19-207 0 0,-20 53 83 0 0,0 1-1 0 0,1 0 1 0 0,1 0 0 0 0,2 1-1 0 0,0 1 1 0 0,1 0 0 0 0,0 2-1 0 0,10-8-82 0 0,-25 64 1080 0 0,-6 788-1117 0 0,-19-584 204 0 0,-45 192-167 0 0,22-166-1357 0 0,44-248 1015 0 0,3-9-50 0 0,-2-1 0 0 0,1 1 0 0 0,-1-1 0 0 0,-1 1 0 0 0,0-1 0 0 0,0 0 0 0 0,-1-1 0 0 0,-1 1 0 0 0,1 0 0 0 0,-5 5 392 0 0,7-15-46 0 0,0 0 1 0 0,0 0-1 0 0,1 0 0 0 0,-1 0 1 0 0,0-1-1 0 0,0 1 1 0 0,0-1-1 0 0,0 1 1 0 0,1-1-1 0 0,-1 1 0 0 0,0-1 1 0 0,1 0-1 0 0,-1 0 1 0 0,0 0-1 0 0,1 0 0 0 0,-1 0 1 0 0,1 0-1 0 0,0 0 1 0 0,-1-1-1 0 0,1 1 1 0 0,0 0-1 0 0,0-1 0 0 0,-1 1 1 0 0,1-1-1 0 0,0 1 1 0 0,1-1-1 0 0,-1 0 1 0 0,0 1-1 0 0,0-1 0 0 0,1 0 1 0 0,-1 0-1 0 0,1 1 1 0 0,-1-1-1 0 0,1 0 0 0 0,0 0 1 0 0,0-1 45 0 0,-7-18-25 0 0,2-1 0 0 0,0 0 0 0 0,1 0 0 0 0,1 0 1 0 0,2 0-1 0 0,0-9 25 0 0,-1 2-71 0 0,-9-672-275 0 0,13 449-102 0 0,-3-232 3373 0 0,1 479-2868 0 0,0-2 126 0 0,0-1 0 0 0,0 0 0 0 0,-1 1 1 0 0,0-1-1 0 0,0 1 0 0 0,-1-1 0 0 0,0 1 0 0 0,0 0 0 0 0,-1 0 0 0 0,0 0 0 0 0,-2-4-183 0 0,4 11 30 0 0,0 0 0 0 0,0 0 0 0 0,1 0 0 0 0,-1 0 0 0 0,0 0 0 0 0,0 0-1 0 0,1 0 1 0 0,-1 0 0 0 0,0 0 0 0 0,1 0 0 0 0,-1 1 0 0 0,0-1 0 0 0,0 0 0 0 0,1 0 0 0 0,-1 1 0 0 0,0-1-1 0 0,1 1 1 0 0,-1-1 0 0 0,1 0 0 0 0,-1 1 0 0 0,0-1 0 0 0,1 1 0 0 0,-1-1 0 0 0,1 1 0 0 0,0 0-1 0 0,-1-1 1 0 0,1 1 0 0 0,-1 0 0 0 0,1-1 0 0 0,0 1 0 0 0,-1 0 0 0 0,1-1 0 0 0,0 1 0 0 0,0 0-1 0 0,0-1 1 0 0,-1 1 0 0 0,1 0 0 0 0,0 0 0 0 0,0-1 0 0 0,0 1 0 0 0,0 0 0 0 0,0 0 0 0 0,0-1-1 0 0,1 1 1 0 0,-1 0 0 0 0,0 0 0 0 0,0-1 0 0 0,0 1 0 0 0,1 0 0 0 0,-1-1 0 0 0,0 1 0 0 0,1 0-1 0 0,-1-1 1 0 0,0 1 0 0 0,1-1 0 0 0,-1 1 0 0 0,1 0 0 0 0,0-1-30 0 0,-1 1 27 0 0,12 376 404 0 0,12 392-1719 0 0,-55-63-1827 0 0,13-321 2363 0 0,17-357-121 0 0,1-10-254 0 0</inkml:trace>
  <inkml:trace contextRef="#ctx0" brushRef="#br2" timeOffset="127146.9">2449 1935 644 0 0,'0'0'799'0'0,"0"0"-86"0"0,-18 17-204 0 0,-128 110 584 0 0,-536 456 7767 0 0,559-454-8368 0 0,115-113-560 0 0,7-17-984 0 0,38-50 84 0 0,112-140 840 0 0,-16 19-242 0 0,8 5 0 0 0,89-78 370 0 0,-171 198 846 0 0,-77 66-491 0 0,-119 98-572 0 0,6 5 0 0 0,-109 131 217 0 0,178-181 305 0 0,4 2-1 0 0,4 3 1 0 0,2 2-1 0 0,5 3 1 0 0,2 1 0 0 0,5 3-1 0 0,3 0 1 0 0,-3 24-305 0 0,-7 124-3315 0 0,42-168-835 0 0</inkml:trace>
  <inkml:trace contextRef="#ctx0" brushRef="#br2" timeOffset="134748.119">2672 2374 716 0 0,'0'0'1265'0'0,"0"0"518"0"0,0 0-895 0 0,0 0-587 0 0,0 0-155 0 0,0 0-1 0 0,0 0 284 0 0,0 0 171 0 0,0 0-25 0 0,-15 0-34 0 0,-43 0 60 0 0,36 2 1503 0 0,21-2-1497 0 0,1 0-160 0 0,0 0-215 0 0,0 0-278 0 0,10-3-879 0 0,123-89-3594 0 0,-124 84 4581 0 0,0 0 1 0 0,0 0-1 0 0,-1-1 0 0 0,-1-1 1 0 0,1 1-1 0 0,-1-1 1 0 0,-1 0-1 0 0,0-1 0 0 0,0 0 1 0 0,-1 0-1 0 0,-1 0 0 0 0,0 0 1 0 0,0-1-1 0 0,-1 1 0 0 0,-1-1 1 0 0,0 0-1 0 0,0 0 0 0 0,-1 0 1 0 0,-1 0-63 0 0,1-3 17 0 0,0 12 74 0 0,0-1-1 0 0,0 1 0 0 0,0-1 0 0 0,-1 0 0 0 0,1 1 0 0 0,-1-1 0 0 0,0 0 0 0 0,0 1 1 0 0,0-1-1 0 0,0 0 0 0 0,-1 1 0 0 0,0-1 0 0 0,1 0 0 0 0,-1 1 0 0 0,-1-1 0 0 0,1 1 1 0 0,0-1-1 0 0,-1 1 0 0 0,0 0 0 0 0,1 0 0 0 0,-2 0 0 0 0,1 0 0 0 0,0 0 0 0 0,0 0 1 0 0,-1 0-1 0 0,1 0 0 0 0,-1 1 0 0 0,0 0 0 0 0,0-1 0 0 0,0 1 0 0 0,0 0 0 0 0,0 1 1 0 0,-1-1-1 0 0,1 0 0 0 0,-1 1 0 0 0,-1-1-90 0 0,0 4 15 0 0,1 1 0 0 0,0 0-1 0 0,-1-1 1 0 0,1 2 0 0 0,0-1 0 0 0,0 0 0 0 0,1 1 0 0 0,-1 0-1 0 0,1-1 1 0 0,0 1 0 0 0,0 1 0 0 0,0-1 0 0 0,0 0 0 0 0,1 1-1 0 0,0-1 1 0 0,0 1 0 0 0,0 0 0 0 0,0 0 0 0 0,1 0 0 0 0,0 0-1 0 0,0 0 1 0 0,0 0 0 0 0,1 0 0 0 0,-1 4-15 0 0,-4 167-119 0 0,9-133 260 0 0,2 1 0 0 0,2-1 0 0 0,2 0 1 0 0,9 25-142 0 0,2 9 177 0 0,3 9 183 0 0,4-2 0 0 0,3-1 0 0 0,8 6-360 0 0,-33-75-28 0 0,0 0 1 0 0,2 0-1 0 0,-1-1 1 0 0,2-1-1 0 0,-1 1 1 0 0,2-1-1 0 0,0-1 1 0 0,2 3 27 0 0,-11-14-35 0 0,-1 1 0 0 0,0-1 0 0 0,1 1 0 0 0,-1-1-1 0 0,0 1 1 0 0,1-1 0 0 0,-1 1 0 0 0,1-1 0 0 0,-1 0 0 0 0,1 1 0 0 0,-1-1 0 0 0,1 0 0 0 0,-1 1 0 0 0,1-1 0 0 0,-1 0 0 0 0,1 0 0 0 0,0 1 0 0 0,-1-1 0 0 0,1 0 0 0 0,-1 0-1 0 0,1 0 1 0 0,0 0 0 0 0,-1 0 0 0 0,1 0 0 0 0,0 0 0 0 0,-1 0 0 0 0,1 0 0 0 0,-1 0 0 0 0,1 0 0 0 0,0 0 0 0 0,-1 0 0 0 0,1 0 0 0 0,-1-1 0 0 0,1 1 0 0 0,-1 0 0 0 0,1-1-1 0 0,0 1 1 0 0,-1 0 0 0 0,1-1 0 0 0,-1 1 0 0 0,1 0 0 0 0,-1-1 0 0 0,0 1 0 0 0,1-1 0 0 0,-1 1 0 0 0,1-1 0 0 0,-1 1 0 0 0,0-1 0 0 0,1 1 0 0 0,-1-1 0 0 0,0 1-1 0 0,0-1 1 0 0,1 0 0 0 0,-1 1 0 0 0,0-1 0 0 0,0 1 0 0 0,0-1 0 0 0,0 0 0 0 0,0 1 0 0 0,0-1 0 0 0,0 0 0 0 0,0 1 35 0 0,2-50-458 0 0,-3 40 318 0 0,-30-97-231 0 0,20 82 309 0 0,-192-366 246 0 0,168 328 93 0 0,-24-23 301 0 0,57 85-554 0 0,0 0 0 0 0,1 1 0 0 0,-1-1 0 0 0,0 1 0 0 0,0 0 0 0 0,0 0 0 0 0,1-1 0 0 0,-1 1 0 0 0,0 0 0 0 0,0 1 0 0 0,0-1 0 0 0,1 0 0 0 0,-1 0 0 0 0,0 1 0 0 0,0-1 0 0 0,1 1 0 0 0,-1 0 0 0 0,0-1 0 0 0,1 1 0 0 0,-1 0 0 0 0,0 0 0 0 0,1 0 0 0 0,-1 0 0 0 0,1 0 0 0 0,0 0 0 0 0,-1 1 0 0 0,1-1 0 0 0,0 0 0 0 0,0 1 0 0 0,0-1 0 0 0,0 1 0 0 0,0-1 0 0 0,0 1 0 0 0,0-1 0 0 0,0 1 0 0 0,1 0 0 0 0,-1-1 0 0 0,0 1 0 0 0,1 0 0 0 0,0 0 0 0 0,-1 0-24 0 0,-2 4 78 0 0,-11 19-101 0 0,2 0 0 0 0,2 0 0 0 0,0 1 0 0 0,1 0 0 0 0,2 0 0 0 0,0 1 0 0 0,2 0 0 0 0,1 0 0 0 0,1 1 0 0 0,2-1-1 0 0,0 1 1 0 0,2-1 0 0 0,2 10 23 0 0,2-10 26 0 0,0 0-1 0 0,2-1 1 0 0,2 0 0 0 0,0 0-1 0 0,1-1 1 0 0,2 0-1 0 0,0-1 1 0 0,2 0 0 0 0,0-1-1 0 0,2-1 1 0 0,14 16-26 0 0,-30-36 7 0 0,1-1 1 0 0,-1 1-1 0 0,1-1 1 0 0,0 1-1 0 0,0-1 1 0 0,0 0-1 0 0,-1 1 1 0 0,1-1-1 0 0,0 0 1 0 0,1 0-1 0 0,-1 0 1 0 0,0 0-1 0 0,0 0 1 0 0,0 0-1 0 0,1 0 1 0 0,-1 0-1 0 0,0 0 1 0 0,1 0-1 0 0,-1-1 1 0 0,1 1-1 0 0,-1-1 1 0 0,1 1-1 0 0,-1-1 1 0 0,1 1-1 0 0,-1-1 1 0 0,1 0-1 0 0,0 0 1 0 0,-1 0-1 0 0,1 0 1 0 0,-1 0-1 0 0,1 0 1 0 0,-1 0-1 0 0,1 0 1 0 0,0-1-1 0 0,-1 1 1 0 0,1-1-1 0 0,-1 1 1 0 0,1-1-1 0 0,-1 0 1 0 0,0 1-1 0 0,1-1 1 0 0,-1 0 0 0 0,0 0-1 0 0,1 0 1 0 0,-1 0-1 0 0,0 0 1 0 0,0 0-1 0 0,0 0 1 0 0,0 0-1 0 0,1-2-7 0 0,12-12-162 0 0,0-2 1 0 0,-1 0-1 0 0,-1-1 0 0 0,0 0 0 0 0,-1-1 0 0 0,-2 0 1 0 0,0 0-1 0 0,0-1 0 0 0,-2 0 0 0 0,-1-1 1 0 0,0 0-1 0 0,-2 0 0 0 0,1-10 162 0 0,5-47-503 0 0,-4-1 0 0 0,-3 1-1 0 0,-4-4 504 0 0,1 35 289 0 0,0 46-285 0 0,0-7 56 0 0,1 1 1 0 0,-1-1-1 0 0,0 0 1 0 0,-1 1-1 0 0,0-1 1 0 0,0 1-1 0 0,-1-1 1 0 0,0 1-1 0 0,0 0 1 0 0,-1 0-1 0 0,0 0 1 0 0,0 0-1 0 0,-3-5-60 0 0,5 11 27 0 0,0 0-1 0 0,0 0 0 0 0,1 0 0 0 0,-1 0 0 0 0,-1 0 0 0 0,1 0 0 0 0,0 0 0 0 0,0 0 0 0 0,0 0 1 0 0,0 1-1 0 0,-1-1 0 0 0,1 0 0 0 0,0 1 0 0 0,-1-1 0 0 0,1 1 0 0 0,0-1 0 0 0,-1 1 0 0 0,1 0 0 0 0,0 0 1 0 0,-1 0-1 0 0,1-1 0 0 0,-1 1 0 0 0,1 1 0 0 0,-1-1 0 0 0,1 0 0 0 0,0 0 0 0 0,-1 0 0 0 0,1 1 0 0 0,-1-1 1 0 0,1 1-1 0 0,0-1 0 0 0,0 1 0 0 0,-1-1 0 0 0,1 1 0 0 0,0 0 0 0 0,0 0 0 0 0,0 0 0 0 0,-1-1 0 0 0,1 1 1 0 0,0 0-1 0 0,0 0 0 0 0,0 1 0 0 0,1-1 0 0 0,-1 0 0 0 0,0 0 0 0 0,0 1-26 0 0,-38 59 112 0 0,25-24-105 0 0,2 2 0 0 0,2-1 0 0 0,1 1 0 0 0,2 1 1 0 0,2-1-1 0 0,2 1 0 0 0,1 0 0 0 0,2 0 0 0 0,3 11-7 0 0,-3-19 79 0 0,0-1 32 0 0,2-1 0 0 0,1 1-1 0 0,1-1 1 0 0,1 0 0 0 0,2 0 0 0 0,1 0 0 0 0,2-1-1 0 0,1 0 1 0 0,1-1 0 0 0,6 10-111 0 0,-7-20-381 0 0,0 0 1 0 0,0-1-1 0 0,2 0 1 0 0,0-1-1 0 0,1-1 1 0 0,1 0-1 0 0,0-1 0 0 0,1-1 1 0 0,0 0-1 0 0,4 1 381 0 0,43 24-6981 0 0,-62-34 6544 0 0,-1-1 202 0 0</inkml:trace>
  <inkml:trace contextRef="#ctx0" brushRef="#br2" timeOffset="136246.289">3057 2080 1292 0 0,'0'0'-211'0'0,"0"0"165"0"0,0 0 104 0 0,-30 19 488 0 0,-96 63 1020 0 0,120-78-1455 0 0,0 0-1 0 0,0 1 1 0 0,0 0 0 0 0,1 0-1 0 0,0 1 1 0 0,0-1 0 0 0,0 1 0 0 0,1 0-1 0 0,0 0 1 0 0,0 1 0 0 0,1-1-1 0 0,-1 1 1 0 0,1 0 0 0 0,1 0 0 0 0,0 0-1 0 0,-2 4-110 0 0,-1 7 162 0 0,-7 23 267 0 0,2 0 0 0 0,2 0 1 0 0,2 1-1 0 0,1 0 0 0 0,3 0 1 0 0,1 1-1 0 0,2-1 0 0 0,2 4-429 0 0,-2-34 23 0 0,0 0 0 0 0,0 0 0 0 0,1 0 1 0 0,1 0-1 0 0,0 0 0 0 0,0-1 0 0 0,1 1 0 0 0,1-1 0 0 0,0 0 0 0 0,1 0 0 0 0,0-1 0 0 0,0 1 0 0 0,1-1 1 0 0,0-1-1 0 0,1 1 0 0 0,0-1 0 0 0,1-1 0 0 0,0 0 0 0 0,0 0 0 0 0,1 0 0 0 0,-1-1 0 0 0,2-1 0 0 0,-1 0 1 0 0,1 0-1 0 0,0-1 0 0 0,0 0 0 0 0,0-1 0 0 0,1 0 0 0 0,0-1 0 0 0,-1 0 0 0 0,1-1 0 0 0,0 0 0 0 0,0-1 1 0 0,5-1-24 0 0,-7-2 55 0 0,-1-1 0 0 0,0-1 0 0 0,0 0 0 0 0,0 0 0 0 0,0-1 0 0 0,-1 0 0 0 0,1 0 0 0 0,-1-1 0 0 0,-1 0 0 0 0,1-1 0 0 0,-1 0 0 0 0,0 0 0 0 0,-1 0 0 0 0,0-1 0 0 0,0 0 0 0 0,0 0 0 0 0,-1 0 0 0 0,0-1 0 0 0,-1 0 0 0 0,0 0 0 0 0,0 0 0 0 0,-1 0 0 0 0,0-1 0 0 0,1-8-55 0 0,1-9 6 0 0,0-1 0 0 0,-2 1 0 0 0,-1-1-1 0 0,-2 0 1 0 0,0 0 0 0 0,-4-21-6 0 0,-1 16 103 0 0,-2-1 0 0 0,-1 1 0 0 0,-1 0-1 0 0,-2 0 1 0 0,-1 1 0 0 0,-2 1 0 0 0,-1 0 0 0 0,-12-17-103 0 0,-23-13 176 0 0,48 61-183 0 0,1 0 0 0 0,-1 0 0 0 0,0 0-1 0 0,0 0 1 0 0,0 0 0 0 0,0 0-1 0 0,0 1 1 0 0,0-1 0 0 0,1 1 0 0 0,-1-1-1 0 0,0 1 1 0 0,0 0 0 0 0,1-1-1 0 0,-1 1 1 0 0,0 0 0 0 0,1 0 0 0 0,-1 0-1 0 0,1 1 1 0 0,-1-1 0 0 0,1 0-1 0 0,-1 0 1 0 0,1 1 0 0 0,0-1 0 0 0,0 1-1 0 0,0-1 1 0 0,0 1 0 0 0,0 0-1 0 0,0-1 1 0 0,0 1 0 0 0,0 0 0 0 0,1 0-1 0 0,-1-1 1 0 0,1 1 0 0 0,-1 0 0 0 0,1 0-1 0 0,0 0 1 0 0,0 0 0 0 0,-1 0-1 0 0,1 0 8 0 0,-6 26-42 0 0,0 1 0 0 0,2-1 0 0 0,1 1 0 0 0,1 0 0 0 0,1 1 0 0 0,2-1 0 0 0,1 0 0 0 0,5 20 42 0 0,41 203 262 0 0,-25-110 334 0 0,-22-142-614 0 0,-1 1-1 0 0,1-1 0 0 0,-1 0 1 0 0,1 1-1 0 0,-1-1 0 0 0,1 0 0 0 0,-1 1 1 0 0,1-1-1 0 0,0 0 0 0 0,-1 0 0 0 0,1 0 1 0 0,-1 1-1 0 0,1-1 0 0 0,-1 0 0 0 0,1 0 1 0 0,0 0-1 0 0,-1 0 0 0 0,1 0 1 0 0,-1 0-1 0 0,1 0 0 0 0,0 0 0 0 0,-1-1 1 0 0,1 1-1 0 0,-1 0 0 0 0,1 0 0 0 0,-1 0 1 0 0,1-1-1 0 0,0 1 0 0 0,-1 0 1 0 0,1 0-1 0 0,-1-1 0 0 0,1 1 0 0 0,-1 0 1 0 0,0-1-1 0 0,1 1 0 0 0,-1-1 0 0 0,1 1 1 0 0,-1-1-1 0 0,0 1 0 0 0,1-1 0 0 0,-1 1 1 0 0,0-1-1 0 0,1 1 0 0 0,-1-1 1 0 0,0 1-1 0 0,0-1 0 0 0,0 1 0 0 0,1-1 1 0 0,-1 0-1 0 0,0 1 0 0 0,0-1 0 0 0,0 1 1 0 0,0-1 18 0 0,12-21-138 0 0,-1-1 1 0 0,-1 1 0 0 0,-2-2 0 0 0,0 1 0 0 0,-1-1-1 0 0,-1 0 1 0 0,-1-1 0 0 0,-1 1 0 0 0,-2-1-1 0 0,0 0 1 0 0,-2 0 0 0 0,-1 1 0 0 0,-1-11 137 0 0,2 16-109 0 0,-3-24 148 0 0,-2 0 1 0 0,-2 1 0 0 0,-2 0-1 0 0,-1 0 1 0 0,-3 1 0 0 0,-1 1-1 0 0,-2 0 1 0 0,-1 1 0 0 0,-16-25-40 0 0,-8-5 234 0 0,40 69-222 0 0,1-1 0 0 0,0 1 0 0 0,-1-1 1 0 0,1 1-1 0 0,-1 0 0 0 0,1-1 0 0 0,-1 1 1 0 0,0 0-1 0 0,1-1 0 0 0,-1 1 0 0 0,1 0 1 0 0,-1 0-1 0 0,1-1 0 0 0,-1 1 0 0 0,0 0 1 0 0,1 0-1 0 0,-1 0 0 0 0,0 0 0 0 0,1 0 1 0 0,-1 0-1 0 0,0 0 0 0 0,1 0 0 0 0,-1 0 1 0 0,1 0-1 0 0,-1 0 0 0 0,0 1 0 0 0,1-1 1 0 0,-1 0-1 0 0,1 0 0 0 0,-1 1 0 0 0,0-1 1 0 0,1 0-1 0 0,-1 0 0 0 0,1 1 0 0 0,-1-1 1 0 0,1 1-1 0 0,-1-1 0 0 0,1 1 0 0 0,0-1 1 0 0,-1 1-1 0 0,1-1 0 0 0,-1 1 0 0 0,1-1 1 0 0,0 1-1 0 0,0-1 0 0 0,-1 1 0 0 0,1-1 1 0 0,0 1-1 0 0,0 0 0 0 0,0-1 0 0 0,-1 1 1 0 0,1-1-1 0 0,0 1 0 0 0,0 0 0 0 0,0-1 1 0 0,0 1-1 0 0,0 0 0 0 0,0-1 0 0 0,0 1 1 0 0,1 0-1 0 0,-1-1 0 0 0,0 1-12 0 0,-6 49 195 0 0,6-48-174 0 0,-2 70-67 0 0,4 0 0 0 0,3 0 0 0 0,3-1 0 0 0,3 1 0 0 0,3-2-1 0 0,3 0 1 0 0,3-1 0 0 0,4 1 46 0 0,17 17-96 0 0,-40-87 38 0 0,1 1-1 0 0,0-1 0 0 0,-1 0 0 0 0,1 0 1 0 0,0 0-1 0 0,0 0 0 0 0,-1 0 1 0 0,1-1-1 0 0,0 1 0 0 0,-1 0 0 0 0,1-1 1 0 0,-1 1-1 0 0,1-1 0 0 0,0 0 0 0 0,-1 1 1 0 0,1-1-1 0 0,-1 0 0 0 0,0 0 1 0 0,1 0-1 0 0,-1 0 0 0 0,0 0 0 0 0,1 0 1 0 0,-1-1-1 0 0,0 1 0 0 0,0 0 1 0 0,0-1-1 0 0,0 1 0 0 0,0 0 0 0 0,0-1 1 0 0,0 0 58 0 0,-1 1-17 0 0,8-11-52 0 0,-1 0 0 0 0,-1-1 0 0 0,0 1 0 0 0,-1-1 0 0 0,0-1 0 0 0,-1 1 0 0 0,-1-1 0 0 0,0 0 0 0 0,-1 0 0 0 0,0 1 0 0 0,-1-2 1 0 0,-1 1-1 0 0,0 0 0 0 0,-1 0 0 0 0,0 0 0 0 0,-2-5 69 0 0,2-13-48 0 0,-40-221 168 0 0,14 126 316 0 0,17 66-160 0 0,-3 0 1 0 0,-3 1-1 0 0,-2 0 0 0 0,-3 2 1 0 0,-17-33-277 0 0,-41-31 1768 0 0,66 71-136 0 0,13 40-1639 0 0,0-45 873 0 0,5 44 591 0 0,28-49-2253 0 0,-20 36 609 0 0,0 0 0 0 0,-2 0 0 0 0,0-1 0 0 0,-2 0 0 0 0,-1-1 0 0 0,-1 0 0 0 0,-1 0 0 0 0,-2-1 0 0 0,0 0 0 0 0,-2 1 0 0 0,-1-3 187 0 0,3-287-4439 0 0,-3 242 5860 0 0,-2 43-4145 0 0,1 31 2037 0 0,0 1 156 0 0,0 0 229 0 0,5-15 1807 0 0,3-71-4300 0 0,-2 55 871 0 0,-5 24 1178 0 0,-2 18 423 0 0,-13 106-170 0 0</inkml:trace>
  <inkml:trace contextRef="#ctx0" brushRef="#br2" timeOffset="137518.59">3338 310 92 0 0,'0'0'192'0'0,"0"0"521"0"0,0 0 970 0 0,0 0-507 0 0,0 0-814 0 0,0 0-210 0 0,0 0 152 0 0,8-13 56 0 0,43-72 50 0 0,-37 67-1823 0 0,-14 18 814 0 0,0 0 1 0 0,0 0 74 0 0,0 0 11 0 0,0 0-53 0 0,5 27 274 0 0,32 88 6176 0 0,-20-42-5106 0 0,46 145 1098 0 0,-55-197-1814 0 0,-1 1 0 0 0,-1 0 1 0 0,-1 0-1 0 0,-1 0 0 0 0,0 1 0 0 0,-1 16-62 0 0,1 158-271 0 0,-5-174 333 0 0,0 0-1 0 0,-2-1 1 0 0,-1 0 0 0 0,-1 1 0 0 0,-1-2 0 0 0,0 1 0 0 0,-2-1-1 0 0,0 0 1 0 0,-2 0 0 0 0,0 0-62 0 0,-53 124 255 0 0,13 28-390 0 0,44-96 55 0 0,-17-17 839 0 0,-35 28-1472 0 0,53 26 335 0 0,6-74 431 0 0,1-28-148 0 0,-1-1 0 0 0,-1 1 1 0 0,0 0-1 0 0,0-1 0 0 0,-1 1 0 0 0,0 0 0 0 0,-1-1 0 0 0,-1 1 0 0 0,0-1 0 0 0,0 0 1 0 0,-1 0-1 0 0,0 0 0 0 0,-3 3 95 0 0,-60 134 143 0 0,45-97-671 0 0,2 1-1 0 0,3 2 1 0 0,2-1 0 0 0,-6 43 528 0 0,-34 74-552 0 0,41 16 75 0 0,15-140-751 0 0,8 68-425 0 0,-16-27-1192 0 0,-9-53 2845 0 0</inkml:trace>
  <inkml:trace contextRef="#ctx0" brushRef="#br2" timeOffset="138677.945">3343 1557 184 0 0,'0'0'237'0'0,"0"0"-89"0"0,0 0 93 0 0,0 0 265 0 0,0 0 277 0 0,0 0 93 0 0,0 0-365 0 0,10-9-184 0 0,29-25 70 0 0,-29 25 201 0 0,-10 30 1901 0 0,50 215 155 0 0,-23-39-1999 0 0,-26 238 1097 0 0,7-249-1223 0 0,-71-7-1169 0 0,26-77-80 0 0,1-34 571 0 0,-9 11 556 0 0,40-16-1496 0 0,0-44 1090 0 0,0 0-1 0 0,1 1 1 0 0,1 0-1 0 0,1-1 1 0 0,1 1-1 0 0,1 0 1 0 0,2 17-1 0 0,-2 3 62 0 0,-14 44-247 0 0,-8-12-542 0 0,17-1-5390 0 0,-14-55 2817 0 0,6-12 2961 0 0</inkml:trace>
  <inkml:trace contextRef="#ctx0" brushRef="#br2" timeOffset="142238.169">2926 3306 404 0 0,'0'0'791'0'0,"0"0"832"0"0,0 0-33 0 0,0 0-625 0 0,0 0-331 0 0,0 0-286 0 0,1 18 325 0 0,7 59-8 0 0,-8-73-554 0 0,1 0-1 0 0,-1 1 1 0 0,1-1-1 0 0,0 0 0 0 0,0 0 1 0 0,1 0-1 0 0,-1 0 0 0 0,1 0 1 0 0,0 0-1 0 0,0-1 1 0 0,0 1-1 0 0,1 0 0 0 0,-1-1 1 0 0,1 0-1 0 0,0 0 0 0 0,0 1 1 0 0,0-2-1 0 0,0 1 1 0 0,1 0-1 0 0,-1-1 0 0 0,1 1 1 0 0,-1-1-1 0 0,1 0 0 0 0,0 0 1 0 0,0-1-1 0 0,0 1 1 0 0,0-1-1 0 0,0 0 0 0 0,2 1-110 0 0,111-5 1692 0 0,-106 2-1916 0 0,30-5-232 0 0,-40 6 532 0 0,-1 0 27 0 0,6 12 56 0 0,105 97-3337 0 0,-110-108 3211 0 0,-1 0 1 0 0,0 0-1 0 0,1 0 0 0 0,-1 0 0 0 0,0 0 0 0 0,0 0 1 0 0,0 0-1 0 0,0 0 0 0 0,0 0 0 0 0,0 0 1 0 0,0 0-1 0 0,0 0 0 0 0,0 0 0 0 0,-1 0 0 0 0,1 0 1 0 0,0-1-1 0 0,-1 1 0 0 0,1 0 0 0 0,0 0 1 0 0,-1 0-1 0 0,1 0 0 0 0,-1 0 0 0 0,0-1 0 0 0,1 1 1 0 0,-1 0-1 0 0,0 0 0 0 0,1-1 0 0 0,-1 1 0 0 0,0 0 1 0 0,0-1-1 0 0,1 1 0 0 0,-1-1 0 0 0,0 1 1 0 0,0-1-1 0 0,0 1 0 0 0,0-1 0 0 0,0 0 0 0 0,0 1 1 0 0,0-1-1 0 0,0 0 0 0 0,0 0 0 0 0,0 0 0 0 0,1 0 1 0 0,-1 0-1 0 0,0 0 0 0 0,-1 0-33 0 0,-50 12-272 0 0,-7-16 1662 0 0,127-6-2282 0 0,-57 10 2209 0 0,-26-1-1228 0 0,-34 1-575 0 0,-361-1 545 0 0,238-14 525 0 0,171 15-489 0 0,1 0-149 0 0,27-5-471 0 0,257-87-13 0 0,-116 31-1527 0 0,-140 51 1786 0 0,-27 10 486 0 0,-1 0 54 0 0,0 0 0 0 0,-33-4-548 0 0,-65 1 918 0 0,0 4 0 0 0,0 4-1 0 0,0 4 1 0 0,1 5 0 0 0,-36 12-631 0 0,117-21-490 0 0,23-4 253 0 0,34-5 304 0 0,-26 3 158 0 0,170-7 104 0 0,-184 8-366 0 0,-1 0 76 0 0,0 0 42 0 0,0 0 42 0 0,-6 0 53 0 0,-184 6-799 0 0,1-7 0 0 0,-97-17 623 0 0,274 17 17 0 0,-6-1-381 0 0,23 0-199 0 0,137-2 1874 0 0,-141 4-1312 0 0,-1 0 72 0 0,0 0 57 0 0,0 0 41 0 0,-6 0 164 0 0,-283-18-625 0 0,254 14 223 0 0,-1 3 0 0 0,1 0-1 0 0,-1 3 1 0 0,1 1 0 0 0,-1 1 0 0 0,1 2 0 0 0,0 2 0 0 0,1 1 0 0 0,0 1 0 0 0,0 2 0 0 0,1 2-1 0 0,1 0 1 0 0,0 3 0 0 0,2 0 0 0 0,-1 3 69 0 0,-42 30 614 0 0,72-49-677 0 0,1-1-91 0 0,0 0-46 0 0,9-14-130 0 0,75 12-176 0 0,248-32-3393 0 0,-271 29 3386 0 0,-65 12 1686 0 0,-13-2-1224 0 0,0-1 0 0 0,0 0 0 0 0,0-1-1 0 0,0-1 1 0 0,0-1 0 0 0,-1 0 0 0 0,-11-2 51 0 0,-7 2-47 0 0,-821-1 3022 0 0,838 0-2538 0 0,180-5 171 0 0,423 3-2522 0 0,-524-6-305 0 0,-63 4 1027 0 0,-295-45-518 0 0,228 41 3092 0 0,-291-10 3459 0 0,359 18-4910 0 0,2 0-51 0 0,0 0-13 0 0,0 0-17 0 0,4 1 52 0 0,236 46 794 0 0,160 22-1040 0 0,-304-60-47 0 0,0-4-1 0 0,1-4 1 0 0,-1-5-1 0 0,95-16 392 0 0,6-10-5788 0 0,164-1 5788 0 0,-276 26 70 0 0,-80-24 4675 0 0,-4 29-4545 0 0,22 0 126 0 0,86-15 465 0 0,18-14 817 0 0,21 12-1796 0 0,-111 7 743 0 0,-37 10-439 0 0,0 2-139 0 0,0 0 0 0 0,0 0 0 0 0,0 1 0 0 0,0-1-1 0 0,0 0 1 0 0,1 0 0 0 0,-1 0 0 0 0,1 0 0 0 0,-1 1 0 0 0,1-1 0 0 0,0 0 0 0 0,0 0 0 0 0,0 0-1 0 0,0 0 1 0 0,0-1 0 0 0,0 1 0 0 0,0 0 0 0 0,1 0 0 0 0,-1-1 0 0 0,1 1 0 0 0,-1-1 0 0 0,1 1 0 0 0,-1-1-1 0 0,1 1 1 0 0,1 0 23 0 0,14 11-247 0 0,-16-11 255 0 0,0-1-1 0 0,0 0 0 0 0,0 0 1 0 0,1 0-1 0 0,-1 0 1 0 0,0-1-1 0 0,1 1 0 0 0,-1 0 1 0 0,1 0-1 0 0,-1-1 1 0 0,1 1-1 0 0,-1-1 0 0 0,1 1 1 0 0,0-1-1 0 0,-1 0 0 0 0,1 0 1 0 0,0 0-1 0 0,-1 0 1 0 0,1 0-1 0 0,-1 0 0 0 0,1 0 1 0 0,0 0-1 0 0,-1-1 1 0 0,1 1-1 0 0,-1 0 0 0 0,1-1 1 0 0,-1 0-1 0 0,1 1 1 0 0,-1-1-1 0 0,1 0 0 0 0,-1 0 1 0 0,1 1-1 0 0,-1-1 0 0 0,0 0 1 0 0,0-1-1 0 0,1 1 1 0 0,-1 0-1 0 0,0 0 0 0 0,0 0 1 0 0,0-1-1 0 0,0 1 1 0 0,-1 0-1 0 0,1-1 0 0 0,0 1 1 0 0,0-1-1 0 0,-1 1 1 0 0,1-1-1 0 0,-1 1 0 0 0,1-3-7 0 0,45-84 162 0 0,-45 87-181 0 0,0 0-1 0 0,1 0 1 0 0,-1 0-1 0 0,0 0 0 0 0,1 0 1 0 0,-1 1-1 0 0,1-1 1 0 0,-1 0-1 0 0,1 1 0 0 0,-1-1 1 0 0,1 1-1 0 0,-1 0 1 0 0,1 0-1 0 0,0 0 1 0 0,-1-1-1 0 0,1 1 0 0 0,-1 1 1 0 0,1-1-1 0 0,0 0 1 0 0,-1 0-1 0 0,1 0 0 0 0,-1 1 1 0 0,1-1-1 0 0,-1 1 1 0 0,1 0-1 0 0,-1-1 1 0 0,1 1-1 0 0,-1 0 0 0 0,0 0 1 0 0,1-1-1 0 0,-1 1 1 0 0,1 1 19 0 0,41 37-841 0 0,27 37-30 0 0,-70-76 898 0 0,1-1 1 0 0,-1 1-1 0 0,0-1 0 0 0,0 1 0 0 0,0-1 1 0 0,0 1-1 0 0,0 0 0 0 0,0-1 0 0 0,1 1 1 0 0,-1-1-1 0 0,0 1 0 0 0,0 0 0 0 0,0-1 1 0 0,1 1-1 0 0,-1 0 0 0 0,0-1 0 0 0,1 1 1 0 0,-1 0-1 0 0,0 0 0 0 0,1-1 0 0 0,-1 1 1 0 0,0 0-1 0 0,1 0 0 0 0,-1-1 0 0 0,1 1 1 0 0,-1 0-1 0 0,0 0 0 0 0,1 0 0 0 0,-1 0 1 0 0,1 0-1 0 0,-1 0 0 0 0,1-1 0 0 0,-1 1 1 0 0,0 0-1 0 0,1 0 0 0 0,-1 0 0 0 0,1 1 1 0 0,-1-1-1 0 0,1 0 0 0 0,-1 0 0 0 0,0 0 1 0 0,1 0-1 0 0,-1 0 0 0 0,1 0 0 0 0,-1 1 1 0 0,0-1-1 0 0,1 0 0 0 0,-1 0 0 0 0,0 0 1 0 0,1 1-1 0 0,-1-1 0 0 0,0 0 0 0 0,1 1 1 0 0,-1-1-1 0 0,1 1-27 0 0,-1-115 637 0 0,0 114-461 0 0,0 0-77 0 0,0 0-125 0 0,4 21-1349 0 0,23 14 1034 0 0,-13-41-258 0 0,-5 10 2136 0 0,-7 12-1670 0 0,28 61-850 0 0,-30-62 969 0 0,-8 43-1461 0 0,-24-32-4192 0 0,16-20 4809 0 0,-5-2 169 0 0</inkml:trace>
  <inkml:trace contextRef="#ctx0" brushRef="#br2" timeOffset="163527.363">3547 1 80 0 0,'0'0'127'0'0,"0"0"17"0"0,0 0 60 0 0,0 0-116 0 0,0 0 94 0 0,0 0 610 0 0,0 0 15 0 0,0 0-202 0 0,0 0-84 0 0,0 0 26 0 0,5 10 1710 0 0,44 1 4041 0 0,-49-11-6122 0 0,0 0-65 0 0,19 22-128 0 0,-1 16 16 0 0,-14 1 33 0 0,5-28-124 0 0,-4 26 216 0 0,5-8-16 0 0,-6-21-83 0 0,-1 0 0 0 0,1 1 0 0 0,-2 0 1 0 0,1-1-1 0 0,-1 1 0 0 0,0 0 0 0 0,-1 0 0 0 0,0 0 0 0 0,-1 0 0 0 0,1 1 0 0 0,-2 7-25 0 0,5 27-30 0 0,5-19 156 0 0,5 12-289 0 0,-14 208 914 0 0,9-206-767 0 0,-5 13 9 0 0,-7 38 14 0 0,-6-49-7 0 0,8 0-343 0 0,1 787 15 0 0,9-772 336 0 0,-9 147-370 0 0,18-68 679 0 0,-13-48-1792 0 0,-1 17 1794 0 0,-13 4-1048 0 0,-29 18 192 0 0,-24 10-365 0 0,40-77 1398 0 0,13 27-601 0 0,-1-41-885 0 0,19 36 1600 0 0,4 0 156 0 0,15 2-572 0 0,0-23 622 0 0,3 61-2474 0 0,-22-74 2294 0 0,-4-28-873 0 0,0 0-1 0 0,-2 0 1 0 0,0 1 0 0 0,-2-1 0 0 0,0 0 0 0 0,-1 1 0 0 0,-1-1 0 0 0,0 3 237 0 0,-1 33-704 0 0,2-38-2759 0 0,0-18-623 0 0,0-3 3554 0 0</inkml:trace>
  <inkml:trace contextRef="#ctx0" brushRef="#br2" timeOffset="164258.018">3502 227 84 0 0,'0'0'300'0'0,"0"0"-132"0"0,0 0-88 0 0,0 0-76 0 0,0 0-4 0 0,0 0-116 0 0,0 0 64 0 0,0 0-128 0 0,0 0 76 0 0</inkml:trace>
  <inkml:trace contextRef="#ctx0" brushRef="#br0" timeOffset="-197027.621">1941 1843 156 0 0,'0'0'1530'0'0,"0"0"-571"0"0,0 0-437 0 0,0 0-255 0 0,0 0-151 0 0,0 0-92 0 0,0 0-14 0 0,0 0 234 0 0,0 0 884 0 0,0 0-59 0 0,6-4-341 0 0,15-8-137 0 0,-16 8-28 0 0,-5 4 85 0 0,0 0 33 0 0,0 0-74 0 0,0 0-151 0 0,0 0-184 0 0,0 0-128 0 0,0 0-59 0 0,0 0-73 0 0,14-15-430 0 0,2-4 243 0 0,0-18-195 0 0,-16 29-83 0 0,0 7 468 0 0,1 0 0 0 0,0 0 1 0 0,-1-1-1 0 0,1 1 1 0 0,-1 0-1 0 0,1 0 0 0 0,-1-1 1 0 0,0 1-1 0 0,0 0 1 0 0,1-1-1 0 0,-1 1 0 0 0,0 0 1 0 0,0-1-1 0 0,0 1 1 0 0,-1 0-1 0 0,1-1 1 0 0,0 1-1 0 0,0 0 0 0 0,-1-1 1 0 0,1 1-1 0 0,-1 0 1 0 0,1 0-1 0 0,-1-1 0 0 0,1 1 1 0 0,-1 0-1 0 0,0 0 1 0 0,1 0-1 0 0,-1 0 0 0 0,0 0 1 0 0,0 0-1 0 0,0 0 1 0 0,0 0-1 0 0,0 0 0 0 0,0 0 1 0 0,0 1-1 0 0,0-1 1 0 0,-1 0-1 0 0,1 1 0 0 0,0-1 1 0 0,0 1-1 0 0,0-1 1 0 0,-1 1-1 0 0,1-1 0 0 0,0 1 1 0 0,-1 0-1 0 0,1 0 1 0 0,0 0-1 0 0,-1 0 0 0 0,1 0 1 0 0,0 0-1 0 0,-1 0 1 0 0,1 0-1 0 0,0 0 0 0 0,-1 1 1 0 0,1-1-1 0 0,-1 1-15 0 0,-19 6 99 0 0,0 2-1 0 0,0 0 1 0 0,1 2-1 0 0,0 0 1 0 0,1 1-1 0 0,1 1 1 0 0,-1 1-1 0 0,2 0 1 0 0,0 1-1 0 0,1 1 1 0 0,1 1-1 0 0,0 0 1 0 0,1 1 0 0 0,1 1-1 0 0,1 0 1 0 0,0 0-1 0 0,-6 18-98 0 0,9-17 0 0 0,-23 100 18 0 0,32-119 36 0 0,0-1 109 0 0,2-1 47 0 0,2-2-174 0 0,0-1-1 0 0,0 1 0 0 0,-1-1 0 0 0,1 0 1 0 0,-1 0-1 0 0,0 0 0 0 0,0-1 0 0 0,0 1 1 0 0,-1-1-1 0 0,0 0 0 0 0,0 1 0 0 0,0-1 1 0 0,0 0-1 0 0,-1 0 0 0 0,1-2-35 0 0,1-4 12 0 0,84-204 412 0 0,-69 148 480 0 0,-18 67-817 0 0,-18 3-201 0 0,0 0-1 0 0,0 2 1 0 0,0 0 0 0 0,0 1 0 0 0,1 1-1 0 0,0 0 1 0 0,1 1 0 0 0,-1 1-1 0 0,2 1 1 0 0,-1 0 0 0 0,1 1 0 0 0,-8 9 114 0 0,-12 8 36 0 0,2 2 1 0 0,1 1 0 0 0,2 2-1 0 0,1 1 1 0 0,2 1 0 0 0,1 1-1 0 0,2 1 1 0 0,1 2 0 0 0,-16 40-37 0 0,24 33-331 0 0,16-111 307 0 0,0 0 0 0 0,1 1 0 0 0,-1-1-1 0 0,1 0 1 0 0,0-1 0 0 0,-1 1 0 0 0,1 0 0 0 0,0 0 0 0 0,-1-1 0 0 0,1 1 0 0 0,0-1 0 0 0,0 0-1 0 0,-1 1 1 0 0,1-1 0 0 0,0 0 0 0 0,0 0 0 0 0,0 0 0 0 0,0 0 0 0 0,-1 0 0 0 0,1-1 0 0 0,0 1-1 0 0,0 0 1 0 0,0-1 0 0 0,-1 1 0 0 0,1-1 0 0 0,0 0 0 0 0,-1 0 0 0 0,1 0 0 0 0,0 0 0 0 0,-1 0-1 0 0,2-1 25 0 0,27-17-93 0 0,-1-2 0 0 0,-1 0-1 0 0,0-2 1 0 0,-2-2-1 0 0,-1 0 1 0 0,-1-1-1 0 0,-1-2 1 0 0,-2 0-1 0 0,1-3 94 0 0,92-106-1431 0 0,102-75-94 0 0,-196 194 1757 0 0,-19 18-74 0 0,-7 3-149 0 0,-13 20-11 0 0,0 2 0 0 0,1 0 0 0 0,2 1-1 0 0,1 0 1 0 0,-10 22 2 0 0,16-29 4 0 0,-113 244 170 0 0,103-139-27 0 0,60-122-677 0 0,-30-7 284 0 0,-1-1-1 0 0,0 0 1 0 0,0-1 0 0 0,0 0-1 0 0,-1 0 1 0 0,0-1 0 0 0,-1-1-1 0 0,1 1 1 0 0,-2-2-1 0 0,1 1 1 0 0,-1-1 0 0 0,1-2 246 0 0,-5 7-219 0 0,203-271-4714 0 0,-65 92 10131 0 0,-107 127-1500 0 0,-43 68-1864 0 0,-30 77-1468 0 0,-77 161 507 0 0,-47 86 646 0 0,109-218-1524 0 0,-38 35 26 0 0,95-161-124 0 0,0 0 0 0 0,-1-1 0 0 0,0 1 0 0 0,-1 0-1 0 0,0-1 1 0 0,0 1 0 0 0,-1-1 0 0 0,0 1 0 0 0,-1-1 0 0 0,-1-6 103 0 0,1-16 14 0 0,1 20-33 0 0,-1-2-64 0 0,1 0 1 0 0,0 0-1 0 0,1 0 1 0 0,1 0 0 0 0,0 0-1 0 0,1 1 1 0 0,0-1-1 0 0,1 0 1 0 0,6-11 82 0 0,152-251-44 0 0,2-27 876 0 0,-150 284-272 0 0,-19 27 260 0 0,-10 15-770 0 0,2 0 0 0 0,0 2 0 0 0,2-1 0 0 0,1 1 0 0 0,1 1 0 0 0,1 0 0 0 0,1 0 0 0 0,0 9-50 0 0,-9 29 65 0 0,-84 346 473 0 0,34-173-406 0 0,27-86 157 0 0,17-77-1530 0 0,30-99 1286 0 0,-7-187-156 0 0,-1 173 19 0 0,1 0 1 0 0,2 1-1 0 0,1 0 0 0 0,10-35 92 0 0,2 11-12 0 0,3 0 1 0 0,2 1-1 0 0,4 2 0 0 0,3-3 12 0 0,143-289 1026 0 0,-146 235-468 0 0,-25 115-488 0 0,0 1-41 0 0,-10 19-83 0 0,2-5 24 0 0,0 1 1 0 0,2 0-1 0 0,0 1 1 0 0,0-1-1 0 0,2 1 0 0 0,0 0 1 0 0,0 0-1 0 0,2 0 30 0 0,-5 14-27 0 0,-136 519-230 0 0,84-272 196 0 0,38-169 122 0 0,13-57-80 0 0,-3-1 0 0 0,-1-1 0 0 0,-3 0 0 0 0,-2 0 0 0 0,-13 25 19 0 0,-6-3-171 0 0,35-70 103 0 0,1-1-30 0 0,2-509-971 0 0,2 449 988 0 0,2 0 1 0 0,4 0-1 0 0,2 1 0 0 0,2 0 1 0 0,3 1-1 0 0,2 1 1 0 0,3 1-1 0 0,3 1 0 0 0,2 1 1 0 0,2 1-1 0 0,23-31 81 0 0,-14 22 938 0 0,-61 77-958 0 0,-60 115 35 0 0,70-104-24 0 0,-40 91 32 0 0,7 3 0 0 0,4 1-1 0 0,-19 101-22 0 0,-37 109 222 0 0,45-190 6 0 0,-6-3 0 0 0,-9 2-228 0 0,-3-12-144 0 0,97-150-1512 0 0,-13-5 1650 0 0,-1 0-1 0 0,-2-1 1 0 0,0 0-1 0 0,-2-1 1 0 0,-1 0-1 0 0,-1 0 1 0 0,0-15 6 0 0,25-208-122 0 0,-16 115-170 0 0,6 0 0 0 0,12-25 292 0 0,-2 63 326 0 0,4 2 0 0 0,4 1 0 0 0,4 2 0 0 0,4 2 0 0 0,33-45-326 0 0,-11 6 1223 0 0,-91 151-732 0 0,-15 40-555 0 0,2 3 0 0 0,3 0 0 0 0,2 2 0 0 0,4 1 0 0 0,-13 52 64 0 0,-33 139 89 0 0,43-144-58 0 0,-4-2 0 0 0,-37 81-31 0 0,36-117-19 0 0,-4-2 0 0 0,-2-1 1 0 0,-37 48 18 0 0,58-90 51 0 0,24-32-184 0 0,24-36 83 0 0,-1-2 1 0 0,-3-1-1 0 0,-1-2 1 0 0,-2 0 0 0 0,-2-1-1 0 0,-2-1 1 0 0,0-5 49 0 0,195-663 394 0 0,-201 680-196 0 0,-1 0 1 0 0,-2-1-1 0 0,-1 0 1 0 0,-2 0 0 0 0,-2 0-1 0 0,1-26-198 0 0,-18 55 181 0 0,-34 64-471 0 0,-10 69-106 0 0,5 3 0 0 0,-31 122 396 0 0,46-136-105 0 0,-45 144 114 0 0,27-112-143 0 0,50-119-128 0 0,5-30 90 0 0,2-2 55 0 0,9-8 101 0 0,0-1 0 0 0,-2 0 0 0 0,1-1 0 0 0,-1 0 0 0 0,-1 0 0 0 0,0-1 0 0 0,-1 0 0 0 0,-1-1 0 0 0,0 1 0 0 0,0-1 0 0 0,-2 0 0 0 0,1-3 16 0 0,7-15-21 0 0,150-486-855 0 0,-40 229 1404 0 0,-103 238 346 0 0,-22 53-646 0 0,-122 111 28 0 0,85-73-295 0 0,-135 133 29 0 0,-6-8-1 0 0,-33 11 11 0 0,-135 69 126 0 0,287-193-669 0 0,62-52 519 0 0,0-1 0 0 0,1 1 0 0 0,-1-1 0 0 0,0 0 0 0 0,1 1 0 0 0,-1 0 0 0 0,1-1 0 0 0,-1 1 0 0 0,0-1 0 0 0,1 1 0 0 0,-1-1-1 0 0,1 1 1 0 0,0 0 0 0 0,-1-1 0 0 0,1 1 0 0 0,-1 0 0 0 0,1 0 0 0 0,-1 0 0 0 0,1-1 0 0 0,0 1 0 0 0,-1 0 0 0 0,1 0 0 0 0,-1 0 0 0 0,1 0 0 0 0,0 0 0 0 0,-1 0 0 0 0,1 0 0 0 0,0 0 0 0 0,-1 0 0 0 0,1 0 0 0 0,-1 0 0 0 0,1 1 0 0 0,0-1 0 0 0,-1 0-1 0 0,1 0 1 0 0,-1 0 0 0 0,1 1 0 0 0,-1-1 0 0 0,1 0 0 0 0,-1 1 0 0 0,1-1 0 0 0,-1 1 0 0 0,1-1 0 0 0,-1 1 0 0 0,1-1 0 0 0,-1 0 0 0 0,0 1 0 0 0,1-1 0 0 0,-1 1 0 0 0,0 0 0 0 0,1-1 0 0 0,-1 1 0 0 0,0-1 0 0 0,0 1 0 0 0,1-1 0 0 0,-1 1 0 0 0,0 0-1 0 0,0-1 1 0 0,0 1 0 0 0,0 0 0 0 0,0-1 0 0 0,0 1 0 0 0,0 0 24 0 0,52-33 164 0 0,-2-3-1 0 0,-2-2 1 0 0,33-32-164 0 0,404-384-267 0 0,-476 445 385 0 0,-5 4 503 0 0,-20 15-573 0 0,-1064 720 817 0 0,1076-729-874 0 0,-1 0-31 0 0,0 1 1 0 0,0 0 0 0 0,0-1-1 0 0,0 1 1 0 0,1 1-1 0 0,-1-1 1 0 0,1 1 0 0 0,0 0-1 0 0,0 0 1 0 0,0 0-1 0 0,0 0 1 0 0,1 1 0 0 0,0-1-1 0 0,0 1 1 0 0,0 0 0 0 0,0 0-1 0 0,1 0 1 0 0,0 1-1 0 0,0-1 1 0 0,0 0 0 0 0,1 1-1 0 0,0-1 1 0 0,0 2 39 0 0,2-5-45 0 0,1 0-1 0 0,-1-1 1 0 0,1 1-1 0 0,-1-1 1 0 0,1 1-1 0 0,0-1 1 0 0,0 0-1 0 0,0 0 1 0 0,0 0-1 0 0,0 0 1 0 0,0 0-1 0 0,0 0 1 0 0,0-1-1 0 0,0 1 1 0 0,0-1 0 0 0,0 1-1 0 0,0-1 1 0 0,1 0-1 0 0,-1 0 1 0 0,0 0-1 0 0,0 0 1 0 0,0 0-1 0 0,1 0 1 0 0,-1-1-1 0 0,0 1 1 0 0,0-1-1 0 0,0 1 1 0 0,2-2 45 0 0,2 2-23 0 0,30-7 28 0 0,0-2 1 0 0,0-2-1 0 0,0-1 0 0 0,-2-1 1 0 0,1-2-1 0 0,-2-1 0 0 0,0-2 1 0 0,-1-2-1 0 0,27-21-5 0 0,392-289 793 0 0,-414 306-705 0 0,-39 34-183 0 0,-134 121 77 0 0,107-102-25 0 0,-8 5 48 0 0,2 2-1 0 0,1 1 1 0 0,2 2 0 0 0,1 1-1 0 0,2 1 1 0 0,2 2-1 0 0,-14 31-4 0 0,34-55 37 0 0,1 0 0 0 0,1 0 0 0 0,0 1-1 0 0,2-1 1 0 0,0 1 0 0 0,1 0 0 0 0,1 0-1 0 0,1 10-36 0 0,41-35-293 0 0,126-109-52 0 0,-87 46 150 0 0,-3-4-1 0 0,-4-3 1 0 0,-3-3-1 0 0,-3-4 1 0 0,1-9 195 0 0,-23 38 1121 0 0,-87 69 31 0 0,-44 33-1121 0 0,3 4 0 0 0,2 4 0 0 0,2 2 0 0 0,-34 38-31 0 0,-193 156 5 0 0,285-228-334 0 0,40-28 13 0 0,110-75 40 0 0,35-50 643 0 0,-6-7-1 0 0,-6-7 1 0 0,108-134-367 0 0,-260 276 49 0 0,0 0 0 0 0,0 0 0 0 0,0-1 0 0 0,-1 1 0 0 0,1 0-1 0 0,0 0 1 0 0,0-1 0 0 0,0 1 0 0 0,0 0 0 0 0,-1 0 0 0 0,1-1 0 0 0,0 1-1 0 0,0 0 1 0 0,0-1 0 0 0,0 1 0 0 0,0 0-49 0 0,-3 1-42 0 0,-150 105 42 0 0,5 7 0 0 0,-5 14 0 0 0,125-103-2 0 0,0 1-1 0 0,2 1 1 0 0,2 1 0 0 0,0 1-1 0 0,1 1 1 0 0,2 1-1 0 0,-9 17 3 0 0,11 33-41 0 0,47-75 117 0 0,-13-7-8 0 0,-1 0-1 0 0,1-1 1 0 0,-1 0-1 0 0,0-2 0 0 0,0 1 1 0 0,0-2-1 0 0,0 0 1 0 0,-1 0-1 0 0,0-1 0 0 0,0-1 1 0 0,6-5-68 0 0,35-26 49 0 0,-2-2 1 0 0,-1-2-1 0 0,-3-3 1 0 0,-2-1-1 0 0,-1-3 1 0 0,-3-1-1 0 0,-2-2 1 0 0,-3-2 0 0 0,-2-2-1 0 0,-2-1 1 0 0,0-7-50 0 0,3 11 658 0 0,-35 54-514 0 0,-3 6-26 0 0,-38 121-403 0 0,-23 203-204 0 0,-14-7 531 0 0,54-236 2 0 0,50-112-1239 0 0,43-122 626 0 0,97-303 389 0 0,-155 419 349 0 0,2 0 0 0 0,1 0 0 0 0,1 2 0 0 0,2 0 0 0 0,10-12-169 0 0,-27 42 14 0 0,1 0 0 0 0,-1 0-1 0 0,1 0 1 0 0,-1 0 0 0 0,1 0-1 0 0,-1 0 1 0 0,1 0-1 0 0,-1 0 1 0 0,0 1 0 0 0,0-1-1 0 0,0 1 1 0 0,1-1-1 0 0,-1 1 1 0 0,-1-1 0 0 0,1 1-1 0 0,0 0 1 0 0,0-1 0 0 0,-1 1-1 0 0,1 0 1 0 0,-1 0-1 0 0,1-1 1 0 0,-1 1 0 0 0,0 0-1 0 0,0 0 1 0 0,1 0-1 0 0,-1 0 1 0 0,-1-1 0 0 0,1 1-14 0 0,0-1 15 0 0,8 47-39 0 0,-2-1 0 0 0,-2 1 1 0 0,-3 1-1 0 0,-2 11 24 0 0,1-18-61 0 0,-40 261-202 0 0,39-257 184 0 0,15-50-99 0 0,-4-3 151 0 0,0 0 0 0 0,0-1 1 0 0,0-1-1 0 0,-1 1 0 0 0,0-2 0 0 0,-1 1 0 0 0,0-1 0 0 0,0 0 1 0 0,4-9 26 0 0,-1 4-22 0 0,8-18-33 0 0,0 0 0 0 0,-2-2 0 0 0,-2 0 0 0 0,-1-1 0 0 0,-2 0 0 0 0,-1-1 0 0 0,0-9 55 0 0,29-90-213 0 0,-16 75 471 0 0,2 2 1 0 0,3 0-1 0 0,2 2 1 0 0,17-21-259 0 0,-43 72 581 0 0,-14 18-545 0 0,-14 15-105 0 0,1 2 0 0 0,2 0 1 0 0,1 1-1 0 0,1 1 0 0 0,2 1 1 0 0,-3 9 68 0 0,7-16-52 0 0,-9 19 74 0 0,2 2 1 0 0,2 0-1 0 0,2 1 0 0 0,2 0 0 0 0,2 1 1 0 0,-1 25-23 0 0,10 31-4 0 0,3-103-11 0 0,0 0 0 0 0,1 0 0 0 0,-1 0 0 0 0,0 0 1 0 0,0 0-1 0 0,0 0 0 0 0,1 0 0 0 0,-1 0 1 0 0,1-1-1 0 0,-1 1 0 0 0,0-1 0 0 0,1 1 1 0 0,-1-1-1 0 0,1 1 0 0 0,-1-1 0 0 0,1 0 1 0 0,-1 0-1 0 0,1 1 0 0 0,-1-1 0 0 0,1 0 1 0 0,0 0-1 0 0,-1-1 0 0 0,1 1 0 0 0,-1 0 1 0 0,1-1-1 0 0,-1 1 0 0 0,1 0 0 0 0,-1-1 1 0 0,1 0-1 0 0,-1 1 0 0 0,0-1 0 0 0,1 0 1 0 0,-1 0-1 0 0,0 0 0 0 0,0 0 0 0 0,1 0 1 0 0,-1 0-1 0 0,0 0 0 0 0,1-1 15 0 0,75-114 110 0 0,-23 3-258 0 0,-6-3 0 0 0,-5-1 1 0 0,9-51 147 0 0,12-32 85 0 0,90-223 1033 0 0,-125 326-1010 0 0,26-1-456 0 0,8 0-46 0 0,-55 82 471 0 0,1 1 0 0 0,0 0 0 0 0,0 1 0 0 0,1 0 1 0 0,1 0-1 0 0,1 1 0 0 0,5-4-77 0 0,-17 16 88 0 0,0 1-6 0 0,0 0 7 0 0,0 0-40 0 0,0 0-69 0 0,-31 10-1194 0 0,-75 54-11843 0 0,99-62 12170 0 0,21-10 123 0 0,103-54-214 0 0</inkml:trace>
  <inkml:trace contextRef="#ctx0" brushRef="#br0" timeOffset="-196092.349">2105 1505 1280 0 0,'0'0'1502'0'0,"0"0"-366"0"0,0 0-188 0 0,0 0-65 0 0,0 0-22 0 0,0 0-67 0 0,5-17-117 0 0,25-70 457 0 0,-30 87-1045 0 0,0 0 0 0 0,0 0 0 0 0,-1 0-1 0 0,1 0 1 0 0,0 0 0 0 0,0 0 0 0 0,0 0 0 0 0,-1 0 0 0 0,1 1 0 0 0,0-1 0 0 0,0 0 0 0 0,-1 0 0 0 0,1 0 0 0 0,0 0 0 0 0,0 0-1 0 0,-1 0 1 0 0,1 0 0 0 0,0 0 0 0 0,0-1 0 0 0,-1 1 0 0 0,1 0 0 0 0,0 0 0 0 0,0 0 0 0 0,0 0 0 0 0,-1 0 0 0 0,1 0-1 0 0,0 0 1 0 0,0 0 0 0 0,0-1 0 0 0,-1 1 0 0 0,1 0 0 0 0,0 0 0 0 0,0 0 0 0 0,0 0 0 0 0,0-1 0 0 0,-1 1 0 0 0,1 0 0 0 0,0 0-1 0 0,0 0 1 0 0,0-1 0 0 0,0 1 0 0 0,0 0 0 0 0,0 0 0 0 0,0-1 0 0 0,0 1 0 0 0,0 0 0 0 0,0 0 0 0 0,0-1 0 0 0,0 1-1 0 0,0 0 1 0 0,0 0 0 0 0,0-1-89 0 0,-5 7-444 0 0,-8 43 81 0 0,12-45 318 0 0,0-1 1 0 0,1 0-1 0 0,-1 0 1 0 0,-1 0 0 0 0,1 0-1 0 0,0 0 1 0 0,-1 0 0 0 0,0 0-1 0 0,1 0 1 0 0,-1 0-1 0 0,0-1 1 0 0,-1 1 0 0 0,1-1-1 0 0,0 1 1 0 0,-1-1 0 0 0,1 0-1 0 0,-1 0 1 0 0,0 0 0 0 0,1 0-1 0 0,-1-1 1 0 0,0 1-1 0 0,0-1 1 0 0,0 0 44 0 0,-40 35 134 0 0,36-19-116 0 0,0 0 1 0 0,1 1-1 0 0,0 0 0 0 0,2 0 1 0 0,0 0-1 0 0,1 0 0 0 0,1 0 1 0 0,1 1-1 0 0,0-1 0 0 0,2 3-18 0 0,-12 92 171 0 0,-5-40 285 0 0,-4-1 0 0 0,-3-1 0 0 0,-29 60-456 0 0,-77 161-113 0 0,32-93 451 0 0,24-41 312 0 0,31-92-681 0 0,-26 42 30 0 0,31-46-99 0 0,15 46 613 0 0,22-14 84 0 0,0-93-722 0 0,0-1-69 0 0,0 0-9 0 0,26-7-189 0 0,-15-71-579 0 0,27-12-1551 0 0,-43 93-2711 0 0,-12 6 2864 0 0,-5 7-705 0 0</inkml:trace>
  <inkml:trace contextRef="#ctx0" brushRef="#br1" timeOffset="-189719.425">2694 1897 716 0 0,'0'0'1730'0'0,"0"0"82"0"0,0 0-605 0 0,0 0-439 0 0,0 0-242 0 0,0 0-212 0 0,0 0-184 0 0,-17 3 76 0 0,-53 9 150 0 0,30-6 2762 0 0,33-16-2647 0 0,5 8-511 0 0,0-1 0 0 0,1 1 0 0 0,-1 0 1 0 0,0-1-1 0 0,1 1 0 0 0,0-1 0 0 0,0 0 1 0 0,0 1-1 0 0,0-1 0 0 0,0 0 0 0 0,0 0 0 0 0,1 1 1 0 0,-1-1-1 0 0,1 0 0 0 0,0 0 0 0 0,0 0 1 0 0,0 0-1 0 0,0 0 0 0 0,1 1 0 0 0,-1-3 40 0 0,1-10 242 0 0,-13-8-278 0 0,11 23-4 0 0,0-1 0 0 0,0 1 1 0 0,0-1-1 0 0,1 0 0 0 0,-1 1 0 0 0,0-1 0 0 0,1 0 0 0 0,-1 0 1 0 0,0 0-1 0 0,1 1 0 0 0,-1-1 0 0 0,1 0 0 0 0,-1 0 0 0 0,1 0 1 0 0,0 0-1 0 0,-1 0 0 0 0,1 0 0 0 0,0 0 0 0 0,0 0 0 0 0,0 0 1 0 0,-1 0-1 0 0,1 0 0 0 0,0 0 0 0 0,0 0 0 0 0,0 0 0 0 0,1 0 1 0 0,-1 0-1 0 0,0 0 0 0 0,0 0 0 0 0,0 0 0 0 0,1 0 0 0 0,-1 0 1 0 0,1 0-1 0 0,-1 0 0 0 0,1 1 0 0 0,-1-1 0 0 0,1 0 0 0 0,-1 0 1 0 0,1 0-1 0 0,0 0 0 0 0,-1 1 0 0 0,1-1 0 0 0,0 0 0 0 0,0 1 1 0 0,0-1 38 0 0,15-10-279 0 0,-13 9 292 0 0,-1 1-1 0 0,0 0 0 0 0,1-1 0 0 0,-1 1 1 0 0,0-1-1 0 0,0 1 0 0 0,0-1 0 0 0,0 0 1 0 0,0 0-1 0 0,0 0 0 0 0,-1 0 0 0 0,1 0 1 0 0,-1-1-1 0 0,1 1 0 0 0,-1 0 0 0 0,0-1 1 0 0,0 1-1 0 0,0-1 0 0 0,0 1 1 0 0,0-1-1 0 0,-1 0 0 0 0,1 1 0 0 0,-1-1 1 0 0,0 0-1 0 0,1 0-11 0 0,-4-26 1047 0 0,6-35-1553 0 0,-1 61 535 0 0,0 0-1 0 0,-1 0 0 0 0,0 0 0 0 0,0 0 1 0 0,1 0-1 0 0,-2-1 0 0 0,1 1 1 0 0,0 0-1 0 0,-1-1 0 0 0,0 1 1 0 0,1 0-1 0 0,-1-1 0 0 0,-1 1 1 0 0,1-1-1 0 0,0 1 0 0 0,-1 0 1 0 0,0-1-1 0 0,1 1 0 0 0,-1 0 1 0 0,-1 0-1 0 0,1-1-28 0 0,-4-13-271 0 0,12-44-96 0 0,41 177 3046 0 0,3-19-3065 0 0,4-3 0 0 0,29 34 386 0 0,64 77 1081 0 0,-71-56 161 0 0,36-13-1792 0 0,-98-124 981 0 0,-31-28-500 0 0,-185-151-870 0 0,168 140 813 0 0,-17-12 203 0 0,2-2-1 0 0,2-2 1 0 0,2-2-1 0 0,1-1 1 0 0,-33-50-77 0 0,47 55 462 0 0,26 41-492 0 0,3 29-222 0 0,2-15 279 0 0,1-1 0 0 0,1 1 1 0 0,0-1-1 0 0,1 0 0 0 0,1 0 1 0 0,0 0-1 0 0,0-1 0 0 0,1 0 1 0 0,1 0-1 0 0,0 0 0 0 0,1-1 1 0 0,0-1-1 0 0,0 1 0 0 0,3 1-27 0 0,-5-4 40 0 0,191 237 713 0 0,-180-221-693 0 0,-1 1-1 0 0,-1 0 1 0 0,-1 1 0 0 0,-2 1-1 0 0,0 0 1 0 0,-2 0 0 0 0,-1 2-1 0 0,6 27-59 0 0,-8-2-250 0 0,-8-53 104 0 0,-7-27-544 0 0,-159-116 378 0 0,145 122 90 0 0,0 0-1 0 0,1-1 0 0 0,2-1 1 0 0,0 0-1 0 0,1-2 0 0 0,1 0 1 0 0,1-1-1 0 0,2 0 1 0 0,0-1-1 0 0,-5-19 223 0 0,14 17-402 0 0,3 34 471 0 0,1 1-49 0 0,2 3 19 0 0,0 0 0 0 0,1 0-1 0 0,0 0 1 0 0,1 0 0 0 0,0 0 0 0 0,0-1-1 0 0,1 0 1 0 0,0 0 0 0 0,0 0-1 0 0,4 4-38 0 0,9 15 121 0 0,195 372 1774 0 0,-196-364-1688 0 0,-8-18-84 0 0,-1-1-1 0 0,0 1 0 0 0,-1 0 0 0 0,-1 1 1 0 0,-1 0-1 0 0,-1 0 0 0 0,0 0 1 0 0,0 16-123 0 0,-4-34-188 0 0,0-1-134 0 0,0 0-57 0 0,-24-57-697 0 0,-13-1 824 0 0,3-2 0 0 0,2-1 0 0 0,3-2 0 0 0,-13-43 252 0 0,5-34 190 0 0,34 124-178 0 0,1 48-62 0 0,4-12 79 0 0,0 0-1 0 0,1-1 0 0 0,2 1 0 0 0,0-1 1 0 0,0 1-1 0 0,2-2 0 0 0,1 1 0 0 0,0-1 1 0 0,2 2-29 0 0,-9-18 3 0 0,220 443 1634 0 0,-180-356-1255 0 0,-41-89-380 0 0,0-1 1 0 0,0 1 0 0 0,0 0-1 0 0,0 0 1 0 0,0 0 0 0 0,0-1 0 0 0,0 1-1 0 0,0 0 1 0 0,0 0 0 0 0,0 0-1 0 0,1 0 1 0 0,-1-1 0 0 0,0 1-1 0 0,0 0 1 0 0,0 0 0 0 0,0 0 0 0 0,1 0-1 0 0,-1-1 1 0 0,0 1 0 0 0,0 0-1 0 0,0 0 1 0 0,0 0 0 0 0,1 0 0 0 0,-1 0-1 0 0,0 0 1 0 0,0 0 0 0 0,1 0-1 0 0,-1 0 1 0 0,0 0 0 0 0,0 0-1 0 0,0 0 1 0 0,1 0 0 0 0,-1 0 0 0 0,0 0-1 0 0,0 0 1 0 0,1 0 0 0 0,-1 0-1 0 0,0 0 1 0 0,0 0 0 0 0,0 0 0 0 0,1 0-1 0 0,-1 0 1 0 0,0 0 0 0 0,0 0-1 0 0,0 0 1 0 0,1 1 0 0 0,-1-1-1 0 0,0 0 1 0 0,0 0 0 0 0,0 0 0 0 0,0 0-1 0 0,0 1 1 0 0,1-1-3 0 0,-1-30-22 0 0,0 23 25 0 0,-4-18-41 0 0,0 0-1 0 0,-1 1 1 0 0,-2 0-1 0 0,0 0 1 0 0,-2 0-1 0 0,0 1 1 0 0,-2 0-1 0 0,0 1 1 0 0,-2 0-1 0 0,0 1 0 0 0,-9-9 39 0 0,-12-26-140 0 0,-148-232-412 0 0,182 287 556 0 0,0 0-1 0 0,-1 0 1 0 0,1 0-1 0 0,-1-1 1 0 0,1 1-1 0 0,-1 0 1 0 0,1 0-1 0 0,-1 0 1 0 0,0 0-1 0 0,0 0 1 0 0,1 0-1 0 0,-1 0 1 0 0,0 0-1 0 0,0 0 1 0 0,0 1-1 0 0,0-1 1 0 0,0 0-1 0 0,0 1 1 0 0,0-1-1 0 0,0 0 1 0 0,0 1-1 0 0,-1-1 1 0 0,1 1-1 0 0,0 0 1 0 0,0-1-1 0 0,0 1 1 0 0,-1 0-1 0 0,1 0 0 0 0,0 0 1 0 0,0 0-1 0 0,-1 0 1 0 0,1 0-1 0 0,0 0 1 0 0,0 0-1 0 0,-1 0 1 0 0,1 0-1 0 0,0 1 1 0 0,0-1-1 0 0,0 1 1 0 0,0-1-1 0 0,-1 1 1 0 0,1-1-1 0 0,0 1 1 0 0,0-1-1 0 0,0 1 1 0 0,0 0-1 0 0,0 0 1 0 0,0 0-1 0 0,0-1 1 0 0,0 2-4 0 0,-2 7-9 0 0,-1 1 0 0 0,1 0 0 0 0,1-1 0 0 0,0 1 0 0 0,0 0 1 0 0,1 0-1 0 0,0 1 0 0 0,1-1 0 0 0,0 0 0 0 0,1 0 0 0 0,1 6 9 0 0,-1 19-21 0 0,1-5 19 0 0,2 0 0 0 0,1-1 0 0 0,2 0 0 0 0,0 0 0 0 0,2-1 0 0 0,1 0 0 0 0,1 0 0 0 0,2-1 1 0 0,0-1-1 0 0,2 0 0 0 0,1-1 0 0 0,5 6 2 0 0,113 144 1153 0 0,-134-175-1165 0 0,0-1 0 0 0,0 1 0 0 0,0-1 0 0 0,0 1 0 0 0,0-1 0 0 0,1 1 0 0 0,-1-1 0 0 0,0 1 1 0 0,0-1-1 0 0,1 1 0 0 0,-1-1 0 0 0,0 1 0 0 0,1-1 0 0 0,-1 1 0 0 0,0 0 0 0 0,1-1 0 0 0,-1 1 1 0 0,0-1-1 0 0,1 1 0 0 0,-1 0 0 0 0,1 0 0 0 0,-1-1 0 0 0,1 1 0 0 0,-1 0 0 0 0,1 0 0 0 0,-1-1 0 0 0,1 1 1 0 0,-1 0-1 0 0,1 0 0 0 0,-1 0 0 0 0,1 0 0 0 0,-1 0 0 0 0,1 0 0 0 0,-1 0 0 0 0,1 0 0 0 0,-1 0 1 0 0,1 0-1 0 0,0 0 0 0 0,-1 0 0 0 0,1 0 0 0 0,-1 0 0 0 0,1 1 0 0 0,-1-1 0 0 0,1 0 0 0 0,-1 0 1 0 0,1 1-1 0 0,-1-1 0 0 0,0 0 0 0 0,1 0 0 0 0,-1 1 0 0 0,1-1 0 0 0,-1 1 0 0 0,0-1 0 0 0,1 0 0 0 0,-1 1 1 0 0,0-1-1 0 0,1 1 0 0 0,-1-1 0 0 0,0 1 0 0 0,0-1 0 0 0,1 1 0 0 0,-1-1 0 0 0,0 1 0 0 0,0-1 1 0 0,0 1-1 0 0,0-1 0 0 0,0 1 12 0 0,4-46-1303 0 0,-4 44 1263 0 0,0-9-238 0 0,1 4-30 0 0,-1-1 1 0 0,0 1-1 0 0,0-1 0 0 0,-1 1 1 0 0,1-1-1 0 0,-1 1 0 0 0,-1-1 1 0 0,1 1-1 0 0,-1 0 1 0 0,0 0-1 0 0,-1 0 0 0 0,1 0 1 0 0,-1 0-1 0 0,0 0 1 0 0,-4-4 307 0 0,-3-2-644 0 0,-1 1 0 0 0,-1 0 0 0 0,0 1 0 0 0,0 0 0 0 0,-1 1 1 0 0,0 1-1 0 0,0 0 0 0 0,-1 1 0 0 0,-4-2 644 0 0,-23-7-706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07.63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8661.37305"/>
      <inkml:brushProperty name="anchorY" value="-15328.4921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7519.38281"/>
      <inkml:brushProperty name="anchorY" value="-15744.68555"/>
      <inkml:brushProperty name="scaleFactor" value="0.5"/>
    </inkml:brush>
  </inkml:definitions>
  <inkml:trace contextRef="#ctx0" brushRef="#br0">350 291 544 0 0,'0'0'0'0'0,"0"0"2100"0"0,0 0-900 0 0,0 0-532 0 0,0 0-118 0 0,0 0-126 0 0,0 0 9 0 0,0 0 101 0 0,0 0-110 0 0,0 0-30 0 0,0 0-11 0 0,0 0 42 0 0,-2-13 227 0 0,0-1-67 0 0,1-1 22 0 0,-1 2-132 0 0,1 4 17 0 0,0 3 20 0 0,1 2-50 0 0,0 3-102 0 0,0 2-148 0 0,0 2-60 0 0,0 1 123 0 0,0 0-128 0 0,0 1-76 0 0,0 0-67 0 0,0 4-99 0 0,0 2 9 0 0,0 4 29 0 0,0 6 1 0 0,0 4-12 0 0,0 4-69 0 0,0 4 6 0 0,1 4-128 0 0,0 3 214 0 0,0 2-74 0 0,0-1 135 0 0,-1 0 20 0 0,0-1 38 0 0,1-4 44 0 0,-1-4-9 0 0,-2-4 21 0 0,-1-4-23 0 0,-2-5-1 0 0,0-4-47 0 0,-1-3-59 0 0,-1-2 10 0 0,2-4-71 0 0,1-2-99 0 0,0-2-232 0 0,1-1-78 0 0,0-1 48 0 0,1-3 490 0 0,0-2-26 0 0,-1-4 4 0 0,-1-5-43 0 0,-2-5 20 0 0,1-6 35 0 0,-1-6-60 0 0,-1-3 58 0 0,1-5-68 0 0,0-2 10 0 0,0-2-178 0 0,2-2 156 0 0,1-1-162 0 0,1-2-11 0 0,1 1-4 0 0,1 0 87 0 0,0 0 118 0 0,1 3-24 0 0,1 3 24 0 0,1 4-1 0 0,0 5 71 0 0,2 4-81 0 0,-2 6 121 0 0,0 4-128 0 0,-1 4 34 0 0,-1 4-11 0 0,0 2 8 0 0,-1 3-21 0 0,0 1 7 0 0,1 1-96 0 0,0 2 31 0 0,0 1 69 0 0,1 0-18 0 0,-1 2 5 0 0,0 1 8 0 0,0 3-3 0 0,-1 3 90 0 0,1 4-110 0 0,-1 6 32 0 0,0 6-10 0 0,0 7-108 0 0,0 8 137 0 0,1 5 44 0 0,0 7-44 0 0,1 5-33 0 0,-1 3-59 0 0,1 3 82 0 0,-1 1-21 0 0,-1 0 101 0 0,1-2-67 0 0,-1-1 39 0 0,-1-4 111 0 0,-1-3-60 0 0,-1-2 202 0 0,0-4-73 0 0,-2-1-128 0 0,-1-2 6 0 0,0-1-50 0 0,-2-3 14 0 0,0 0-35 0 0,0-3 84 0 0,-1 0-68 0 0,-1-3 4 0 0,0 0 0 0 0,-1-2 25 0 0,0-1-31 0 0,-1 0-32 0 0,0 0-42 0 0,-1 0-6 0 0,0 3-91 0 0,0 0 18 0 0,-1 2-96 0 0,1 0 66 0 0,-1 0 116 0 0,1-2-25 0 0,1-2 18 0 0,2-3 15 0 0,1-4-4 0 0,2-5 151 0 0,3-5-23 0 0,0-4-36 0 0,1-4-113 0 0,1-3-101 0 0,0-3-271 0 0,0-2-53 0 0,1 0-147 0 0,-1-1-112 0 0,1 0-178 0 0,1-1-103 0 0,0-2-142 0 0,1-2 584 0 0,2-3 121 0 0,2-3-296 0 0,1-4-256 0 0,1-5-115 0 0,1-4-109 0 0,-1-4 186 0 0,0-4-291 0 0,-2-5 907 0 0,0 6 359 0 0</inkml:trace>
  <inkml:trace contextRef="#ctx0" brushRef="#br1" timeOffset="6308.125">364 1247 468 0 0,'0'0'0'0'0,"0"0"2168"0"0,0 0 1317 0 0,0 20-2039 0 0,0 10 174 0 0,1 6-495 0 0,1 5-353 0 0,3 0-181 0 0,1 0-143 0 0,2-1-153 0 0,1-1-130 0 0,2-1-49 0 0,2-2-48 0 0,0-3-58 0 0,1-1 57 0 0,-2-3-68 0 0,-1-3 66 0 0,-2-3 8 0 0,-2-3 88 0 0,-2-2-3 0 0,-2-4-86 0 0,-1-3-59 0 0,-1-3 2 0 0,0-3-14 0 0,-1-1-1 0 0,-1-3-298 0 0,1 0-107 0 0,0-3-142 0 0,-1-3 213 0 0,-3-4 43 0 0,-4-5-641 0 0,-4-7 614 0 0,-2-5-204 0 0,-4-6 402 0 0,-2-5-50 0 0,1-4 30 0 0,1-4 74 0 0,2-2 60 0 0,1-2-8 0 0,2-2-66 0 0,2-1 93 0 0,2-2-97 0 0,3 1 105 0 0,1 1 43 0 0,2 3 50 0 0,3 4 222 0 0,4 7 78 0 0,4 9 4 0 0,3 6-6 0 0,1 9 30 0 0,-1 5-51 0 0,1 5-167 0 0,-1 5 13 0 0,-1 5 91 0 0,0 4 40 0 0,1 7-161 0 0,2 6-206 0 0,0 9 90 0 0,1 7-86 0 0,1 8 12 0 0,2 7 70 0 0,1 5-96 0 0,2 5 269 0 0,2 2-45 0 0,2 0 80 0 0,0 1 45 0 0,1-3-3 0 0,-1-4-59 0 0,-1-5-125 0 0,-1-5-57 0 0,-1-7 23 0 0,-2-6-139 0 0,-3-6 37 0 0,-2-7-91 0 0,-3-6-8 0 0,-1-5-48 0 0,-4-6-62 0 0,0-2 28 0 0,-3-4-18 0 0,-1 0 54 0 0,-1-2 36 0 0,-1 0-3 0 0,0-1 39 0 0,0-2 47 0 0,-1-2 3 0 0,1-3 4 0 0,0-4 63 0 0,0-6-78 0 0,-1-5-77 0 0,1-5-68 0 0,0-6 52 0 0,0-5-201 0 0,0-3 98 0 0,-2-4-46 0 0,-2-2 46 0 0,-1-1 52 0 0,-1 1 91 0 0,-1 2 68 0 0,-1 3-30 0 0,0 5-18 0 0,0 5 44 0 0,0 7 4 0 0,3 5 130 0 0,1 7 45 0 0,2 6 23 0 0,0 4 32 0 0,2 4 43 0 0,0 3-322 0 0,0 5 21 0 0,2 6-38 0 0,2 6 83 0 0,8 10-116 0 0,6 8-37 0 0,8 9 36 0 0,7 7 118 0 0,5 5 11 0 0,4 1 184 0 0,3 0 161 0 0,1-1 74 0 0,1-5 50 0 0,-1-3 19 0 0,-2-6-63 0 0,-1-5-81 0 0,-2-5-125 0 0,-4-6-43 0 0,-2-7-226 0 0,-4-5-5 0 0,-4-5-165 0 0,-6-4-92 0 0,-2-5 29 0 0,-4-4 53 0 0,-2-3-197 0 0,-3-5 220 0 0,-2-4 60 0 0,-2-4 65 0 0,-2-6-23 0 0,-7-5 16 0 0,-6-5-90 0 0,-9-6 57 0 0,-6-5 20 0 0,-6-5-21 0 0,-4-4 104 0 0,-2-1-20 0 0,-1-1 20 0 0,0 1-11 0 0,2 3 14 0 0,3 6 103 0 0,4 7-16 0 0,5 7 17 0 0,5 8-46 0 0,5 8 41 0 0,4 6 168 0 0,4 6-10 0 0,3 5-177 0 0,1 5-33 0 0,2 6-52 0 0,0 6-204 0 0,0 9 107 0 0,2 6-115 0 0,2 8-4 0 0,3 5-2 0 0,3 3 57 0 0,2 0 43 0 0,2-1 122 0 0,1-4 191 0 0,0-4 2 0 0,0-6-10 0 0,-1-6-3 0 0,-1-4-14 0 0,-1-6-26 0 0,-4-4-106 0 0,-1-5-37 0 0,-4-4-86 0 0,-1-2 15 0 0,-1-2-217 0 0,-2-1-77 0 0,0-1-5 0 0,0-3 74 0 0,-1-3 33 0 0,1-4 79 0 0,-2-5 107 0 0,-3-5 60 0 0,-4-7-76 0 0,-5-7-42 0 0,-4-6-50 0 0,-5-5 62 0 0,-2-5 130 0 0,-4-2 296 0 0,-2-2 38 0 0,0 0-12 0 0,-1 0-50 0 0,1 0-133 0 0,0 2-70 0 0,0 2-7 0 0,0 3-80 0 0,2 5 102 0 0,2 6-113 0 0,5 7 86 0 0,6 7-73 0 0,5 8 128 0 0,4 6 74 0 0,4 6-100 0 0,2 6-104 0 0,2 8 24 0 0,5 7-108 0 0,6 10-64 0 0,7 9 26 0 0,7 9 17 0 0,7 8-101 0 0,4 5 78 0 0,4 4 76 0 0,1-1-51 0 0,0-1 126 0 0,0-4 13 0 0,-2-6 309 0 0,-3-7-53 0 0,-3-8-24 0 0,-6-7 11 0 0,-4-7-57 0 0,-7-8-113 0 0,-5-6-106 0 0,-4-4-199 0 0,-3-5 1 0 0,-1-5-33 0 0,0-4 269 0 0,0-6-187 0 0,-1-7 32 0 0,0-7 42 0 0,-3-5-65 0 0,-7-8 94 0 0,-5-4-130 0 0,-7-4 189 0 0,-7-4-30 0 0,-6-3 131 0 0,-5-2-58 0 0,-4-3 25 0 0,-2 0 29 0 0,-1-1 60 0 0,1 2-103 0 0,2 3 109 0 0,4 3-52 0 0,4 6-8 0 0,4 5 60 0 0,5 7-121 0 0,4 6-38 0 0,5 8-3 0 0,5 7-8 0 0,4 5-5 0 0,3 5 14 0 0,2 4 71 0 0,2 2 22 0 0,2 4-43 0 0,5 4-66 0 0,5 4 28 0 0,5 6-30 0 0,7 8-64 0 0,4 7-173 0 0,3 7-105 0 0,3 5 43 0 0,-2 5 102 0 0,-2 1 69 0 0,-3 0 36 0 0,-4-3-59 0 0,-3-3-5 0 0,-4-6 47 0 0,-4-5 20 0 0,-1-6 89 0 0,-3-8-22 0 0,-1-5 28 0 0,-2-5-18 0 0,-3-5-68 0 0,0-4-47 0 0,-2-4 162 0 0,-1-5 36 0 0,0-5-32 0 0,-1-6-35 0 0,-1-8 8 0 0,-5-5-64 0 0,-4-8-77 0 0,-5-5 65 0 0,-6-6 76 0 0,-5-4 257 0 0,-3-2 29 0 0,-5-3-20 0 0,-2 0-66 0 0,-2 0-115 0 0,0 2-16 0 0,1 3-25 0 0,1 4 31 0 0,1 5 152 0 0,3 6-61 0 0,5 8 14 0 0,5 7-26 0 0,5 8-8 0 0,5 6 131 0 0,5 6 63 0 0,4 6-174 0 0,3 6-55 0 0,1 6-121 0 0,0 7 7 0 0,3 9-85 0 0,4 8-48 0 0,5 11-103 0 0,6 8 135 0 0,7 7-29 0 0,5 4-36 0 0,3 2 1 0 0,2-2 17 0 0,1-3 30 0 0,0-5 127 0 0,-1-6 36 0 0,-3-7 19 0 0,-4-8 32 0 0,-3-8-107 0 0,-6-7 32 0 0,-5-7-28 0 0,-5-7-98 0 0,-3-4-282 0 0,-3-4 60 0 0,-2-4-12 0 0,-1-4 14 0 0,-1-5 90 0 0,-1-7 51 0 0,-2-6 20 0 0,-7-8 17 0 0,-4-6-74 0 0,-8-6 260 0 0,-6-5-78 0 0,-7-5 254 0 0,-7-5-218 0 0,-5-3 11 0 0,-4-4-4 0 0,0 0 85 0 0,2 2 224 0 0,4 4-156 0 0,7 6 27 0 0,5 10-22 0 0,7 10 27 0 0,7 11 84 0 0,6 10 163 0 0,3 7-278 0 0,4 9 39 0 0,2 6-223 0 0,2 6-94 0 0,2 7 44 0 0,1 7 78 0 0,0 7-17 0 0,3 6 3 0 0,3 8-94 0 0,4 5 125 0 0,5 5-42 0 0,3 4-37 0 0,4 2 70 0 0,2 1 80 0 0,3-1 81 0 0,2-3 13 0 0,0-2-7 0 0,1-5-1 0 0,-1-6-65 0 0,-2-6-52 0 0,-3-6-51 0 0,-4-7 50 0 0,-3-7-77 0 0,-4-7-53 0 0,-5-5 79 0 0,-3-4-165 0 0,-1-4-92 0 0,-2-3 12 0 0,0-4 178 0 0,-1-3-136 0 0,0-6 214 0 0,-1-5-101 0 0,0-7 88 0 0,-2-8-22 0 0,-6-8-118 0 0,-9-6 167 0 0,-9-8-56 0 0,-7-4 94 0 0,-6-4-12 0 0,-4-1 26 0 0,-1 0 10 0 0,1 3-43 0 0,4 4-51 0 0,6 6 8 0 0,4 7-9 0 0,8 9-4 0 0,6 8 61 0 0,5 7-64 0 0,5 7 82 0 0,3 6 46 0 0,1 5 69 0 0,2 3-79 0 0,0 6-109 0 0,1 4 25 0 0,2 7 154 0 0,3 8-236 0 0,3 10-39 0 0,6 10-138 0 0,4 10-27 0 0,5 10 116 0 0,3 6-10 0 0,2 6 4 0 0,2 3-125 0 0,-1 2 36 0 0,1-2-60 0 0,-1-3 54 0 0,-2-6-50 0 0,-2-8 280 0 0,-3-11-19 0 0,-1-9 216 0 0,-5-11-140 0 0,-3-10 40 0 0,-3-9 94 0 0,-4-6-214 0 0,-2-7 58 0 0,-2-7-201 0 0,0-8-11 0 0,-1-8 113 0 0,-1-10-179 0 0,-1-10 28 0 0,-1-9-221 0 0,-2-9 159 0 0,-6-6 76 0 0,-4-6 17 0 0,-5-3 218 0 0,-4-1 231 0 0,-2-2-70 0 0,-2 2-127 0 0,1 3-47 0 0,1 3-7 0 0,1 7-1 0 0,4 8 117 0 0,4 10-10 0 0,5 10-27 0 0,4 12 126 0 0,2 9 103 0 0,2 10 0 0 0,2 8-2 0 0,1 8 22 0 0,3 9-281 0 0,1 8-27 0 0,2 9-18 0 0,-1 8-92 0 0,-1 6 54 0 0,-1 6 26 0 0,-2 4-102 0 0,-1 3 1 0 0,-1 0 42 0 0,-1 0-4 0 0,0 0 17 0 0,0-1 59 0 0,0-3 40 0 0,0-3-53 0 0,-1-5 20 0 0,2-6-15 0 0,0-7 72 0 0,0-7-72 0 0,0-8 10 0 0,2-7-7 0 0,0-7-20 0 0,0-4-33 0 0,-1-5-160 0 0,1-6 253 0 0,-1-7-186 0 0,0-6 12 0 0,1-9-30 0 0,0-7-58 0 0,-2-9-137 0 0,1-8-26 0 0,-3-6 23 0 0,-4-7 63 0 0,-4-6 113 0 0,-4-4 29 0 0,-2-2 171 0 0,-2-2 67 0 0,-1 2-104 0 0,2 4 34 0 0,-1 5-101 0 0,2 10 6 0 0,1 10 100 0 0,2 11 28 0 0,1 12 207 0 0,2 10 66 0 0,0 10-92 0 0,1 8-108 0 0,-2 8-119 0 0,0 8 17 0 0,0 9-16 0 0,0 10 162 0 0,2 10-33 0 0,2 9 128 0 0,5 10 12 0 0,5 7 74 0 0,7 6-23 0 0,4 4 8 0 0,4 2 27 0 0,3 0-36 0 0,1-3-76 0 0,2-5 34 0 0,0-9-118 0 0,-2-9-86 0 0,-2-11 18 0 0,-3-11-104 0 0,-3-11 24 0 0,-3-9-100 0 0,-4-8-8 0 0,-1-6-158 0 0,-2-7 124 0 0,-1-6-88 0 0,0-6 197 0 0,-1-7-154 0 0,-1-7-82 0 0,-1-6-22 0 0,-3-8 7 0 0,-5-5-80 0 0,-5-5 167 0 0,-4-5 23 0 0,-3-5-15 0 0,-5-4 141 0 0,-1-3 28 0 0,0-1 162 0 0,1-2-140 0 0,2 3-8 0 0,3 3-16 0 0,3 6-130 0 0,3 7 72 0 0,3 8-86 0 0,3 9 130 0 0,2 10 16 0 0,1 9 66 0 0,2 7-16 0 0,0 7 85 0 0,2 7-8 0 0,-1 6 21 0 0,2 5-165 0 0,-1 8 48 0 0,0 9-23 0 0,1 8-9 0 0,2 10 7 0 0,3 9-3 0 0,2 7-55 0 0,0 5 63 0 0,3 5-8 0 0,-1 2 3 0 0,0 2 2 0 0,1-2 14 0 0,-2-3 262 0 0,1-4 1 0 0,-1-8 30 0 0,1-6-95 0 0,-1-8-147 0 0,-1-8-52 0 0,-2-8-61 0 0,-1-7-5 0 0,0-6-43 0 0,-2-8-28 0 0,0-4-163 0 0,-2-5 62 0 0,-1-4 40 0 0,1-5 44 0 0,-1-4 100 0 0,-1-6-205 0 0,-1-6 218 0 0,-2-8-130 0 0,-1-7-64 0 0,-2-9-237 0 0,-2-7-117 0 0,-2-9-412 0 0,-2-7 92 0 0,-3-7 291 0 0,-1-4 300 0 0,-1-3 253 0 0,2 2 14 0 0,4 3 470 0 0,3 10-166 0 0,4 10 77 0 0,3 13-21 0 0,5 14-43 0 0,1 12-95 0 0,0 11 158 0 0,2 10-67 0 0,-2 9-52 0 0,0 8-190 0 0,-1 8-7 0 0,0 8 70 0 0,-2 8 15 0 0,-1 7 161 0 0,-3 6 8 0 0,1 7 37 0 0,-1 4 130 0 0,1 5 55 0 0,0 4-35 0 0,1 1-44 0 0,0 0-158 0 0,1 1-115 0 0,0-3-152 0 0,0-2-58 0 0,3-5-37 0 0,2-5-53 0 0,1-8 5 0 0,3-8 110 0 0,1-9 22 0 0,0-9-8 0 0,0-9-78 0 0,-1-8-70 0 0,-1-5-98 0 0,-1-5-60 0 0,-1-4 160 0 0,-1-6-106 0 0,1-5 22 0 0,-1-6 58 0 0,1-6-34 0 0,-1-9-108 0 0,-1-7-164 0 0,-1-8-185 0 0,-2-6-239 0 0,-5-7 289 0 0,-3-5 110 0 0,-5-3 295 0 0,-3-3 149 0 0,-1 0 60 0 0,-1 1 210 0 0,1 3 52 0 0,1 5-205 0 0,1 8-12 0 0,2 9-14 0 0,0 11 65 0 0,0 11 70 0 0,2 10-174 0 0,0 12 269 0 0,-1 13-298 0 0,1 11 372 0 0,0 12-97 0 0,2 10 41 0 0,2 10-19 0 0,3 7 324 0 0,1 5-79 0 0,1 4 158 0 0,0 1-64 0 0,2 1-213 0 0,-1-1-10 0 0,1-2-93 0 0,2-4-44 0 0,0-5-83 0 0,1-6-58 0 0,2-8-80 0 0,2-8 0 0 0,0-9-82 0 0,0-9-28 0 0,1-6-128 0 0,-2-6-105 0 0,-1-5-171 0 0,-2-5 119 0 0,-2-5-4 0 0,-1-6 385 0 0,0-6-252 0 0,-1-6 172 0 0,-1-7-43 0 0,-3-6-17 0 0,-3-5 31 0 0,-1-6-94 0 0,0-3 22 0 0,0-5 116 0 0,0-2-116 0 0,3-3 40 0 0,1-1 3 0 0,1 1 57 0 0,2 4 105 0 0,0 7-25 0 0,2 8 124 0 0,2 10 45 0 0,0 12 380 0 0,0 9-99 0 0,1 10 223 0 0,-1 9-174 0 0,-1 10-388 0 0,-1 8-48 0 0,0 8-15 0 0,-3 9 28 0 0,-1 8-61 0 0,-1 8 230 0 0,1 5-10 0 0,0 4-28 0 0,1 3 34 0 0,0 2 9 0 0,2-2-8 0 0,1-2-15 0 0,3-5 98 0 0,0-7 12 0 0,4-8-72 0 0,0-9-90 0 0,1-9-52 0 0,0-8-52 0 0,-1-8-54 0 0,-2-5 4 0 0,-1-4-255 0 0,-1-4 0 0 0,1-4 144 0 0,1-3 38 0 0,3-4 65 0 0,5-6-6 0 0,3-5-106 0 0,3-7-28 0 0,2-7-60 0 0,-1-7-48 0 0,-2-6 111 0 0,-4-4-70 0 0,-5-5 23 0 0,-3-2 206 0 0,-4 0-106 0 0,-5 2 0 0 0,-6 3 20 0 0,-4 5-38 0 0,-4 7-232 0 0,-2 10-113 0 0,-1 9-45 0 0,-2 10-54 0 0,0 12-102 0 0,-2 12-2152 0 0,-2 12 1185 0 0,-2 11 1522 0 0,0 10-274 0 0,1 7 173 0 0,2 6 232 0 0,6 4 518 0 0,4 1 268 0 0,4-1-16 0 0,7-2 2 0 0,5-6 4 0 0,9-5-83 0 0,7-5-73 0 0,8-6-162 0 0,6-5-103 0 0,7-5-181 0 0,5-3-20 0 0,3-4-45 0 0,1-4-40 0 0,0-3-40 0 0,-1-3-67 0 0,-1-3 20 0 0,-3-3 67 0 0,-1-3 57 0 0,-2-4-40 0 0,0-4 2 0 0,-2-5-9 0 0,0-5-23 0 0,-2-4-79 0 0,-3-5-128 0 0,-4-2-147 0 0,-8-3-106 0 0,-6-2 41 0 0,-9-1 108 0 0,-8 0-39 0 0,-12 1 133 0 0,-8 2 140 0 0,-6 5-15 0 0,-5 6 378 0 0,-1 6-174 0 0,1 9 73 0 0,0 10-296 0 0,2 10 115 0 0,1 8-84 0 0,3 9 281 0 0,3 6-1 0 0,6 4-182 0 0,5 2 96 0 0,5-1 114 0 0,4-1 7 0 0,5-3-52 0 0,6-3-70 0 0,6-4 9 0 0,3-5-1 0 0,5-4 28 0 0,3-4-82 0 0,0-4-21 0 0,1-4-40 0 0,-1-3-82 0 0,-3-2-52 0 0,-2-3-71 0 0,-2-1-16 0 0,-2-3-17 0 0,-2-2-149 0 0,0-3-2 0 0,0-5 89 0 0,1-3-1 0 0,-3-5-10 0 0,-3-4-70 0 0,-2-4 85 0 0,-6-4-6 0 0,-7-2 68 0 0,-8-2 41 0 0,-9-2 21 0 0,-7 2 103 0 0,-8 0-21 0 0,-3 4 209 0 0,-2 4 136 0 0,1 8 35 0 0,4 7 37 0 0,4 10-283 0 0,4 11-107 0 0,4 11-191 0 0,5 9 115 0 0,4 10 69 0 0,6 6 51 0 0,5 4-78 0 0,4 1 120 0 0,6 0 11 0 0,6-3 27 0 0,7-5-1 0 0,3-5 18 0 0,4-7-60 0 0,4-6-103 0 0,1-6 26 0 0,1-5-17 0 0,0-6 14 0 0,0-3-18 0 0,0-6-50 0 0,-1-5-107 0 0,-1-6-34 0 0,-3-5-150 0 0,-4-6-54 0 0,-6-4-174 0 0,-4-5-102 0 0,-6-3 99 0 0,-8-2 264 0 0,-7-2 185 0 0,-8 0 35 0 0,-7-1 94 0 0,-6 0 94 0 0,-4 1 172 0 0,-4 3 82 0 0,0 4 54 0 0,0 5-1 0 0,2 8 247 0 0,2 7-282 0 0,3 10-97 0 0,0 10-288 0 0,1 9-368 0 0,-2 8 508 0 0,1 9-96 0 0,1 4 321 0 0,4 4-279 0 0,5 1 143 0 0,6-1 38 0 0,6-2 20 0 0,4-4 33 0 0,6-6-153 0 0,6-5-158 0 0,7-5 23 0 0,4-6-62 0 0,5-4 60 0 0,4-3 143 0 0,3-3-72 0 0,0-4-98 0 0,0-2-14 0 0,0-4-20 0 0,-2-4 50 0 0,-2-6-97 0 0,-2-4-16 0 0,-3-6-83 0 0,-2-5-131 0 0,-3-5-63 0 0,-2-6-51 0 0,-4-4 181 0 0,-3-4 113 0 0,-6-3-5 0 0,-9-1 38 0 0,-10 0 2 0 0,-9 2 127 0 0,-8 6 100 0 0,-4 9 186 0 0,1 12 365 0 0,1 10-389 0 0,2 14-19 0 0,3 14-277 0 0,1 12 57 0 0,3 12 161 0 0,2 9 22 0 0,5 8-130 0 0,7 4 130 0 0,5 4 27 0 0,4 0 6 0 0,6 1-22 0 0,5-2 6 0 0,5-3 29 0 0,4-3 23 0 0,5-5 5 0 0,2-5-73 0 0,2-7-61 0 0,0-7-165 0 0,0-7 26 0 0,-1-7-242 0 0,-2-6-69 0 0,-1-4-9 0 0,0-6 56 0 0,0-5-36 0 0,2-6 89 0 0,1-8-70 0 0,-2-6-79 0 0,-2-8-66 0 0,-5-6-36 0 0,-4-4 150 0 0,-5-5 95 0 0,-7-3 69 0 0,-8-3 131 0 0,-6-1 132 0 0,-6-2 26 0 0,-2 0-53 0 0,-1 3 38 0 0,1 3 91 0 0,4 6-102 0 0,5 8-11 0 0,6 9 21 0 0,4 10 180 0 0,3 7-71 0 0,3 9-80 0 0,1 7-96 0 0,1 7-78 0 0,0 7-4 0 0,0 8-52 0 0,-2 7-36 0 0,-1 6-54 0 0,-2 5 99 0 0,0 5-15 0 0,0 3 63 0 0,2 1-13 0 0,-1 2 97 0 0,2-2-26 0 0,0-1 9 0 0,1-4-70 0 0,1-3 48 0 0,2-5-60 0 0,2-5-100 0 0,0-7-34 0 0,1-7-74 0 0,-1-6-11 0 0,1-5-69 0 0,-1-5-101 0 0,3-5 168 0 0,2-5 255 0 0,5-6-59 0 0,5-6 32 0 0,4-7-140 0 0,4-9-143 0 0,3-6 93 0 0,0-8-44 0 0,-2-5-70 0 0,-1-5 41 0 0,-3-4 132 0 0,-4-2 31 0 0,-5-2 94 0 0,-4-1-7 0 0,-3-1 16 0 0,-4 1 162 0 0,-2 4-45 0 0,-1 5-33 0 0,-2 7 72 0 0,0 9-173 0 0,-1 10 139 0 0,-1 10 89 0 0,0 9 305 0 0,-2 9-351 0 0,-3 10-168 0 0,-6 11-29 0 0,-4 10-376 0 0,-4 13 384 0 0,-4 11-129 0 0,1 11 171 0 0,1 8 122 0 0,5 6 197 0 0,4 3-8 0 0,5 1-34 0 0,4-3-72 0 0,3-4-145 0 0,6-9 33 0 0,5-8 38 0 0,4-11-167 0 0,3-12 37 0 0,1-10-180 0 0,2-10-58 0 0,1-9 257 0 0,2-8-72 0 0,2-9 102 0 0,2-7-88 0 0,1-8 30 0 0,-1-7-19 0 0,-1-5-63 0 0,-2-6-11 0 0,-5-5-75 0 0,-2-4-77 0 0,-6-4-7 0 0,-3-5-67 0 0,-3-4-201 0 0,-6-5 10 0 0,-7-5 99 0 0,-9-3 39 0 0,-7-5 18 0 0,-6-1 392 0 0,-1-1-102 0 0,-1 2 324 0 0,3 6-170 0 0,3 8 247 0 0,3 11 70 0 0,4 13-87 0 0,5 15 23 0 0,3 13 68 0 0,2 15-117 0 0,0 13-345 0 0,-1 15-12 0 0,0 12-33 0 0,1 14-45 0 0,3 10 82 0 0,2 8 35 0 0,7 5 3 0 0,7 2 1 0 0,8 0-114 0 0,7-4-94 0 0,5-5 2 0 0,5-6-9 0 0,2-7 99 0 0,0-7 130 0 0,0-8-26 0 0,-3-7 21 0 0,-3-7-8 0 0,-4-9-7 0 0,-6-5 20 0 0,-2-6-7 0 0,-4-5 3 0 0,-2-7 0 0 0,0-5-224 0 0,-2-6-160 0 0,-3-5-178 0 0,-2-6-65 0 0,-4-5 145 0 0,-8-5 388 0 0,-7-5 54 0 0,-8-3 260 0 0,-8-4 102 0 0,-5-4 21 0 0,-6-5 242 0 0,-7-4-249 0 0,-4-4 45 0 0,-5-4-62 0 0,-3-1-141 0 0,-1-1 21 0 0,0 3-124 0 0,2 3 210 0 0,6 6-160 0 0,5 8 85 0 0,9 9 19 0 0,6 10-21 0 0,9 9 10 0 0,7 9-16 0 0,6 7-42 0 0,6 5-167 0 0,3 3 30 0 0,2 3-30 0 0,1 0-4 0 0,0 0 13 0 0,0-1 57 0 0,0-1-2 0 0,1 0-65 0 0,0-1 18 0 0,0 0-10 0 0,0 0 14 0 0,1 1-18 0 0,-1 1-82 0 0,1 0-225 0 0,1 1-35 0 0,0 0 122 0 0,2 0 57 0 0,0 0-31 0 0,1 0-96 0 0,2 0-44 0 0,0 0 32 0 0,3-2 117 0 0,2-2-113 0 0,2-3 18 0 0,2-2-103 0 0,2-2-120 0 0,-1-3-261 0 0,0-1 131 0 0,-1-2 261 0 0,-2-2-73 0 0,0-2 62 0 0,-2-2-353 0 0,0-2-524 0 0,-3-2-113 0 0,-1 0 208 0 0,-3-2 292 0 0,-2 2 696 0 0,-2 1 110 0 0,-2 5 391 0 0,-1 5 506 0 0,0 5 224 0 0,0 6-153 0 0,-1 6-114 0 0,1 8-247 0 0,-1 6-302 0 0,1 8-205 0 0,0 5 141 0 0,2 5 37 0 0,2 5 182 0 0,4 2 187 0 0,2 2 67 0 0,2 3-119 0 0,2 0 63 0 0,2 1-110 0 0,3 1-5 0 0,1 0-36 0 0,2 0 38 0 0,0-1-108 0 0,1-2-226 0 0,-1-1-116 0 0,-1-4 60 0 0,-1-3 50 0 0,-2-5 9 0 0,-2-6-79 0 0,-3-5-56 0 0,-3-7 8 0 0,-2-5 91 0 0,-3-4-137 0 0,-1-4-267 0 0,-3-3 31 0 0,0-5-83 0 0,-3-5 69 0 0,-6-5-6 0 0,-6-4-30 0 0,-9-5 69 0 0,-6-2 133 0 0,-6-2 104 0 0,-4 0-9 0 0,-1 3 18 0 0,2 3 150 0 0,4 6 5 0 0,7 6 142 0 0,6 6-213 0 0,4 7-4 0 0,5 7 66 0 0,5 9-176 0 0,3 8 47 0 0,4 8-24 0 0,8 8 20 0 0,7 7 49 0 0,8 5 57 0 0,6 4 91 0 0,6 2 101 0 0,3 0 23 0 0,2 1 127 0 0,0-2 115 0 0,-1-3 135 0 0,0-1-113 0 0,-2-4-74 0 0,-1-2-76 0 0,-2-4-86 0 0,-1-2-71 0 0,-2-2-65 0 0,0-2-107 0 0,-2-3-38 0 0,-2-2-83 0 0,-1-3-46 0 0,-4-4-120 0 0,-4-5-34 0 0,-4-6 14 0 0,-3-4 15 0 0,-4-4-91 0 0,-2-4-69 0 0,-3-4 273 0 0,0-3-102 0 0,-2-3 111 0 0,0-5 53 0 0,-1-2-7 0 0,-4-6 5 0 0,-5-3 1 0 0,-4-6-158 0 0,-7-6-138 0 0,-5-5-189 0 0,-4-5-52 0 0,-3-2-189 0 0,-2-1 54 0 0,0 4 157 0 0,4 7 237 0 0,5 9 286 0 0,5 10 74 0 0,6 13 389 0 0,4 14-360 0 0,3 14 16 0 0,2 12 49 0 0,3 10 48 0 0,1 8 68 0 0,4 5 16 0 0,6 2 37 0 0,4 1-66 0 0,4-1-25 0 0,5-2 23 0 0,0-3 100 0 0,1-5 107 0 0,0-3 4 0 0,-1-6-6 0 0,-2-5-127 0 0,-3-6-178 0 0,-1-5-33 0 0,-2-4-84 0 0,-3-6-59 0 0,-2-3-1 0 0,-2-4-67 0 0,-3-2 25 0 0,-1-2-21 0 0,0-2 75 0 0,-1 0-22 0 0,0 0 24 0 0,-1-1 66 0 0,0 0-14 0 0,0 0-9 0 0,0 0-4 0 0,0 0 29 0 0,0 0-15 0 0,0 0 10 0 0,0 0-20 0 0,0 0-64 0 0,0 0 17 0 0,0 1-10 0 0,0 3 4 0 0,0 4 9 0 0,1 6-16 0 0,1 8-182 0 0,4 9 5 0 0,5 7 33 0 0,4 7-5 0 0,4 2 44 0 0,3-1-155 0 0,1-3 146 0 0,2-8-119 0 0,-5-8-247 0 0,-4-10-633 0 0,-6-9-1515 0 0,-12-12-4341 0 0,-4-4 1749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0.37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163.35938"/>
      <inkml:brushProperty name="anchorY" value="-22942.41992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667.36719"/>
      <inkml:brushProperty name="anchorY" value="-24134.19922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786.76563"/>
      <inkml:brushProperty name="anchorY" value="-24627.6464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000.98047"/>
      <inkml:brushProperty name="anchorY" value="-25767.67578"/>
      <inkml:brushProperty name="scaleFactor" value="0.5"/>
    </inkml:brush>
  </inkml:definitions>
  <inkml:trace contextRef="#ctx0" brushRef="#br0">112 25 3848 0 0,'0'0'0'0'0,"0"0"3293"0"0,0 0-1420 0 0,0 0-387 0 0,0 0-490 0 0,0 0-560 0 0,0 0-24 0 0,0 0-32 0 0,0 0-158 0 0,-21 24-127 0 0,-3 8 48 0 0,0 5-76 0 0,4 3-13 0 0,5-2 58 0 0,7 0 13 0 0,10-4-34 0 0,9-1 4 0 0,7-3-109 0 0,8-2-87 0 0,6-4-146 0 0,4-3-30 0 0,4-4-72 0 0,2-4-135 0 0,2-4-163 0 0,2-4-212 0 0,3-4-168 0 0,1-4 169 0 0,0-5-159 0 0,0-3-48 0 0,-3-4 341 0 0,-3-3 342 0 0,-6-1 230 0 0,-8-1-249 0 0,-9-1-563 0 0,-7-1-404 0 0,-7 0 419 0 0,-4-1 271 0 0,-4 0 75 0 0,-5 1 674 0 0,-3 2 1250 0 0,-2 4 557 0 0,-2 4-92 0 0,-1 4-367 0 0,-1 4 342 0 0,1 6-303 0 0,1 5-360 0 0,1 4-520 0 0,0 5 110 0 0,3 3-157 0 0,2 3-65 0 0,2 2 19 0 0,3 0-4 0 0,4-1 11 0 0,6-1-44 0 0,5-3-79 0 0,4-3-50 0 0,4-3-128 0 0,4-3-41 0 0,4-3-19 0 0,3-2 24 0 0,2-3 7 0 0,2-1-75 0 0,3-2-93 0 0,2-3 13 0 0,0-4-121 0 0,0-3 30 0 0,-2-3-77 0 0,-3-5-80 0 0,-7-2-192 0 0,-6-3-83 0 0,-8-3-82 0 0,-6-1 104 0 0,-7-1 96 0 0,-7 1 105 0 0,-8 2 323 0 0,-6 3-37 0 0,-6 5 280 0 0,-2 6-339 0 0,-5 5 342 0 0,-2 8-329 0 0,-1 7 83 0 0,0 7-219 0 0,0 6-158 0 0,5 5-102 0 0,6 4-333 0 0,5 0-210 0 0,7 0-154 0 0,5-2-505 0 0,7-2-617 0 0,6-5-185 0 0,7-4-354 0 0,0-5 1919 0 0</inkml:trace>
  <inkml:trace contextRef="#ctx0" brushRef="#br1" timeOffset="291.82">1182 398 444 0 0,'0'0'0'0'0,"0"0"5645"0"0,0 0-4295 0 0,0 0 780 0 0,0 0-523 0 0,0 0-273 0 0,0 0-190 0 0,0 0-161 0 0,0 0-231 0 0,0 0-231 0 0,0 0-93 0 0,0 0-243 0 0,19 3-53 0 0,6 3-127 0 0,1-1 21 0 0,2 0 42 0 0,-5-1-77 0 0,-3-1 91 0 0,-4-1-102 0 0,-5-1 31 0 0,-3-2-16 0 0,-5-2-166 0 0,-3-3 173 0 0,-6-3-14 0 0,-6-5 10 0 0,-6-5 1 0 0,-5-4-199 0 0,-3-3-130 0 0,-1-4 48 0 0,3-1 64 0 0,5-2 9 0 0,5 1 60 0 0,9 1 50 0 0,8 1 107 0 0,11 1-20 0 0,9 3 263 0 0,5 2-75 0 0,4 5-34 0 0,-1 3-96 0 0,-2 4-38 0 0,-3 4-130 0 0,-4 4-102 0 0,-4 3-266 0 0,-3 5-437 0 0,-4 4-491 0 0,-3 1-1371 0 0,-3 4-2690 0 0,-2-3 1252 0 0</inkml:trace>
  <inkml:trace contextRef="#ctx0" brushRef="#br2" timeOffset="689.331">1446 91 7657 0 0,'0'0'0'0'0,"0"0"1532"0"0,0 0-1199 0 0,0 0 25 0 0,0 0 190 0 0,0 0 166 0 0,0 0-52 0 0,34 22-298 0 0,10 6-146 0 0,6 3-217 0 0,2 1-79 0 0,-6-2-161 0 0,-6-3 44 0 0,-7-1-260 0 0,-7-2-375 0 0,-7-2-616 0 0,-7-2-991 0 0,-4-2-1672 0 0,-5-5 1700 0 0</inkml:trace>
  <inkml:trace contextRef="#ctx0" brushRef="#br3" timeOffset="864.844">1486 359 7129 0 0,'0'0'0'0'0,"0"0"3916"0"0,0 0-2417 0 0,0 0 471 0 0,0 0-847 0 0,0 0 22 0 0,0 0-381 0 0,45-17-429 0 0,11-6-322 0 0,9-5-243 0 0,-1-2-630 0 0,-7 0-97 0 0,-10 2-398 0 0,-9 3-404 0 0,-10 4-654 0 0,-9 4-2346 0 0,-7 6-1036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8.31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171.98438"/>
      <inkml:brushProperty name="anchorY" value="-17631.60742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597.43359"/>
      <inkml:brushProperty name="anchorY" value="-18015.93359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715.50391"/>
      <inkml:brushProperty name="anchorY" value="-19267.88281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664.99219"/>
      <inkml:brushProperty name="anchorY" value="-19759.46289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873.125"/>
      <inkml:brushProperty name="anchorY" value="-21056.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916.25781"/>
      <inkml:brushProperty name="anchorY" value="-22396.3418"/>
      <inkml:brushProperty name="scaleFactor" value="0.5"/>
    </inkml:brush>
  </inkml:definitions>
  <inkml:trace contextRef="#ctx0" brushRef="#br0">75 522 664 0 0,'0'0'0'0'0,"0"0"2504"0"0,0 0-1918 0 0,0 0 1463 0 0,0 0-405 0 0,0 0-774 0 0,0 0-9 0 0,0 0-303 0 0,0 0-7 0 0,0 0 26 0 0,0 0-118 0 0,34 2-105 0 0,9 1-21 0 0,7-1-95 0 0,0-2-28 0 0,-5 0-116 0 0,-6-1 50 0 0,-7-1 29 0 0,-5-1-13 0 0,-7 1-71 0 0,-4-1-90 0 0,-3 0 26 0 0,-3 0-13 0 0,-1 0 60 0 0,-2-1 2 0 0,-2-1-81 0 0,-2-2 27 0 0,-1-2 54 0 0,-2-2-38 0 0,-2-4 33 0 0,-7-3-22 0 0,-7-3-44 0 0,-7-3 54 0 0,-10-2-70 0 0,-7-2-40 0 0,-6-2-33 0 0,-3 0-89 0 0,-2-1 53 0 0,2 0 10 0 0,4 2 5 0 0,6 3 113 0 0,9 3-34 0 0,8 4 26 0 0,8 4-8 0 0,6 2-2 0 0,5 3 14 0 0,4 1 10 0 0,6 1 204 0 0,7 0-53 0 0,5-1-60 0 0,9-1-49 0 0,6 0-43 0 0,6 1-5 0 0,4 1-117 0 0,4 2-76 0 0,2 2-112 0 0,0 2-35 0 0,0 3-49 0 0,-1 3-143 0 0,-2 3-180 0 0,-4 2-276 0 0,-3 1-1019 0 0,-5 0-1068 0 0,-4 0-2003 0 0,-8-2 6097 0 0</inkml:trace>
  <inkml:trace contextRef="#ctx0" brushRef="#br1" timeOffset="392.997">883 246 7057 0 0,'0'0'0'0'0,"0"0"1688"0"0,0 0-658 0 0,0 0-428 0 0,0 0-30 0 0,0 0 70 0 0,0 0-89 0 0,0 0-257 0 0,0 0 91 0 0,0 0-161 0 0,0 0-162 0 0,0 0 26 0 0,40 3-98 0 0,10-1 4 0 0,8 0-141 0 0,-2-2-52 0 0,-4-3 33 0 0,-9-1 87 0 0,-7-2-87 0 0,-9-2-28 0 0,-7-2-38 0 0,-7-1-130 0 0,-6-1-72 0 0,-4-1 53 0 0,-6-1-176 0 0,-6 0-45 0 0,-6 0 126 0 0,-6 0 149 0 0,-7 3 353 0 0,-5 1-70 0 0,-5 3 98 0 0,-5 3 354 0 0,-2 5 93 0 0,-3 7 301 0 0,0 5-810 0 0,2 8 495 0 0,2 5-133 0 0,5 6 83 0 0,5 4-101 0 0,7 4-86 0 0,7 0-156 0 0,7 1-84 0 0,6-1 14 0 0,9-1-24 0 0,10-3 8 0 0,7-3-12 0 0,9-3-100 0 0,7-3-228 0 0,5-4-300 0 0,2-3-70 0 0,3-4-4 0 0,0-4-338 0 0,0-4-833 0 0,-3-2-444 0 0,-2-3-526 0 0,-8-1 828 0 0</inkml:trace>
  <inkml:trace contextRef="#ctx0" brushRef="#br2" timeOffset="599.35">1372 665 3544 0 0,'0'0'0'0'0,"0"0"4281"0"0,0 0-3375 0 0,0 0 703 0 0,0 0-711 0 0,0 0 100 0 0,0 0-164 0 0,0 0-140 0 0,0 0-403 0 0,0 0-31 0 0,0 0-26 0 0,0 0-265 0 0,14-19 66 0 0,2-6-287 0 0,2-8-147 0 0,0-5-454 0 0,-2-3-212 0 0,-5 0-286 0 0,-3 1-279 0 0,-4 3-671 0 0,-2 4-321 0 0,-4 5-50 0 0,0 8 1482 0 0</inkml:trace>
  <inkml:trace contextRef="#ctx0" brushRef="#br3" timeOffset="774.341">1581 360 1736 0 0,'0'0'0'0'0,"0"0"1448"0"0,0 0 28 0 0,0 0 114 0 0,0 0-157 0 0,0 0-162 0 0,0 0 25 0 0,0 0-90 0 0,50 11-232 0 0,9 6-331 0 0,4 6-72 0 0,-5 4-60 0 0,-10 4 19 0 0,-11 4-210 0 0,-12 1-56 0 0,-11 1-187 0 0,-6-1-64 0 0,-6-1-87 0 0,-3-3-78 0 0,-1-4-132 0 0,0-2-298 0 0,0-5-198 0 0,1-3-241 0 0,0-4-539 0 0,3-3-970 0 0,0-4-2098 0 0,0-2 942 0 0</inkml:trace>
  <inkml:trace contextRef="#ctx0" brushRef="#br4" timeOffset="1205.553">2166 198 2872 0 0,'0'0'0'0'0,"0"0"4669"0"0,0 0-3707 0 0,0 0 827 0 0,0 0-991 0 0,0 0-130 0 0,8 25-182 0 0,2 11-181 0 0,4 8-29 0 0,1 4-91 0 0,-1 1-98 0 0,1-2-86 0 0,0-4-42 0 0,0-4-78 0 0,0-4 0 0 0,-1-6-35 0 0,0-5-83 0 0,-1-3-207 0 0,-1-5-292 0 0,-2-3-313 0 0,-4-3-655 0 0,-2-2-2469 0 0,-1-2-281 0 0</inkml:trace>
  <inkml:trace contextRef="#ctx0" brushRef="#br5" timeOffset="1369.601">2202 675 6629 0 0,'0'0'0'0'0,"0"0"1560"0"0,0 0-625 0 0,0 0 192 0 0,0 0 38 0 0,34-23-433 0 0,10-7-646 0 0,11-8 2 0 0,3-3-527 0 0,-3 0-526 0 0,-4 2-775 0 0,-8 4-999 0 0,-7 4-477 0 0,-11 8-12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04.66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508.52344"/>
      <inkml:brushProperty name="anchorY" value="-32712.28906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652.75"/>
      <inkml:brushProperty name="anchorY" value="-33148.4765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138.41797"/>
      <inkml:brushProperty name="anchorY" value="-34258.11719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016.67188"/>
      <inkml:brushProperty name="anchorY" value="-36050.85547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480.94531"/>
      <inkml:brushProperty name="anchorY" value="-36874.92188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601.14063"/>
      <inkml:brushProperty name="anchorY" value="-38277.99219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915.20313"/>
      <inkml:brushProperty name="anchorY" value="-39316.42578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068.65234"/>
      <inkml:brushProperty name="anchorY" value="-40610.38672"/>
      <inkml:brushProperty name="scaleFactor" value="0.5"/>
    </inkml:brush>
  </inkml:definitions>
  <inkml:trace contextRef="#ctx0" brushRef="#br0">28 740 4928 0 0,'0'0'0'0'0,"0"0"2201"0"0,0 0-235 0 0,0 0-487 0 0,0 0-231 0 0,0 0-173 0 0,0 0-153 0 0,0 0-236 0 0,0 0-267 0 0,0 0-123 0 0,0 0-23 0 0,4-4-59 0 0,1-2-10 0 0,4-3-58 0 0,0-2-46 0 0,2-4 27 0 0,2-3-4 0 0,3-3 191 0 0,2-4-259 0 0,4-3-30 0 0,2-3-10 0 0,3-2-172 0 0,0-2 11 0 0,0 2-42 0 0,-1 2-159 0 0,-4 3-219 0 0,-3 3-233 0 0,-5 5-167 0 0,-4 5-167 0 0,-4 4-373 0 0,-4 4-725 0 0,-2 3-745 0 0,-6 3-1650 0 0,-1 2 3962 0 0</inkml:trace>
  <inkml:trace contextRef="#ctx0" brushRef="#br1" timeOffset="237.485">1 578 3676 0 0,'0'0'0'0'0,"0"0"5269"0"0,0 0-4168 0 0,0 0 425 0 0,0 0-690 0 0,0 0 243 0 0,0 0-41 0 0,0 0-270 0 0,0 0-304 0 0,0 0-16 0 0,0 0-36 0 0,32 21-114 0 0,10 6-46 0 0,8 3-35 0 0,2 0-102 0 0,-2-1-18 0 0,-4-4-36 0 0,-2-3 22 0 0,-6-3-28 0 0,-1-4-62 0 0,-5-2 12 0 0,-1-2-190 0 0,-2-3-253 0 0,-2-2-120 0 0,-1-2-53 0 0,-2-2-494 0 0,-1 0-798 0 0,-2-2-2353 0 0,-1 0-1332 0 0,-5-1 2814 0 0</inkml:trace>
  <inkml:trace contextRef="#ctx0" brushRef="#br2" timeOffset="927.769">1176 1 6045 0 0,'0'0'0'0'0,"0"0"2172"0"0,0 0-812 0 0,0 0-361 0 0,0 0-67 0 0,0 0 108 0 0,0 0-156 0 0,0 0-226 0 0,0 0-303 0 0,0 0-173 0 0,0 0-86 0 0,-8 21-90 0 0,-4 9 141 0 0,-1 6-73 0 0,-4 5-87 0 0,-2 2-31 0 0,0 1 61 0 0,-2 3 91 0 0,-1 2 3 0 0,-1 2-33 0 0,0 2-72 0 0,0 1 4 0 0,2 0-8 0 0,1 1-2 0 0,4-3 28 0 0,4-3 142 0 0,4-3 7 0 0,3-5-146 0 0,6-5-14 0 0,7-4-8 0 0,7-5 1 0 0,5-4 48 0 0,5-3-18 0 0,4-3-29 0 0,1-2-8 0 0,-1-3-15 0 0,0-2-128 0 0,-5-2-26 0 0,-2-3-165 0 0,-5-2-64 0 0,-2-1-289 0 0,-4-1-354 0 0,-1-3-421 0 0,-1-2-604 0 0,-1-2-1117 0 0,-2-4-3695 0 0,-1 1 8520 0 0</inkml:trace>
  <inkml:trace contextRef="#ctx0" brushRef="#br3" timeOffset="1126.435">786 532 3068 0 0,'0'0'0'0'0,"0"0"6453"0"0,0 0-5904 0 0,0 0 981 0 0,0 0-618 0 0,0 0 346 0 0,0 0-290 0 0,0 0-150 0 0,0 0-364 0 0,47 0-91 0 0,15 0-393 0 0,11 0-228 0 0,3-2-428 0 0,-1 0-108 0 0,-7 0-136 0 0,-8-2-370 0 0,-8 1-881 0 0,-9-1-1064 0 0,-7 1-1461 0 0,-11 0 2824 0 0</inkml:trace>
  <inkml:trace contextRef="#ctx0" brushRef="#br4" timeOffset="1619.463">1507 472 600 0 0,'0'0'0'0'0,"0"0"5809"0"0,0 0-4047 0 0,0 0 582 0 0,0 0-1086 0 0,0 0-324 0 0,0 0-233 0 0,0 0 8 0 0,0 0-214 0 0,0 0-113 0 0,0 0-72 0 0,20 7-160 0 0,3 4-149 0 0,3 5 25 0 0,-1 6-26 0 0,-3 3-4 0 0,-4 4 5 0 0,-5 3-2 0 0,-5 2 1 0 0,-3 1-4 0 0,-3-1 5 0 0,-1 0 87 0 0,-2-1-43 0 0,0-2-53 0 0,0-2-42 0 0,1-3 11 0 0,-1-3-14 0 0,1-3 1 0 0,-1-4 5 0 0,1-4-34 0 0,0-3 37 0 0,0-4 35 0 0,1-2-5 0 0,0-2 1 0 0,0-1-73 0 0,0 0-40 0 0,0-1 11 0 0,-1 0-14 0 0,0-2 48 0 0,0-2-28 0 0,-1-1-124 0 0,-3-2-66 0 0,-6-3-140 0 0,-7-1 220 0 0,-5-3 133 0 0,-6-1-36 0 0,-5-1 35 0 0,-2 1 101 0 0,-1 0-33 0 0,0 2 34 0 0,4 3 307 0 0,4 4-217 0 0,4 2 49 0 0,5 3-98 0 0,3 3 34 0 0,5 1 45 0 0,4 3-20 0 0,3 1-135 0 0,1 2-137 0 0,3 3 91 0 0,3 3 74 0 0,5 2-20 0 0,6 4 99 0 0,8 0-65 0 0,5 1-22 0 0,6 1-110 0 0,6-3 82 0 0,1-1 24 0 0,2-2-17 0 0,0-3-50 0 0,0-3-176 0 0,-3-2-164 0 0,-5-3-266 0 0,-5-3-443 0 0,-5 0-508 0 0,-7-2-831 0 0,-4-2-697 0 0,-5 0-983 0 0</inkml:trace>
  <inkml:trace contextRef="#ctx0" brushRef="#br5" timeOffset="1952.822">1747 856 6321 0 0,'0'0'0'0'0,"0"0"2652"0"0,0 0-1013 0 0,0 0-382 0 0,0 0-121 0 0,0 0-178 0 0,0 0-165 0 0,0 0-271 0 0,0 0-111 0 0,0 0-326 0 0,0 0-70 0 0,0-18-67 0 0,0-5-60 0 0,2-5 22 0 0,1-1-72 0 0,0 0 79 0 0,3 2-44 0 0,0 0-38 0 0,1 3-25 0 0,1 1-127 0 0,1 1-11 0 0,1 3 36 0 0,2 2 85 0 0,2 2 79 0 0,0 2 121 0 0,3 2-11 0 0,0 1 16 0 0,2 2 72 0 0,0 3 223 0 0,0 1 206 0 0,1 3-115 0 0,2 3 128 0 0,0 4-104 0 0,1 5-180 0 0,1 4-136 0 0,2 6-66 0 0,-1 4-6 0 0,0 4-16 0 0,-2 4 5 0 0,-2 3-11 0 0,-3 0 3 0 0,-3 0 97 0 0,-2 0 70 0 0,-4 0-46 0 0,-3-1-71 0 0,-2-2-47 0 0,-2-1-200 0 0,-2-3-291 0 0,0-3-208 0 0,-2-4-324 0 0,-1-4-578 0 0,-1-4-1207 0 0,1-5-2300 0 0,0-4 504 0 0</inkml:trace>
  <inkml:trace contextRef="#ctx0" brushRef="#br6" timeOffset="2350.856">2427 476 392 0 0,'0'0'0'0'0,"0"0"3168"0"0,0 0-671 0 0,0 0-1298 0 0,0 0-482 0 0,0 0-308 0 0,0 0 80 0 0,0 0 135 0 0,0 0-93 0 0,0 0-199 0 0,0 0 170 0 0,0 0 220 0 0,5-3 96 0 0,1-1 93 0 0,2 2 210 0 0,1 3-71 0 0,3 2 24 0 0,2 5-397 0 0,4 4-350 0 0,3 6-145 0 0,3 5-114 0 0,2 6-52 0 0,0 5-10 0 0,0 3-18 0 0,-3 2-115 0 0,-1 1-85 0 0,-3-2-114 0 0,-2-2-35 0 0,-4-3-78 0 0,-2-5-229 0 0,-2-5-161 0 0,-3-4-378 0 0,-3-5-69 0 0,-1-4-313 0 0,-2-4-613 0 0,-1-3-1012 0 0,-5-1-921 0 0,0-2 3356 0 0</inkml:trace>
  <inkml:trace contextRef="#ctx0" brushRef="#br7" timeOffset="2541.026">2405 895 6565 0 0,'0'0'0'0'0,"0"0"3000"0"0,0 0-1321 0 0,0 0-378 0 0,0 0 93 0 0,0 0 227 0 0,44-22-488 0 0,15-9-294 0 0,15-10-397 0 0,6-5-210 0 0,-1-2-226 0 0,-4-1-159 0 0,-9 4-27 0 0,-11 3-200 0 0,-12 5-271 0 0,-13 7-314 0 0,-10 7-585 0 0,-10 6-1424 0 0,-6 6-4521 0 0,-4 6 4041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9.37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277.89844"/>
      <inkml:brushProperty name="anchorY" value="-26383.97461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2553.01563"/>
      <inkml:brushProperty name="anchorY" value="-26893.44141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7616.84375"/>
      <inkml:brushProperty name="anchorY" value="-31765.1640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680.41797"/>
      <inkml:brushProperty name="anchorY" value="-32934.73047"/>
      <inkml:brushProperty name="scaleFactor" value="0.5"/>
    </inkml:brush>
  </inkml:definitions>
  <inkml:trace contextRef="#ctx0" brushRef="#br0">37 729 4172 0 0,'0'0'0'0'0,"0"0"1240"0"0,0 0-690 0 0,0 0-331 0 0,0 0 99 0 0,0 0-303 0 0,0 0 96 0 0,0 0 2145 0 0,0 0-1922 0 0,0 0 301 0 0,0 1-155 0 0,0 1 214 0 0,0-1-11 0 0,0 1-111 0 0,0-1-98 0 0,0-1-43 0 0,0 0-62 0 0,0 1-77 0 0,0-1 12 0 0,0 0-16 0 0,0-1 5 0 0,0 1-34 0 0,1 0-5 0 0,1 0-42 0 0,2-1-22 0 0,2-1 63 0 0,3-2-129 0 0,3-4 77 0 0,6-2-17 0 0,5-4 45 0 0,5-5-128 0 0,6-4-54 0 0,3-3-41 0 0,2-4-87 0 0,0-3 92 0 0,0 0-122 0 0,-2 0 8 0 0,-4 2-80 0 0,-4 2-104 0 0,-3 5-69 0 0,-7 4 33 0 0,-4 6-53 0 0,-6 5-146 0 0,-4 4-128 0 0,-2 3-375 0 0,-6 4-489 0 0,-5 4-913 0 0,-6 3-2433 0 0,1-1 922 0 0</inkml:trace>
  <inkml:trace contextRef="#ctx0" brushRef="#br1" timeOffset="366.623">1 748 2452 0 0,'0'0'0'0'0,"0"0"1852"0"0,0 0-307 0 0,0 0-109 0 0,0 0-254 0 0,0 0 1 0 0,0 0-145 0 0,0 0-113 0 0,0 0-178 0 0,0 0-144 0 0,0 0-23 0 0,0 0-116 0 0,0 0-85 0 0,0 0-58 0 0,0 0-55 0 0,0 0-36 0 0,0 1-56 0 0,2 0-46 0 0,2 2 18 0 0,6 1 212 0 0,7 2-150 0 0,7 4 15 0 0,10 2-6 0 0,8 2 224 0 0,9 3-5 0 0,4 2-232 0 0,4 1-4 0 0,0 0-162 0 0,-3-2-20 0 0,-3-2-11 0 0,-6-2-6 0 0,-6-2-104 0 0,-7-2-12 0 0,-7-2-17 0 0,-6-2-203 0 0,-6-1-430 0 0,-5-3-352 0 0,-4 0-814 0 0,-3-1-1417 0 0,-2-1-4157 0 0,-2-1 5487 0 0</inkml:trace>
  <inkml:trace contextRef="#ctx0" brushRef="#br2" timeOffset="4352.943">1743 507 468 0 0,'0'0'0'0'0,"0"0"2584"0"0,0 0-793 0 0,0 0-310 0 0,0 0-189 0 0,0 0-44 0 0,0 0-60 0 0,0 0-191 0 0,0 0-150 0 0,0 0-133 0 0,0 0 22 0 0,-1 0 50 0 0,0 0-25 0 0,0 2-124 0 0,0 1-83 0 0,1 2-171 0 0,1 1-216 0 0,3 3 40 0 0,5 2-132 0 0,4 4-76 0 0,5 4 2 0 0,3 4-100 0 0,2 2 126 0 0,1 2-214 0 0,-1 1-39 0 0,-3-1-5 0 0,-2-1-240 0 0,-2-3-217 0 0,-3-3-68 0 0,-4-4-199 0 0,-3-2-513 0 0,-2-4-1377 0 0,-4-2-2135 0 0,-2-3 1018 0 0</inkml:trace>
  <inkml:trace contextRef="#ctx0" brushRef="#br3" timeOffset="4640.205">1983 470 2904 0 0,'0'0'0'0'0,"0"0"2136"0"0,0 0-545 0 0,0 0-214 0 0,0 0-112 0 0,0 0-4 0 0,0 0-283 0 0,0 0-135 0 0,0 0-224 0 0,0 0-286 0 0,0 0-59 0 0,-6 21-46 0 0,-5 9 258 0 0,-6 9 65 0 0,-4 5 57 0 0,-3 5-151 0 0,-3 1-59 0 0,0 0-64 0 0,-2 0-47 0 0,1-1-93 0 0,1-3-200 0 0,1-4 36 0 0,3-4-187 0 0,3-5-134 0 0,5-6-280 0 0,3-5-259 0 0,5-7-344 0 0,3-5-671 0 0,3-4-2460 0 0,0-4-1897 0 0,2-1 5108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9.91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9201.46875"/>
      <inkml:brushProperty name="anchorY" value="-48396.61719"/>
      <inkml:brushProperty name="scaleFactor" value="0.5"/>
    </inkml:brush>
  </inkml:definitions>
  <inkml:trace contextRef="#ctx0" brushRef="#br0">1 77 3420 0 0,'0'0'0'0'0,"0"0"3025"0"0,0 0-1257 0 0,0 0-219 0 0,0 0-117 0 0,0 0-72 0 0,0 0-121 0 0,0 0-251 0 0,0 0-29 0 0,0 0-191 0 0,0 0-172 0 0,18-3-13 0 0,9-1 110 0 0,12 0-76 0 0,10 0-145 0 0,10 0-77 0 0,8 1-68 0 0,8-1-113 0 0,5-1-19 0 0,5 0-80 0 0,2-1-124 0 0,0-1-27 0 0,-6 0-60 0 0,-6 1-39 0 0,-8 0-134 0 0,-11 2-112 0 0,-9 2-104 0 0,-11 0-163 0 0,-9 1-260 0 0,-9 3-806 0 0,-8 1-957 0 0,-5 2-1798 0 0,-5 3-1427 0 0,-2-2 3341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9.27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14.39844"/>
      <inkml:brushProperty name="anchorY" value="-46765.7656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42.05469"/>
      <inkml:brushProperty name="anchorY" value="-47969.50781"/>
      <inkml:brushProperty name="scaleFactor" value="0.5"/>
    </inkml:brush>
  </inkml:definitions>
  <inkml:trace contextRef="#ctx0" brushRef="#br0">0 17 7977 0 0,'0'0'0'0'0,"0"0"2540"0"0,0 0-1209 0 0,0 0-186 0 0,0 0-67 0 0,0 0-17 0 0,0 0-202 0 0,0 0-85 0 0,16 21-186 0 0,6 6-150 0 0,5 4-69 0 0,4 1-111 0 0,1 0-71 0 0,2-3-46 0 0,2-1-53 0 0,1-3-95 0 0,2-3-39 0 0,2-2-165 0 0,0-3-120 0 0,0-2-212 0 0,-3-3-203 0 0,-3-2-79 0 0,-3-3-175 0 0,-6 0-196 0 0,-4-2-16 0 0,-7 0-207 0 0,-6-1-775 0 0,-4 0-1968 0 0,-3 0-993 0 0</inkml:trace>
  <inkml:trace contextRef="#ctx0" brushRef="#br1" timeOffset="210.637">63 420 12269 0 0,'0'0'0'0'0,"0"0"2040"0"0,0 0-1246 0 0,0 0 338 0 0,26-21 51 0 0,12-9-105 0 0,12-11-516 0 0,11-5-285 0 0,6-1-258 0 0,0 1-50 0 0,-2 3-335 0 0,-6 5-341 0 0,-8 6-70 0 0,-8 6-154 0 0,-11 6-644 0 0,-8 6-1282 0 0,-8 6-2835 0 0,-6 3-962 0 0,-6 3 8035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6.64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554.10156"/>
      <inkml:brushProperty name="anchorY" value="-41010.13281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523.02734"/>
      <inkml:brushProperty name="anchorY" value="-42365.9257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578.39844"/>
      <inkml:brushProperty name="anchorY" value="-43375.5390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817.77734"/>
      <inkml:brushProperty name="anchorY" value="-43846.72656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951.58594"/>
      <inkml:brushProperty name="anchorY" value="-45146.90625"/>
      <inkml:brushProperty name="scaleFactor" value="0.5"/>
    </inkml:brush>
  </inkml:definitions>
  <inkml:trace contextRef="#ctx0" brushRef="#br0">388 43 4576 0 0,'0'0'0'0'0,"0"0"1005"0"0,0 0 2664 0 0,0 0-3361 0 0,0 0 1062 0 0,0 0-568 0 0,0 0 48 0 0,0 0-5 0 0,0 0-69 0 0,0 0-129 0 0,-1-7-73 0 0,0-1 5 0 0,0-1 60 0 0,0 2-40 0 0,0 1-106 0 0,-1 3-70 0 0,-2 0-203 0 0,-6 3-159 0 0,-5 3-41 0 0,-7 2-108 0 0,-6 5-29 0 0,-5 4 42 0 0,-3 7 18 0 0,-2 6 61 0 0,0 6 43 0 0,2 6 11 0 0,4 2 13 0 0,3 2-28 0 0,5 0-29 0 0,7-3-11 0 0,5-3-66 0 0,5-6-119 0 0,7-5-73 0 0,9-4-4 0 0,9-3 3 0 0,10-2-226 0 0,11-2-154 0 0,13 1-785 0 0,10-2-331 0 0,11-2-491 0 0,3-1-1914 0 0,8-3-1426 0 0,-15-3 5221 0 0</inkml:trace>
  <inkml:trace contextRef="#ctx0" brushRef="#br1" timeOffset="335.843">732 285 8021 0 0,'0'0'0'0'0,"0"0"1644"0"0,0 0-649 0 0,0 0-379 0 0,0 0-127 0 0,0 0 362 0 0,0 0-49 0 0,0 0-330 0 0,0 0-230 0 0,-13 20-83 0 0,4 7 85 0 0,8 4-27 0 0,11 1 22 0 0,9-1-131 0 0,10-4-22 0 0,7-3-16 0 0,6-4-78 0 0,3-6 18 0 0,2-5-131 0 0,2-4 151 0 0,0-6-46 0 0,0-6 25 0 0,-2-6-12 0 0,-5-5-126 0 0,-5-6-86 0 0,-8-3-54 0 0,-9-3 148 0 0,-9-1 126 0 0,-12 1 72 0 0,-11 0 10 0 0,-12 3 2 0 0,-10 2-89 0 0,-9 3 86 0 0,-6 4-3 0 0,-5 2 118 0 0,1 5-72 0 0,1 4-17 0 0,5 4-120 0 0,7 4 26 0 0,6 5-195 0 0,8 6-80 0 0,7 5-35 0 0,8 6-62 0 0,5 3-144 0 0,6 4-174 0 0,9 0-153 0 0,9 0-573 0 0,11-3-903 0 0,6-2-2012 0 0,10-5 548 0 0,-5-5 3925 0 0</inkml:trace>
  <inkml:trace contextRef="#ctx0" brushRef="#br2" timeOffset="680.833">1308 549 6097 0 0,'0'0'0'0'0,"0"0"1976"0"0,0 0-733 0 0,0 0-411 0 0,0 0-6 0 0,0 0 17 0 0,0 0-91 0 0,0 0-233 0 0,0 0 20 0 0,0 0-81 0 0,0 0 6 0 0,0 0 6 0 0,53 17 24 0 0,9 1 18 0 0,6 0 34 0 0,-6-3-105 0 0,-10-5-84 0 0,-12-5-69 0 0,-13-3-47 0 0,-10-4-39 0 0,-7-4-85 0 0,-5-3-125 0 0,-3-5-60 0 0,-5-4-149 0 0,-5-4-49 0 0,-8-5 67 0 0,-5-3 35 0 0,-6-4 37 0 0,-6-3 11 0 0,-1-1-54 0 0,0-1 13 0 0,2 1 40 0 0,4 2 29 0 0,6 3-6 0 0,6 4 52 0 0,6 5-45 0 0,4 5 53 0 0,3 5 36 0 0,4 5 252 0 0,4 3-282 0 0,3 4 52 0 0,3 1-134 0 0,4 2-90 0 0,3 0-282 0 0,4 1-221 0 0,4 1-156 0 0,4 1-363 0 0,3 0-452 0 0,0-1-584 0 0,-1 0-1906 0 0,-1 0 1438 0 0,-8 0 804 0 0</inkml:trace>
  <inkml:trace contextRef="#ctx0" brushRef="#br3" timeOffset="934.576">1930 78 8585 0 0,'0'0'0'0'0,"0"0"2016"0"0,0 0-971 0 0,0 0-25 0 0,0 0-104 0 0,0 0 321 0 0,0 0-265 0 0,0 0-503 0 0,0 0-211 0 0,23 24-160 0 0,5 9-80 0 0,4 8-7 0 0,-2 2-10 0 0,-2 1-11 0 0,-4-3-85 0 0,-3-3-9 0 0,-3-3-64 0 0,-1-5-67 0 0,-3-3-79 0 0,-1-5-311 0 0,-2-2-247 0 0,-1-4-747 0 0,-2-2-949 0 0,-3-3-2330 0 0,-2-2 242 0 0,-1-4 4915 0 0</inkml:trace>
  <inkml:trace contextRef="#ctx0" brushRef="#br4" timeOffset="1224.185">2034 655 5396 0 0,'0'0'0'0'0,"0"0"2369"0"0,0 0-1173 0 0,0 0-504 0 0,0 0 30 0 0,0 0-66 0 0,0 0-195 0 0,0 0-219 0 0,0 0-50 0 0,0 0 47 0 0,0 0 76 0 0,1 1 109 0 0,0-1-18 0 0,0 0 27 0 0,-1 1 100 0 0,1-2-116 0 0,0-1-82 0 0,0-3 22 0 0,2-3-161 0 0,3-4 180 0 0,2-4-8 0 0,4-5 14 0 0,3-4-145 0 0,2-2-39 0 0,0-2 16 0 0,2 0-77 0 0,-1 2-50 0 0,1 0-45 0 0,0 2-41 0 0,0 2-153 0 0,-1 1-311 0 0,1 0-302 0 0,-1 2-319 0 0,0-1-674 0 0,-3 3-1283 0 0,-2 0-3456 0 0,-3 4 2928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50.57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1142.10938"/>
      <inkml:brushProperty name="anchorY" value="-49191.1171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2368.61719"/>
      <inkml:brushProperty name="anchorY" value="-49656.1679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3517.35938"/>
      <inkml:brushProperty name="anchorY" value="-50795.9531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4745.84375"/>
      <inkml:brushProperty name="anchorY" value="-51689.4843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5977.95313"/>
      <inkml:brushProperty name="anchorY" value="-52959.80859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9149.21094"/>
      <inkml:brushProperty name="anchorY" value="-75485.53125"/>
      <inkml:brushProperty name="scaleFactor" value="0.5"/>
    </inkml:brush>
  </inkml:definitions>
  <inkml:trace contextRef="#ctx0" brushRef="#br0">341 383 5489 0 0,'0'0'0'0'0,"0"0"2288"0"0,0 0-714 0 0,0 0-169 0 0,0 0-141 0 0,0 0-295 0 0,0 0-398 0 0,0 0-204 0 0,0 0-116 0 0,0 0 71 0 0,0 0-101 0 0,0 0 55 0 0,27 9 73 0 0,8 3-64 0 0,6 2-21 0 0,1 0 81 0 0,-3-2 15 0 0,-3-2-7 0 0,-5-1-34 0 0,-6-4-92 0 0,-6-1-149 0 0,-5-2-68 0 0,-5-1-65 0 0,-4-1-70 0 0,-2-2 12 0 0,-2-4 129 0 0,0-3-92 0 0,-1-4-170 0 0,0-5-140 0 0,-5-5 86 0 0,-6-4 63 0 0,-6-3 164 0 0,-6-4-159 0 0,-5-1-88 0 0,-2-1 11 0 0,-1 0-31 0 0,4 2 105 0 0,5 2 99 0 0,6 4-23 0 0,6 3 80 0 0,8 4 85 0 0,9 4 166 0 0,8 2-95 0 0,6 4 90 0 0,5 3-199 0 0,3 2-232 0 0,2 2-227 0 0,-1 1-339 0 0,2 2-1089 0 0,-3 1-1162 0 0,1 0-1858 0 0,-6 0 2140 0 0</inkml:trace>
  <inkml:trace contextRef="#ctx0" brushRef="#br1" timeOffset="404.421">853 205 1228 0 0,'0'0'0'0'0,"0"0"8185"0"0,0 0-7594 0 0,0 0 1073 0 0,0 0-1093 0 0,0 0 309 0 0,0 0-70 0 0,0 0-161 0 0,0 0-74 0 0,0 0-150 0 0,0 0 22 0 0,53-4-74 0 0,10-3-65 0 0,6-3-87 0 0,-2-3-244 0 0,-10 1 61 0 0,-11-1-225 0 0,-12 1 7 0 0,-10 1-27 0 0,-10 1-97 0 0,-8 0-208 0 0,-3 0 25 0 0,-6-1 92 0 0,-5-1 4 0 0,-6-1-55 0 0,-3 1 83 0 0,-4 0 77 0 0,-2 3 157 0 0,-3 2 52 0 0,-1 2 0 0 0,0 4 88 0 0,-1 5 81 0 0,1 6-121 0 0,1 4-209 0 0,1 6 114 0 0,2 4 144 0 0,4 4 27 0 0,2 4 128 0 0,5 1-43 0 0,4 1 22 0 0,4-1 17 0 0,2-2-10 0 0,3-1-53 0 0,5-3-16 0 0,5-1-14 0 0,5-3-74 0 0,4 0 4 0 0,4-3-258 0 0,1-1-107 0 0,2-3-453 0 0,-1-2-628 0 0,-1-3-1299 0 0,-1-2-1649 0 0,-6-2 642 0 0</inkml:trace>
  <inkml:trace contextRef="#ctx0" brushRef="#br2" timeOffset="733.964">1298 458 9201 0 0,'0'0'0'0'0,"0"0"2180"0"0,0 0-1419 0 0,0 0-46 0 0,0 0-79 0 0,0 0 30 0 0,0 0-186 0 0,0 0-175 0 0,0 0-58 0 0,4-22-5 0 0,4-8-74 0 0,3-6-86 0 0,2-3 62 0 0,1-1-54 0 0,2 1-102 0 0,-1 2 28 0 0,3 2-118 0 0,-2 4 122 0 0,0 4-46 0 0,-2 5-74 0 0,0 6 29 0 0,-3 5 84 0 0,-1 4 118 0 0,-2 4-37 0 0,0 2-28 0 0,-2 3-71 0 0,2 3-39 0 0,1 1 60 0 0,1 3-10 0 0,3 3 51 0 0,1 4-2 0 0,1 2-6 0 0,2 4-56 0 0,-2 2-41 0 0,-1 2-38 0 0,-2 2-24 0 0,0 2 16 0 0,-1 1-96 0 0,-1 1-16 0 0,-2-1-18 0 0,-3-1-44 0 0,-1-2-186 0 0,-2-2-183 0 0,-1-4-265 0 0,-1-4-642 0 0,0-5-1395 0 0,0-4-2003 0 0,0-4 1690 0 0</inkml:trace>
  <inkml:trace contextRef="#ctx0" brushRef="#br3" timeOffset="1051.542">1883 113 848 0 0,'0'0'0'0'0,"0"0"5433"0"0,0 0-4640 0 0,0 0 836 0 0,0 0-658 0 0,0 0 71 0 0,0 0 21 0 0,0 0-280 0 0,0 0-196 0 0,0 0-108 0 0,0 0-105 0 0,0 0 65 0 0,11 7-40 0 0,5 2-27 0 0,4 3 28 0 0,1 2-29 0 0,0 2-91 0 0,0 2-25 0 0,0 1-69 0 0,0 3-49 0 0,-1 1-20 0 0,2 2-29 0 0,-1 1 32 0 0,2 2-12 0 0,0 0-10 0 0,0 0-99 0 0,-1-1 14 0 0,-1-1-16 0 0,-3-2-112 0 0,-3-4-53 0 0,-4-2-347 0 0,-2-4-177 0 0,-4-3-221 0 0,-3-5-439 0 0,-1-2-760 0 0,-1-2-2248 0 0,-1-3-27 0 0,-1-2 1919 0 0</inkml:trace>
  <inkml:trace contextRef="#ctx0" brushRef="#br4" timeOffset="1322.211">1974 530 964 0 0,'0'0'0'0'0,"0"0"8053"0"0,0 0-6940 0 0,0 0 937 0 0,0 0-688 0 0,0 0-127 0 0,0 0-198 0 0,0 0-511 0 0,29-24-452 0 0,11-10-3 0 0,8-8-231 0 0,3-4-542 0 0,-2-1-256 0 0,-4 2-49 0 0,-7 5-328 0 0,-7 5-1000 0 0,-8 7-1860 0 0,-8 6-1021 0 0,-6 7 5392 0 0</inkml:trace>
  <inkml:trace contextRef="#ctx0" brushRef="#br5" timeOffset="46439.983">1 456 300 0 0,'0'0'0'0'0,"0"0"132"0"0,0 0 210 0 0,0 0 3305 0 0,0 0-2187 0 0,0 0 98 0 0,0 0-654 0 0,0 0-78 0 0,0 0-143 0 0,1 0-255 0 0,1 0-163 0 0,0-1-141 0 0,0 1-45 0 0,-1 1 115 0 0,-1 1-1 0 0,1 2-70 0 0,-1 0 420 0 0,0 1-286 0 0,0-1 69 0 0,1 1-46 0 0,1 0-37 0 0,0-1 35 0 0,1 0-74 0 0,1 0-54 0 0,-1 1-104 0 0,1-1-38 0 0,0 1-56 0 0,0 0 50 0 0,1 1-80 0 0,-1 0 36 0 0,1 2 49 0 0,-2 1-6 0 0,0 1 187 0 0,-1 2-110 0 0,-1 0 61 0 0,-1 2 33 0 0,0-1-29 0 0,0 0 11 0 0,0 0-34 0 0,0-1 13 0 0,0-1-146 0 0,0 0 32 0 0,0-2-92 0 0,0 0 19 0 0,-1-2 9 0 0,1 0 36 0 0,1-2-69 0 0,1 0 88 0 0,1 1-18 0 0,1 0 137 0 0,1 2 86 0 0,1 0-255 0 0,-1 2 278 0 0,1 1-57 0 0,0 1 60 0 0,0 0-53 0 0,0 1-52 0 0,-1-2-18 0 0,-1 0-62 0 0,0-1-58 0 0,-2-2-62 0 0,0-2 24 0 0,0-1-23 0 0,1-1 14 0 0,-1-1 47 0 0,0-1-4 0 0,1 0 14 0 0,-2 0 50 0 0,0 0-60 0 0,0 2 95 0 0,-1 2-102 0 0,1 1 176 0 0,-1 2-89 0 0,0 1-85 0 0,-1 0 23 0 0,1-1 3 0 0,0-2 32 0 0,0-2 24 0 0,0-1-18 0 0,0-2 23 0 0,0 0-20 0 0,0-1 6 0 0,0-1-62 0 0,0 0 12 0 0,0 0 86 0 0,2 0 159 0 0,1 0-109 0 0,1-1-15 0 0,2 1-90 0 0,2 0-42 0 0,-1 0-1 0 0,2 0-3 0 0,0 1 13 0 0,2-1-4 0 0,1 1 2 0 0,1-1 74 0 0,1 1-95 0 0,1 0 102 0 0,1-1 15 0 0,2 0-16 0 0,2 1-37 0 0,5 1-40 0 0,3 0 46 0 0,5 1 318 0 0,6 1-469 0 0,1 0 146 0 0,2 1-55 0 0,-1 0-14 0 0,-3 1 3 0 0,-2-1-49 0 0,-3-1 70 0 0,-1 0-28 0 0,-3-1 14 0 0,0-1 3 0 0,-1 1 9 0 0,-2-2-7 0 0,-2 1 7 0 0,0-2-6 0 0,-1 0 2 0 0,-1 1-1 0 0,1-1 4 0 0,0-1-5 0 0,1 1 16 0 0,1 0 32 0 0,1 0-55 0 0,2 0 112 0 0,2 0-24 0 0,2 0 29 0 0,1-1-17 0 0,0 1 1 0 0,-2 0 4 0 0,-1-1-15 0 0,-2 1-15 0 0,-2 0-6 0 0,-3 0-4 0 0,-2 0 28 0 0,-2 0-93 0 0,0 0 102 0 0,2 0-112 0 0,1 0 34 0 0,3 0-22 0 0,2 0 8 0 0,3 0-2 0 0,0 0-5 0 0,2 0-3 0 0,-1 1 5 0 0,1-1-1 0 0,-3 1-10 0 0,0-1-1 0 0,-3 1 0 0 0,0 0-1 0 0,-2-1 0 0 0,-1 0 0 0 0,0 0-47 0 0,-2 0 65 0 0,1 0-12 0 0,-1 0 5 0 0,0 1 1 0 0,0 0 0 0 0,-1 0-5 0 0,-1 0-3 0 0,-1 1-46 0 0,-2 0 55 0 0,-2-1-61 0 0,-3 1 13 0 0,-1-1 0 0 0,-1 0-34 0 0,-1-1 28 0 0,-2 1-23 0 0,0-1 29 0 0,-1 0 38 0 0,0 1-9 0 0,2-1 6 0 0,-1 1 0 0 0,1-1 0 0 0,0 1 0 0 0,1 0-47 0 0,2-1 70 0 0,-1 1-19 0 0,1 0 3 0 0,-1-1 2 0 0,0 1-1 0 0,-1-1-5 0 0,-2 0 2 0 0,-1 1-6 0 0,-1-1-40 0 0,-1 1 6 0 0,0-1-28 0 0,0 0-12 0 0,1 1-40 0 0,-1-1-5 0 0,0 1 12 0 0,0 0-34 0 0,1-1 66 0 0,0 1 82 0 0,0 0-20 0 0,0-1-61 0 0,0 1 96 0 0,0-1-27 0 0,-1 0 14 0 0,0 0 4 0 0,-1 0 0 0 0,0 0 0 0 0,-1 0 0 0 0,-1 0-5 0 0,0 1 2 0 0,1-1-1 0 0,1 0 0 0 0,-1 1 4 0 0,2-1 0 0 0,0 0-10 0 0,0 1-62 0 0,1-1 36 0 0,-1 0 32 0 0,0 1-10 0 0,-1-1 15 0 0,-1 0-2 0 0,0 1 15 0 0,-1-1 38 0 0,0 0-48 0 0,0 1 13 0 0,0-1-9 0 0,0 0-9 0 0,1 0 3 0 0,0 0-7 0 0,-1 0-3 0 0,1 0-51 0 0,0 0 66 0 0,-1 0-22 0 0,0 0 11 0 0,0 0 4 0 0,0 0 4 0 0,0 0 4 0 0,0 0 4 0 0,1 0 60 0 0,0 0-35 0 0,0 0 18 0 0,0-1-8 0 0,0 0 2 0 0,0 0 3 0 0,1 0-5 0 0,0-1-50 0 0,0 0 15 0 0,0 1-8 0 0,0-1-5 0 0,1 1 2 0 0,-2 0-15 0 0,2 0 4 0 0,-2 1-2 0 0,1 0-42 0 0,-1 0 54 0 0,-1 0-18 0 0,1 0 6 0 0,-1 0 0 0 0,1-1 14 0 0,0 1 10 0 0,1-1-2 0 0,1-1 62 0 0,0 1-77 0 0,0-1 68 0 0,1 0-68 0 0,0-1 71 0 0,0 1-68 0 0,0-1 95 0 0,1 0 10 0 0,2-1 79 0 0,1-2-22 0 0,0 0-43 0 0,1-2-13 0 0,1-1-5 0 0,-1 0 16 0 0,1-1-19 0 0,0 0-55 0 0,-2-1-31 0 0,0 0 9 0 0,-2-1-7 0 0,-1 1 0 0 0,-1 0 0 0 0,-2-1 0 0 0,1 0-10 0 0,-2-1-1 0 0,1-1 0 0 0,-2-1-15 0 0,1-1-52 0 0,-1 0 28 0 0,0 0 34 0 0,0 2-1 0 0,0 1 8 0 0,0 2 10 0 0,0 3 68 0 0,0 1-89 0 0,0 3 104 0 0,0 1-110 0 0,0 2 38 0 0,0 0-12 0 0,0 1 0 0 0,0 0-14 0 0,0 1-141 0 0,0-1-58 0 0,0 0-54 0 0,0 1-169 0 0,0 0-62 0 0,-2 1-373 0 0,-2 1-407 0 0,-1 0-1147 0 0,-5 2-1614 0 0,-2 1-1954 0 0,14-8 3607 0 0,2-1 2442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2:15:57.87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3258.92969"/>
      <inkml:brushProperty name="anchorY" value="-77393.046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2402.83594"/>
      <inkml:brushProperty name="anchorY" value="-76442.19531"/>
      <inkml:brushProperty name="scaleFactor" value="0.5"/>
    </inkml:brush>
  </inkml:definitions>
  <inkml:trace contextRef="#ctx0" brushRef="#br0">10 184 508,'0'0'0,"0"0"1044,0 0-915,0 0-419,0 0-49,0 0-154,0 0 425,0 0 182,0 0-26,-2-15 24,0-1 114,0-2 214,1 2-167,0 2-311,0 3-15,1 2-752,0 4-81</inkml:trace>
  <inkml:trace contextRef="#ctx0" brushRef="#br1" timeOffset="348.054">15 0 1968,'0'0'0,"0"0"1956,0 0-625,0 0-503,0 0 87,0 0-354,0 0-291,0 0 1265,0 0-282,0 0-496,0 0-17,0 0-136,0 4 41,0-1-27,0 0-82,1 0-27,4 0-72,3-1-89,6 1-84,3 0-28,6 1 227,3 1-113,5 0-148,1 1-67,2 0-83,-1 0 69,0-1-15,0-1 4,1 0 16,1-2-18,1-1-13,1 0-94,-1-2 90,-1 0-112,-3-1-126,-5-1-83,-4 1-59,-5 0-231,-5 0-152,-5 1-315,-4 0-455,-2 0-885,-3 0-2494,-1 1-2430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8.47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087.26563"/>
      <inkml:brushProperty name="anchorY" value="-45583.13672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410.65234"/>
      <inkml:brushProperty name="anchorY" value="-45833.80859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2391.3125"/>
      <inkml:brushProperty name="anchorY" value="-76596.46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5486.79688"/>
      <inkml:brushProperty name="anchorY" value="-78432.25"/>
      <inkml:brushProperty name="scaleFactor" value="0.5"/>
    </inkml:brush>
  </inkml:definitions>
  <inkml:trace contextRef="#ctx0" brushRef="#br0">0 870 3372 0 0,'0'0'0'0'0,"0"0"5345"0"0,0 0-4500 0 0,0 0 665 0 0,0 0-666 0 0,0 0 338 0 0,0 0-37 0 0,0 0-339 0 0,0 0-92 0 0,29-25-318 0 0,11-9 25 0 0,11-10-59 0 0,5-5-96 0 0,3-4-37 0 0,-1-1-99 0 0,-3 0-138 0 0,-4 2-58 0 0,-8 3-268 0 0,-10 4-332 0 0,-10 6-360 0 0,-10 6-571 0 0,-9 7-1019 0 0,-10 7-2365 0 0,-9 6-1500 0 0,-2 6 7767 0 0</inkml:trace>
  <inkml:trace contextRef="#ctx0" brushRef="#br1" timeOffset="252.674">36 703 4940 0 0,'0'0'0'0'0,"0"0"6973"0"0,0 0-6123 0 0,0 0 1188 0 0,0 0-1152 0 0,0 0 483 0 0,0 0-439 0 0,0 0-375 0 0,0 0-394 0 0,0 0-111 0 0,0 0 236 0 0,0 0-187 0 0,26 6 1 0 0,13 2 135 0 0,13 2-232 0 0,11 0 20 0 0,6 0-11 0 0,6-3 71 0 0,5-1-18 0 0,2-2-78 0 0,2-2-142 0 0,-2-1-73 0 0,-5-1-146 0 0,-6 1-187 0 0,-8 1-240 0 0,-6 1-367 0 0,-10 1-1008 0 0,-9 0-2166 0 0,-7 0-2653 0 0,-10 0 4747 0 0</inkml:trace>
  <inkml:trace contextRef="#ctx0" brushRef="#br2" timeOffset="67724.955">168 472 144 0 0,'0'0'0'0'0,"0"0"1084"0"0,0 0-644 0 0,0 0-133 0 0,0 0-198 0 0,0 0-101 0 0,0 0 0 0 0,0 0-67 0 0,0 0 14 0 0,-6-6 129 0 0,-1 0 390 0 0,1 0 106 0 0,0 0-44 0 0,2 0-60 0 0,2 2-146 0 0,1 1-255 0 0,1 0 96 0 0,1 1-193 0 0,0 1 1069 0 0,1 0-897 0 0,0 1 6 0 0,-1-1-118 0 0,0 1 118 0 0,1 0 123 0 0,0 0 61 0 0,1-1-20 0 0,2-1-84 0 0,0 0-95 0 0,1-1-91 0 0,0 1-42 0 0,0-1-201 0 0,0 1-156 0 0,-1 1-413 0 0,0 0-439 0 0,0 2-102 0 0,0 0-362 0 0,0 2-463 0 0,-15 1 2442 0 0,-1-1-632 0 0</inkml:trace>
  <inkml:trace contextRef="#ctx0" brushRef="#br3" timeOffset="71771.835">345 400 744 0 0,'0'0'0'0'0,"0"0"2580"0"0,0 0-924 0 0,0 0 199 0 0,0 0-636 0 0,0 0-163 0 0,0 0-185 0 0,0 0-160 0 0,0 0-141 0 0,0 0-58 0 0,0 0-43 0 0,0 0-36 0 0,-1 0-19 0 0,0 0 11 0 0,0 0-7 0 0,1 0 30 0 0,2-1-54 0 0,3-1-58 0 0,1 1-46 0 0,2-2 11 0 0,3 0-28 0 0,1-2 155 0 0,4 0-167 0 0,2-3-135 0 0,2 0-116 0 0,1-3 20 0 0,-1 0-27 0 0,-2-1-3 0 0,-2 0-9 0 0,-1 0-58 0 0,-2 1 11 0 0,-2 0 67 0 0,-1 1-21 0 0,0 1 14 0 0,-1 0-5 0 0,0 0-3 0 0,1 0 5 0 0,0 0 55 0 0,0-1 16 0 0,1-1-28 0 0,2-1-40 0 0,1 0 7 0 0,1-1-2 0 0,2-1 3 0 0,1 0 102 0 0,3-1-75 0 0,1 0-28 0 0,2 1 51 0 0,2-1-20 0 0,1 2 52 0 0,-2 1 16 0 0,0 1-58 0 0,-3 1 29 0 0,-2 2 36 0 0,-4 0 17 0 0,-1 3-16 0 0,-4 0-6 0 0,-2 2-26 0 0,-3 0-27 0 0,-2 1 24 0 0,-2 1-89 0 0,-1 0 16 0 0,0 0-8 0 0,0 1-12 0 0,-1 0-48 0 0,1 0-38 0 0,-1 0-286 0 0,0 0-242 0 0,-1 2-147 0 0,-4 2-581 0 0,-6 2-1045 0 0,-3 1-2915 0 0,-9 3-2357 0 0,25-12 9390 0 0,3-2-3001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52.90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7202.90625"/>
      <inkml:brushProperty name="anchorY" value="-53428.4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79289.23438"/>
      <inkml:brushProperty name="anchorY" value="-53605.4804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5515.17969"/>
      <inkml:brushProperty name="anchorY" value="-70502.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9261.10938"/>
      <inkml:brushProperty name="anchorY" value="-71065.53906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8371.86719"/>
      <inkml:brushProperty name="anchorY" value="-70716.25781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07520.84375"/>
      <inkml:brushProperty name="anchorY" value="-69956.39063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6505.08594"/>
      <inkml:brushProperty name="anchorY" value="-72398.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7793.64063"/>
      <inkml:brushProperty name="anchorY" value="-72800.92188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8640.30469"/>
      <inkml:brushProperty name="anchorY" value="-73647.58594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7699.09375"/>
      <inkml:brushProperty name="anchorY" value="-73568.60938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19499.39063"/>
      <inkml:brushProperty name="anchorY" value="-74123.51563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0570.54688"/>
      <inkml:brushProperty name="anchorY" value="-75426.3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3877.25"/>
      <inkml:brushProperty name="anchorY" value="-77344.04688"/>
      <inkml:brushProperty name="scaleFactor" value="0.5"/>
    </inkml:brush>
  </inkml:definitions>
  <inkml:trace contextRef="#ctx0" brushRef="#br0">0 765 1760 0 0,'0'0'0'0'0,"0"0"2740"0"0,0 0-1026 0 0,0 0-347 0 0,0 0-220 0 0,0 0 38 0 0,0 0-151 0 0,0 0-235 0 0,0 0-281 0 0,0 0-114 0 0,0 0-8 0 0,0 0 33 0 0,2 0 72 0 0,0-1 85 0 0,1 0 11 0 0,0 0-44 0 0,0 1 9 0 0,0 0-42 0 0,1 0-4 0 0,0 0-82 0 0,-1 1-20 0 0,0 0-70 0 0,0 0-61 0 0,0 0-63 0 0,-1 1-73 0 0,0-2-48 0 0,-1 1-32 0 0,-1 0-72 0 0,1 0 6 0 0,-1-1-87 0 0,0 0 26 0 0,0 0-31 0 0,1 0 24 0 0,2 0-12 0 0,1-1 92 0 0,5-2 35 0 0,5-3 19 0 0,6-4 20 0 0,8-5 111 0 0,10-5-58 0 0,9-5-37 0 0,8-6 32 0 0,10-5 29 0 0,7-5-1 0 0,7-3 93 0 0,4-2 92 0 0,3-1-152 0 0,1 0-34 0 0,-1 1-72 0 0,-3 2-38 0 0,-5 3-53 0 0,-7 4 0 0 0,-8 4-113 0 0,-9 5-78 0 0,-10 5-60 0 0,-10 5-124 0 0,-10 4-71 0 0,-9 5-108 0 0,-7 3-153 0 0,-5 2-275 0 0,-5 2-974 0 0,-6 1-1016 0 0,-4 1-2470 0 0,-5 2-165 0 0,0-1 4750 0 0</inkml:trace>
  <inkml:trace contextRef="#ctx0" brushRef="#br1" timeOffset="457.017">37 671 980 0 0,'0'0'0'0'0,"0"0"1500"0"0,0 0-382 0 0,0 0 244 0 0,0 0 107 0 0,0 0 93 0 0,0 0-73 0 0,0 0-118 0 0,0 0-142 0 0,0 0-65 0 0,0 0-97 0 0,13 1-185 0 0,4 1-135 0 0,3 1 46 0 0,5 2-37 0 0,3 1-201 0 0,4 3-165 0 0,5 4-120 0 0,7 4 26 0 0,7 3-17 0 0,6 3 18 0 0,7 4-64 0 0,5 1-64 0 0,3 1-27 0 0,3 0-75 0 0,-2-2-68 0 0,-1-1 8 0 0,-5-3-290 0 0,-5-2-108 0 0,-7-5-103 0 0,-7-3-152 0 0,-5-4-149 0 0,-5-3-163 0 0,-4-3-839 0 0,-4-1-1062 0 0,-3-2-3557 0 0,-6 0 856 0 0</inkml:trace>
  <inkml:trace contextRef="#ctx0" brushRef="#br2" timeOffset="23245.664">1760 1376 1656 0 0,'0'0'0'0'0,"0"0"1668"0"0,0 0 108 0 0,0 0-213 0 0,0 0-199 0 0,0 0-211 0 0,0 0-99 0 0,0 0-64 0 0,0 0-94 0 0,0 0 87 0 0,0 0 61 0 0,0 0-92 0 0,16-8 39 0 0,12-2-203 0 0,12-1-98 0 0,11 0-134 0 0,12-1-6 0 0,8 1-61 0 0,11 0-51 0 0,9 1-31 0 0,8-1 3 0 0,10 0-95 0 0,10-1 12 0 0,7 0-93 0 0,7-2-20 0 0,5 1-75 0 0,2 0-152 0 0,1 0 37 0 0,-2 2-150 0 0,-4 2 50 0 0,-4 1-55 0 0,-5 2 17 0 0,-5 0 7 0 0,-6 2-8 0 0,-7-1 51 0 0,-8 1 60 0 0,-9 0-20 0 0,-11 0 13 0 0,-9-1-57 0 0,-10 1 25 0 0,-8-1-19 0 0,-8-1-95 0 0,-9 1-178 0 0,-7 0-40 0 0,-8 1-47 0 0,-7 0-145 0 0,-6 2-328 0 0,-4 0-636 0 0,-5 0-752 0 0,-4 2-2149 0 0,-9 2-2444 0 0,-2 0 4622 0 0</inkml:trace>
  <inkml:trace contextRef="#ctx0" brushRef="#br3" timeOffset="23772.003">2599 1767 4592 0 0,'0'0'0'0'0,"0"0"2705"0"0,0 0-991 0 0,0 0-145 0 0,0 0-300 0 0,0 0-317 0 0,0 0-364 0 0,0 0-226 0 0,-46-11-158 0 0,-10 0 29 0 0,-7 1-32 0 0,0 5-146 0 0,4 8 159 0 0,6 7-55 0 0,6 8 167 0 0,6 7-62 0 0,6 6 339 0 0,8 6-166 0 0,9 2-205 0 0,6 3-31 0 0,6 1-203 0 0,6-1 74 0 0,7 0-83 0 0,8-3-127 0 0,7-4-82 0 0,9-4-226 0 0,5-4-153 0 0,7-4-78 0 0,5-4-141 0 0,5-4-286 0 0,5-5-557 0 0,-1-4-921 0 0,6-6-2919 0 0,-12-2 2569 0 0</inkml:trace>
  <inkml:trace contextRef="#ctx0" brushRef="#br4" timeOffset="24089.08">2930 1972 3464 0 0,'0'0'0'0'0,"0"0"4029"0"0,0 0-3142 0 0,0 0 413 0 0,0 0-418 0 0,0 0-90 0 0,0 0-76 0 0,-36 22-167 0 0,-3 7 23 0 0,-2 6 114 0 0,7 3-298 0 0,8 1 237 0 0,10-2-269 0 0,11-2-60 0 0,9-4-105 0 0,7-5-1 0 0,6-4 2 0 0,3-5 13 0 0,2-5-139 0 0,3-4-61 0 0,2-3 19 0 0,2-3-22 0 0,3-4-2 0 0,3-5-56 0 0,2-4 58 0 0,1-5-122 0 0,-1-5 11 0 0,-5-5-12 0 0,-6-3-119 0 0,-8-2 28 0 0,-6-2-58 0 0,-6 0 101 0 0,-9 1-106 0 0,-8 1 47 0 0,-8 3 0 0 0,-7 3 101 0 0,-3 5-70 0 0,-3 4-38 0 0,1 6-160 0 0,4 4-96 0 0,5 5-126 0 0,6 7-264 0 0,6 6-498 0 0,4 6-7 0 0,3 3-1799 0 0,3 6 479 0 0,0-4-59 0 0</inkml:trace>
  <inkml:trace contextRef="#ctx0" brushRef="#br5" timeOffset="24516.786">3216 2306 6717 0 0,'0'0'0'0'0,"0"0"2440"0"0,0 0-975 0 0,0 0-361 0 0,0 0-307 0 0,0 0-233 0 0,0 0-234 0 0,0 0-232 0 0,0 0-2 0 0,0 0-26 0 0,0 0 22 0 0,0 0 114 0 0,19 2 57 0 0,6-2 240 0 0,7-2 291 0 0,3-2-59 0 0,1-3-185 0 0,-2-2-175 0 0,-3-2-174 0 0,-5-2-204 0 0,-4-1-6 0 0,-8-1-124 0 0,-4-3 66 0 0,-5-1-83 0 0,-6-3-123 0 0,-4-2-55 0 0,-5-2 23 0 0,-4 1 6 0 0,-2-1 126 0 0,0 2 22 0 0,1 1 8 0 0,3 2 156 0 0,4 2-33 0 0,3 3 107 0 0,2 1-56 0 0,2 2 26 0 0,3 1 50 0 0,3 1-29 0 0,3 1 68 0 0,2 1-13 0 0,4-1 34 0 0,1 1-109 0 0,1 1-56 0 0,2 0 15 0 0,0 2 28 0 0,-1 1-57 0 0,0 3 18 0 0,0 0-174 0 0,-1 2-31 0 0,-2 2-76 0 0,-1 1-210 0 0,-1 2-232 0 0,-1 0-296 0 0,0 1-605 0 0,-1-1-960 0 0,2 0-4066 0 0,-2-1 4559 0 0</inkml:trace>
  <inkml:trace contextRef="#ctx0" brushRef="#br6" timeOffset="33525.86">2545 445 5020 0 0,'0'0'0'0'0,"0"0"1849"0"0,0 0-930 0 0,0 0 51 0 0,0 0-267 0 0,0 0-218 0 0,0 0 1363 0 0,0 0-1290 0 0,0 0 243 0 0,0 0-162 0 0,0 0-20 0 0,21 2 108 0 0,3-1-40 0 0,3-1-99 0 0,-2-2-89 0 0,-4-2-42 0 0,-1-1 14 0 0,-3-4-121 0 0,0-2-78 0 0,1-4-157 0 0,2-5-111 0 0,1-4-63 0 0,3-5-35 0 0,1-5-42 0 0,2-4-22 0 0,0-4 2 0 0,-1-2 10 0 0,-1-1-51 0 0,-3-1 48 0 0,-2 2-1 0 0,-5 9 84 0 0</inkml:trace>
  <inkml:trace contextRef="#ctx0" brushRef="#br7" timeOffset="34160.504">2980 202 364 0 0,'0'0'0'0'0,"0"0"0"0"0</inkml:trace>
  <inkml:trace contextRef="#ctx0" brushRef="#br8" timeOffset="34556.742">2926 49 468 0 0,'0'0'0'0'0,"0"0"1280"0"0,0 0 364 0 0,0 0 438 0 0,0 0-752 0 0,0 0-139 0 0,0 0-117 0 0,0 0-4 0 0,0 0-136 0 0,0 0-204 0 0,0 0-284 0 0,-3 10-83 0 0,0 5-104 0 0,1 5 59 0 0,-1 4-48 0 0,2 4 40 0 0,2 3-24 0 0,1 1 69 0 0,-1 3-66 0 0,0 0-53 0 0,0 1-46 0 0,0 0-82 0 0,-1 0 49 0 0,0-1-82 0 0,0-2-72 0 0,-1-1 9 0 0,0-4-67 0 0,0-2-3 0 0,0-2-32 0 0,1-2 104 0 0,0-3-36 0 0,0-1 24 0 0,-1-2 6 0 0,0-1 78 0 0,-2-1-54 0 0,-1 0-26 0 0,-2 0 8 0 0,0 1-1 0 0,0-1-6 0 0,1-1-8 0 0,0 0 2 0 0,1-2-1 0 0,1-1 10 0 0,2-1 43 0 0,-1-2-7 0 0,1 0 19 0 0,0-1 11 0 0,0-2 8 0 0,1 0-25 0 0,0 0-6 0 0,-1-1-59 0 0,0 0 10 0 0,-1-1-64 0 0,0 1-12 0 0,0-1-42 0 0,0-1-80 0 0,0 0-159 0 0,0-1-274 0 0,0 1-366 0 0,-2-2-454 0 0,-3-1-1290 0 0,-2-1-1461 0 0,-3-2 191 0 0,17 4 3453 0 0,2 0 212 0 0</inkml:trace>
  <inkml:trace contextRef="#ctx0" brushRef="#br9" timeOffset="34731.076">2577 850 1436 0 0,'0'0'0'0'0,"0"0"4641"0"0,0 0-3716 0 0,0 0 1043 0 0,0 0-590 0 0,0 0-36 0 0,0 0-303 0 0,0 0-105 0 0,50-7-188 0 0,19-7-16 0 0,19-6 54 0 0,11-6-114 0 0,5-5-320 0 0,0-2-336 0 0,-5-2 43 0 0,-9 2-343 0 0,-13 3-159 0 0,-16 6-239 0 0,-15 6-578 0 0,-15 6-1019 0 0,-11 5-3132 0 0,-9 5-831 0 0,-7 3 6822 0 0</inkml:trace>
  <inkml:trace contextRef="#ctx0" brushRef="#br10" timeOffset="35255.81">4159 1706 3068 0 0,'0'0'0'0'0,"0"0"1604"0"0,0 0 1153 0 0,0 0-1221 0 0,0 0 173 0 0,0 0-310 0 0,0 0-28 0 0,0 0 43 0 0,0 0-601 0 0,0 0-158 0 0,0 0-113 0 0,-11 22-87 0 0,-1 6-15 0 0,4 4-47 0 0,4 1-33 0 0,5-1-69 0 0,4-1-31 0 0,5-1-25 0 0,3 0-111 0 0,4 1-131 0 0,3 0-73 0 0,2-1-91 0 0,1 0-104 0 0,0-3-307 0 0,0-4-189 0 0,0-4-209 0 0,-3-5-587 0 0,-1-5-594 0 0,-4-4-751 0 0,-4-3-1283 0 0,-3-1 366 0 0,-3-3 2358 0 0,-3 0 1341 0 0</inkml:trace>
  <inkml:trace contextRef="#ctx0" brushRef="#br11" timeOffset="35541.415">4441 1856 1632 0 0,'0'0'0'0'0,"0"0"2448"0"0,0 0 430 0 0,0 0-1201 0 0,0 0-42 0 0,0 0-237 0 0,0 0-136 0 0,-32 21-37 0 0,-6 8-226 0 0,-7 7 285 0 0,0 6-400 0 0,3 4-146 0 0,3 5 125 0 0,4 3-237 0 0,1 5-255 0 0,2 2-194 0 0,0 4-168 0 0,1 1-112 0 0,2 0-200 0 0,2-1-566 0 0,3-3-463 0 0,0-5-1430 0 0,3-8-3458 0 0,-4-5-2493 0 0,5-11 10324 0 0</inkml:trace>
  <inkml:trace contextRef="#ctx0" brushRef="#br12" timeOffset="66259.069">68 1142 300 0 0,'0'0'0'0'0,"0"0"4248"0"0,0 0-2267 0 0,0 0 77 0 0,0 0-813 0 0,0 0-83 0 0,0 0-100 0 0,0 0 85 0 0,0 0-130 0 0,0 0-58 0 0,0 0-125 0 0,0 0-57 0 0,3-1-53 0 0,4 1-155 0 0,5 0-98 0 0,6 2-72 0 0,6 2-78 0 0,7 1-59 0 0,6 3-67 0 0,6 2-16 0 0,7 1 25 0 0,3 1-73 0 0,4 2-71 0 0,1 1-53 0 0,0 1 2 0 0,-1 0-78 0 0,-5 1-79 0 0,-3 0-57 0 0,-8 0-137 0 0,-6 0-254 0 0,-8-2-233 0 0,-5-1-307 0 0,-8-2-512 0 0,-5-3-979 0 0,-4-2-2747 0 0,-4-3-2417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49.56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3461.42188"/>
      <inkml:brushProperty name="anchorY" value="-83382.82031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2564.01563"/>
      <inkml:brushProperty name="anchorY" value="-83200.58594"/>
      <inkml:brushProperty name="scaleFactor" value="0.5"/>
    </inkml:brush>
  </inkml:definitions>
  <inkml:trace contextRef="#ctx0" brushRef="#br0">61 1 3724 0 0,'0'0'0'0'0,"0"0"4573"0"0,0 0-4047 0 0,0 0 713 0 0,0 0-559 0 0,0 0 415 0 0,0 0-45 0 0,0 0-370 0 0,0 0-271 0 0,0 0-242 0 0,0 0-61 0 0,0 0 29 0 0,21 14 58 0 0,6 4 2 0 0,7 5-40 0 0,4 1-87 0 0,1 0 18 0 0,1-1 80 0 0,0-2-42 0 0,1-2-14 0 0,-3-1-120 0 0,0-2 28 0 0,-3-3-88 0 0,-1 0-12 0 0,-2-3-6 0 0,-3 0 90 0 0,-2-2-28 0 0,-4-1-28 0 0,-3-1 8 0 0,-3 0 41 0 0,-2-2-60 0 0,-3 0 80 0 0,-3-1-14 0 0,-1 0 71 0 0,-3-2-4 0 0,-1 1 20 0 0,-2-2-16 0 0,0 1 20 0 0,-1 0 36 0 0,-1-1-66 0 0,0 1-10 0 0,0 1-56 0 0,-2 1-165 0 0,-2 1 56 0 0,-4 2 32 0 0,-3 2-114 0 0,-3 1 238 0 0,-4 3-62 0 0,-4 0 35 0 0,-3 2 96 0 0,-5 2 2 0 0,-4 1 25 0 0,-3 1-76 0 0,-3 2 51 0 0,-4 0-46 0 0,-3 1-62 0 0,-2 1 2 0 0,-1 1-62 0 0,1-1 56 0 0,2 1-62 0 0,5-1 70 0 0,5-2-22 0 0,7-3-90 0 0,8-3-4 0 0,7-3-43 0 0,6-4-45 0 0,5-3-117 0 0,3-1-185 0 0,1-2-163 0 0,1-1-210 0 0,1 0-390 0 0,-1-1-640 0 0,0 1-2247 0 0,1 1-1679 0 0,0-1 7121 0 0</inkml:trace>
  <inkml:trace contextRef="#ctx0" brushRef="#br1" timeOffset="332.546">723 703 5136 0 0,'0'0'0'0'0,"0"0"3213"0"0,0 0-1676 0 0,0 0-105 0 0,0 0-423 0 0,0 0 129 0 0,0 0-147 0 0,-30 23-414 0 0,-8 4-296 0 0,-4 5-62 0 0,-1 2-27 0 0,4 0-90 0 0,4-1-110 0 0,3-2-25 0 0,3 0-88 0 0,4-3-123 0 0,2-1-228 0 0,2-4-228 0 0,3-3-268 0 0,3-3-605 0 0,4-5-1043 0 0,4-4-2952 0 0,2-3 2261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43.37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6930.92188"/>
      <inkml:brushProperty name="anchorY" value="-78902.83594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8048.09375"/>
      <inkml:brushProperty name="anchorY" value="-80031.91406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1037.3125"/>
      <inkml:brushProperty name="anchorY" value="-82630.79688"/>
      <inkml:brushProperty name="scaleFactor" value="0.5"/>
    </inkml:brush>
  </inkml:definitions>
  <inkml:trace contextRef="#ctx0" brushRef="#br0">539 288 3696 0 0,'0'0'0'0'0,"0"0"688"0"0,0 0-541 0 0,0 0 150 0 0,0 0 2705 0 0,0 0-1850 0 0,0 0-183 0 0,0 0-459 0 0,0 0-265 0 0,0 0 244 0 0,0 0 351 0 0,1 0-42 0 0,1 0-66 0 0,4-2-104 0 0,3-3-134 0 0,2-2-83 0 0,5-3-38 0 0,1-1-105 0 0,2 0-108 0 0,-3-1-169 0 0,0 2 41 0 0,-4 1-38 0 0,-2 1 13 0 0,-2-1 233 0 0,-1-1-98 0 0,2-3-93 0 0,-1-4-40 0 0,3-3-73 0 0,1-2-92 0 0,0-1 18 0 0,0 0-14 0 0,-3 3 117 0 0,-1 4 27 0 0,-3 4 88 0 0,-2 3-21 0 0,0 4 18 0 0,-1 3-90 0 0,-1 1-17 0 0,-1 1-60 0 0,0 2-92 0 0,0 3-110 0 0,0 2 134 0 0,-2 4-353 0 0,-4 5 261 0 0,-2 4-33 0 0,-4 6 101 0 0,0 6-10 0 0,-1 4 76 0 0,1 5 52 0 0,1 2 46 0 0,1 2 13 0 0,2 0 12 0 0,1 0 60 0 0,0-2-81 0 0,2-3 83 0 0,1-2-11 0 0,1-5-56 0 0,1-4 14 0 0,1-6-17 0 0,0-5-49 0 0,1-5-57 0 0,0-4 46 0 0,0-5 55 0 0,1-2-91 0 0,-1-1-15 0 0,0-3 96 0 0,-1-1 8 0 0,-2-2 2 0 0,-2 0 6 0 0,-3-2 0 0 0,-2 0 14 0 0,-1 1 160 0 0,2 0 76 0 0,1 2-91 0 0,3 0 106 0 0,2 2 67 0 0,1 1-400 0 0,2 1 62 0 0,3 0 23 0 0,7 0 138 0 0,8 1 3 0 0,7-1-193 0 0,9 0-52 0 0,5-1-277 0 0,2 0-57 0 0,1-1-127 0 0,-4 0-268 0 0,-3 0-1214 0 0,-7 0-763 0 0,-7 1-2574 0 0,-77 3 3394 0 0,-9 0 2035 0 0</inkml:trace>
  <inkml:trace contextRef="#ctx0" brushRef="#br1" timeOffset="294.034">226 888 80 0 0,'0'0'0'0'0,"0"0"8373"0"0,0 0-7776 0 0,0 0 1284 0 0,0 0-1268 0 0,0 0 422 0 0,0 0-147 0 0,0 0-132 0 0,0 0 217 0 0,0 0-128 0 0,0 0-142 0 0,50-12-233 0 0,19-4-35 0 0,15-3-285 0 0,7-1-141 0 0,1 0-171 0 0,-1 1 72 0 0,-4 1-138 0 0,-6 2-307 0 0,-6 3-271 0 0,-7 0-386 0 0,-7 2-579 0 0,-8 3-483 0 0,-9 1-951 0 0,-10 3-2433 0 0,-12 1 4228 0 0</inkml:trace>
  <inkml:trace contextRef="#ctx0" brushRef="#br2" timeOffset="5250.341">203 869 444 0 0,'0'0'0'0'0,"0"0"1252"0"0,0 0 89 0 0,0 0-432 0 0,0 0-11 0 0,0 0 11 0 0,0 0 64 0 0,0 0-102 0 0,0 0-309 0 0,0 0-85 0 0,0 0-75 0 0,0 0-106 0 0,-9-2-60 0 0,-3 0-68 0 0,-3 0-78 0 0,-2-2-92 0 0,-1 1-118 0 0,0-1 158 0 0,-2 0 134 0 0,0 0 77 0 0,2 0 37 0 0,1 0 158 0 0,4 2 256 0 0,2 0 87 0 0,4 0-121 0 0,3 2-127 0 0,1-1-114 0 0,3 1-44 0 0,0 1-140 0 0,0-1-12 0 0,1 0-67 0 0,0 0-50 0 0,2 0-34 0 0,1 0-84 0 0,-1 0-38 0 0,2 1 0 0 0,0-1-8 0 0,1 0 61 0 0,3 1 122 0 0,5-1 254 0 0,5 0-150 0 0,7 0-23 0 0,10 1-39 0 0,8-1-16 0 0,8 1 198 0 0,10-1-307 0 0,4 1 62 0 0,4 0-118 0 0,1-2 22 0 0,-1-1-28 0 0,-2-2 18 0 0,-4-2-123 0 0,-4-1 143 0 0,-4-1-47 0 0,-5-2 5 0 0,-5 1 18 0 0,-5 0-16 0 0,-6 1 10 0 0,-4 1-2 0 0,-4 2 9 0 0,-3 1 7 0 0,0 1 78 0 0,-1 1 63 0 0,1 1-55 0 0,1 1 24 0 0,2 0-6 0 0,2 0-14 0 0,3 1-24 0 0,2 1-83 0 0,0-1 22 0 0,2 1-9 0 0,1 0 4 0 0,0 0 60 0 0,0-1-12 0 0,-1 0-11 0 0,-2 1-36 0 0,0-1 55 0 0,-3 0-70 0 0,-2 1 129 0 0,-5-1-43 0 0,-2 0-7 0 0,-3 0-26 0 0,-4 0-41 0 0,-1-1 13 0 0,-2 0-7 0 0,-1 0 4 0 0,-1 0-5 0 0,-2 0-3 0 0,-1 0 5 0 0,-1 0-1 0 0,-2 0-10 0 0,0 0-1 0 0,-1 0 0 0 0,-2 0-76 0 0,0 0-263 0 0,0 1-452 0 0,-1-1-475 0 0,0 0-1378 0 0,-4 2-3896 0 0,-2-3-97 0 0,0 1 7973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44.41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9897.24219"/>
      <inkml:brushProperty name="anchorY" value="-80679.578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8928.25"/>
      <inkml:brushProperty name="anchorY" value="-80172.03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9975.27344"/>
      <inkml:brushProperty name="anchorY" value="-81118.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8632.70313"/>
      <inkml:brushProperty name="anchorY" value="-80919.32813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29954.34375"/>
      <inkml:brushProperty name="anchorY" value="-82138.26563"/>
      <inkml:brushProperty name="scaleFactor" value="0.5"/>
    </inkml:brush>
  </inkml:definitions>
  <inkml:trace contextRef="#ctx0" brushRef="#br0">735 115 1056 0 0,'0'0'0'0'0,"0"0"1632"0"0,0 0-354 0 0,0 0 12 0 0,0 0 152 0 0,0 0-124 0 0,0 0-144 0 0,0 0-90 0 0,0 0-59 0 0,0 0-316 0 0,0 0 19 0 0,0-2-27 0 0,0 0-74 0 0,0 0-122 0 0,0-1-53 0 0,0 0-75 0 0,0-1-60 0 0,-1 0-126 0 0,-1-1-28 0 0,-2 0-63 0 0,-2-1-34 0 0,-5 0 18 0 0,-4-2-98 0 0,-5 1 26 0 0,-7-2-16 0 0,-7 1-98 0 0,-7 1-107 0 0,-8 1-46 0 0,-5 3 137 0 0,-4 5-8 0 0,-3 6 134 0 0,-1 7-25 0 0,3 7-128 0 0,3 6 55 0 0,7 7 88 0 0,6 4-184 0 0,9 4 56 0 0,10 1 39 0 0,8 0-36 0 0,8-4-29 0 0,9-4-78 0 0,11-6-98 0 0,10-5 44 0 0,11-6 84 0 0,10-4 94 0 0,9-5-216 0 0,8-4-5 0 0,6-3-165 0 0,3-3-539 0 0,1-4-816 0 0,-3-3-1073 0 0,-2-6-1451 0 0,-14 2 2650 0 0</inkml:trace>
  <inkml:trace contextRef="#ctx0" brushRef="#br1" timeOffset="349.366">730 325 8445 0 0,'0'0'0'0'0,"0"0"1788"0"0,0 0-793 0 0,0 0-152 0 0,0 0-416 0 0,0 0 293 0 0,-2 20-353 0 0,5 3-407 0 0,8 3 84 0 0,8-2-171 0 0,10-5 148 0 0,8-5-37 0 0,5-5-149 0 0,5-3 62 0 0,2-6-13 0 0,-1-4-104 0 0,-1-4 105 0 0,-3-5 128 0 0,-4-4 99 0 0,-5-3-48 0 0,-5-3-14 0 0,-6-3-38 0 0,-8-3 2 0 0,-6-3-15 0 0,-8 0-2 0 0,-9 0 4 0 0,-11 1 120 0 0,-9 2 157 0 0,-9 4-201 0 0,-7 4 354 0 0,-4 5 42 0 0,-1 6 120 0 0,1 5-327 0 0,1 7-122 0 0,3 6-134 0 0,3 8-123 0 0,5 5-68 0 0,3 5-69 0 0,8 4-38 0 0,7 2-26 0 0,7 1 2 0 0,7-1-36 0 0,8-3-141 0 0,9-2-335 0 0,8-5-657 0 0,10-3-509 0 0,4-4-1006 0 0,9-3-1101 0 0,-7-4 2736 0 0</inkml:trace>
  <inkml:trace contextRef="#ctx0" brushRef="#br2" timeOffset="2592.888">1701 43 796 0 0,'0'0'0'0'0,"0"0"2828"0"0,0 0-942 0 0,0 0-53 0 0,0 0-561 0 0,0 0-705 0 0,0 0 137 0 0,0 0-692 0 0,0 0 191 0 0,0 0-166 0 0,0 0 1095 0 0,-10-4-564 0 0,-3-1 181 0 0,-2 0-116 0 0,-3 0-17 0 0,0 2-208 0 0,-1 0-49 0 0,-1-1-155 0 0,0 1 49 0 0,0 0-56 0 0,0 0-96 0 0,2 1-30 0 0,1 1 43 0 0,0 0-80 0 0,2 2 69 0 0,-1 1-120 0 0,0 4 31 0 0,-1 3-28 0 0,0 2-187 0 0,-1 4 211 0 0,0 1-26 0 0,-1 2 19 0 0,1 1 97 0 0,2-1 2 0 0,2-1 58 0 0,5 0-194 0 0,2-2-14 0 0,4-2 55 0 0,1-1-70 0 0,4-1 73 0 0,2-2-120 0 0,4-2-52 0 0,3 0 80 0 0,3-1-13 0 0,3-2-140 0 0,3 0 71 0 0,2-2-210 0 0,3-1 117 0 0,2-1-72 0 0,2 0 223 0 0,0 0 100 0 0,1 0-4 0 0,-2 0 142 0 0,-3-1-164 0 0,-1 1 50 0 0,-2 1-181 0 0,-3 0 88 0 0,-1 3-2 0 0,-2 0-46 0 0,-2 2-15 0 0,-2 2-86 0 0,-2 2-386 0 0,-2 1-405 0 0,-2 2-341 0 0,-3 2-73 0 0,-1 1-492 0 0,-4 1 50 0 0,-4 1 881 0 0,-4 1 211 0 0,-3 0 539 0 0,-3 0 204 0 0,0 0 405 0 0,0-1 349 0 0,1-1 577 0 0,2 0-262 0 0,1-1-247 0 0,1-1-66 0 0,0 0 36 0 0,-1-1 22 0 0,-2 1 69 0 0,-1-1 51 0 0,-1 0 86 0 0,-1-1 77 0 0,-2 0-108 0 0,-2-2-216 0 0,-2 1-281 0 0,-1-2-150 0 0,-2-1-90 0 0,1-2-235 0 0,2-1-64 0 0,1-2-267 0 0,3-1-126 0 0,3 0-140 0 0,0-2-178 0 0,2 1-316 0 0,1-2-530 0 0,-1 1-1362 0 0,2-1-946 0 0,3 0 253 0 0</inkml:trace>
  <inkml:trace contextRef="#ctx0" brushRef="#br3" timeOffset="3052.871">1723 99 1696 0 0,'0'0'0'0'0,"0"0"1824"0"0,0 0 19 0 0,0 0-75 0 0,0 0-389 0 0,0 0-349 0 0,0 0-218 0 0,0 0-268 0 0,0 0 22 0 0,0 0 35 0 0,0 0-79 0 0,0 0 8 0 0,17 8-22 0 0,7 4-86 0 0,5 4-108 0 0,4 3-27 0 0,3 3-102 0 0,3 3-203 0 0,0 2 18 0 0,0 1-224 0 0,-2 2-13 0 0,0 0-299 0 0,-2 0-141 0 0,-3-2-177 0 0,-5-3-235 0 0,-5-3-379 0 0,-7-4-681 0 0,-6-4-1022 0 0,-5-3-1377 0 0,-3-4 5421 0 0</inkml:trace>
  <inkml:trace contextRef="#ctx0" brushRef="#br4" timeOffset="3249.281">1877 497 6961 0 0,'0'0'0'0'0,"0"0"2076"0"0,0 0-1036 0 0,0 0-353 0 0,0 0-321 0 0,0 0 214 0 0,0 0-314 0 0,0 0 68 0 0,0 0-144 0 0,18-20-137 0 0,5-8-39 0 0,6-10-93 0 0,3-6-899 0 0,0-3-208 0 0,-2-1-561 0 0,-2 2-1371 0 0,-2 0-1663 0 0,-7 9 4726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52.76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1304.375"/>
      <inkml:brushProperty name="anchorY" value="-82738.45313"/>
      <inkml:brushProperty name="scaleFactor" value="0.5"/>
    </inkml:brush>
  </inkml:definitions>
  <inkml:trace contextRef="#ctx0" brushRef="#br0">0 301 3360 0 0,'0'0'0'0'0,"0"0"1748"0"0,0 0 10 0 0,0 0-433 0 0,0 0-24 0 0,0 0-15 0 0,0 0-56 0 0,0 0-357 0 0,0 0-69 0 0,0 0-153 0 0,0 0-220 0 0,0 0-177 0 0,13 8-44 0 0,6 2-7 0 0,8 1-2 0 0,7 1-45 0 0,5 1-32 0 0,2-1-22 0 0,4-1 16 0 0,0-1 2 0 0,0-1-39 0 0,-1-1-20 0 0,-3-2-66 0 0,-3 0-42 0 0,-5-2 3 0 0,-5 0 39 0 0,-5-3-107 0 0,-5 1 38 0 0,-4-2-1 0 0,-5 0 77 0 0,-2-1-12 0 0,-3-2 214 0 0,-2-2-216 0 0,-1-4 28 0 0,-4-2-98 0 0,-7-4 18 0 0,-8-3 2 0 0,-9-3 71 0 0,-8-3-34 0 0,-8-1-101 0 0,-3-2 86 0 0,-3 0-102 0 0,3 0 56 0 0,3 2 24 0 0,7 3-36 0 0,9 3 14 0 0,9 1-32 0 0,7 2 69 0 0,6 1 48 0 0,8 0-1 0 0,8 0 86 0 0,8 1-101 0 0,8 1 86 0 0,5 0-87 0 0,4 2 24 0 0,3 2-110 0 0,2 3-298 0 0,0 3-318 0 0,2 2-1087 0 0,-1 4-193 0 0,-2 3-2547 0 0,-3 2-832 0 0,-8 0 5796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55.10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7842.9375"/>
      <inkml:brushProperty name="anchorY" value="-87162.65625"/>
      <inkml:brushProperty name="scaleFactor" value="0.5"/>
    </inkml:brush>
  </inkml:definitions>
  <inkml:trace contextRef="#ctx0" brushRef="#br0">1 172 1880 0 0,'0'0'0'0'0,"0"0"1576"0"0,0 0-317 0 0,0 0-3 0 0,0 0 103 0 0,0 0-235 0 0,0 0-279 0 0,0 0-20 0 0,0 0-159 0 0,0 0 95 0 0,0 0 8 0 0,0-3-27 0 0,0 0-15 0 0,3-1 43 0 0,4 0-62 0 0,8-1-47 0 0,10 0 78 0 0,14 0 116 0 0,18-2-321 0 0,18 0-18 0 0,19-1-104 0 0,17 0-93 0 0,17 0-73 0 0,13 1-17 0 0,10 0-103 0 0,8 1-126 0 0,1 0 20 0 0,-2 0-23 0 0,-4-1-70 0 0,-8 0 23 0 0,-9 0 46 0 0,-10 0-16 0 0,-12 0-48 0 0,-12 1 11 0 0,-10 0-30 0 0,-13 1 21 0 0,-10 1 1 0 0,-9 0-52 0 0,-11 1-133 0 0,-8 0-174 0 0,-9 0-200 0 0,-9 2-219 0 0,-8-1-516 0 0,-7 1-1189 0 0,-5 1-2113 0 0,-9 2-2108 0 0,-1-1 5688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55.70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1265.76563"/>
      <inkml:brushProperty name="anchorY" value="-87840.1406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2732.42188"/>
      <inkml:brushProperty name="anchorY" value="-89229.42188"/>
      <inkml:brushProperty name="scaleFactor" value="0.5"/>
    </inkml:brush>
  </inkml:definitions>
  <inkml:trace contextRef="#ctx0" brushRef="#br0">1 42 4924 0 0,'0'0'0'0'0,"0"0"2409"0"0,0 0-1131 0 0,0 0-87 0 0,0 0 54 0 0,0 0 2 0 0,0 0-469 0 0,0 0-365 0 0,0 0-140 0 0,0 0 0 0 0,0 0-7 0 0,0 0 27 0 0,9 2 22 0 0,5 3-77 0 0,6 5-4 0 0,5 5 87 0 0,6 6-67 0 0,3 5 5 0 0,4 4-19 0 0,2 4-44 0 0,1 3-78 0 0,0 1-56 0 0,0 0-61 0 0,-2-1 4 0 0,-2-2-162 0 0,-2-1-88 0 0,-3-4-157 0 0,-3-2-152 0 0,-4-5-88 0 0,-2-2-134 0 0,-4-4-162 0 0,-2-2-178 0 0,-5-4-241 0 0,-3-1-41 0 0,-4-2-242 0 0,-2-1-503 0 0,-2-1-359 0 0,-1-2-547 0 0</inkml:trace>
  <inkml:trace contextRef="#ctx0" brushRef="#br1" timeOffset="194.319">23 582 1212 0 0,'0'0'0'0'0,"0"0"6525"0"0,0 0-5737 0 0,0 0 833 0 0,0 0-739 0 0,0 0 520 0 0,0 0 127 0 0,0 0-123 0 0,26-25-458 0 0,12-10-167 0 0,15-13-209 0 0,13-7-144 0 0,9-4-185 0 0,8-2-256 0 0,2 0-207 0 0,3 4-36 0 0,-2 6-513 0 0,-4 6-256 0 0,-7 8-669 0 0,-5 9-8790 0 0,-16 9 7301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53.13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2744.35938"/>
      <inkml:brushProperty name="anchorY" value="-83308.484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3910.20313"/>
      <inkml:brushProperty name="anchorY" value="-84538.13281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5409.46875"/>
      <inkml:brushProperty name="anchorY" value="-85528.7265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36625.59375"/>
      <inkml:brushProperty name="anchorY" value="-86754.5"/>
      <inkml:brushProperty name="scaleFactor" value="0.5"/>
    </inkml:brush>
  </inkml:definitions>
  <inkml:trace contextRef="#ctx0" brushRef="#br0">35 178 10737 0 0,'0'0'0'0'0,"0"0"1712"0"0,0 0-1180 0 0,0 0 234 0 0,0 0-56 0 0,0 0-154 0 0,0 0 110 0 0,0 0-502 0 0,49 2-194 0 0,8-2-58 0 0,5-1-126 0 0,-4-3-30 0 0,-9-4-90 0 0,-10-1 74 0 0,-12-4-84 0 0,-10-1 24 0 0,-7-3-87 0 0,-7-1-34 0 0,-7-1 61 0 0,-8 1-43 0 0,-8 1 229 0 0,-6 2-56 0 0,-4 3 136 0 0,-4 4-108 0 0,0 3 266 0 0,1 4 357 0 0,2 5-525 0 0,3 7-71 0 0,2 7 269 0 0,3 7 57 0 0,2 6 208 0 0,1 5-141 0 0,2 4 61 0 0,1 3 13 0 0,4 1 34 0 0,4 1 25 0 0,3-2-64 0 0,5-2-81 0 0,7-4-73 0 0,7-4-118 0 0,6-4-75 0 0,6-5-83 0 0,4-4-6 0 0,4-5-4 0 0,1-4-172 0 0,1-3-142 0 0,2-3-558 0 0,-2-3-433 0 0,-2-1-928 0 0,-2-4-2002 0 0,-7 0 1070 0 0</inkml:trace>
  <inkml:trace contextRef="#ctx0" brushRef="#br1" timeOffset="371.702">457 514 1368 0 0,'0'0'0'0'0,"0"0"7625"0"0,0 0-6996 0 0,0 0 1107 0 0,0 0-1333 0 0,0 0 251 0 0,0 0-209 0 0,0 0-297 0 0,0 0-354 0 0,8-20-72 0 0,3-7-259 0 0,4-9-303 0 0,1-4 52 0 0,2-2 99 0 0,-2 0 245 0 0,-1 2 205 0 0,-1 4 179 0 0,-1 5 38 0 0,-3 4 93 0 0,-3 7-5 0 0,-1 4 42 0 0,-3 6 66 0 0,0 4 151 0 0,0 3-28 0 0,-1 3-76 0 0,2 0-144 0 0,1 1-67 0 0,1 0 140 0 0,5 0 236 0 0,5-1-68 0 0,5 2 43 0 0,7 0-15 0 0,6 3 74 0 0,5 2-50 0 0,4 3-56 0 0,2 3 58 0 0,0 4-36 0 0,-2 4-64 0 0,-3 3 32 0 0,-5 4 0 0 0,-4 4-2 0 0,-7 2-58 0 0,-4 3-58 0 0,-6 1-72 0 0,-5 1-121 0 0,-4-1-44 0 0,-3-2-176 0 0,-2-1-333 0 0,-1-4-362 0 0,-3-4-431 0 0,-1-4-750 0 0,-1-5-2579 0 0,0-6-952 0 0,1-4 6779 0 0</inkml:trace>
  <inkml:trace contextRef="#ctx0" brushRef="#br2" timeOffset="1240.301">1482 157 1200 0 0,'0'0'0'0'0,"0"0"3972"0"0,0 0-2510 0 0,0 0 217 0 0,0 0-616 0 0,0 0 70 0 0,0 0 98 0 0,0 0-289 0 0,0 0-196 0 0,0 0-130 0 0,0 0-145 0 0,0 0-102 0 0,12 19-44 0 0,4 4-117 0 0,3 6-111 0 0,3 0-38 0 0,2 0-40 0 0,1-3 40 0 0,1-1-73 0 0,0-2-29 0 0,0-2-208 0 0,-1-2-208 0 0,-2-1-96 0 0,-2-2-127 0 0,0 0-320 0 0,-3 0-417 0 0,-1-1-401 0 0,-1 0-634 0 0,-3 0 9 0 0,-1-1 238 0 0,-4-3-91 0 0</inkml:trace>
  <inkml:trace contextRef="#ctx0" brushRef="#br3" timeOffset="1433.141">1509 641 7445 0 0,'0'0'0'0'0,"0"0"2192"0"0,0 0-1083 0 0,0 0-591 0 0,0 0 38 0 0,0 0 473 0 0,16-21 10 0 0,9-11-306 0 0,10-9-301 0 0,6-7-212 0 0,5-3-213 0 0,0-1 26 0 0,-4 4-210 0 0,-4 4-6 0 0,-6 7-275 0 0,-8 8-263 0 0,-8 9-303 0 0,-6 7-640 0 0,-4 5-936 0 0,-8 10-3080 0 0,-2 2 3222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57.15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4459.875"/>
      <inkml:brushProperty name="anchorY" value="-89494.20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5359.96875"/>
      <inkml:brushProperty name="anchorY" value="-90991.6875"/>
      <inkml:brushProperty name="scaleFactor" value="0.5"/>
    </inkml:brush>
  </inkml:definitions>
  <inkml:trace contextRef="#ctx0" brushRef="#br0">0 1 7265 0 0,'0'0'0'0'0,"0"0"2152"0"0,0 0-1307 0 0,0 0-228 0 0,0 0-104 0 0,0 0 444 0 0,0 0-250 0 0,0 0-350 0 0,0 0-328 0 0,0 0-26 0 0,20 3 148 0 0,9 3 0 0 0,10 1 241 0 0,8 2-193 0 0,6 2 58 0 0,4 1-10 0 0,3 1 34 0 0,-1 0-25 0 0,0 2-78 0 0,-1 0-122 0 0,-3 0-32 0 0,-3 1-4 0 0,-4-1-8 0 0,-5 0-9 0 0,-5-1-2 0 0,-3-1-57 0 0,-5-2 63 0 0,-6-1-73 0 0,-6-2 73 0 0,-4-2-27 0 0,-6-2 13 0 0,-3-2 8 0 0,-3-1-7 0 0,-2 0-170 0 0,-1 0-110 0 0,-2 0-73 0 0,-8 0 65 0 0,-7 1-493 0 0,-11 2 823 0 0,-11 0-112 0 0,-8 1 73 0 0,-7 2 12 0 0,-3 2-11 0 0,0 2-5 0 0,2 4-112 0 0,3 3 3 0 0,5 5-22 0 0,5 3 19 0 0,2 5 16 0 0,5 2 42 0 0,3 1 51 0 0,3 0-11 0 0,3-2-126 0 0,4-3-200 0 0,1-3-390 0 0,4-4-449 0 0,2-5-745 0 0,3-4-1228 0 0,2-2-1347 0 0,3-5 4177 0 0</inkml:trace>
  <inkml:trace contextRef="#ctx0" brushRef="#br1" timeOffset="274.45">354 825 5641 0 0,'0'0'0'0'0,"0"0"1900"0"0,0 0-747 0 0,0 0-201 0 0,0 0 776 0 0,0 0-762 0 0,44-22-205 0 0,16-7-533 0 0,12-6-185 0 0,5-3-207 0 0,-1-1-286 0 0,-4 3-344 0 0,-8 3-400 0 0,-8 4-605 0 0,-9 6-2373 0 0,-13 7-833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59.58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6808.5"/>
      <inkml:brushProperty name="anchorY" value="-91537.95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5945.9375"/>
      <inkml:brushProperty name="anchorY" value="-91121.2968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7087.34375"/>
      <inkml:brushProperty name="anchorY" value="-92082.83594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8496.8125"/>
      <inkml:brushProperty name="anchorY" value="-92580.4218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9991.53125"/>
      <inkml:brushProperty name="anchorY" value="-93864.57813"/>
      <inkml:brushProperty name="scaleFactor" value="0.5"/>
    </inkml:brush>
  </inkml:definitions>
  <inkml:trace contextRef="#ctx0" brushRef="#br0">589 97 1616 0 0,'0'0'0'0'0,"0"0"1528"0"0,0 0 252 0 0,0 0-510 0 0,0 0-101 0 0,0 0-34 0 0,0 0-253 0 0,0 0-128 0 0,0 0-128 0 0,0 0-60 0 0,0 0-78 0 0,0 0-110 0 0,1-1-80 0 0,1-2-52 0 0,0 0 8 0 0,0 0 106 0 0,-1-1 28 0 0,-1-1 27 0 0,1 0-92 0 0,-3 0-12 0 0,-1 0-61 0 0,-1 0-50 0 0,-3 1-90 0 0,-3-1-59 0 0,-2 1-48 0 0,-3 1-23 0 0,-3 0-32 0 0,-2 1-168 0 0,-3 1 189 0 0,-6 1-66 0 0,-2 3 40 0 0,-6 3 4 0 0,-4 4-15 0 0,-4 4-8 0 0,-1 5 77 0 0,-2 3-19 0 0,1 4 14 0 0,5 2 4 0 0,4 2 102 0 0,7 1-15 0 0,8 0 11 0 0,8 1-96 0 0,6-1 19 0 0,8-2-7 0 0,8 0-7 0 0,7-2-8 0 0,8-2-100 0 0,7-1-89 0 0,6-3-224 0 0,6-3-92 0 0,4-2-22 0 0,4-4-409 0 0,2-3 409 0 0,1-3-474 0 0,0-3-456 0 0,-2-2-311 0 0,-3-2-769 0 0,-3-4-2080 0 0,-10-1 4778 0 0</inkml:trace>
  <inkml:trace contextRef="#ctx0" brushRef="#br1" timeOffset="349.84">688 391 8597 0 0,'0'0'0'0'0,"0"0"2068"0"0,0 0-1003 0 0,0 0-311 0 0,0 0 46 0 0,-5 20 3 0 0,0 5-403 0 0,5 3-349 0 0,7-1 6 0 0,8-4-47 0 0,10-5-10 0 0,7-6 0 0 0,7-4 0 0 0,6-5-60 0 0,4-4 77 0 0,2-5-26 0 0,0-5 5 0 0,-1-3 0 0 0,-3-5 0 0 0,-3-3 5 0 0,-4-4-2 0 0,-5-2 1 0 0,-6-2-4 0 0,-6-1 5 0 0,-6 0 68 0 0,-7 1 19 0 0,-4 2-104 0 0,-8 3 30 0 0,-8 2-9 0 0,-8 4 3 0 0,-7 4 79 0 0,-6 4-111 0 0,-7 3 22 0 0,-4 6-437 0 0,-3 5 195 0 0,-2 7-13 0 0,2 7-65 0 0,4 6-20 0 0,8 6 46 0 0,8 3 15 0 0,8 1-125 0 0,7 1-232 0 0,9-2-242 0 0,8-3-168 0 0,6-4-439 0 0,7-3-478 0 0,5-5-13 0 0,4-3-269 0 0,-3-4 354 0 0</inkml:trace>
  <inkml:trace contextRef="#ctx0" brushRef="#br2" timeOffset="764.64">1491 464 4244 0 0,'0'0'0'0'0,"0"0"2149"0"0,0 0-916 0 0,0 0-224 0 0,0 0 79 0 0,0 0 31 0 0,0 0-164 0 0,0 0-265 0 0,0 0-362 0 0,0 0 64 0 0,0 0-86 0 0,31 20-87 0 0,9 3 36 0 0,7 2 2 0 0,3-4-36 0 0,-1-5-3 0 0,-4-5 42 0 0,-4-5 56 0 0,-4-5 5 0 0,-5-2-70 0 0,-4-4-5 0 0,-7-2-44 0 0,-7-1-99 0 0,-5-2-17 0 0,-5-3-42 0 0,-2-1-46 0 0,-5-2-74 0 0,-5-3-199 0 0,-5-3-16 0 0,-5-2-30 0 0,-4-2-19 0 0,-1-2-100 0 0,0-2 8 0 0,1 1 79 0 0,3-1 75 0 0,2 1 105 0 0,4 2-11 0 0,4 3 19 0 0,4 2-4 0 0,3 3 48 0 0,5 4 52 0 0,6 2 67 0 0,5 2-93 0 0,4 3-59 0 0,4 2-214 0 0,3 0-451 0 0,2 2-244 0 0,3 0 30 0 0,3 2 107 0 0,0 0-558 0 0,1 1-549 0 0,0 2-695 0 0,-6 1 689 0 0</inkml:trace>
  <inkml:trace contextRef="#ctx0" brushRef="#br3" timeOffset="1299.003">2244 59 468 0 0,'0'0'0'0'0,"0"0"5737"0"0,0 0-4131 0 0,0 0 494 0 0,0 0-739 0 0,0 0 42 0 0,0 0-56 0 0,0 0-173 0 0,0 0-159 0 0,0 0-468 0 0,0 0-167 0 0,31 16-137 0 0,10 8 30 0 0,8 8-43 0 0,6 4-34 0 0,-1 2-65 0 0,-1 1-138 0 0,-2-3 28 0 0,-4-2-123 0 0,-3-4-41 0 0,-2-4-112 0 0,-5-4-252 0 0,-3-4-185 0 0,-3-2-39 0 0,-5-3-43 0 0,-5-2-156 0 0,-4-2-305 0 0,-5 0-447 0 0,-5-1-571 0 0,-3-1-1101 0 0,-7 0-1518 0 0,-2-1 4818 0 0</inkml:trace>
  <inkml:trace contextRef="#ctx0" brushRef="#br4" timeOffset="1552.868">2820 1 8673 0 0,'0'0'0'0'0,"0"0"3164"0"0,0 0-1918 0 0,0 0-376 0 0,0 0-122 0 0,0 0-585 0 0,0 0 1205 0 0,-29 20-1125 0 0,-12 10-1 0 0,-12 10-221 0 0,-9 10-78 0 0,-2 7-34 0 0,-1 6 23 0 0,3 5-26 0 0,5 6-123 0 0,6 4-189 0 0,7 2-406 0 0,8 2-706 0 0,8-4-1894 0 0,10-2-4585 0 0,7-16 6728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7:44.71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8523.45313"/>
      <inkml:brushProperty name="anchorY" value="-93873.984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7658.89063"/>
      <inkml:brushProperty name="anchorY" value="-92198.70313"/>
      <inkml:brushProperty name="scaleFactor" value="0.5"/>
    </inkml:brush>
  </inkml:definitions>
  <inkml:trace contextRef="#ctx0" brushRef="#br0">19 1156 6369 0 0,'0'0'0'0'0,"0"0"1144"0"0,0 0-668 0 0,0 0 42 0 0,0 0-132 0 0,0 0-348 0 0,0 0 466 0 0,0 0-233 0 0,0 0 1490 0 0,0 0-1829 0 0,0 0 321 0 0,9-16-64 0 0,2-2 410 0 0,2-2 136 0 0,-1 1-23 0 0,-1 2-242 0 0,-2 3-85 0 0,-3 2-59 0 0,-1 2-14 0 0,-1 1-81 0 0,-1 1-69 0 0,-1-1-46 0 0,1-1-112 0 0,0-1 24 0 0,2-3-25 0 0,2-3 58 0 0,2-3-68 0 0,3-2 22 0 0,2-4-2 0 0,2-2-6 0 0,2-2 81 0 0,2-2 4 0 0,0 0-5 0 0,1-1 58 0 0,0 0 2 0 0,0 1 40 0 0,0-1 10 0 0,0 1-69 0 0,-1-1-44 0 0,-1 0-88 0 0,-1 0 18 0 0,-3 0-112 0 0,-3-1-38 0 0,-2 0-4 0 0,-3 1 8 0 0,-1 0 36 0 0,-2 0 46 0 0,-1 2-20 0 0,0 1 21 0 0,0 2 47 0 0,1 1-79 0 0,-1 2 101 0 0,1 2-17 0 0,0 2-2 0 0,2 2 4 0 0,-1 2 9 0 0,-1 3 39 0 0,1 2-53 0 0,-1 2 64 0 0,-2 2-65 0 0,0 1 94 0 0,-1 1-102 0 0,-1 1 88 0 0,0 1-88 0 0,0 0 30 0 0,0 1-14 0 0,0 0 2 0 0,0 2 45 0 0,-1 0-59 0 0,1 1 24 0 0,0-1-21 0 0,0 3 4 0 0,-1 2 68 0 0,-2 2-34 0 0,-5 4 18 0 0,-3 4-58 0 0,-7 4 156 0 0,-4 4-62 0 0,-4 4-46 0 0,-5 2-43 0 0,-4 1-6 0 0,-4 1-5 0 0,-2-2-105 0 0,-2-2-101 0 0,-1-2-178 0 0,3-5-74 0 0,3-3-140 0 0,4-4-447 0 0,8-5-703 0 0,7-2-435 0 0,8-3-2045 0 0,5-2 350 0 0,5-1 1968 0 0</inkml:trace>
  <inkml:trace contextRef="#ctx0" brushRef="#br1" timeOffset="449.89">409 107 732 0 0,'0'0'0'0'0,"0"0"2124"0"0,0 0-378 0 0,0 0-199 0 0,0 0-364 0 0,0 0-52 0 0,0 0-147 0 0,0 0-47 0 0,0 0-75 0 0,0 0-80 0 0,0 0-78 0 0,0 0-150 0 0,7-1-107 0 0,0-1-99 0 0,2 1-123 0 0,-2-1-155 0 0,-2 1 3 0 0,-1 1-68 0 0,-2-1 10 0 0,-1 1-16 0 0,-1-1-7 0 0,1 0-8 0 0,-1 0-36 0 0,1-2 56 0 0,-1 0-14 0 0,2-1-9 0 0,0-1 24 0 0,0 1-8 0 0,0-1 64 0 0,1 1-74 0 0,2-1 21 0 0,-1 1-8 0 0,0 0 5 0 0,1 0 115 0 0,-2 2 65 0 0,2 0 36 0 0,-2 1-135 0 0,2 0 31 0 0,1 3 163 0 0,4 3 21 0 0,2 4 32 0 0,4 6-24 0 0,0 7-55 0 0,3 8-22 0 0,-2 7-87 0 0,0 7-158 0 0,-4 7-153 0 0,-1 7-157 0 0,-3 3-432 0 0,-3 1-456 0 0,0 0-899 0 0,-2-5-2078 0 0,2-5-2011 0 0,-1-13 4777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2:40.64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8991.5625"/>
      <inkml:brushProperty name="anchorY" value="-137097.9375"/>
      <inkml:brushProperty name="scaleFactor" value="0.5"/>
    </inkml:brush>
  </inkml:definitions>
  <inkml:trace contextRef="#ctx0" brushRef="#br0">139 550 900 0 0,'0'0'0'0'0,"0"0"2048"0"0,0 0 4210 0 0,0 0-5748 0 0,0 0 975 0 0,0 0-814 0 0,0 0 97 0 0,0 0 45 0 0,0 0-155 0 0,0 0-368 0 0,0 0 98 0 0,0 0 43 0 0,25-14 45 0 0,6-4 49 0 0,4-4-154 0 0,1-2-38 0 0,-2 1-24 0 0,-4-1-122 0 0,-3 0-92 0 0,-2 0-89 0 0,-4-1 9 0 0,-1-1-28 0 0,-1-1-114 0 0,-2-1-10 0 0,-1-1 9 0 0,-1 0 18 0 0,-1 0-6 0 0,-1 0 74 0 0,1 2-30 0 0,-1 2-5 0 0,1 3 88 0 0,-3 2-32 0 0,0 4 18 0 0,-2 2 3 0 0,-2 4 4 0 0,-1 1 0 0 0,-1 4-5 0 0,-2 1 62 0 0,-2 2-73 0 0,0 1 19 0 0,-1 1-81 0 0,0 0-21 0 0,0 1 43 0 0,-1 1-14 0 0,1 1 62 0 0,0 2-68 0 0,1 2 80 0 0,0 2-15 0 0,1 4 1 0 0,3 4-110 0 0,1 6 0 0 0,4 5-64 0 0,0 6 101 0 0,1 5 8 0 0,-1 2 20 0 0,2 3 42 0 0,-2 0-65 0 0,2-1 92 0 0,0-2-28 0 0,0-1 127 0 0,1-3 22 0 0,-2-2-50 0 0,0-4-15 0 0,-1-3 87 0 0,-1-4-66 0 0,-2-4 23 0 0,0-3-48 0 0,-1-5-63 0 0,-2-2 76 0 0,-1-4-46 0 0,-1-2 32 0 0,0-2-12 0 0,-1-1 36 0 0,-1-1 19 0 0,0-1-4 0 0,0 1-24 0 0,0-1-81 0 0,-3 1 96 0 0,-2 0-108 0 0,-4 1 116 0 0,-5-1-17 0 0,-7 1-100 0 0,-8-1 99 0 0,-9 1 50 0 0,-10-1-15 0 0,-9 1-16 0 0,-7 0 8 0 0,-5 0-130 0 0,-2 1 31 0 0,2-1-91 0 0,3 1-180 0 0,6 0-285 0 0,4 0-522 0 0,8 0-1097 0 0,1 1-4025 0 0,10 0-2075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2:23.17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56546.125"/>
      <inkml:brushProperty name="anchorY" value="-120207.11719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57754.5625"/>
      <inkml:brushProperty name="anchorY" value="-121706.4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58937.875"/>
      <inkml:brushProperty name="anchorY" value="-122087.5781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0452.0625"/>
      <inkml:brushProperty name="anchorY" value="-123515.6093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1851.0625"/>
      <inkml:brushProperty name="anchorY" value="-124399.07813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0910.23438"/>
      <inkml:brushProperty name="anchorY" value="-124217.26563"/>
      <inkml:brushProperty name="scaleFactor" value="0.5"/>
    </inkml:brush>
    <inkml:context xml:id="ctx1">
      <inkml:inkSource xml:id="inkSrc6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22:22:28.684"/>
    </inkml:context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2461"/>
      <inkml:brushProperty name="anchorY" value="-125790.02344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3735.28125"/>
      <inkml:brushProperty name="anchorY" value="-127025.96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5091.125"/>
      <inkml:brushProperty name="anchorY" value="-127359.26563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6003.9375"/>
      <inkml:brushProperty name="anchorY" value="-128197.57813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7326.9375"/>
      <inkml:brushProperty name="anchorY" value="-129010.281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8243.25"/>
      <inkml:brushProperty name="anchorY" value="-130401.14063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69159.375"/>
      <inkml:brushProperty name="anchorY" value="-131209.65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0642.625"/>
      <inkml:brushProperty name="anchorY" value="-132493.85938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2269.84375"/>
      <inkml:brushProperty name="anchorY" value="-133356.2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3508.25"/>
      <inkml:brushProperty name="anchorY" value="-134835.26563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5056"/>
      <inkml:brushProperty name="anchorY" value="-134892.5937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76963.84375"/>
      <inkml:brushProperty name="anchorY" value="-136224.35938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8006.25"/>
      <inkml:brushProperty name="anchorY" value="-136383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89810.15625"/>
      <inkml:brushProperty name="anchorY" value="-136136.29688"/>
      <inkml:brushProperty name="scaleFactor" value="0.5"/>
    </inkml:brush>
  </inkml:definitions>
  <inkml:trace contextRef="#ctx0" brushRef="#br0">404 1133 768 0 0,'0'0'0'0'0,"0"0"616"0"0,0 0-765 0 0,0 0 2925 0 0,0 0-1167 0 0,0 0-102 0 0,0 0-260 0 0,0 0-98 0 0,0-13-19 0 0,0 0-130 0 0,0 1-360 0 0,0 4-202 0 0,0 5 38 0 0,0 3-148 0 0,0 3 91 0 0,1 2-153 0 0,1 2-92 0 0,3 0 40 0 0,1 2 45 0 0,1-1 39 0 0,1 1-29 0 0,1-1-4 0 0,0 1 43 0 0,2 1-84 0 0,1 1-1 0 0,-1 2 34 0 0,3 2-131 0 0,1 2-31 0 0,1 2 12 0 0,3 4-120 0 0,1 2 98 0 0,1 2 96 0 0,2 2-139 0 0,1 0-34 0 0,0 0 12 0 0,-1-1-8 0 0,0-1 0 0 0,-1-1-14 0 0,-4-2-10 0 0,-2-1-129 0 0,-3-2 36 0 0,-4 0-183 0 0,-2-2-36 0 0,-2-1-108 0 0,-3 0-23 0 0,-1 0 39 0 0,0-1-78 0 0,-2 0 97 0 0,1-1-62 0 0,-1 1-116 0 0,1-2-223 0 0,-2 0-337 0 0,-2 0-550 0 0,-3-2-947 0 0,-3-1-507 0 0,0-3-892 0 0</inkml:trace>
  <inkml:trace contextRef="#ctx0" brushRef="#br1" timeOffset="237.956">404 1671 28 0 0,'0'0'0'0'0,"0"0"1800"0"0,0 0 4280 0 0,0 0-5694 0 0,0 0 1595 0 0,0 0-620 0 0,27-21-140 0 0,7-6-173 0 0,7-6-207 0 0,1-2-270 0 0,-1 0-241 0 0,-5 0-170 0 0,-3 1-154 0 0,-4-1 14 0 0,-5 0-341 0 0,-7 1-530 0 0,-6 1-881 0 0,-4 1-117 0 0,-5 2-675 0 0,-5 4-2378 0 0,-2 6 1351 0 0</inkml:trace>
  <inkml:trace contextRef="#ctx0" brushRef="#br2" timeOffset="855.051">812 349 28 0 0,'0'0'0'0'0,"0"0"1340"0"0,0 0 5409 0 0,0 0-7061 0 0,0 0 2264 0 0,0 0-885 0 0,0 0-207 0 0,0 0-16 0 0,0 0-239 0 0,0 0-173 0 0,0 0-178 0 0,40 15-88 0 0,6 7-175 0 0,7 6-26 0 0,-2 6 47 0 0,-6 3-108 0 0,-9 3 46 0 0,-8 0-44 0 0,-10 1 113 0 0,-7-2-29 0 0,-6-1 83 0 0,-6-1-23 0 0,-7-2 29 0 0,-7-1-94 0 0,-5-3 27 0 0,-5-1-26 0 0,-3-3-159 0 0,-2-4-30 0 0,-10-1-806 0 0,4-7 752 0 0,3-4-449 0 0,7-7 352 0 0,6-6 391 0 0,6-5-106 0 0,5-4-328 0 0,3-3 315 0 0,4 0 81 0 0,1-1 71 0 0,1 3 93 0 0,1 3 142 0 0,0 2 104 0 0,-1 3 147 0 0,2 2-27 0 0,1 2-145 0 0,3 2-40 0 0,5 2 103 0 0,6 2-177 0 0,8 2-63 0 0,7 1-94 0 0,8 1-18 0 0,5 0-105 0 0,3 0-46 0 0,3-1-31 0 0,2-2-70 0 0,1-3-251 0 0,1-1-55 0 0,-2-1-569 0 0,-5-2-1232 0 0,-5-2-915 0 0,-8-1-2091 0 0,-9-1 4135 0 0</inkml:trace>
  <inkml:trace contextRef="#ctx0" brushRef="#br3" timeOffset="1504.318">1837 1264 560 0 0,'0'0'0'0'0,"0"0"472"0"0,0 0 6030 0 0,0 0-6105 0 0,0 0 1488 0 0,0 0-817 0 0,0 0 40 0 0,0 0-105 0 0,0 0-241 0 0,0 0-148 0 0,0 0-111 0 0,0 0-80 0 0,15 0 47 0 0,9 1 28 0 0,9-1-93 0 0,6 1-86 0 0,4-1-81 0 0,2 0-48 0 0,2 1-67 0 0,-2 0-134 0 0,-1 3 32 0 0,-3 0-133 0 0,-4 1-90 0 0,-4 0-298 0 0,-4 0-211 0 0,-4 0-380 0 0,-5-2-710 0 0,-6-1-941 0 0,-4-1-2354 0 0,-4-1 204 0 0,-4-1 5280 0 0</inkml:trace>
  <inkml:trace contextRef="#ctx0" brushRef="#br4" timeOffset="1676.182">2096 1121 1716 0 0,'0'0'0'0'0,"0"0"1200"0"0,0 0 6992 0 0,0 0-8028 0 0,0 0 1625 0 0,0 0-1113 0 0,-9 27 135 0 0,0 9 36 0 0,-1 11-263 0 0,-1 6-372 0 0,2 5-186 0 0,1 1-191 0 0,1 1-112 0 0,1-2-347 0 0,2-2-482 0 0,0-4-1211 0 0,0-3-2969 0 0,1-6-1472 0 0,-3-5 8225 0 0,1-9-2618 0 0</inkml:trace>
  <inkml:trace contextRef="#ctx0" brushRef="#br5" timeOffset="5194.183">2812 996 768 0 0,'0'0'0'0'0,"0"0"732"0"0,0 0 210 0 0,0 0 2465 0 0,0 0-2199 0 0,0 0-81 0 0,0 0-461 0 0,0 0-2 0 0,0 0-98 0 0,0 0-217 0 0,1-1-128 0 0,0-1-62 0 0,0 1-157 0 0,1-1 93 0 0,-1 1 95 0 0,2-1 167 0 0,1 1 5 0 0,1-1-12 0 0,0-1 14 0 0,0 1 10 0 0,-2 1-69 0 0,2-2-3 0 0,-1 1-40 0 0,2-1-63 0 0,2 0-73 0 0,3-3-60 0 0,3-1 228 0 0,6-3-218 0 0,4-2-72 0 0,4-1 16 0 0,2 0-94 0 0,0 0 6 0 0,-2 3-48 0 0,-5 2-8 0 0,-3 3-2 0 0,-5 3-11 0 0,0 5 161 0 0,0 4-47 0 0,2 7 23 0 0,3 5-219 0 0,1 7-194 0 0,1 5 191 0 0,-2 4-66 0 0,-3 3 46 0 0,-4 2 101 0 0,-4 3 63 0 0,-3 1 78 0 0,-7 3 80 0 0,-7 2 10 0 0,-5 2 86 0 0,-8 1-37 0 0,-4 1 15 0 0,-4-1 31 0 0,-2 0-42 0 0,-1-3-75 0 0,0-2-68 0 0,0-4-58 0 0,2-5-15 0 0,1-4 34 0 0,3-6 37 0 0,4-5-66 0 0,5-6 71 0 0,5-6-157 0 0,4-4-118 0 0,2-4 69 0 0,3-4 58 0 0,0-2 50 0 0,0-4 86 0 0,-1-2-240 0 0,-1-2-16 0 0,-1-3 148 0 0,1-4 102 0 0,0-3-229 0 0,2-2-26 0 0,1-1 48 0 0,3 1 120 0 0,3 1 100 0 0,1 6 128 0 0,1 3 122 0 0,2 5 362 0 0,0 3-341 0 0,1 4-36 0 0,2 3 94 0 0,2 3 47 0 0,6 2-212 0 0,5 2 56 0 0,7 1-159 0 0,7 2-52 0 0,5 1 5 0 0,5-1-21 0 0,2-1-110 0 0,1-1-71 0 0,0-2-403 0 0,-3-2-213 0 0,-2-2-95 0 0,-4-1-462 0 0,-6 0-1139 0 0,-5-2-1495 0 0,-9 0 1214 0 0</inkml:trace>
  <inkml:trace contextRef="#ctx1" brushRef="#br6">3783 1268 432,'0'0'0,"0"0"3232,0 0 3202,0 0-6352,0 0 1498,0 0-804,0 0 234,0 0-183,0 0-284,0 0-250,0 0-121,28 26-51,9 8-14,8 7-21,4 2-28,-1 1-64,-2-4-68,-4-3-65,-5-4-120,-5-6-180,-5-5-156,-5-6-164,-6-4-641,-6-4-1013,-4-4-2849,-7-2 1546,-7-1 3689,-1-2-555</inkml:trace>
  <inkml:trace contextRef="#ctx0" brushRef="#br7" timeOffset="5795.218">3669 1745 796 0 0,'0'0'0'0'0,"0"0"616"0"0,0 0-709 0 0,0 0 702 0 0,0 0 2728 0 0,0 0-1813 0 0,0 0-55 0 0,0 0-435 0 0,0 0-40 0 0,0 0 61 0 0,0 0-146 0 0,0 0-126 0 0,10-5 211 0 0,5-3-71 0 0,7-6 206 0 0,8-6-326 0 0,4-5-138 0 0,4-6-264 0 0,4-4-199 0 0,0-2-199 0 0,0-2-129 0 0,-2 1-188 0 0,-3 1-40 0 0,-5 4-68 0 0,-3 3-180 0 0,-5 3-156 0 0,-3 3-250 0 0,-5 3-494 0 0,-3 1-808 0 0,-4 0-1872 0 0,-2 2-478 0 0,-3 1 3207 0 0,-1 2 1332 0 0</inkml:trace>
  <inkml:trace contextRef="#ctx0" brushRef="#br8" timeOffset="6569.547">4685 1642 716 0 0,'0'0'0'0'0,"0"0"0"0"0,0 0 6447 0 0,0 0-5853 0 0,0 0 1143 0 0,0 0-832 0 0,0 0-12 0 0,0 0 249 0 0,0 0-445 0 0,15-22-214 0 0,2-8-125 0 0,6-6-5 0 0,-1-4 64 0 0,0 0 2 0 0,-1-1 5 0 0,-1 0-10 0 0,0-3-23 0 0,1-2-75 0 0,0-2-69 0 0,0-3-84 0 0,0-1-32 0 0,-2-1-14 0 0,0 0-125 0 0,-4 2 24 0 0,-4 1-70 0 0,-2 5 0 0 0,-3 2 66 0 0,-3 6-8 0 0,-1 5 1 0 0,0 7-1 0 0,-1 5 1 0 0,-1 6 55 0 0,2 6 40 0 0,0 4-125 0 0,0 5-28 0 0,3 4-100 0 0,-1 3 20 0 0,0 4 55 0 0,0 3-151 0 0,0 6 62 0 0,2 5-23 0 0,3 6 34 0 0,2 4 117 0 0,2 5 30 0 0,2 3-14 0 0,0 3-29 0 0,2 1 6 0 0,-2 2-20 0 0,1 1 65 0 0,-1 1-15 0 0,-1 1 17 0 0,0 0-3 0 0,0 0 2 0 0,0-1 0 0 0,-1-2-4 0 0,2-2 5 0 0,0-3 87 0 0,1-5-25 0 0,1-4-1 0 0,-2-4-56 0 0,1-6 89 0 0,-2-5-43 0 0,-3-4 14 0 0,-2-6-21 0 0,-1-3 52 0 0,-3-3 13 0 0,-2-3-30 0 0,-2-2 12 0 0,0 0-9 0 0,-1 0 20 0 0,0-1-19 0 0,-1 0-83 0 0,1 1 10 0 0,-2 0-19 0 0,-3-1 11 0 0,-4 1-4 0 0,-8-3 75 0 0,-10-1-81 0 0,-9-4 14 0 0,-10-1-211 0 0,-6-3 263 0 0,-7 0 56 0 0,-1-1-156 0 0,0 0 52 0 0,5 1-139 0 0,7 2 48 0 0,7 1-50 0 0,10 2-107 0 0,7 2-209 0 0,6 2-256 0 0,4 1-982 0 0,4 1-406 0 0,1 1-3059 0 0,1 2-1132 0 0,2-1 7038 0 0</inkml:trace>
  <inkml:trace contextRef="#ctx0" brushRef="#br9" timeOffset="8565.664">6105 1150 236 0 0,'0'0'0'0'0,"0"0"468"0"0,0 0-103 0 0,0 0 786 0 0,0 0 824 0 0,0 0-702 0 0,0 0 11 0 0,0 0-150 0 0,0 0 79 0 0,0 0-244 0 0,0 0 49 0 0,0 0-98 0 0,0-1-79 0 0,0-1-43 0 0,0 0-21 0 0,0 1-30 0 0,1 0-46 0 0,0 1-92 0 0,0-1-100 0 0,0 1-68 0 0,1 0-114 0 0,-1 0-75 0 0,0 0-65 0 0,2 0-62 0 0,1 0-47 0 0,2 0-27 0 0,5 0 179 0 0,4 0-74 0 0,4 0-58 0 0,3 0-103 0 0,2 0-61 0 0,4 0-55 0 0,3 0-8 0 0,4 0-47 0 0,3 0-32 0 0,3 0-97 0 0,0 0 5 0 0,-1-1-51 0 0,-4-1-47 0 0,-5-1-140 0 0,-7 0-133 0 0,-6-1-458 0 0,-7 1-833 0 0,-5 1-737 0 0,-7-1-2752 0 0,-6 0 1083 0 0,-1 1 5118 0 0</inkml:trace>
  <inkml:trace contextRef="#ctx0" brushRef="#br10" timeOffset="8788.411">6314 998 404 0 0,'0'0'0'0'0,"0"0"7965"0"0,0 0-6082 0 0,0 0 189 0 0,0 0-879 0 0,0 0-326 0 0,0 0 264 0 0,0 0-361 0 0,0 0-333 0 0,18 26-320 0 0,4 9-68 0 0,1 9-33 0 0,-3 4-94 0 0,-5 2-72 0 0,-5-1-45 0 0,-6 0-25 0 0,-6-3-182 0 0,-3-3-199 0 0,-3-4-310 0 0,0-3-808 0 0,0-5-1167 0 0,2-3-3119 0 0,0-8 2517 0 0</inkml:trace>
  <inkml:trace contextRef="#ctx0" brushRef="#br11" timeOffset="9642.005">7189 1679 496 0 0,'0'0'0'0'0,"0"0"1356"0"0,0 0 5134 0 0,0 0-5775 0 0,0 0 728 0 0,0 0-845 0 0,0 0-58 0 0,0 0-148 0 0,0 0-162 0 0,0 0-157 0 0,0 0 50 0 0,10-12 214 0 0,3-5-199 0 0,3-5 58 0 0,1-2-46 0 0,1-2 39 0 0,0-1 42 0 0,-1-1 22 0 0,1-1-34 0 0,0-2-1 0 0,0-2 0 0 0,3-4-62 0 0,-1-3-30 0 0,1-3-5 0 0,1-4-22 0 0,2-3-25 0 0,1-2 48 0 0,0-3 31 0 0,2-1-8 0 0,0-1 63 0 0,1 2-16 0 0,0 1 88 0 0,-2 5-33 0 0,-2 4 47 0 0,-3 7-57 0 0,-3 5-24 0 0,-4 5-70 0 0,-3 6-54 0 0,-2 5-89 0 0,-3 4 13 0 0,-2 3-22 0 0,-1 4-2 0 0,-2 2 4 0 0,1 1-1 0 0,-2 2 4 0 0,1 1-56 0 0,-1 1-50 0 0,1 1-7 0 0,1 1 24 0 0,0 2 45 0 0,0 1 44 0 0,-1 1-74 0 0,0 2 23 0 0,0 4-64 0 0,-1 4 43 0 0,0 7 16 0 0,0 5 47 0 0,2 6-48 0 0,0 5 70 0 0,2 5-90 0 0,0 4 17 0 0,1 2-25 0 0,-1 3 45 0 0,1 0-9 0 0,0 0 56 0 0,1-1-10 0 0,0-1 62 0 0,1-1 121 0 0,0-3 25 0 0,1-1-44 0 0,1-4 12 0 0,-1-2-120 0 0,1-2-43 0 0,-1-2 5 0 0,-1-3-25 0 0,0-3 13 0 0,0-4-14 0 0,-1-4 9 0 0,-1-5 2 0 0,-1-4-5 0 0,0-3 11 0 0,0-4 1 0 0,-2-3 85 0 0,0-1-10 0 0,0-2 17 0 0,-2-1-24 0 0,1 0-5 0 0,-1-1 9 0 0,0 1-14 0 0,0 0 14 0 0,-1 0 42 0 0,1 0-25 0 0,-2 0-60 0 0,-3 1-29 0 0,-6 0 4 0 0,-7 0-49 0 0,-8-1 54 0 0,-9 1-18 0 0,-8-1 6 0 0,-8-2 0 0 0,-7-2-276 0 0,-5-3-51 0 0,-3-1-539 0 0,1-2 989 0 0,6 2-1054 0 0,8 0 313 0 0,9 3-958 0 0,11 1-1079 0 0,10 2-3366 0 0,7 1 1383 0 0</inkml:trace>
  <inkml:trace contextRef="#ctx0" brushRef="#br12" timeOffset="10540.636">8146 7 928 0 0,'0'0'0'0'0,"0"0"352"0"0,0 0-107 0 0,0 0 1706 0 0,0 0 579 0 0,0 0-1281 0 0,0 0-232 0 0,0 0-314 0 0,0 0 130 0 0,0 0 57 0 0,0 0-112 0 0,0 0-32 0 0,17-4-392 0 0,4 1 52 0 0,7 4-117 0 0,2 5 18 0 0,3 6-166 0 0,1 6-11 0 0,-1 6-132 0 0,-2 5 108 0 0,-5 4-79 0 0,-6 1-29 0 0,-5 2-93 0 0,-6 1-25 0 0,-6-1-44 0 0,-7 1 48 0 0,-6-2 132 0 0,-6-2-38 0 0,-4-2 36 0 0,-3-2-8 0 0,-3-3-7 0 0,-1-4-217 0 0,0-4 173 0 0,-1-4 45 0 0,0-3-16 0 0,1-5-110 0 0,3-2-94 0 0,1-5 84 0 0,3-2 18 0 0,4-4-286 0 0,5-1 382 0 0,3-2-3 0 0,4-1 260 0 0,2 0 202 0 0,2 0-173 0 0,4 1 220 0 0,1 1 107 0 0,3 2 127 0 0,2 2 97 0 0,4 1-105 0 0,3 2-31 0 0,4 0-72 0 0,6 2-104 0 0,5 0-114 0 0,6 0-117 0 0,6 1-298 0 0,5 1 72 0 0,4 0-378 0 0,4 2-49 0 0,0-1-263 0 0,1-1-307 0 0,-3 0-662 0 0,-4-1-1542 0 0,-5-2-3427 0 0,-11-1 1434 0 0</inkml:trace>
  <inkml:trace contextRef="#ctx0" brushRef="#br13" timeOffset="12766.576">9144 1017 208 0 0,'0'0'0'0'0,"0"0"1436"0"0,0 0 5167 0 0,0 0-6214 0 0,0 0 1663 0 0,0 0-1003 0 0,0 0-35 0 0,0 0-152 0 0,0 0-220 0 0,0 0-64 0 0,0 0-100 0 0,8 2-58 0 0,4 0-26 0 0,4 0 36 0 0,2-1-29 0 0,3 1-1 0 0,3-2 25 0 0,4 1 66 0 0,5-1 20 0 0,8 0 116 0 0,8 0-158 0 0,7 0-296 0 0,4 0-157 0 0,3 0-52 0 0,-1 0-201 0 0,-3 0-241 0 0,-5-1-109 0 0,-6 1-49 0 0,-7-1-32 0 0,-7 0 18 0 0,-7 1-167 0 0,-7-1-485 0 0,-7 1-518 0 0,-5 0-485 0 0,-8 3-2363 0 0,-7 0-1496 0 0,-1 1 7499 0 0</inkml:trace>
  <inkml:trace contextRef="#ctx0" brushRef="#br14" timeOffset="13147.567">10309 839 612 0 0,'0'0'0'0'0,"0"0"1200"0"0,0 0 7337 0 0,0 0-8756 0 0,0 0 2133 0 0,0 0-1230 0 0,0 0 295 0 0,0 0 141 0 0,0 0-363 0 0,0 0-311 0 0,26 27-133 0 0,6 11-26 0 0,7 10-93 0 0,1 6-54 0 0,-1 2-23 0 0,-2-1-117 0 0,-3-2 15 0 0,-5-5-18 0 0,-1-5-70 0 0,-4-6 19 0 0,-3-6-66 0 0,-1-4-171 0 0,-3-5-258 0 0,-4-2-168 0 0,-3-3-483 0 0,-4-2-1171 0 0,-4-2-2917 0 0,-5-1-535 0 0,-8-2 6227 0 0,0-3-1320 0 0</inkml:trace>
  <inkml:trace contextRef="#ctx0" brushRef="#br15" timeOffset="13380.922">10223 1440 1472 0 0,'0'0'0'0'0,"0"0"276"0"0,0 0 5955 0 0,0 0-5948 0 0,0 0 1453 0 0,0 0-662 0 0,26-22 124 0 0,12-9 19 0 0,11-11-529 0 0,8-6-225 0 0,6-7-132 0 0,2-4-119 0 0,2-3-71 0 0,-1-2-78 0 0,-3 1-61 0 0,-6 0-197 0 0,-9 4-628 0 0,-9 4-439 0 0,-11 4-773 0 0,-9 5-2924 0 0,-8 6-1472 0 0,-6 10 7841 0 0</inkml:trace>
  <inkml:trace contextRef="#ctx0" brushRef="#br16" timeOffset="14180.163">11253 83 468 0 0,'0'0'0'0'0,"0"0"848"0"0,0 0 4285 0 0,0 0-4497 0 0,0 0 955 0 0,0 0-438 0 0,0 0 282 0 0,0 0-109 0 0,0 0-305 0 0,0 0-174 0 0,46-14-79 0 0,10 0-69 0 0,8 0-213 0 0,-3 2-134 0 0,-6 4-94 0 0,-7 5-110 0 0,-9 6-53 0 0,-8 6-39 0 0,-6 7-54 0 0,-6 5 5 0 0,-7 7-123 0 0,-5 5 19 0 0,-4 4 43 0 0,-7 3-28 0 0,-5 2-35 0 0,-6 1-105 0 0,-5 0 55 0 0,-4-1 2 0 0,-2-2 100 0 0,-3-2 2 0 0,-2-4-49 0 0,0-2 20 0 0,0-4 6 0 0,0-4 85 0 0,0-4-126 0 0,2-4-19 0 0,3-4-142 0 0,3-5-61 0 0,3-3-92 0 0,3-5 174 0 0,3-4 220 0 0,4-4-351 0 0,2-5 241 0 0,3-1 41 0 0,5-2 119 0 0,5-1 239 0 0,6 2 24 0 0,4 3 89 0 0,3 3 182 0 0,3 3 170 0 0,2 4-132 0 0,4 3-85 0 0,4 3-188 0 0,7 4-15 0 0,6 3-137 0 0,10 2-84 0 0,8 1-61 0 0,7-1-50 0 0,8-1 5 0 0,3-3-186 0 0,2-2-121 0 0,-1-2-467 0 0,-5-4-584 0 0,-5-2-827 0 0,-10-3-2281 0 0,-12-2-1751 0 0,-15 1 5287 0 0</inkml:trace>
  <inkml:trace contextRef="#ctx0" brushRef="#br17" timeOffset="16467.849">0 1976 364 0 0,'0'0'0'0'0,"0"0"208"0"0,0 0-224 0 0,0 0 316 0 0,0 0-281 0 0,0 0 207 0 0,0 0-106 0 0,0 0 26 0 0,0 0 79 0 0,0 0-76 0 0,0 0 1291 0 0,15 1-173 0 0,0-1-56 0 0,1 1-197 0 0,-3-1-222 0 0,-2 0 86 0 0,-3 0-239 0 0,-3 0-253 0 0,0 0-226 0 0,0 0-84 0 0,1 0-58 0 0,1 0 76 0 0,1 0 4 0 0,4 0 90 0 0,0 0 119 0 0,3 0-32 0 0,1-2 97 0 0,2 1-37 0 0,2-2-32 0 0,0 0-16 0 0,1-1-18 0 0,0 0-87 0 0,2 0-66 0 0,1 0-118 0 0,0 0 20 0 0,3 0-26 0 0,4 1-50 0 0,3 0 69 0 0,4 0-79 0 0,4 1 71 0 0,3 0-22 0 0,3 0 12 0 0,3 0 3 0 0,2 0 4 0 0,1-1 46 0 0,1 0 104 0 0,2-1-41 0 0,0 1 21 0 0,0-1 12 0 0,-2 1-46 0 0,-1-1 14 0 0,1 2-34 0 0,-1 0-85 0 0,-1 1-127 0 0,1 1 90 0 0,1 0-57 0 0,1 0 121 0 0,2 0-43 0 0,2 0-38 0 0,2 1 71 0 0,4 1-75 0 0,1-1 78 0 0,0 0-18 0 0,0-1 11 0 0,-1 1 9 0 0,0-1-3 0 0,1 0 77 0 0,3 0-36 0 0,2-1 375 0 0,6-1 142 0 0,4-2-477 0 0,3-2-44 0 0,4 0-9 0 0,-1-2 64 0 0,-1-2-121 0 0,0 0 148 0 0,-1-1 63 0 0,-3-1-137 0 0,-3 0 13 0 0,-4 1-72 0 0,-6 2-61 0 0,-8 1-31 0 0,-5 1-58 0 0,-6 3 10 0 0,-5 2 34 0 0,-1 0-26 0 0,1 2 85 0 0,1 0 51 0 0,5 0-20 0 0,5 1 13 0 0,4-1-122 0 0,6-1 146 0 0,6 0-30 0 0,7-1-120 0 0,3-1 109 0 0,4-1-112 0 0,2 0 91 0 0,1-1-42 0 0,1-1 97 0 0,0 0-26 0 0,-2 0 17 0 0,-1 1 8 0 0,-3-1 7 0 0,-2 1 68 0 0,-2-1-18 0 0,-1 0-22 0 0,-1 1-29 0 0,-1-1 2 0 0,-1-1-9 0 0,1 1 0 0 0,0-1 0 0 0,1 1 66 0 0,1 1-6 0 0,3 0 6 0 0,1 2-12 0 0,2 1 4 0 0,0 1 59 0 0,-2 0-64 0 0,-3 1 110 0 0,-4 2-64 0 0,-4 2-105 0 0,-4 0 84 0 0,-3 3-94 0 0,-3-1 104 0 0,-2 2 29 0 0,-1 0-94 0 0,1-1-27 0 0,0 1 14 0 0,2-2-21 0 0,3 0 4 0 0,4 0-5 0 0,4-1-4 0 0,2 0-4 0 0,4 0 14 0 0,1 1-22 0 0,2-1-17 0 0,1 1 46 0 0,-1-1-15 0 0,1 1 6 0 0,-2-1 0 0 0,-3 0 0 0 0,-2 1 5 0 0,-4-2-6 0 0,-4 1-3 0 0,-1-1 0 0 0,-1 0-9 0 0,1 0 16 0 0,3 1-5 0 0,3-1 2 0 0,3 1 10 0 0,5 0 43 0 0,4 0-7 0 0,2 0 19 0 0,2 0-68 0 0,0 0 100 0 0,-1 0-61 0 0,-1 1-31 0 0,-3 0 43 0 0,-5-1-59 0 0,-2 0 17 0 0,-4-1-10 0 0,0-1-4 0 0,-2-1 10 0 0,1 0-8 0 0,0 0 7 0 0,1 0 8 0 0,2 0-3 0 0,0 1-2 0 0,-1-1 56 0 0,-1 1-76 0 0,0 1 24 0 0,-1 0 48 0 0,0 1-72 0 0,-2-1 20 0 0,-1 0-12 0 0,-1 0 10 0 0,-1-1-4 0 0,0-1 7 0 0,0 1 3 0 0,-1-1-1 0 0,-2-1 1 0 0,-2 2 47 0 0,-5-1-9 0 0,-3 1-4 0 0,-3 0-48 0 0,-7 1 13 0 0,-3 1 7 0 0,-5 1 43 0 0,-4-1-58 0 0,-2 1 94 0 0,-3-1-42 0 0,0-2 15 0 0,-2 0 54 0 0,1-1-2 0 0,-3-1-131 0 0,-1-1 31 0 0,-3 0-147 0 0,-4 0-25 0 0,-4 0-72 0 0,-5-1-347 0 0,-3 1-412 0 0,-5 1-705 0 0,-11 1-1426 0 0,-7 2-5282 0 0,-11 0 9072 0 0,1 0-1638 0 0</inkml:trace>
  <inkml:trace contextRef="#ctx0" brushRef="#br18" timeOffset="23649.511">227 1712 3756 0 0,'0'0'0'0'0,"0"0"1813"0"0,0 0-1051 0 0,0 0-190 0 0,0 0-6 0 0,0 0 135 0 0,0 0-660 0 0,0 0 336 0 0,0 0-381 0 0,0 0 93 0 0,0 0 1307 0 0,-2 0-869 0 0,0 0 223 0 0,0 0-174 0 0,2 0-14 0 0,0 0-125 0 0,2-1-197 0 0,-1 0-250 0 0,0 1 52 0 0,0-1-130 0 0,1 1 99 0 0,-1-1-108 0 0,0 0 101 0 0,0 1-25 0 0,-1-1-52 0 0,1 1 83 0 0,0-1-23 0 0,0-1 13 0 0,0-1 60 0 0,3-4 11 0 0,2-3 1 0 0,3-5-10 0 0,4-6-70 0 0,5-5 9 0 0,5-5-8 0 0,6-5 9 0 0,6-5 76 0 0,8-5 2 0 0,7-6 4 0 0,8-5 98 0 0,9-6-4 0 0,7-6 44 0 0,5-4-129 0 0,2-3-95 0 0,-1-1-231 0 0,-6 2-49 0 0,-10 4-442 0 0,-11 6-627 0 0,-13 8-403 0 0,-14 10-2393 0 0,-10 8-1670 0 0,-9 12 6986 0 0</inkml:trace>
  <inkml:trace contextRef="#ctx0" brushRef="#br19" timeOffset="24888.126">10083 1364 588 0 0,'0'0'0'0'0,"0"0"1852"0"0,0 0-261 0 0,0 0 135 0 0,0 0-330 0 0,0 0-52 0 0,0 0-275 0 0,0 0-292 0 0,0 0-298 0 0,0 0-177 0 0,0 0-92 0 0,0 0-92 0 0,7 1-115 0 0,1 0 14 0 0,1 0-16 0 0,-2-1 74 0 0,-1 1 25 0 0,-2-1 11 0 0,-1 0-44 0 0,-2-1 2 0 0,0 1-3 0 0,-1 0 12 0 0,0 0 43 0 0,0-1 30 0 0,0 2-173 0 0,-2 0 45 0 0,-1 0-204 0 0,0 1 172 0 0,-1 0-102 0 0,0 0-78 0 0,1-1-23 0 0,1 0-29 0 0,0 0 136 0 0,1 0 33 0 0,1-1 58 0 0,0 1 7 0 0,0-1 5 0 0,0 0 254 0 0,0 0-7 0 0,0 0 46 0 0,0 0 43 0 0,0 0 11 0 0,3-2 112 0 0,3-2-57 0 0,5-5-120 0 0,6-6-132 0 0,9-10-32 0 0,14-10 100 0 0,14-11 236 0 0,19-12 146 0 0,21-11-202 0 0,19-9-151 0 0,19-9-165 0 0,14-5-63 0 0,11-5-121 0 0,5-3-110 0 0,1-2-12 0 0,-6 1-285 0 0,-12 3-551 0 0,-18 7-1513 0 0,-20 5-4284 0 0,-30 19 2581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3:08.67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1616.5"/>
      <inkml:brushProperty name="anchorY" value="-145335.7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4050.4375"/>
      <inkml:brushProperty name="anchorY" value="-146025.70313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2489.1875"/>
      <inkml:brushProperty name="anchorY" value="-135736.46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4194.28125"/>
      <inkml:brushProperty name="anchorY" value="-137409.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5505.59375"/>
      <inkml:brushProperty name="anchorY" value="-138679.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6810"/>
      <inkml:brushProperty name="anchorY" value="-139159.28125"/>
      <inkml:brushProperty name="scaleFactor" value="0.5"/>
    </inkml:brush>
    <inkml:context xml:id="ctx1">
      <inkml:inkSource xml:id="inkSrc6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22:22:55.538"/>
    </inkml:context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7926.90625"/>
      <inkml:brushProperty name="anchorY" value="-139956.15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99286.3125"/>
      <inkml:brushProperty name="anchorY" value="-140755.29688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0186.375"/>
      <inkml:brushProperty name="anchorY" value="-142141.1718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08178.21875"/>
      <inkml:brushProperty name="anchorY" value="-144445.92188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6402.375"/>
      <inkml:brushProperty name="anchorY" value="-146768.7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8491.65625"/>
      <inkml:brushProperty name="anchorY" value="-146619.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9458.625"/>
      <inkml:brushProperty name="anchorY" value="-147918.43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7573.5625"/>
      <inkml:brushProperty name="anchorY" value="-148226.53125"/>
      <inkml:brushProperty name="scaleFactor" value="0.5"/>
    </inkml:brush>
  </inkml:definitions>
  <inkml:trace contextRef="#ctx0" brushRef="#br0">819 2216 300 0 0,'0'0'0'0'0,"0"0"1580"0"0,0 0 3589 0 0,0 0-5109 0 0,0 0 1236 0 0,0 0-844 0 0,0 0 165 0 0,0 0 237 0 0,0 0 44 0 0,0 0-258 0 0,0 0-87 0 0,16-4-99 0 0,4-3 44 0 0,1-2 52 0 0,0-1 1 0 0,-1-3-45 0 0,-1-3-113 0 0,-1-3-87 0 0,-1-3-107 0 0,3-4-84 0 0,1-4-110 0 0,3-3 11 0 0,1-2-19 0 0,3-2-1 0 0,2 0-88 0 0,0 1 108 0 0,1 1-26 0 0,-2 3-6 0 0,0 2 20 0 0,-3 3 50 0 0,-1 2-56 0 0,-5 3 104 0 0,-1 3-109 0 0,-4 2 86 0 0,-4 3-97 0 0,-1 2 28 0 0,-2 4-10 0 0,-3 3 122 0 0,-1 2 7 0 0,-3 1 0 0 0,0 2-20 0 0,-1 0 7 0 0,0 1-18 0 0,0 0 18 0 0,-1 1 26 0 0,1 1-25 0 0,0 0 38 0 0,-1 0-25 0 0,1 1-34 0 0,1 0-9 0 0,2 2-24 0 0,2 3-14 0 0,2 5-50 0 0,3 4 13 0 0,2 6 48 0 0,2 3-63 0 0,-1 5 64 0 0,1 2-71 0 0,-1 2 26 0 0,0 1 43 0 0,-2-1 9 0 0,0 0 47 0 0,-1-2-9 0 0,0-4-8 0 0,-2-3-1 0 0,0-4-10 0 0,0-3-16 0 0,-2-5-6 0 0,0-3-65 0 0,-1-3 18 0 0,-1-3-6 0 0,-2-1 0 0 0,-1-2 0 0 0,0 0 42 0 0,-1-1-8 0 0,0-1 29 0 0,0 0-16 0 0,0 0 2 0 0,0 0 28 0 0,0 0-103 0 0,-2-1 27 0 0,-6 1-26 0 0,-7 0-413 0 0,-11 1 463 0 0,-10 0-88 0 0,-11 2 43 0 0,-7-1 62 0 0,-7 2-70 0 0,-5 0 10 0 0,-1 0-4 0 0,1 0 7 0 0,2-1-2 0 0,6 0-4 0 0,5-1-3 0 0,8-2-116 0 0,7 0-140 0 0,9 0-51 0 0,8-1-34 0 0,7 0-194 0 0,6 0-300 0 0,5-1-715 0 0,7 2-969 0 0,7 0-1695 0 0,6 1-2329 0 0,0-1 6027 0 0</inkml:trace>
  <inkml:trace contextRef="#ctx0" brushRef="#br1" timeOffset="12174.071">433 1952 1528 0 0,'0'0'0'0'0,"0"0"1276"0"0,0 0-331 0 0,0 0-503 0 0,0 0-147 0 0,0 0-158 0 0,0 0-131 0 0,0 0 73 0 0,-9-4 7 0 0,0 0 1280 0 0,0 0-352 0 0,1 0-81 0 0,3 0-87 0 0,1 1 5 0 0,2 1-69 0 0,3 0-80 0 0,2 1-42 0 0,2-1-42 0 0,1 0-74 0 0,4 0-13 0 0,2 0 21 0 0,4 0-114 0 0,3 1-70 0 0,4-1-18 0 0,4 1-6 0 0,4 1-64 0 0,5-1 35 0 0,3 1-18 0 0,9 0 4 0 0,9 0 489 0 0,11 0-518 0 0,10 0 47 0 0,9 0-147 0 0,5-2-56 0 0,-1 1-123 0 0,-2-2-204 0 0,-7 1-13 0 0,-6-1-104 0 0,-8 0-151 0 0,-6 1-59 0 0,-4-1-211 0 0,-2 0-195 0 0,-2 0-386 0 0,0-1-628 0 0,0-1-523 0 0,-2-2-1840 0 0,2-4 223 0 0,-10 2 3781 0 0</inkml:trace>
  <inkml:trace contextRef="#ctx0" brushRef="#br2" timeOffset="-15712.135">102 299 1252 0 0,'0'0'0'0'0,"0"0"640"0"0,0 0 5619 0 0,0 0-6407 0 0,0 0 1773 0 0,0 0-908 0 0,0 0 58 0 0,0 0 77 0 0,0 0-264 0 0,0 0-171 0 0,0 0-17 0 0,-2 2-24 0 0,-1 0-8 0 0,0 0 0 0 0,1 0 75 0 0,0-1-87 0 0,2 0-13 0 0,1-2 59 0 0,3 0-101 0 0,0-1-25 0 0,2 0 22 0 0,1-2-101 0 0,2-1-61 0 0,2-1-90 0 0,2-1 12 0 0,4-2-65 0 0,2-2-74 0 0,2 0-10 0 0,-1 0-5 0 0,0 1 14 0 0,-2 1-23 0 0,-3 3-20 0 0,-3 1 131 0 0,-2 2-106 0 0,0 1 108 0 0,1 1-77 0 0,1 1-18 0 0,4 0-9 0 0,2 2-59 0 0,3 1 67 0 0,4 3 37 0 0,1 4 51 0 0,2 4-4 0 0,1 4 63 0 0,-1 7-15 0 0,-1 5 64 0 0,-4 7-29 0 0,-5 6-31 0 0,-6 5-37 0 0,-4 3 82 0 0,-6 4 1 0 0,-8 1-3 0 0,-6 1-4 0 0,-5-1 3 0 0,-5-1-16 0 0,-3-2-1 0 0,-3-3-84 0 0,0-4-33 0 0,0-5-71 0 0,0-5-103 0 0,2-5 65 0 0,2-6 17 0 0,2-6 96 0 0,0-5-88 0 0,1-6 19 0 0,-1-3-145 0 0,0-5 122 0 0,-3-5-58 0 0,-3-4 119 0 0,-1-7-223 0 0,-3-4 97 0 0,2-4-16 0 0,2-4 82 0 0,5-2-7 0 0,5 1-20 0 0,6 1 10 0 0,5 4 10 0 0,3 5 85 0 0,3 5-38 0 0,1 5 31 0 0,1 4 64 0 0,3 2-27 0 0,3 3-170 0 0,3 4 247 0 0,8 2 82 0 0,7 5-52 0 0,9 2-98 0 0,7 5 37 0 0,7 2 36 0 0,5 2 135 0 0,3 3 34 0 0,3 0-114 0 0,0 0-9 0 0,2-1-114 0 0,-2-1-152 0 0,-1-3-278 0 0,-2-3-53 0 0,-3-3-371 0 0,-2-4-595 0 0,-4-3-408 0 0,-3-2-1363 0 0,-6-3-1053 0 0,-5-1 2837 0 0,-8-2 1404 0 0</inkml:trace>
  <inkml:trace contextRef="#ctx0" brushRef="#br3" timeOffset="-15090.814">1055 697 404 0 0,'0'0'0'0'0,"0"0"964"0"0,0 0 5316 0 0,0 0-6125 0 0,0 0 1590 0 0,0 0-800 0 0,0 0 128 0 0,0 0-149 0 0,0 0-222 0 0,0 0-151 0 0,0 0 117 0 0,0 0-198 0 0,41 24 68 0 0,9 6-52 0 0,6 5-120 0 0,0 1-75 0 0,-5-2-123 0 0,-6-3-98 0 0,-5-2-64 0 0,-6-3-83 0 0,-5-2-28 0 0,-4-2-118 0 0,-2-2-239 0 0,-3-3-206 0 0,-3-1-167 0 0,-2-2-180 0 0,-5-2-174 0 0,-3-2-264 0 0,-3 0-333 0 0,-4-2-1302 0 0,-6 0 125 0 0,-6-1 47 0 0,-9-1 3385 0 0,1-1-964 0 0</inkml:trace>
  <inkml:trace contextRef="#ctx0" brushRef="#br4" timeOffset="-14934.638">1041 1157 236 0 0,'0'0'0'0'0,"0"0"636"0"0,0 0 2348 0 0,0 0-4 0 0,0 0-1190 0 0,0 0-512 0 0,0 0-240 0 0,0 0 126 0 0,0 0-237 0 0,0 0 177 0 0,0 0-248 0 0,40-27-436 0 0,12-10-336 0 0,10-8-32 0 0,2-4-320 0 0,-3 1-296 0 0,-6 3-776 0 0,-9 6-414 0 0,-10 6-587 0 0,-10 6-2681 0 0,-10 9 772 0 0</inkml:trace>
  <inkml:trace contextRef="#ctx0" brushRef="#br5" timeOffset="-13948.52">1722 1174 184 0 0,'0'0'0'0'0,"0"0"832"0"0,0 0 5475 0 0,0 0-5541 0 0,0 0 1442 0 0,0 0-609 0 0,0 0-489 0 0,13-20-166 0 0,6-7-259 0 0,4-8-187 0 0,2-3-146 0 0,3-2-82 0 0,0-3-61 0 0,1-1-103 0 0,1-2 7 0 0,-1-2-34 0 0,0-3-80 0 0,-1-3 63 0 0,-1-1-75 0 0,0-2 20 0 0,-1-1-7 0 0,-3 0 75 0 0,-1 2-96 0 0,-4 3 32 0 0,-2 5-72 0 0,-4 5 73 0 0,-3 9-33 0 0,-3 7-32 0 0,-2 6 67 0 0,-2 8-22 0 0,-2 5 13 0 0,0 4-6 0 0,0 2-55 0 0,0 3-2 0 0,-1 0-50 0 0,1 0 15 0 0,-1 0 25 0 0,2 1-13 0 0,0 1-23 0 0,1 2-6 0 0,1 3 131 0 0,3 6-40 0 0,4 7 19 0 0,4 7-18 0 0,4 8 9 0 0,4 9-46 0 0,4 7 65 0 0,2 6-78 0 0,3 4 76 0 0,1 4-14 0 0,1 0 9 0 0,0-2 84 0 0,-1-2 19 0 0,0-5 47 0 0,0-6-26 0 0,-1-4-17 0 0,-3-7-64 0 0,-3-5-44 0 0,-3-5-3 0 0,-5-5-10 0 0,-4-5-1 0 0,-4-5-4 0 0,-3-5 10 0 0,-3-4-50 0 0,-2-2 14 0 0,-1-3 50 0 0,-5 0 101 0 0,-7-2-124 0 0,-10 1 335 0 0,-13-3-55 0 0,-13-1-191 0 0,-12-2 158 0 0,-11-1-173 0 0,-6-2-48 0 0,-1 2 1 0 0,4 0-15 0 0,10 2-126 0 0,10 2-143 0 0,12 3-107 0 0,11 3-115 0 0,10 2-371 0 0,9 2-570 0 0,6 2-973 0 0,4 0-2672 0 0,2-1-1131 0 0,2-2 7528 0 0</inkml:trace>
  <inkml:trace contextRef="#ctx1" brushRef="#br6">3164 606 1580,'0'0'0,"0"0"584,0 0-298,0 0 4700,0 0-3891,0 0 786,0 0-589,0 0-223,0 0 15,0 0-208,0 0-241,7 0-86,5 0 32,5-2-11,4 0-84,3-1-96,3-1-93,2 1-87,-1-1-99,1 1-100,-1 0 4,1 1-93,2 1 96,1 0-200,0 0-134,1 1-239,-2-1-184,-2 0-336,-3-1-731,-5-1-1401,-5-3-3935,-5 1 4076</inkml:trace>
  <inkml:trace contextRef="#ctx0" brushRef="#br7" timeOffset="-12954.025">3345 440 4668 0 0,'0'0'0'0'0,"0"0"4173"0"0,0 0-1387 0 0,0 0-1550 0 0,-1 21-164 0 0,0 7-8 0 0,1 9 245 0 0,-1 6-527 0 0,0 2-578 0 0,1 3-138 0 0,0 0-286 0 0,0-1-242 0 0,2-1-505 0 0,4-2-480 0 0,4-3-1117 0 0,2-4-2432 0 0,3-6-1005 0 0,-2-8 6169 0 0</inkml:trace>
  <inkml:trace contextRef="#ctx0" brushRef="#br8" timeOffset="-11676.231">4615 1002 1316 0 0,'0'0'0'0'0,"0"0"432"0"0,0 0-247 0 0,0 0 4695 0 0,0 0-4343 0 0,0 0 968 0 0,0 0-742 0 0,0 0 51 0 0,0 0 98 0 0,0 0-154 0 0,0 0-246 0 0,0 0-36 0 0,3 1-45 0 0,0 0-21 0 0,0-1-46 0 0,-1 0 52 0 0,-1-2 38 0 0,1-1 65 0 0,-1-1 33 0 0,1-3-212 0 0,1-3-98 0 0,0-3-113 0 0,1-4 46 0 0,2-4-205 0 0,0-6-5 0 0,1-4-64 0 0,2-5-21 0 0,0-5-28 0 0,2-4 18 0 0,1-5-13 0 0,1-3-39 0 0,-1-3-6 0 0,1-2-11 0 0,-1-1 47 0 0,-2-1 74 0 0,1 3 79 0 0,-2 2 88 0 0,0 5 68 0 0,-2 5 38 0 0,0 7-58 0 0,-1 6-61 0 0,0 8-63 0 0,-2 5 10 0 0,0 7-20 0 0,-2 3 7 0 0,0 5 2 0 0,0 2 4 0 0,-1 2-19 0 0,1 0-4 0 0,-1 3-93 0 0,1 0 128 0 0,2 1-1 0 0,-1 0 22 0 0,1 1-46 0 0,4 1 118 0 0,3 3 63 0 0,5 2-80 0 0,4 4-116 0 0,6 6 34 0 0,2 4-111 0 0,4 6-2 0 0,2 6-19 0 0,0 3-75 0 0,0 5 15 0 0,-1 3 42 0 0,-1 1 26 0 0,-2 2 24 0 0,-2 0-16 0 0,-2 0 36 0 0,-3-2 9 0 0,-3-2 50 0 0,-3-2-8 0 0,-1-2 20 0 0,-2-3 86 0 0,0-3-56 0 0,-2-2 54 0 0,0-3-56 0 0,-1-2-34 0 0,-1-3-1 0 0,1-2-14 0 0,-3-3-78 0 0,0-3 21 0 0,-2-4 8 0 0,-1-3 4 0 0,-2-5 51 0 0,-1-3-14 0 0,-1-1 18 0 0,-1-3 1 0 0,0 0 140 0 0,0-1-6 0 0,-1 1 24 0 0,1-1 76 0 0,0 0-52 0 0,-3 1-55 0 0,-7 0 91 0 0,-9-2-265 0 0,-13-1-417 0 0,-13-1 602 0 0,-10-2-202 0 0,-9 0 119 0 0,-4-1-74 0 0,0-1 20 0 0,2 0-63 0 0,7 2-9 0 0,7 0-173 0 0,7 1-225 0 0,7 1-256 0 0,6 0-281 0 0,6 0-552 0 0,3 0-930 0 0,3-2-2958 0 0,5 1 1064 0 0</inkml:trace>
  <inkml:trace contextRef="#ctx0" brushRef="#br9" timeOffset="-988.638">53 1209 52 0 0,'0'0'0'0'0,"0"0"628"0"0,0 0 2520 0 0,0 0-1475 0 0,0 0-648 0 0,0 0 242 0 0,0 0-619 0 0,0 0-204 0 0,0 0 32 0 0,0 0-81 0 0,0 0-93 0 0,-10 6 20 0 0,-1-1 230 0 0,1 0 125 0 0,2-2 124 0 0,2-2-65 0 0,2-1-95 0 0,2-1-153 0 0,1-1 16 0 0,1-1-54 0 0,0 2-92 0 0,0-1-69 0 0,1 1-104 0 0,-1 0-55 0 0,0 1-75 0 0,1 0-48 0 0,-1 0 15 0 0,0 0 77 0 0,0 0-56 0 0,0 0 82 0 0,1 0 25 0 0,0 0 19 0 0,3 0 93 0 0,0 0-56 0 0,2 0-94 0 0,1-1-116 0 0,2-1 15 0 0,2 1-125 0 0,1-1 132 0 0,4 1-91 0 0,3 1 79 0 0,3-1-68 0 0,2 1 72 0 0,2 0-17 0 0,1 1 7 0 0,1-1 9 0 0,0 1 105 0 0,3-1-15 0 0,1 1-50 0 0,3 0 24 0 0,3 1-84 0 0,2-1 12 0 0,5-1-101 0 0,2 1 114 0 0,4 0-34 0 0,2-1 12 0 0,1 1-52 0 0,0-1 72 0 0,-2 0-20 0 0,-1 0 17 0 0,-3 0 49 0 0,-2 0-23 0 0,-4 0-36 0 0,-2 0 12 0 0,-2 0 91 0 0,-3 0-75 0 0,1 0-19 0 0,-1 0 7 0 0,1 1-17 0 0,1-1-6 0 0,1 1 6 0 0,2 0-2 0 0,1 0 4 0 0,1 0 0 0 0,0 0-10 0 0,0-1 13 0 0,-1 0 56 0 0,-2 0-20 0 0,-1 0-37 0 0,-4 0 59 0 0,-2 0-61 0 0,-3 0 78 0 0,-2 0-41 0 0,-2 0-33 0 0,-2 0 76 0 0,0 0-16 0 0,-2 1-3 0 0,0 0-61 0 0,1-1 8 0 0,1 1-2 0 0,1 0-7 0 0,-1 0 6 0 0,2-1-6 0 0,0 1 58 0 0,-1-1 1 0 0,1 0 27 0 0,-1 0 0 0 0,0 0-16 0 0,1 0-4 0 0,-2 0-18 0 0,2 0 8 0 0,0 1 6 0 0,0 0 58 0 0,1 1-62 0 0,1 0-6 0 0,2 1-51 0 0,2 0 16 0 0,1 0-18 0 0,-1 0 4 0 0,-2-1-58 0 0,-2 0 62 0 0,-3 0-20 0 0,-3-1 6 0 0,-3 0-5 0 0,-3-1 6 0 0,-3 1 8 0 0,-3-1-2 0 0,-3 0 10 0 0,-1 0 72 0 0,0 0 13 0 0,-2 0 2 0 0,0 0-29 0 0,-2 0-4 0 0,1 0 17 0 0,-1 0 3 0 0,0 0 4 0 0,1 0-18 0 0,1 0-22 0 0,1 0 51 0 0,1 0-63 0 0,1 0-27 0 0,1 0 2 0 0,0 0-1 0 0,-1 0-1 0 0,-1 0 0 0 0,0 0-10 0 0,-2 0 4 0 0,-1 0 2 0 0,0 0-5 0 0,0 0 2 0 0,1 0 8 0 0,3 0 105 0 0,0 0-62 0 0,2 0-55 0 0,1 0 28 0 0,1 0-23 0 0,-1 0 3 0 0,-1 0 8 0 0,-2 0 54 0 0,-1 0-66 0 0,-3 0 73 0 0,0 0-82 0 0,-1 0 25 0 0,-1 0-18 0 0,-1 0-12 0 0,1 0-72 0 0,0 0 39 0 0,-1 0-17 0 0,1 0 59 0 0,0 0-72 0 0,0 0 84 0 0,0 0-29 0 0,0 0 10 0 0,0 0-99 0 0,0 0-290 0 0,0 0-398 0 0,0 0-200 0 0,0 0-657 0 0,-4-1-661 0 0,-6-2-1978 0 0,-9-1-2681 0 0,19 4 5316 0 0,3 1 1450 0 0</inkml:trace>
  <inkml:trace contextRef="#ctx0" brushRef="#br10" timeOffset="12997.327">1468 1280 1200 0 0,'0'0'0'0'0,"0"0"1748"0"0,0 0-1414 0 0,0 0 1039 0 0,0 0 3980 0 0,32-25-4637 0 0,13-10 1477 0 0,15-9-1152 0 0,8-7-18 0 0,7-4-276 0 0,5-3-326 0 0,3-3-293 0 0,1-2-97 0 0,2-2-14 0 0,0-2-100 0 0,-1 0-20 0 0,-2 0-59 0 0,-3 2-36 0 0,-6 4-262 0 0,-7 5-420 0 0,-10 5-897 0 0,-12 8-1259 0 0,-13 7-3371 0 0,-12 10 3581 0 0</inkml:trace>
  <inkml:trace contextRef="#ctx0" brushRef="#br11" timeOffset="35461.06">4874 479 612 0 0,'0'0'0'0'0,"0"0"484"0"0,0 0-551 0 0,0 0 2459 0 0,0 0-2384 0 0,0 0 468 0 0,0 0-248 0 0,0 0 273 0 0,0 0 261 0 0,0 0-103 0 0,21-9-133 0 0,10-8-44 0 0,9-8 46 0 0,5-7 123 0 0,0-5 66 0 0,-3-5 40 0 0,-5-1 28 0 0,-9 3-20 0 0,-8 4-32 0 0,-8 7 75 0 0,-10 9 91 0 0,-10 8-159 0 0,-11 12-425 0 0,-11 15-307 0 0,-10 15-139 0 0,-10 19-34 0 0,-4 16-65 0 0,-3 17 172 0 0,5 12 49 0 0,4 10-6 0 0,8 3 11 0 0,9 0-98 0 0,10-5 24 0 0,8-12 5 0 0,6-13-6 0 0,5-17 3 0 0,6-18-280 0 0,6-19-536 0 0,11-20 299 0 0,10-21-274 0 0,12-20-814 0 0,10-23-960 0 0,5-12-584 0 0,-9 7-323 0 0</inkml:trace>
  <inkml:trace contextRef="#ctx0" brushRef="#br12" timeOffset="35707.685">5513 0 1016 0 0,'0'0'0'0'0,"0"0"7705"0"0,0 0-6740 0 0,0 0 1268 0 0,0 0-1381 0 0,0 0-715 0 0,0 0-37 0 0,-44 21 115 0 0,-22 14-72 0 0,-20 16 62 0 0,-12 15-6 0 0,-7 11 126 0 0,1 9 91 0 0,3 4 104 0 0,8 1-22 0 0,11-4-192 0 0,14-7-66 0 0,16-13-260 0 0,16-13-44 0 0,15-15-551 0 0,17-15-499 0 0,19-15 633 0 0,19-17 84 0 0,20-17-186 0 0,16-18-96 0 0,13-17-353 0 0,6-16-146 0 0,0-12 688 0 0,-7-7 496 0 0,-12 0 465 0 0,-18 5 812 0 0,-19 14 61 0 0,-24 18 83 0 0,-29 23-390 0 0,-29 28-736 0 0,-26 31-29 0 0,-21 34-188 0 0,-11 31-78 0 0,-1 28-372 0 0,9 24-366 0 0,18 15-458 0 0,21 0-1561 0 0,20 6-5300 0 0,17-31 6171 0 0</inkml:trace>
  <inkml:trace contextRef="#ctx0" brushRef="#br13" timeOffset="37048.181">5064 471 2988 0 0,'0'0'0'0'0,"0"0"4889"0"0,0 0-5023 0 0,0 0 1011 0 0,0 0-564 0 0,0 0 444 0 0,0 0 110 0 0,0 0-64 0 0,0 0 40 0 0,0 0-266 0 0,0 0-147 0 0,27-6-101 0 0,6-5 38 0 0,2-2-28 0 0,-2-3-144 0 0,-5 0-107 0 0,-7 2-72 0 0,-6 4 43 0 0,-7 2-71 0 0,-8 6-248 0 0,-11 6 103 0 0,-11 9-258 0 0,-15 11 182 0 0,-13 13 114 0 0,-14 13 115 0 0,-11 15 57 0 0,-11 11-65 0 0,-7 9 34 0 0,-3 4 78 0 0,2-2 185 0 0,6-5-79 0 0,11-11 113 0 0,13-12-320 0 0,16-15 35 0 0,16-14-394 0 0,20-12-515 0 0,22-13 164 0 0,26-13 526 0 0,27-13 47 0 0,29-15-90 0 0,29-16 23 0 0,25-15 98 0 0,24-14-475 0 0,19-13 248 0 0,12-8 103 0 0,7-8 62 0 0,-2-1 171 0 0,-7 2-26 0 0,-14 7 70 0 0,-22 10-50 0 0,-28 16 8 0 0,-33 19-101 0 0,-34 19 125 0 0,-37 22-42 0 0,-38 23 93 0 0,-36 21 137 0 0,-33 19-166 0 0,-28 18 266 0 0,-24 13 226 0 0,-17 10-104 0 0,-10 5-32 0 0,-3 1 150 0 0,4-6 113 0 0,14-8-61 0 0,19-11-252 0 0,25-15-292 0 0,27-16-24 0 0,26-13-350 0 0,25-15-190 0 0,23-14 250 0 0,22-14 66 0 0,20-12-95 0 0,16-12 60 0 0,15-10-160 0 0,10-7-77 0 0,5-3 307 0 0,-3 2 142 0 0,-10 6 33 0 0,-18 12-44 0 0,-21 13-393 0 0,-31 19 321 0 0,-34 19 300 0 0,-35 21-267 0 0,-33 18 465 0 0,-31 17-20 0 0,-27 16 49 0 0,-19 12-319 0 0,-12 8-100 0 0,-6 5-4 0 0,3 2-323 0 0,9-2-737 0 0,19-9-3272 0 0,17-5-3509 0 0,34-21 9735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9:14.51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2662.34375"/>
      <inkml:brushProperty name="anchorY" value="-96271.671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8768.9375"/>
      <inkml:brushProperty name="anchorY" value="-93589.1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49665.8125"/>
      <inkml:brushProperty name="anchorY" value="-94555.51563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1204.8125"/>
      <inkml:brushProperty name="anchorY" value="-95994.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5819.15625"/>
      <inkml:brushProperty name="anchorY" value="-98367.21094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7196.375"/>
      <inkml:brushProperty name="anchorY" value="-99122.21094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3336"/>
      <inkml:brushProperty name="anchorY" value="-96814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4552.25"/>
      <inkml:brushProperty name="anchorY" value="-96649.781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6052.79688"/>
      <inkml:brushProperty name="anchorY" value="-97419.26563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4984.39063"/>
      <inkml:brushProperty name="anchorY" value="-97150.14063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6103.32813"/>
      <inkml:brushProperty name="anchorY" value="-98430.96094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4658.40625"/>
      <inkml:brushProperty name="anchorY" value="-98307.20313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54170.04688"/>
      <inkml:brushProperty name="anchorY" value="-97390.3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5852.40625"/>
      <inkml:brushProperty name="anchorY" value="-98334.07813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4715.53125"/>
      <inkml:brushProperty name="anchorY" value="-97090.562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8844.71875"/>
      <inkml:brushProperty name="anchorY" value="-100013.45313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9758.48438"/>
      <inkml:brushProperty name="anchorY" value="-107564.05469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68728.78125"/>
      <inkml:brushProperty name="anchorY" value="-107084.71094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70056.8125"/>
      <inkml:brushProperty name="anchorY" value="-108601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0897.59375"/>
      <inkml:brushProperty name="anchorY" value="-101099.61719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5551.15625"/>
      <inkml:brushProperty name="anchorY" value="-95497.57813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6397.8125"/>
      <inkml:brushProperty name="anchorY" value="-96344.24219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0223.60938"/>
      <inkml:brushProperty name="anchorY" value="-89713.0312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79363.10938"/>
      <inkml:brushProperty name="anchorY" value="-88847.54688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2020.1875"/>
      <inkml:brushProperty name="anchorY" value="-94601.4062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2889.54688"/>
      <inkml:brushProperty name="anchorY" value="-95000.07813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2040.0625"/>
      <inkml:brushProperty name="anchorY" value="-94128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2886.73438"/>
      <inkml:brushProperty name="anchorY" value="-94974.67188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1732.0625"/>
      <inkml:brushProperty name="anchorY" value="-93169.98438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6882.9375"/>
      <inkml:brushProperty name="anchorY" value="-94261.05469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5684.34375"/>
      <inkml:brushProperty name="anchorY" value="-93610.52344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7948.28125"/>
      <inkml:brushProperty name="anchorY" value="-92875.73438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9313.1875"/>
      <inkml:brushProperty name="anchorY" value="-93077.8125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8160.10938"/>
      <inkml:brushProperty name="anchorY" value="-92560.89063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89245.25"/>
      <inkml:brushProperty name="anchorY" value="-92072.64063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2992.3125"/>
      <inkml:brushProperty name="anchorY" value="-93619.98438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3904.85938"/>
      <inkml:brushProperty name="anchorY" value="-93586.33594"/>
      <inkml:brushProperty name="scaleFactor" value="0.5"/>
    </inkml:brush>
    <inkml:brush xml:id="br3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5099.125"/>
      <inkml:brushProperty name="anchorY" value="-95098.49219"/>
      <inkml:brushProperty name="scaleFactor" value="0.5"/>
    </inkml:brush>
    <inkml:brush xml:id="br3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0111.0625"/>
      <inkml:brushProperty name="anchorY" value="-93286.30469"/>
      <inkml:brushProperty name="scaleFactor" value="0.5"/>
    </inkml:brush>
    <inkml:brush xml:id="br3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1609.40625"/>
      <inkml:brushProperty name="anchorY" value="-92894"/>
      <inkml:brushProperty name="scaleFactor" value="0.5"/>
    </inkml:brush>
    <inkml:brush xml:id="br4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9577.73438"/>
      <inkml:brushProperty name="anchorY" value="-98686.83594"/>
      <inkml:brushProperty name="scaleFactor" value="0.5"/>
    </inkml:brush>
    <inkml:brush xml:id="br4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6807.73438"/>
      <inkml:brushProperty name="anchorY" value="-95283.98438"/>
      <inkml:brushProperty name="scaleFactor" value="0.5"/>
    </inkml:brush>
    <inkml:brush xml:id="br4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8154.10938"/>
      <inkml:brushProperty name="anchorY" value="-96054.625"/>
      <inkml:brushProperty name="scaleFactor" value="0.5"/>
    </inkml:brush>
    <inkml:brush xml:id="br4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7293.65625"/>
      <inkml:brushProperty name="anchorY" value="-95718.58594"/>
      <inkml:brushProperty name="scaleFactor" value="0.5"/>
    </inkml:brush>
    <inkml:brush xml:id="br4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198227.90625"/>
      <inkml:brushProperty name="anchorY" value="-96378.59375"/>
      <inkml:brushProperty name="scaleFactor" value="0.5"/>
    </inkml:brush>
    <inkml:brush xml:id="br4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0243.92188"/>
      <inkml:brushProperty name="anchorY" value="-102232.58594"/>
      <inkml:brushProperty name="scaleFactor" value="0.5"/>
    </inkml:brush>
    <inkml:brush xml:id="br4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1501.4375"/>
      <inkml:brushProperty name="anchorY" value="-99455.03125"/>
      <inkml:brushProperty name="scaleFactor" value="0.5"/>
    </inkml:brush>
    <inkml:brush xml:id="br4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3386"/>
      <inkml:brushProperty name="anchorY" value="-99223.95313"/>
      <inkml:brushProperty name="scaleFactor" value="0.5"/>
    </inkml:brush>
    <inkml:brush xml:id="br4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5117.17188"/>
      <inkml:brushProperty name="anchorY" value="-100067.75"/>
      <inkml:brushProperty name="scaleFactor" value="0.5"/>
    </inkml:brush>
    <inkml:brush xml:id="br4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6144.28125"/>
      <inkml:brushProperty name="anchorY" value="-99973.46875"/>
      <inkml:brushProperty name="scaleFactor" value="0.5"/>
    </inkml:brush>
    <inkml:brush xml:id="br5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7347.79688"/>
      <inkml:brushProperty name="anchorY" value="-101327.03125"/>
      <inkml:brushProperty name="scaleFactor" value="0.5"/>
    </inkml:brush>
    <inkml:brush xml:id="br5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9016.4375"/>
      <inkml:brushProperty name="anchorY" value="-101453.42969"/>
      <inkml:brushProperty name="scaleFactor" value="0.5"/>
    </inkml:brush>
    <inkml:brush xml:id="br5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4179.46875"/>
      <inkml:brushProperty name="anchorY" value="-106365.89844"/>
      <inkml:brushProperty name="scaleFactor" value="0.5"/>
    </inkml:brush>
    <inkml:brush xml:id="br5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5829.5"/>
      <inkml:brushProperty name="anchorY" value="-107715.14844"/>
      <inkml:brushProperty name="scaleFactor" value="0.5"/>
    </inkml:brush>
    <inkml:brush xml:id="br5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6834.6875"/>
      <inkml:brushProperty name="anchorY" value="-109228.21094"/>
      <inkml:brushProperty name="scaleFactor" value="0.5"/>
    </inkml:brush>
    <inkml:brush xml:id="br5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8672.40625"/>
      <inkml:brushProperty name="anchorY" value="-109951.55469"/>
      <inkml:brushProperty name="scaleFactor" value="0.5"/>
    </inkml:brush>
    <inkml:brush xml:id="br5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787.28125"/>
      <inkml:brushProperty name="anchorY" value="-110522.49219"/>
      <inkml:brushProperty name="scaleFactor" value="0.5"/>
    </inkml:brush>
    <inkml:brush xml:id="br5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8675.04688"/>
      <inkml:brushProperty name="anchorY" value="-110017.9375"/>
      <inkml:brushProperty name="scaleFactor" value="0.5"/>
    </inkml:brush>
    <inkml:brush xml:id="br5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1186.5"/>
      <inkml:brushProperty name="anchorY" value="-102870.23438"/>
      <inkml:brushProperty name="scaleFactor" value="0.5"/>
    </inkml:brush>
    <inkml:brush xml:id="br5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0282.5625"/>
      <inkml:brushProperty name="anchorY" value="-103061.45313"/>
      <inkml:brushProperty name="scaleFactor" value="0.5"/>
    </inkml:brush>
    <inkml:brush xml:id="br6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1232.125"/>
      <inkml:brushProperty name="anchorY" value="-104315.36719"/>
      <inkml:brushProperty name="scaleFactor" value="0.5"/>
    </inkml:brush>
    <inkml:brush xml:id="br6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0338.53125"/>
      <inkml:brushProperty name="anchorY" value="-103108.64063"/>
      <inkml:brushProperty name="scaleFactor" value="0.5"/>
    </inkml:brush>
    <inkml:brush xml:id="br6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1860.875"/>
      <inkml:brushProperty name="anchorY" value="-104298.92188"/>
      <inkml:brushProperty name="scaleFactor" value="0.5"/>
    </inkml:brush>
    <inkml:context xml:id="ctx1">
      <inkml:inkSource xml:id="inkSrc6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22:21:25.945"/>
    </inkml:context>
    <inkml:brush xml:id="br6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3310.125"/>
      <inkml:brushProperty name="anchorY" value="-105535.8125"/>
      <inkml:brushProperty name="scaleFactor" value="0.5"/>
    </inkml:brush>
    <inkml:brush xml:id="br6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9239.4375"/>
      <inkml:brushProperty name="anchorY" value="-109973.09375"/>
      <inkml:brushProperty name="scaleFactor" value="0.5"/>
    </inkml:brush>
    <inkml:brush xml:id="br6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0612.125"/>
      <inkml:brushProperty name="anchorY" value="-110790.10938"/>
      <inkml:brushProperty name="scaleFactor" value="0.5"/>
    </inkml:brush>
    <inkml:brush xml:id="br6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09885.59375"/>
      <inkml:brushProperty name="anchorY" value="-101343.82813"/>
      <inkml:brushProperty name="scaleFactor" value="0.5"/>
    </inkml:brush>
    <inkml:brush xml:id="br6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27545.3125"/>
      <inkml:brushProperty name="anchorY" value="-109256.92188"/>
      <inkml:brushProperty name="scaleFactor" value="0.5"/>
    </inkml:brush>
    <inkml:brush xml:id="br6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4134.54688"/>
      <inkml:brushProperty name="anchorY" value="-110712.07813"/>
      <inkml:brushProperty name="scaleFactor" value="0.5"/>
    </inkml:brush>
    <inkml:brush xml:id="br6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5392.375"/>
      <inkml:brushProperty name="anchorY" value="-110671.52344"/>
      <inkml:brushProperty name="scaleFactor" value="0.5"/>
    </inkml:brush>
    <inkml:brush xml:id="br7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6961.67188"/>
      <inkml:brushProperty name="anchorY" value="-111959.52344"/>
      <inkml:brushProperty name="scaleFactor" value="0.5"/>
    </inkml:brush>
    <inkml:brush xml:id="br7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8402.03125"/>
      <inkml:brushProperty name="anchorY" value="-112219.26563"/>
      <inkml:brushProperty name="scaleFactor" value="0.5"/>
    </inkml:brush>
    <inkml:brush xml:id="br7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39688.9375"/>
      <inkml:brushProperty name="anchorY" value="-112971.3125"/>
      <inkml:brushProperty name="scaleFactor" value="0.5"/>
    </inkml:brush>
    <inkml:brush xml:id="br7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0557.8125"/>
      <inkml:brushProperty name="anchorY" value="-114359.71875"/>
      <inkml:brushProperty name="scaleFactor" value="0.5"/>
    </inkml:brush>
    <inkml:brush xml:id="br7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1546.23438"/>
      <inkml:brushProperty name="anchorY" value="-115177.9375"/>
      <inkml:brushProperty name="scaleFactor" value="0.5"/>
    </inkml:brush>
    <inkml:brush xml:id="br7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0531.48438"/>
      <inkml:brushProperty name="anchorY" value="-112898.46094"/>
      <inkml:brushProperty name="scaleFactor" value="0.5"/>
    </inkml:brush>
    <inkml:brush xml:id="br7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2113.29688"/>
      <inkml:brushProperty name="anchorY" value="-114267.92969"/>
      <inkml:brushProperty name="scaleFactor" value="0.5"/>
    </inkml:brush>
    <inkml:brush xml:id="br7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5976.375"/>
      <inkml:brushProperty name="anchorY" value="-117093.14844"/>
      <inkml:brushProperty name="scaleFactor" value="0.5"/>
    </inkml:brush>
    <inkml:brush xml:id="br7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3423.78125"/>
      <inkml:brushProperty name="anchorY" value="-115165.15625"/>
      <inkml:brushProperty name="scaleFactor" value="0.5"/>
    </inkml:brush>
    <inkml:brush xml:id="br7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4630.34375"/>
      <inkml:brushProperty name="anchorY" value="-116721.24219"/>
      <inkml:brushProperty name="scaleFactor" value="0.5"/>
    </inkml:brush>
    <inkml:brush xml:id="br8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47768.29688"/>
      <inkml:brushProperty name="anchorY" value="-118487.58594"/>
      <inkml:brushProperty name="scaleFactor" value="0.5"/>
    </inkml:brush>
    <inkml:brush xml:id="br8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255601.125"/>
      <inkml:brushProperty name="anchorY" value="-119434.80469"/>
      <inkml:brushProperty name="scaleFactor" value="0.5"/>
    </inkml:brush>
    <inkml:brush xml:id="br8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5786.125"/>
      <inkml:brushProperty name="anchorY" value="-148359.51563"/>
      <inkml:brushProperty name="scaleFactor" value="0.5"/>
    </inkml:brush>
    <inkml:brush xml:id="br8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6632.78125"/>
      <inkml:brushProperty name="anchorY" value="-149206.1875"/>
      <inkml:brushProperty name="scaleFactor" value="0.5"/>
    </inkml:brush>
    <inkml:brush xml:id="br8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8313.15625"/>
      <inkml:brushProperty name="anchorY" value="-148503.375"/>
      <inkml:brushProperty name="scaleFactor" value="0.5"/>
    </inkml:brush>
    <inkml:brush xml:id="br8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19740.875"/>
      <inkml:brushProperty name="anchorY" value="-149379"/>
      <inkml:brushProperty name="scaleFactor" value="0.5"/>
    </inkml:brush>
    <inkml:brush xml:id="br8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682.5"/>
      <inkml:brushProperty name="anchorY" value="-150690.75"/>
      <inkml:brushProperty name="scaleFactor" value="0.5"/>
    </inkml:brush>
    <inkml:brush xml:id="br8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2059"/>
      <inkml:brushProperty name="anchorY" value="-151514.17188"/>
      <inkml:brushProperty name="scaleFactor" value="0.5"/>
    </inkml:brush>
    <inkml:brush xml:id="br8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1095.15625"/>
      <inkml:brushProperty name="anchorY" value="-151532.35938"/>
      <inkml:brushProperty name="scaleFactor" value="0.5"/>
    </inkml:brush>
    <inkml:brush xml:id="br8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2248.0625"/>
      <inkml:brushProperty name="anchorY" value="-153014.01563"/>
      <inkml:brushProperty name="scaleFactor" value="0.5"/>
    </inkml:brush>
    <inkml:brush xml:id="br9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0745.25"/>
      <inkml:brushProperty name="anchorY" value="-153103.625"/>
      <inkml:brushProperty name="scaleFactor" value="0.5"/>
    </inkml:brush>
    <inkml:brush xml:id="br9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1766.46875"/>
      <inkml:brushProperty name="anchorY" value="-152805.01563"/>
      <inkml:brushProperty name="scaleFactor" value="0.5"/>
    </inkml:brush>
    <inkml:brush xml:id="br9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3187.375"/>
      <inkml:brushProperty name="anchorY" value="-153651.29688"/>
      <inkml:brushProperty name="scaleFactor" value="0.5"/>
    </inkml:brush>
    <inkml:brush xml:id="br9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4540.21875"/>
      <inkml:brushProperty name="anchorY" value="-154426.64063"/>
      <inkml:brushProperty name="scaleFactor" value="0.5"/>
    </inkml:brush>
    <inkml:brush xml:id="br9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5870.59375"/>
      <inkml:brushProperty name="anchorY" value="-156271.40625"/>
      <inkml:brushProperty name="scaleFactor" value="0.5"/>
    </inkml:brush>
    <inkml:brush xml:id="br9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7219.28125"/>
      <inkml:brushProperty name="anchorY" value="-157534.875"/>
      <inkml:brushProperty name="scaleFactor" value="0.5"/>
    </inkml:brush>
    <inkml:brush xml:id="br9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8954.25"/>
      <inkml:brushProperty name="anchorY" value="-157759.09375"/>
      <inkml:brushProperty name="scaleFactor" value="0.5"/>
    </inkml:brush>
    <inkml:brush xml:id="br9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29800.90625"/>
      <inkml:brushProperty name="anchorY" value="-158605.76563"/>
      <inkml:brushProperty name="scaleFactor" value="0.5"/>
    </inkml:brush>
    <inkml:brush xml:id="br9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6009.96875"/>
      <inkml:brushProperty name="anchorY" value="-149149"/>
      <inkml:brushProperty name="scaleFactor" value="0.5"/>
    </inkml:brush>
  </inkml:definitions>
  <inkml:trace contextRef="#ctx0" brushRef="#br0">7217 3849 6217 0 0,'0'0'0'0'0,"0"0"1744"0"0,0 0-1008 0 0,0 0-342 0 0,0 0 227 0 0,0 0 155 0 0,0 0-73 0 0,0 0 122 0 0,0 0-136 0 0,0 0-120 0 0,21-21-152 0 0,9-6-92 0 0,6-7-108 0 0,3-1-106 0 0,-2 0-52 0 0,-3 3 17 0 0,-4 5 0 0 0,-5 7-81 0 0,-7 5 104 0 0,-4 6-123 0 0,-5 4 32 0 0,-1 5-7 0 0,0 5 227 0 0,-1 6-83 0 0,1 6-28 0 0,-1 6-40 0 0,0 6 21 0 0,-2 3 63 0 0,-2 3-141 0 0,-1 1 64 0 0,-6 0-37 0 0,-3 0 17 0 0,-5-1 13 0 0,-4-1 24 0 0,-6-1-107 0 0,-3-1 93 0 0,-4-2-18 0 0,-2-2 108 0 0,0-3-42 0 0,1-4-41 0 0,3-4-13 0 0,2-5-76 0 0,6-4 4 0 0,4-3-49 0 0,5-3-243 0 0,4-2 137 0 0,2-5-270 0 0,2-1 84 0 0,2-3 186 0 0,0-1 22 0 0,3 0 130 0 0,5 1 121 0 0,2 2 186 0 0,4 2-221 0 0,4 3 232 0 0,4 2 38 0 0,6 4-103 0 0,6 3-149 0 0,5 3-103 0 0,4 0-52 0 0,4 0-25 0 0,3-1-44 0 0,4-3-277 0 0,2-2-606 0 0,1-2-760 0 0,-1-4-579 0 0,-6-1-2704 0 0,-11-1-1079 0 0</inkml:trace>
  <inkml:trace contextRef="#ctx0" brushRef="#br1" timeOffset="-1904.219">6654 4534 156 0 0,'0'0'0'0'0,"0"0"628"0"0,0 0-658 0 0,0 0-167 0 0,0 0 293 0 0,0 0 30 0 0,0 0-98 0 0,0 0 133 0 0,5 21-186 0 0,0 1 49 0 0,3 1 205 0 0,0-3-294 0 0,1-4-131 0 0,0-5-867 0 0,-3-4 1352 0 0</inkml:trace>
  <inkml:trace contextRef="#ctx0" brushRef="#br2" timeOffset="-1466.746">6654 4534 1592 0 0,'0'0'0'0'0,"12"-12"992"0"0,4-5-322 0 0,-3 1 64 0 0,-4 1-467 0 0,-3 3 440 0 0,-4 3-232 0 0,-3 3-81 0 0,0 2-118 0 0,-1 2-76 0 0,1 2-4 0 0,-1 0 64 0 0,2 0 6 0 0,-1 1 34 0 0,1 0-205 0 0,1 0 370 0 0,0 0-332 0 0,2 0-16 0 0,1 0 775 0 0,-1 0-89 0 0,0 0-203 0 0,-1-1-88 0 0,-1 0-176 0 0,0 0-34 0 0,-1 0-42 0 0,0 0-74 0 0,0 0-146 0 0,0 0-26 0 0,-1 0-80 0 0,1 0 83 0 0,0 0-26 0 0,0 1 185 0 0,0 0-77 0 0,2 0 5 0 0,2 3 79 0 0,2 3 105 0 0,4 5-87 0 0,5 5 82 0 0,5 5-82 0 0,5 6-47 0 0,4 4-67 0 0,3 3-30 0 0,1 2-59 0 0,2 1-64 0 0,-1-1 3 0 0,0 1 76 0 0,-2-2 78 0 0,-1-2 15 0 0,-1 1 33 0 0,0-2-77 0 0,-2-1-64 0 0,-1-1-121 0 0,0-1-226 0 0,0-2-227 0 0,-1-2-287 0 0,-1-2-655 0 0,-1-2-825 0 0,-2-2-2430 0 0,-6-4 1277 0 0</inkml:trace>
  <inkml:trace contextRef="#ctx0" brushRef="#br3" timeOffset="-730.147">6459 5053 248 0 0,'0'0'0'0'0,"0"0"2360"0"0,0 0-849 0 0,0 0-476 0 0,0 0 308 0 0,0 0-289 0 0,0 0 521 0 0,0 0-335 0 0,0 0-63 0 0,0 0-180 0 0,0 0-80 0 0,2 1-104 0 0,0-1-177 0 0,0 0-101 0 0,0 1-47 0 0,1-1-116 0 0,2-1-83 0 0,2 0-13 0 0,4-4 132 0 0,5-2 72 0 0,6-5-101 0 0,7-4-159 0 0,6-6-133 0 0,7-5-66 0 0,3-5-10 0 0,2-4-121 0 0,0-3-45 0 0,-2-3-302 0 0,-2-1-152 0 0,-5 0-198 0 0,-3-1-408 0 0,-3 0-420 0 0,-2 1-770 0 0,-3 2-581 0 0,-2 0-2058 0 0,-6 9 2243 0 0</inkml:trace>
  <inkml:trace contextRef="#ctx0" brushRef="#br4" timeOffset="12184.66">4944 4995 600 0 0,'0'0'0'0'0,"0"0"8477"0"0,0 0-8065 0 0,0 0 1562 0 0,0 0-1351 0 0,0 0 801 0 0,0 0-56 0 0,0 0-219 0 0,0 0-245 0 0,0 0-213 0 0,46-8-345 0 0,14-2-194 0 0,10-2-34 0 0,2-1-125 0 0,-4 1-39 0 0,-8 2-193 0 0,-10 2-89 0 0,-9 1-86 0 0,-11 3 3 0 0,-11 1-162 0 0,-7 2-340 0 0,-7 0-673 0 0,-3 1-1065 0 0,-4-1-2866 0 0,0 0-160 0 0</inkml:trace>
  <inkml:trace contextRef="#ctx0" brushRef="#br5" timeOffset="12357.392">5030 4686 5124 0 0,'0'0'0'0'0,"0"0"7777"0"0,0 0-7057 0 0,0 0 1293 0 0,0 0-993 0 0,0 0 745 0 0,0 0-357 0 0,49 1-366 0 0,17 0-672 0 0,17 2-324 0 0,8 0-215 0 0,2 2-318 0 0,-3 0-243 0 0,-6 1-281 0 0,-6 0-983 0 0,-10-1-2808 0 0,-10 1-3282 0 0,-16-2 4637 0 0</inkml:trace>
  <inkml:trace contextRef="#ctx0" brushRef="#br6" timeOffset="10323.703">2577 5017 2048 0 0,'0'0'0'0'0,"0"0"624"0"0,0 0-378 0 0,0 0 580 0 0,0 0 2121 0 0,0 0-2026 0 0,0 0 357 0 0,0 0-398 0 0,0 0 45 0 0,0 0 98 0 0,9 1-180 0 0,3 2-121 0 0,4-1-150 0 0,3 1-184 0 0,1-1-96 0 0,1 0-12 0 0,0 1-56 0 0,-1-1 127 0 0,1-1-72 0 0,-1 0-87 0 0,0 0 10 0 0,0-1-26 0 0,0 0 3 0 0,-1-1 25 0 0,-1-3-36 0 0,0-2-100 0 0,-3-3-66 0 0,-1-4-91 0 0,-2-5-45 0 0,-3-6-123 0 0,-3-6-67 0 0,-3-7 70 0 0,-7-8-133 0 0,-7-7 182 0 0,-9-5 150 0 0,-7-5 36 0 0,-7-3 139 0 0,-7-3-8 0 0,-5 0-5 0 0,-3 0 26 0 0,0 3 104 0 0,0 5-57 0 0,5 6 62 0 0,6 7-272 0 0,8 8 134 0 0,10 7-112 0 0,7 6 20 0 0,11 4-12 0 0,12 2 57 0 0,11 2 15 0 0,12 2-33 0 0,10 1-42 0 0,8 2-106 0 0,5 3-110 0 0,1 3-20 0 0,-2 3-357 0 0,-4 4-293 0 0,-8 5-700 0 0,-8 4-1496 0 0,-12 6-2430 0 0,-8-1 1360 0 0</inkml:trace>
  <inkml:trace contextRef="#ctx0" brushRef="#br7" timeOffset="10546.522">2459 4551 3756 0 0,'0'0'0'0'0,"0"0"3101"0"0,0 0-2316 0 0,0 0 769 0 0,0 0-100 0 0,0 0 683 0 0,0 0-506 0 0,0 0-383 0 0,55-1-291 0 0,13-1-153 0 0,10-2-430 0 0,0-1-153 0 0,-9 0-87 0 0,-10-1-139 0 0,-13 1-23 0 0,-11 1-117 0 0,-9 0-134 0 0,-6 0-204 0 0,-4 0-203 0 0,-1 0-471 0 0,0-1-698 0 0,2-1-911 0 0,0 1-2166 0 0,5-2-703 0 0,-4 1 6356 0 0</inkml:trace>
  <inkml:trace contextRef="#ctx0" brushRef="#br8" timeOffset="10833.077">3348 4401 7553 0 0,'0'0'0'0'0,"0"0"1312"0"0,0 0-714 0 0,0 0-146 0 0,0 0 161 0 0,0 0 343 0 0,0 0-80 0 0,0 0-540 0 0,0 0-130 0 0,-42 21-129 0 0,-9 8-58 0 0,-7 9 169 0 0,0 5-75 0 0,6 3-3 0 0,8 2-124 0 0,10 0-24 0 0,11-1-244 0 0,9-1-192 0 0,9-3-191 0 0,11-4-208 0 0,10-3-152 0 0,10-5-652 0 0,6-5-1189 0 0,10-5-129 0 0,-5-6 590 0 0</inkml:trace>
  <inkml:trace contextRef="#ctx0" brushRef="#br9" timeOffset="11123.416">3733 4605 3008 0 0,'0'0'0'0'0,"0"0"5333"0"0,0 0-4967 0 0,0 0 1191 0 0,0 0-873 0 0,0 0 476 0 0,0 0-117 0 0,0 0-308 0 0,0 0-153 0 0,0 0 145 0 0,0 0-171 0 0,0 0-243 0 0,24 14 55 0 0,5 5 46 0 0,4 8-404 0 0,0 4 134 0 0,-3 4-161 0 0,-4 1 4 0 0,-5 2-171 0 0,-5-1-129 0 0,-3-2-227 0 0,-4-3-176 0 0,0-3-294 0 0,-1-3-276 0 0,-1-4-426 0 0,-1-4-201 0 0,-2-3-462 0 0,-1-3-536 0 0,-1-3-1300 0 0</inkml:trace>
  <inkml:trace contextRef="#ctx0" brushRef="#br10" timeOffset="11418.97">4155 4406 1252 0 0,'0'0'0'0'0,"0"0"4673"0"0,0 0-3875 0 0,0 0 907 0 0,0 0-995 0 0,0 0 174 0 0,0 0 266 0 0,0 0 52 0 0,-25 23-308 0 0,-7 8-253 0 0,-8 9-104 0 0,-3 7-141 0 0,-2 3-17 0 0,-1 3-6 0 0,-1 0-132 0 0,1 2-219 0 0,1-2 8 0 0,2-2-140 0 0,3-2-62 0 0,4-5-66 0 0,4-4-286 0 0,5-6-416 0 0,5-4-233 0 0,6-6-466 0 0,6-6-691 0 0,4-4-1765 0 0,6-5-724 0 0,3-4 5791 0 0</inkml:trace>
  <inkml:trace contextRef="#ctx0" brushRef="#br11" timeOffset="11801.339">3974 5202 5613 0 0,'0'0'0'0'0,"0"0"2000"0"0,0 0-878 0 0,0 0 532 0 0,0 0-173 0 0,0 0-96 0 0,0 0-206 0 0,0 0-344 0 0,49-13-189 0 0,13-5-91 0 0,8-7-175 0 0,1-5-76 0 0,-7-4 68 0 0,-10-3 257 0 0,-11-4-294 0 0,-11-3-171 0 0,-11-3-153 0 0,-9-3-24 0 0,-9-2-465 0 0,-9-1-214 0 0,-9-2 18 0 0,-6-1-348 0 0,-4 1-727 0 0,-1 2-791 0 0,-1 5-2137 0 0,1 5-449 0 0,5 10 4013 0 0</inkml:trace>
  <inkml:trace contextRef="#ctx0" brushRef="#br12" timeOffset="3437.165">16927 6880 664 0 0,'0'0'0'0'0,"0"0"184"0"0,0 0 0 0 0,0 0 238 0 0,0 0-259 0 0,0 0 23 0 0,0 0 514 0 0,0 0-135 0 0,0 0-82 0 0,0 0 32 0 0,0 0 16 0 0,-4-1 91 0 0,-1 0 111 0 0,0 0 111 0 0,1 1-61 0 0,2 0-81 0 0,0 1-63 0 0,1 0-37 0 0,1 0-60 0 0,-1 0-96 0 0,2-1-72 0 0,-1 1-138 0 0,0-1-27 0 0,0 0 18 0 0,1 0-9 0 0,3 0 118 0 0,2 0 56 0 0,3 0-9 0 0,3-1 13 0 0,2 0 14 0 0,2 0 24 0 0,2 0-6 0 0,1-1-70 0 0,2 0-101 0 0,1 0-36 0 0,1 1-10 0 0,2-1-192 0 0,3 1 0 0 0,0-1-16 0 0,2 0-2 0 0,3 1 8 0 0,1 0 77 0 0,1 0-96 0 0,1 0 121 0 0,1 0-78 0 0,2-1 21 0 0,2 0 55 0 0,2-2 90 0 0,2 1-97 0 0,1-2 18 0 0,2 1-19 0 0,-1-2-18 0 0,1 1 8 0 0,1-1-17 0 0,0 1 4 0 0,0 0-77 0 0,0 1 8 0 0,0 1-12 0 0,-1 0-10 0 0,-1 1-44 0 0,-2 1 68 0 0,0 0-19 0 0,0 1 17 0 0,1 0 2 0 0,0 0-13 0 0,1 0 8 0 0,1 0-7 0 0,-1 0 11 0 0,1 0 6 0 0,-2 0 36 0 0,0-1-51 0 0,1 1 147 0 0,1 0-84 0 0,1 0-73 0 0,1 1 84 0 0,1 0-78 0 0,1 2 120 0 0,-1-1-59 0 0,0 2 22 0 0,-1-1-9 0 0,-1 1-8 0 0,-1-1-2 0 0,-1 0-10 0 0,-2-1 40 0 0,-1 1-22 0 0,-3-1 65 0 0,-2 0-32 0 0,-4-1 40 0 0,-3 1-10 0 0,-3-1 4 0 0,-1 1-75 0 0,-2-1-58 0 0,0 1 64 0 0,0-1-73 0 0,0 0 30 0 0,0 1-14 0 0,0-1 73 0 0,0-1-91 0 0,0 1 30 0 0,2-1-10 0 0,1 0-14 0 0,2 0 4 0 0,4 0 2 0 0,4 0 4 0 0,5 0 121 0 0,3 0 50 0 0,4 0-222 0 0,4-1 74 0 0,2-1-45 0 0,3 0 18 0 0,4-1 166 0 0,2-1-158 0 0,2 0-5 0 0,-1 1-12 0 0,-1-1 9 0 0,-1 1 3 0 0,-4 0 0 0 0,-3 1 52 0 0,-6 0-10 0 0,-5 0-59 0 0,-6 1-50 0 0,-5 0 61 0 0,-6 1-62 0 0,-3 0 70 0 0,-4 0-20 0 0,-2 0-3 0 0,1 0 13 0 0,1 0-14 0 0,3 0 19 0 0,4 0-2 0 0,5 0 67 0 0,5 0-74 0 0,6 0 141 0 0,6 0-26 0 0,6-1-133 0 0,4-1 44 0 0,2 0-12 0 0,1-2 2 0 0,0-1-13 0 0,-2 0-1 0 0,-2 0 4 0 0,-3-1 3 0 0,-5 1-5 0 0,-4 1-3 0 0,-4 0-65 0 0,-4 1 70 0 0,-3 1-20 0 0,-3 0-35 0 0,0 1 68 0 0,1-1-22 0 0,3 0 8 0 0,5 0 14 0 0,7-2 154 0 0,7-1-201 0 0,6 0 54 0 0,5-1-15 0 0,2-1 58 0 0,3-1-82 0 0,-2 1 14 0 0,-3 0-2 0 0,-5 0 2 0 0,-6 1 4 0 0,-5 2 0 0 0,-6 0-56 0 0,-5 2 16 0 0,-4 0 34 0 0,-4 0-87 0 0,-3 1 107 0 0,-1 0-71 0 0,-1 0 69 0 0,2 0 126 0 0,1 0-109 0 0,2-1-19 0 0,2 0 2 0 0,3 0-3 0 0,5 0-11 0 0,2 0 8 0 0,4 0-7 0 0,4 0-54 0 0,3 1 15 0 0,3 0 48 0 0,2 1 82 0 0,1-1-104 0 0,0 2 24 0 0,0 0-4 0 0,-2 1 7 0 0,-2-1-7 0 0,-3 0-7 0 0,-2-1-2 0 0,-3 1 4 0 0,-3-1-1 0 0,-1 0 0 0 0,-2 0 9 0 0,-1 0-12 0 0,1 0 0 0 0,-2 0-66 0 0,0 0 79 0 0,0 0-17 0 0,-1 2 20 0 0,3 1-3 0 0,3 2 72 0 0,1 0-95 0 0,3 0 22 0 0,-1-1-21 0 0,2 1 16 0 0,-1-2-2 0 0,-1 0 72 0 0,0 0-95 0 0,-2-2 22 0 0,-3 0-7 0 0,-1-1 2 0 0,-5 1 4 0 0,-2-1-5 0 0,-4 0-12 0 0,-1-1-49 0 0,-2 1 74 0 0,0 0-15 0 0,-1 0 15 0 0,0 0-6 0 0,1 1-2 0 0,1 0-4 0 0,1 1-9 0 0,2-1-53 0 0,4 2 28 0 0,3 0 30 0 0,4 0-1 0 0,0 0-1 0 0,3 1-2 0 0,2 1-69 0 0,1 1 103 0 0,2 0 12 0 0,3 1 84 0 0,1 0-135 0 0,1 1 116 0 0,1 1-121 0 0,0 0-18 0 0,0 1 55 0 0,-1 0-22 0 0,1 1-3 0 0,-2 1 8 0 0,-1 1 2 0 0,-2-1 102 0 0,-2 1-122 0 0,-1 0 46 0 0,-2-1-10 0 0,-2 0-10 0 0,1-2-1 0 0,-1 0-5 0 0,0-3 1 0 0,1-1-1 0 0,1-1 0 0 0,-2-1 0 0 0,2-2 0 0 0,0 0-10 0 0,0-2-76 0 0,0 0 110 0 0,-1 0-36 0 0,0 1 7 0 0,-2-1-3 0 0,-2 1 5 0 0,-3 1 3 0 0,-3 0-10 0 0,-4 0 13 0 0,-3 1 0 0 0,-3-1 52 0 0,-4-1-56 0 0,-2 1 65 0 0,-3-2-74 0 0,-3 1 22 0 0,-2-1-13 0 0,-3 0-3 0 0,0 0-83 0 0,-1 0 55 0 0,2 0-48 0 0,1 0-7 0 0,0 0-68 0 0,2 0-11 0 0,0-1 26 0 0,-1 1 34 0 0,-2 0 1 0 0,-2-1-122 0 0,-3 1-253 0 0,-3 0-256 0 0,-3 1-389 0 0,-7 2-719 0 0,-4 1-1094 0 0,-9 2-4081 0 0,0 0 2896 0 0</inkml:trace>
  <inkml:trace contextRef="#ctx0" brushRef="#br13" timeOffset="4036.134">27722 6912 3160 0 0,'0'0'0'0'0,"0"0"236"0"0,0 0-261 0 0,0 0 5325 0 0,0 0-4581 0 0,0 0 1027 0 0,0 0-680 0 0,0 0-331 0 0,0 0 13 0 0,0 0 59 0 0,0 0-174 0 0,0 0-192 0 0,9-3-118 0 0,1-3-290 0 0,1-1 398 0 0,-1-2-110 0 0,-3-1 137 0 0,-2-1 4 0 0,-3 0-158 0 0,-3-3-46 0 0,-5-1-127 0 0,-5-2-135 0 0,-6-2-71 0 0,-4-4-28 0 0,-6-2-4 0 0,-4-3-61 0 0,-3-1 72 0 0,0-1-155 0 0,1 0-85 0 0,3 2-84 0 0,6 2 71 0 0,4 4-88 0 0,3 5-68 0 0,5 5-355 0 0,3 4-742 0 0,2 3-688 0 0,2 5-2002 0 0,1 4-253 0 0,2 1 3163 0 0</inkml:trace>
  <inkml:trace contextRef="#ctx0" brushRef="#br14" timeOffset="4354.15">27885 6853 2648 0 0,'0'0'0'0'0,"0"0"4517"0"0,0 0-356 0 0,0 0-3361 0 0,0 0 650 0 0,0 0-464 0 0,0 0 71 0 0,0 0 59 0 0,-29 24-284 0 0,-7 7-479 0 0,-9 6-221 0 0,-2 2-99 0 0,0 1-21 0 0,1-1-71 0 0,3-1-9 0 0,4-1-61 0 0,4-1-262 0 0,4 1-121 0 0,2-1-97 0 0,4 1-377 0 0,1 0-673 0 0,3-2-1147 0 0,1 2-3226 0 0,4-7 1249 0 0</inkml:trace>
  <inkml:trace contextRef="#ctx0" brushRef="#br15" timeOffset="18761.353">20596 130 680 0 0,'0'0'0'0'0,"0"0"1200"0"0,0 0-597 0 0,0 0-35 0 0,0 0-64 0 0,0 0-14 0 0,0 0 35 0 0,0 0-99 0 0,0 0-35 0 0,0 0-77 0 0,0 0 158 0 0,-1 9-1 0 0,-1 2-46 0 0,0 1-234 0 0,0-1 98 0 0,1-2-31 0 0,0 0 28 0 0,1-2 120 0 0,0 1-490 0 0,0-1 150 0 0,0 0-66 0 0,0 1 121 0 0,0 1 447 0 0,0-1-494 0 0,0 1 21 0 0,0 0-23 0 0,0 0 71 0 0,0 0 126 0 0,0 0 44 0 0,0 1-140 0 0,0-1-52 0 0,0 0-18 0 0,0 1 68 0 0,0-1-59 0 0,0 0-7 0 0,0 0-16 0 0,0 0-91 0 0,0-1 18 0 0,1 0 3 0 0,0-1-19 0 0,0 0 1 0 0,0 1-75 0 0,-1-1 77 0 0,1 0-8 0 0,-1 0 53 0 0,0 1-53 0 0,0 0 10 0 0,0 0 5 0 0,0-1 62 0 0,0 0-26 0 0,0 0-40 0 0,0 0-10 0 0,0 0 18 0 0,0 0-28 0 0,0 0 18 0 0,0 0-5 0 0,0 0 1 0 0,0 0 0 0 0,0 0 154 0 0,0-1-63 0 0,0 0-5 0 0,0 0 26 0 0,0 0-30 0 0,0-1-33 0 0,0-1 23 0 0,0 1-80 0 0,0 0 17 0 0,0 0-8 0 0,0 0-1 0 0,0 0 0 0 0,0 0-14 0 0,0 0-33 0 0,0 0 59 0 0,1 1-14 0 0,0 0 122 0 0,0-1-66 0 0,-1 2-1 0 0,1 0 31 0 0,-1 0-7 0 0,0 1-77 0 0,0 1 9 0 0,0 2-2 0 0,0 0-18 0 0,0 0 14 0 0,0 1-4 0 0,0 0 15 0 0,0-1 57 0 0,1 0-81 0 0,1-2 32 0 0,0 0 82 0 0,0-2-72 0 0,1 0 41 0 0,-1 0-30 0 0,-1-1 27 0 0,0 1 10 0 0,-1 0-82 0 0,0 0 25 0 0,0 2-25 0 0,0-1 4 0 0,1 1-2 0 0,0 1-61 0 0,0 0-38 0 0,0 1 49 0 0,1-1 55 0 0,-1 1 73 0 0,1 0-15 0 0,0-1-1 0 0,0 0-66 0 0,0-1 116 0 0,-1 0-47 0 0,1-1 100 0 0,0-1 36 0 0,-1 1-20 0 0,0 0 9 0 0,0-1-11 0 0,1 2-58 0 0,0-1-125 0 0,-1 0 23 0 0,1 1-32 0 0,-1 0-57 0 0,-1-1-14 0 0,2 1 42 0 0,0 0 45 0 0,1-1-86 0 0,0 0 104 0 0,1-1-32 0 0,0 1 100 0 0,0-1-100 0 0,0 0 141 0 0,-1-1-46 0 0,-1 1-40 0 0,-1-1-44 0 0,0 1 4 0 0,-1 0-64 0 0,0 1 77 0 0,1 1-21 0 0,0 1 7 0 0,-1 0 11 0 0,1 2 90 0 0,0 1-128 0 0,-1-1 38 0 0,0 1-14 0 0,0 0 98 0 0,0-1-56 0 0,0-1-43 0 0,0 0 61 0 0,0-2-65 0 0,0 0 24 0 0,0-1-8 0 0,0-1 1 0 0,0-1-14 0 0,0 0-5 0 0,0 0-79 0 0,0 0 105 0 0,0 0-39 0 0,0-1-39 0 0,0 2 75 0 0,0 0 36 0 0,0 1 24 0 0,0 0-94 0 0,0 2 27 0 0,-2 1-8 0 0,-1 1-2 0 0,0 1 53 0 0,-2 0-67 0 0,1 1-34 0 0,-1-1 47 0 0,0 1-71 0 0,0-1 2 0 0,1 0-7 0 0,0 0 45 0 0,0-1 24 0 0,1 0 14 0 0,-1 0-9 0 0,1-1 122 0 0,0 0-147 0 0,2 0 63 0 0,0 0 78 0 0,0 0-68 0 0,-1 2-34 0 0,2 0 85 0 0,-2 0-118 0 0,1 1 26 0 0,-1 0-61 0 0,0 0 74 0 0,-1 1-20 0 0,1-1 3 0 0,1 0-8 0 0,0 0-30 0 0,0 0 49 0 0,1 1-11 0 0,-1-1 88 0 0,1 1-23 0 0,0 0-62 0 0,1-1 81 0 0,-1 1-88 0 0,0-2 11 0 0,0 0-36 0 0,0 0-64 0 0,-1-2 30 0 0,0 0-14 0 0,0-1 86 0 0,0 0-75 0 0,1 0-25 0 0,-1-1 31 0 0,1 0 69 0 0,0 1 69 0 0,0-1-28 0 0,0 1-43 0 0,0 0 136 0 0,0 0-179 0 0,0 1 47 0 0,0 0-7 0 0,0 1 79 0 0,0 0-22 0 0,-1 0-72 0 0,0-1 24 0 0,1 0-86 0 0,-1 0-40 0 0,0 0 76 0 0,1-1 38 0 0,0 1-10 0 0,0-1 10 0 0,0 1-4 0 0,1 0 10 0 0,0 1 146 0 0,1 0-149 0 0,1 1 6 0 0,-1 1-54 0 0,0 1 50 0 0,-1 1-14 0 0,1 0-33 0 0,0 1 53 0 0,0-1-17 0 0,1 1 2 0 0,0-1-84 0 0,2 0 94 0 0,0 0-13 0 0,0 0 4 0 0,0-1 64 0 0,0 0-78 0 0,-1-1-91 0 0,0 0 141 0 0,-1 1 95 0 0,-1-1-109 0 0,-1 1 45 0 0,0 1-72 0 0,-1 0 30 0 0,0 1-12 0 0,0 1-2 0 0,0 1-9 0 0,0 0-86 0 0,-1 0 103 0 0,1 0-26 0 0,0-1 64 0 0,0-1-60 0 0,0-1 67 0 0,0-1-57 0 0,-1 0 87 0 0,0 0-109 0 0,-1-1 86 0 0,0 0-74 0 0,1 1 16 0 0,0-1-10 0 0,0 1-51 0 0,1-1 56 0 0,0 2-84 0 0,0 0 38 0 0,0 1 48 0 0,0 2-72 0 0,0 0 77 0 0,0 0-75 0 0,0 1 78 0 0,0-2 66 0 0,0 1-4 0 0,0-2-89 0 0,-1-1 35 0 0,0-1-25 0 0,0-1-85 0 0,1-2 56 0 0,-1 0 30 0 0,1 0-15 0 0,0 0 18 0 0,-1 1-106 0 0,1 0 119 0 0,0 2-30 0 0,1 0 5 0 0,-1 1 2 0 0,0 1 5 0 0,0 0 8 0 0,0 2 53 0 0,0 1-70 0 0,0 1 15 0 0,0 1-15 0 0,-1-1-87 0 0,-1 2 117 0 0,0-1-161 0 0,0 0 170 0 0,1-1-113 0 0,-1-1 100 0 0,0-1-18 0 0,-1-1 2 0 0,0-3 16 0 0,0 0 57 0 0,0-2-16 0 0,-1-1-9 0 0,1-1-42 0 0,0-2 20 0 0,0 0 28 0 0,2 0-52 0 0,-1-1 23 0 0,1 1-22 0 0,1 1 10 0 0,-1 0-13 0 0,0 1-85 0 0,0 1 51 0 0,-1 1 32 0 0,1 0-16 0 0,0 0-66 0 0,-1 1-26 0 0,0 0 138 0 0,0 0-36 0 0,0-1 16 0 0,1 0-7 0 0,0 0 7 0 0,0-2-7 0 0,0-1 20 0 0,0 0 32 0 0,0 0-55 0 0,-1-1 9 0 0,-1 2-18 0 0,0 0-39 0 0,0 2-27 0 0,0 1 9 0 0,1 2-7 0 0,0 1-13 0 0,1 0 18 0 0,0 2-6 0 0,1 0 2 0 0,-1-1 89 0 0,2 0-12 0 0,-1-1 0 0 0,0 0 60 0 0,0-1-63 0 0,0 1 86 0 0,0-1-96 0 0,0 1 21 0 0,0 2-8 0 0,0 0-89 0 0,0 3 24 0 0,0 1 2 0 0,0 4-64 0 0,0 2 65 0 0,0 2 53 0 0,0 1-1 0 0,0 2-81 0 0,0 0 40 0 0,0-1-76 0 0,0-1 154 0 0,1-2-48 0 0,2-4 34 0 0,-1-2 90 0 0,1-3-16 0 0,0-3 15 0 0,0-1-18 0 0,1-1-88 0 0,0-1 66 0 0,0 1-76 0 0,1-1-40 0 0,-1 1 56 0 0,2 1-82 0 0,-1-1 23 0 0,1 1-36 0 0,0 0 18 0 0,0 1-31 0 0,0 0-99 0 0,-1 1 55 0 0,2 0-140 0 0,-2 2 52 0 0,1 0 278 0 0,-1 1 23 0 0,0 1 41 0 0,0-1 68 0 0,0 0-75 0 0,0-1 8 0 0,0 1 91 0 0,-2-1-180 0 0,1-1 84 0 0,-2 0-113 0 0,0-1 38 0 0,-1 0 17 0 0,0-1-54 0 0,1 0 13 0 0,-2 0-6 0 0,2-1 5 0 0,-1 0-2 0 0,1 0-87 0 0,0 0 6 0 0,1 1-3 0 0,-1-1 24 0 0,0 1 63 0 0,0 0-114 0 0,0 1 19 0 0,-1-1-36 0 0,0 1 66 0 0,-1-2 62 0 0,0 1-10 0 0,0-1-4 0 0,0 1-84 0 0,0 0 113 0 0,0 1-25 0 0,0 1 23 0 0,0 1-16 0 0,0 0 11 0 0,0 1 52 0 0,0 0 60 0 0,0 0-14 0 0,0-1-124 0 0,0 0 38 0 0,0 0-94 0 0,0-1-11 0 0,0-1-43 0 0,0 1 21 0 0,0-1-24 0 0,0-1 6 0 0,0 0 26 0 0,1 0 11 0 0,0-1-170 0 0,3 1 149 0 0,0-1 121 0 0,1 0 25 0 0,-1 0-54 0 0,0-1-34 0 0,-2 0 70 0 0,0 0 94 0 0,-2-1-72 0 0,1 0 78 0 0,-1-1-128 0 0,0 0 23 0 0,0 0-81 0 0,-1 0 79 0 0,1 1-19 0 0,0 0 16 0 0,0 2-10 0 0,0 1-86 0 0,0 2 6 0 0,0 0-2 0 0,0 2 88 0 0,0 0-16 0 0,0 1 20 0 0,0-1 125 0 0,0 1-35 0 0,0-1-15 0 0,0-1 15 0 0,0 0-114 0 0,0-1-53 0 0,0-1-117 0 0,0 0 80 0 0,0-1-43 0 0,0 0-23 0 0,0-1-19 0 0,0-1 78 0 0,0 0 123 0 0,-1-1-22 0 0,-1-1 131 0 0,-1 0-3 0 0,0 0-6 0 0,-1-1 125 0 0,-1-1-167 0 0,1 0 8 0 0,-1 0 14 0 0,0 0-102 0 0,1-1 24 0 0,0 1-72 0 0,1 0-30 0 0,0 0 10 0 0,1 0 19 0 0,-1 0 68 0 0,1 1-681 0 0,-1-1 756 0 0,0 1-146 0 0,0-1 320 0 0,-1 0-124 0 0,1-1-92 0 0,-1-1 33 0 0,0 0-7 0 0,0 0 75 0 0,1-1-90 0 0,0 0-53 0 0,1 1 14 0 0,1 1-73 0 0,0-1 65 0 0,1 1-130 0 0,0 0 70 0 0,0 1 59 0 0,0 0-150 0 0,0 0-43 0 0,0 0 40 0 0,0 0-4 0 0,0-1 8 0 0,0 1-55 0 0,0-1-62 0 0,0 1-210 0 0,0 0-554 0 0,0 1-255 0 0,0 1-496 0 0,1 0 508 0 0,1-1-77 0 0,1 2-1191 0 0,-1-3 2939 0 0</inkml:trace>
  <inkml:trace contextRef="#ctx0" brushRef="#br16" timeOffset="19839.176">20474 263 1448 0 0,'0'0'0'0'0,"0"0"1136"0"0,0 0-686 0 0,0 0-18 0 0,0 0 56 0 0,0 0 227 0 0,0 0 147 0 0,0 0-95 0 0,0 0-70 0 0,0 0 34 0 0,0 0-198 0 0,-2-10-69 0 0,0-2-27 0 0,0-1-17 0 0,1 2-171 0 0,0 2-149 0 0,0 3-80 0 0,1 1 9 0 0,-1 3 57 0 0,2 1-16 0 0,0 1-24 0 0,0 0-36 0 0,0 0 102 0 0,0 1 70 0 0,-1-1 86 0 0,0 1 78 0 0,0-1-11 0 0,1 0 74 0 0,-2 0-9 0 0,1 0-2 0 0,0 0-20 0 0,0 1 10 0 0,0 0-154 0 0,-1 2-36 0 0,-1 1 6 0 0,-4 3-115 0 0,-2 2-3 0 0,-2 4 22 0 0,-2 3 16 0 0,0 3-60 0 0,-1 4 53 0 0,1 3-130 0 0,0 3 28 0 0,1 0-23 0 0,0 1-125 0 0,1 1-95 0 0,-2-1 37 0 0,3-1-196 0 0,-1-1-210 0 0,1-1-281 0 0,2-4-372 0 0,2-2-242 0 0,1-5-1045 0 0,3-4-396 0 0,0-4-1247 0 0</inkml:trace>
  <inkml:trace contextRef="#ctx0" brushRef="#br17" timeOffset="20394.351">20624 144 692 0 0,'0'0'0'0'0,"0"0"3000"0"0,0 0-979 0 0,0 0-342 0 0,0 0-574 0 0,0 0-72 0 0,0 0 65 0 0,0 0 50 0 0,0 0-145 0 0,0 0-191 0 0,0 0-188 0 0,0 0-176 0 0,1 0-67 0 0,1 2-32 0 0,-1 0-121 0 0,0 0-46 0 0,-1 1-24 0 0,0 0-62 0 0,0-1-104 0 0,-1 1-41 0 0,1-1-77 0 0,0 0-47 0 0,0-1-130 0 0,0-1-348 0 0,0 1-466 0 0,-3-1-363 0 0,-2 0-94 0 0,-4 0-231 0 0,-6 0 239 0 0,-3-1 702 0 0,-5-1 378 0 0,0 0 480 0 0,0 1 51 0 0,0-1 513 0 0,3 1 363 0 0,3 0-158 0 0,3 1 168 0 0,5-1-154 0 0,3 1-21 0 0,3 0-27 0 0,2-1 8 0 0,1 1-24 0 0,1-2-88 0 0,-1 1-92 0 0,1 0-102 0 0,1 0-42 0 0,1 0-80 0 0,3 0 47 0 0,4 2 54 0 0,7 2 72 0 0,8 5-52 0 0,11 6-88 0 0,9 7 119 0 0,9 8-257 0 0,8 8-215 0 0,2 6 25 0 0,1 5-76 0 0,-3 3 17 0 0,-5 0-134 0 0,-8 0-127 0 0,-7-2-26 0 0,-8-3-200 0 0,-8-3-163 0 0,-8-3-219 0 0,-7-4-350 0 0,-5-5-904 0 0,-3-5-2632 0 0,-7-4-1914 0 0,-2-7 8078 0 0</inkml:trace>
  <inkml:trace contextRef="#ctx0" brushRef="#br18" timeOffset="33092.267">20438 6812 132 0 0,'0'0'0'0'0,"0"0"248"0"0,0 0-285 0 0,0 0 427 0 0,0 0 1840 0 0,0 0-1478 0 0,0 0 179 0 0,0 0-136 0 0,0 0-42 0 0,0 0-281 0 0,0 0-215 0 0,15 0-91 0 0,3 0-170 0 0,1-1-61 0 0,0 0 16 0 0,-3 0 53 0 0,-2 1-74 0 0,-2-1 26 0 0,-2 1 43 0 0,-2 0-5 0 0,-2 0 19 0 0,-2 0 71 0 0,-1 0-14 0 0,-1 0-84 0 0,-2 0-318 0 0,0 1-432 0 0,0 0-743 0 0,0 1-365 0 0,-1 1-714 0 0,-5-4 3057 0 0,-1 1-879 0 0</inkml:trace>
  <inkml:trace contextRef="#ctx0" brushRef="#br19" timeOffset="55612.77">20728 6667 416 0 0,'0'0'0'0'0,"0"0"368"0"0,0 0-415 0 0,0 0 1140 0 0,0 0 1063 0 0,0 0-1359 0 0,0 0 293 0 0,0 0-262 0 0,0 0-92 0 0,0 0-160 0 0,0 0 50 0 0,0-1-5 0 0,0 0-153 0 0,0 0-151 0 0,0 0-72 0 0,0 0-59 0 0,0 1-11 0 0,0-1 9 0 0,0 1 8 0 0,0 0 59 0 0,0 0 49 0 0,1-1 28 0 0,0-1 46 0 0,0 0-56 0 0,-1 0-7 0 0,1 1-31 0 0,-1-1-56 0 0,0 1-16 0 0,1 1-28 0 0,-1 0-14 0 0,0-1 0 0 0,1 2 45 0 0,0-1 0 0 0,1 0 31 0 0,0 1-20 0 0,0 0-38 0 0,2 1 57 0 0,0-1-24 0 0,1 1 26 0 0,0 0-10 0 0,0 0-48 0 0,0 1-46 0 0,2-1-51 0 0,1 0-80 0 0,2 1 59 0 0,1 0-72 0 0,0 0 20 0 0,2 0 58 0 0,-1 0-4 0 0,0 0 33 0 0,1-1 8 0 0,0 1-14 0 0,0-1-111 0 0,0 0 32 0 0,1 0-106 0 0,-1 0-16 0 0,2-1-29 0 0,0-1-31 0 0,-1 0 24 0 0,1 0 28 0 0,-1 0-4 0 0,-1-1 42 0 0,-1 0 83 0 0,-1-1-22 0 0,-2-1 75 0 0,0 1-69 0 0,-2 1 93 0 0,-1-1-92 0 0,0 0 103 0 0,-1 0-49 0 0,-1 0 6 0 0,1 0-4 0 0,-1-1 4 0 0,1-1-48 0 0,2-1 0 0 0,1 0-8 0 0,1 0-10 0 0,1-1 7 0 0,1 0 2 0 0,1 0-10 0 0,0 0-38 0 0,1 0 61 0 0,0 0-20 0 0,-1 0 7 0 0,1 0 4 0 0,0 1 9 0 0,-1 0-7 0 0,0 0-2 0 0,-1 0 1 0 0,0-1-6 0 0,0 0 2 0 0,0 0-11 0 0,0-1-43 0 0,2-1 63 0 0,0-1-26 0 0,2 0 13 0 0,0-1-67 0 0,3 0 38 0 0,0 1 41 0 0,-1 0-17 0 0,-1 2 8 0 0,0 1-9 0 0,-1 1 7 0 0,-2 1 7 0 0,-1 0-3 0 0,-2 1 16 0 0,0-1-8 0 0,-1 1 2 0 0,1-1 0 0 0,1 0 52 0 0,-1-2-67 0 0,2 1 69 0 0,-1-1-72 0 0,1 0 17 0 0,-1 0-16 0 0,1-1-63 0 0,-1 1 22 0 0,-1 0-1 0 0,-1 1-3 0 0,0 1 49 0 0,-1 0-18 0 0,-1 1 21 0 0,-1 1 1 0 0,0 0 14 0 0,-2 0 63 0 0,1 1-22 0 0,0-1 38 0 0,1 1-7 0 0,0-1-30 0 0,0 0-46 0 0,1-1 11 0 0,0 0-8 0 0,1 0-10 0 0,0 0 4 0 0,0 0-7 0 0,-1 1 6 0 0,-1-1-1 0 0,0 0 0 0 0,-1 1 4 0 0,-1-1-5 0 0,1 1 6 0 0,-2 0-1 0 0,1 1-5 0 0,-1 0 2 0 0,1 0-1 0 0,0-1 0 0 0,1 0 0 0 0,1-1-5 0 0,1 0 2 0 0,1-1 3 0 0,2 0 4 0 0,0-1-10 0 0,-1 1 4 0 0,-1 1-2 0 0,-1-1 0 0 0,0 1 4 0 0,-2 1 4 0 0,0 0 9 0 0,-2 1 35 0 0,2-1-56 0 0,-2 1 23 0 0,1-1 53 0 0,1 0-7 0 0,1-2-64 0 0,0 0 11 0 0,3 0-11 0 0,0-1-10 0 0,1 0-49 0 0,0-1 65 0 0,-1 1-88 0 0,0 1 87 0 0,-1 0-68 0 0,-3 2 66 0 0,-1 0-9 0 0,-2 0 8 0 0,0 1 52 0 0,-1 0-10 0 0,0 1-45 0 0,-1 0 62 0 0,2 0-67 0 0,0 0 71 0 0,0-1-73 0 0,2-1 27 0 0,0 1-8 0 0,0-1 0 0 0,-1 1 0 0 0,1 0 60 0 0,-1 0-77 0 0,0 1 100 0 0,0-1-1 0 0,-2 1-17 0 0,1 0 0 0 0,-2 0-18 0 0,1 1-52 0 0,-1-1-1 0 0,0-1-4 0 0,2 0-2 0 0,1 0 4 0 0,1-2-5 0 0,1 0-3 0 0,1-1-13 0 0,1 1-35 0 0,-1 0 56 0 0,-1 1-18 0 0,-2 0 1 0 0,1 0 11 0 0,-2 2 1 0 0,0-1 15 0 0,0 0 52 0 0,-1 1-84 0 0,0 0 14 0 0,1 0-123 0 0,-1 0 18 0 0,1 0 131 0 0,0-1-28 0 0,2 0 20 0 0,0-1-8 0 0,0 0 4 0 0,1 0-2 0 0,-1-1 0 0 0,0 1-5 0 0,0 0 6 0 0,-1 1 3 0 0,-1 0 60 0 0,-1 0-77 0 0,-1 1 26 0 0,0 0-14 0 0,0 0-8 0 0,1 0-11 0 0,0 0 2 0 0,-1 0-63 0 0,2 0 83 0 0,-1-1-18 0 0,2 0 11 0 0,0-1-4 0 0,1 0 2 0 0,1 1-1 0 0,0-2 0 0 0,0 1 4 0 0,-1 0-5 0 0,0 0 2 0 0,0 0-1 0 0,-1 1-10 0 0,0 0-43 0 0,0 0-7 0 0,-1 1 64 0 0,1-1-21 0 0,0 0 13 0 0,-1 0-5 0 0,1 1 2 0 0,-1-1 8 0 0,0 0 2 0 0,-1 1 10 0 0,1-1 40 0 0,0-1-7 0 0,1 1 1 0 0,0-1-40 0 0,1-1 57 0 0,1 0-70 0 0,-1-1 26 0 0,3 0-22 0 0,-1-1 4 0 0,0 0-12 0 0,2 0-48 0 0,-1 0 18 0 0,1 0 34 0 0,0 0-59 0 0,0 0 71 0 0,1-1-21 0 0,-1 1-40 0 0,0 0 65 0 0,-1 0-26 0 0,-1 1 13 0 0,0 0 3 0 0,-1 1 0 0 0,0 1 4 0 0,0 0-5 0 0,-1 1 2 0 0,2-1-15 0 0,-1 0-1 0 0,1 0-38 0 0,1-1 53 0 0,0 0-18 0 0,1-1 6 0 0,-1-1 9 0 0,2 0-2 0 0,-2 0 5 0 0,1-1 9 0 0,0 0 44 0 0,0 0-53 0 0,0 1 64 0 0,-1-1-74 0 0,0 0 26 0 0,0 0-13 0 0,0-1-3 0 0,1-1-9 0 0,1 0-49 0 0,1-1 65 0 0,4-1-27 0 0,2 0 23 0 0,5-1 433 0 0,2-1-514 0 0,3 0 127 0 0,2-1-131 0 0,-2 1 5 0 0,1-1 79 0 0,-1 1-17 0 0,-2-2 5 0 0,-1 2-58 0 0,-1-1 12 0 0,-2 0 53 0 0,-2 1-13 0 0,-1 0 17 0 0,-3 1-7 0 0,-1 2-2 0 0,-3 0-4 0 0,-2 3 10 0 0,-1 0 1 0 0,-1 3 15 0 0,-3 0 98 0 0,0 2-73 0 0,-2 0-42 0 0,-1 0 13 0 0,0 0-20 0 0,0 1 4 0 0,0-2 7 0 0,2 0-2 0 0,1-1-4 0 0,0 0-3 0 0,2-2 1 0 0,0 0-1 0 0,2-1 9 0 0,-1-1 7 0 0,1 1-1 0 0,1-2 1 0 0,-1 1 4 0 0,1-1-5 0 0,-2 1 2 0 0,-1 0-1 0 0,-1 0 4 0 0,0 0-5 0 0,-2 1 6 0 0,1 0-11 0 0,0 1 4 0 0,-1 0-2 0 0,1 1-5 0 0,0-2 6 0 0,0 1-6 0 0,0-1-3 0 0,1 0 1 0 0,0-1 3 0 0,1-1-5 0 0,0-1-12 0 0,0 0-49 0 0,0-1 9 0 0,1 0 12 0 0,0 0 37 0 0,2 0-10 0 0,1-1 6 0 0,1-1 4 0 0,3 0 9 0 0,0-1 170 0 0,3 0-155 0 0,-1-1-10 0 0,0 0-6 0 0,0 0-67 0 0,1 0 11 0 0,-1-1-17 0 0,0 2-2 0 0,0-2 14 0 0,0 1 69 0 0,1 1-14 0 0,0-1 14 0 0,0 1-5 0 0,-3 0 2 0 0,0 1 55 0 0,-1 1-21 0 0,-2 1 14 0 0,-1 1 8 0 0,-2 1 2 0 0,-2 1-18 0 0,-1 0-36 0 0,0-1 13 0 0,-1 1-25 0 0,0 0-8 0 0,1-1-55 0 0,0-1 70 0 0,1 1-71 0 0,0 0 78 0 0,0-1-33 0 0,-1 1 21 0 0,1 0-4 0 0,-1 1 5 0 0,0-1 0 0 0,0 1 9 0 0,0 0 49 0 0,-1-1-60 0 0,0 1 63 0 0,0 0-66 0 0,0 0 24 0 0,-1-1-3 0 0,1 0-10 0 0,0 0 50 0 0,1 0-66 0 0,0-1 17 0 0,-1 0-11 0 0,0 1 5 0 0,-1-1-6 0 0,1 1 2 0 0,0 0-1 0 0,-1 1 4 0 0,0-1 0 0 0,-1 1 0 0 0,2-1 4 0 0,-2-1 9 0 0,2 1-2 0 0,-1-1-4 0 0,0 0 2 0 0,1 0-1 0 0,1 0 0 0 0,0-1 51 0 0,2 1-66 0 0,-1-1 69 0 0,2 1-76 0 0,-1-1 17 0 0,1 0-2 0 0,-1 1-1 0 0,1-1 0 0 0,0 1 0 0 0,-1 0 4 0 0,-1 1 4 0 0,0-1 0 0 0,-1 1 0 0 0,0-1 9 0 0,0 1-12 0 0,1 1 0 0 0,-1-1 0 0 0,0 1-1 0 0,0 0 0 0 0,-1-1 0 0 0,-1 2 0 0 0,1-1 4 0 0,0 2-5 0 0,-1-1-3 0 0,1 1-4 0 0,0-1 1 0 0,0 1 3 0 0,0-1 0 0 0,0 0 0 0 0,1 0 0 0 0,0-1 0 0 0,-1 1 0 0 0,1 0 4 0 0,1 0-5 0 0,-2 1 2 0 0,0 0-6 0 0,0 0 2 0 0,0 0-1 0 0,0 0 0 0 0,-1 0-5 0 0,0 1 6 0 0,0-1-11 0 0,2-1-43 0 0,-1 0 16 0 0,1 0 35 0 0,1-1-59 0 0,-1 0 80 0 0,1-1-23 0 0,-2-1 12 0 0,3 1-5 0 0,-1-2 2 0 0,1 1-1 0 0,1-1 0 0 0,-1 0 0 0 0,1-1 0 0 0,-1 1 0 0 0,0-1 9 0 0,0 1-7 0 0,0 1 3 0 0,0-1 3 0 0,0 1 65 0 0,-1 0-84 0 0,0 0 33 0 0,0 0-10 0 0,0-1-5 0 0,2-1 2 0 0,-1 0-6 0 0,0 0 6 0 0,1-1-1 0 0,0 0-5 0 0,0 0 2 0 0,1 1-1 0 0,-2-1-5 0 0,-1 2 2 0 0,0 0 8 0 0,-1 1 2 0 0,1 1 43 0 0,-2 0-64 0 0,0 0 17 0 0,1 1-16 0 0,0-1-44 0 0,-1-1 7 0 0,3 0 41 0 0,1-1-55 0 0,-1-1 60 0 0,1 0-18 0 0,-1-1 6 0 0,1 0 0 0 0,-2 0 14 0 0,1 1-4 0 0,-1 0 11 0 0,-1 0 58 0 0,0 1-29 0 0,0 1-35 0 0,1-1 63 0 0,0 1-68 0 0,-1 0 21 0 0,1-2-7 0 0,0 1-5 0 0,-1 0 2 0 0,1-1-11 0 0,0 0-1 0 0,1 0 0 0 0,-1 0-1 0 0,0 1 4 0 0,-1 0 0 0 0,0 0 9 0 0,0 1 2 0 0,-1 1 47 0 0,0 0-68 0 0,0 0 17 0 0,0 1-6 0 0,0 0-11 0 0,0-1 4 0 0,0 1-2 0 0,0 0 4 0 0,0 0 4 0 0,0 1 4 0 0,0-1 9 0 0,0 0 54 0 0,-1 1-11 0 0,0-2 17 0 0,1 1-26 0 0,-1-1-43 0 0,-1 0 72 0 0,1-1-34 0 0,-2 0 7 0 0,0 1-42 0 0,1-1 1 0 0,0 0 2 0 0,0 1-7 0 0,0 0 6 0 0,-1 0 50 0 0,1 0-61 0 0,-1 1 63 0 0,0-1-66 0 0,0 1 24 0 0,0-1 53 0 0,0 0-82 0 0,0-1 28 0 0,0 0 36 0 0,0-1-64 0 0,0 0 17 0 0,1-1-11 0 0,0 1 5 0 0,2-1 3 0 0,0 1 4 0 0,0-1 46 0 0,0 2-8 0 0,2 0-46 0 0,-1 0 16 0 0,1 1-8 0 0,-1 0 46 0 0,0 0-54 0 0,0 1 18 0 0,0 0 54 0 0,-1-1-77 0 0,1 0 82 0 0,-1-1-81 0 0,0 0 70 0 0,1 0-72 0 0,-1-1 26 0 0,2 0-13 0 0,-1 0-8 0 0,1 0 3 0 0,-1 0-12 0 0,0 0 8 0 0,-1 0 2 0 0,0 0 0 0 0,1 1 0 0 0,-1-1-5 0 0,0 1 2 0 0,0-1 3 0 0,-1 1 4 0 0,0 0 0 0 0,0 0 0 0 0,-1 0-5 0 0,1 0-3 0 0,-1 0-9 0 0,1-1 3 0 0,0 1-2 0 0,0 0-61 0 0,0 1 78 0 0,0 0-81 0 0,0 0 84 0 0,1 0-90 0 0,0 0 46 0 0,0 1-33 0 0,0 0 68 0 0,0-1-61 0 0,0 1 76 0 0,0-1-22 0 0,-1 0 8 0 0,1 0 4 0 0,1-1 4 0 0,0 0 46 0 0,1-1-68 0 0,0 0 26 0 0,0 0-13 0 0,-1-1 16 0 0,1 0 37 0 0,-1 0 64 0 0,0 1-47 0 0,1-1-64 0 0,-1 0 14 0 0,-1 1-20 0 0,0-2 3 0 0,-1 1-2 0 0,1-1 0 0 0,-1 0-10 0 0,1 0-1 0 0,0-1 0 0 0,0 0-1 0 0,0-1-56 0 0,1 0 81 0 0,1-1-22 0 0,-2 1 9 0 0,1 0 9 0 0,0 0 44 0 0,0 1-58 0 0,-1-1 20 0 0,1 0 53 0 0,1 1-26 0 0,0-2 7 0 0,1 1 130 0 0,2-2-107 0 0,0-1 19 0 0,0 0-93 0 0,-1 0 23 0 0,0 0-9 0 0,-1-1-5 0 0,0 0-8 0 0,1 0-2 0 0,0-1 0 0 0,1-1 3 0 0,3-1 158 0 0,0-1-203 0 0,1 0 12 0 0,-1 1 49 0 0,-1 1-24 0 0,-1 1 22 0 0,-2 2-18 0 0,-2 1 6 0 0,0 2-2 0 0,-1 1 56 0 0,1-1-58 0 0,0 1 150 0 0,0 0-178 0 0,1 0 104 0 0,-1 1-32 0 0,-1 1 38 0 0,-1 1 43 0 0,-1 0-136 0 0,-1 1 33 0 0,0 2-5 0 0,-1 0-4 0 0,0 0 47 0 0,-1 1-73 0 0,1 0 24 0 0,0 0-9 0 0,0 1 4 0 0,0 0 4 0 0,0 0 0 0 0,0-1 0 0 0,0 0 0 0 0,0 0 47 0 0,0-1-14 0 0,0 0-35 0 0,0-1 73 0 0,0 1-85 0 0,0-1 69 0 0,0 0-72 0 0,0 0 15 0 0,0 0 0 0 0,0 0 2 0 0,0 0 4 0 0,0-1-1 0 0,0 1 1 0 0,0-1-5 0 0,0 0 7 0 0,0-1-3 0 0,0 2 48 0 0,0-1-70 0 0,0 0 18 0 0,0 0-11 0 0,0 0 6 0 0,0 0-3 0 0,0 0 1 0 0,0-1 5 0 0,0-1-2 0 0,0 0 1 0 0,0 0 0 0 0,0-2-5 0 0,0 0 2 0 0,1-2 50 0 0,1-2-23 0 0,3-1-33 0 0,2 0-54 0 0,0 1 77 0 0,1 1-13 0 0,-1 1 61 0 0,-1 1-84 0 0,-1 2 23 0 0,-1 0-3 0 0,-1 1-3 0 0,-1 0 10 0 0,-1 1-2 0 0,1 1 6 0 0,-1 1-7 0 0,0 0-2 0 0,0 2 6 0 0,-1 0 44 0 0,1 2-50 0 0,0-1 12 0 0,0 2-3 0 0,0 0-1 0 0,0 0 42 0 0,-1 0-59 0 0,0 1 25 0 0,0-1 33 0 0,0 1-58 0 0,0 0 20 0 0,0-1-12 0 0,1 0 2 0 0,0 0-6 0 0,0-1-3 0 0,-1 0 1 0 0,2-1-6 0 0,-1-1 7 0 0,1-1-3 0 0,0-1 6 0 0,-1 0-2 0 0,1 0 6 0 0,0 0 7 0 0,-1 0-1 0 0,0 0 57 0 0,0 1-72 0 0,-1 1 29 0 0,0-1 27 0 0,0 1-51 0 0,0-1 17 0 0,0 1-6 0 0,0-1-5 0 0,0 0-7 0 0,0 0 1 0 0,0 0-6 0 0,0 0 2 0 0,0 0 4 0 0,0 0-2 0 0,0-2 1 0 0,-1 1 0 0 0,0-1-5 0 0,0 0 2 0 0,0 0-1 0 0,1 0-9 0 0,0 0 2 0 0,-1 0-43 0 0,1 0 59 0 0,0 0-11 0 0,0 0 10 0 0,0 0 4 0 0,0-1 46 0 0,0-1-13 0 0,0-1 35 0 0,3-2-8 0 0,2 0-80 0 0,1-1 169 0 0,1 0 114 0 0,1 1-102 0 0,-1 0-108 0 0,-1 1-51 0 0,0 1-12 0 0,-3 1 6 0 0,1 1-1 0 0,-2 1 51 0 0,0 1-60 0 0,-1 2 12 0 0,-1-1-10 0 0,0 0-4 0 0,0 0 1 0 0,0 0-6 0 0,0-1 7 0 0,0-2-3 0 0,0 0-4 0 0,-1-1 7 0 0,1 0 2 0 0,0-1 4 0 0,0-1-6 0 0,-1 0 3 0 0,-1 0-10 0 0,-1 0 11 0 0,1 1-3 0 0,-1 0 6 0 0,0 1-7 0 0,1 0-6 0 0,1-1 6 0 0,0 0 2 0 0,2-2-52 0 0,1 0 57 0 0,1 1-14 0 0,1 0-1 0 0,1 0 12 0 0,1 1-12 0 0,1 1 8 0 0,-1 0 6 0 0,0 1 4 0 0,-2 0 8 0 0,0 1 41 0 0,-2-1-58 0 0,-1 0 20 0 0,-1 1-7 0 0,0 1 47 0 0,0 0-56 0 0,0 0 10 0 0,0 2 1 0 0,-1 0 2 0 0,1 1-1 0 0,0 0-4 0 0,0 0-7 0 0,0-1 1 0 0,0-1-6 0 0,0 0-3 0 0,0-2 1 0 0,0 1 4 0 0,0-1 3 0 0,0-1-6 0 0,0 0-2 0 0,0 0 1 0 0,0 0-52 0 0,-1-1 65 0 0,-1 0-16 0 0,1 0 0 0 0,-1-1 8 0 0,1 1 2 0 0,0 0 4 0 0,0 0-1 0 0,1-1-4 0 0,-1 0 7 0 0,-2-1-3 0 0,0 0-4 0 0,0-1 7 0 0,-1-1-3 0 0,1 0-4 0 0,0 0-3 0 0,2 0 6 0 0,-1-2-3 0 0,3 0 6 0 0,3-1 175 0 0,3-1-231 0 0,1 1 7 0 0,0 2 64 0 0,-1 3-25 0 0,-1 2 55 0 0,-3 2-60 0 0,-1 2 16 0 0,-1 1 65 0 0,-1 1 21 0 0,0 0-30 0 0,0 0-70 0 0,0-1 11 0 0,-1-1-71 0 0,1 0 17 0 0,0-1 5 0 0,0-1-18 0 0,0-1 62 0 0,0 1-18 0 0,0 0 13 0 0,0 0-2 0 0,0 1 10 0 0,0 1-2 0 0,0 0 6 0 0,-1 1 3 0 0,0-1 46 0 0,0 1-69 0 0,-1-1 18 0 0,1-1-11 0 0,-1 0-4 0 0,0 0 6 0 0,0-1-3 0 0,0 0 1 0 0,0-1 0 0 0,-1-1-47 0 0,0 1 65 0 0,-1-1-35 0 0,-1 1 25 0 0,0 0-6 0 0,1 0 2 0 0,1 1-5 0 0,1 1 7 0 0,-1 1 2 0 0,1 0 4 0 0,0 2-6 0 0,0 1 8 0 0,0 0-8 0 0,1 1-6 0 0,-1 2-46 0 0,0-1-29 0 0,0 2-112 0 0,-1 0-196 0 0,0 0-70 0 0,-3 0-456 0 0,-2 0-77 0 0,-3 0-552 0 0,-8 0-1119 0 0,-5 1-2344 0 0,-13 2-4161 0 0,46-2 10321 0 0,8 0-2343 0 0</inkml:trace>
  <inkml:trace contextRef="#ctx0" brushRef="#br20" timeOffset="57045.066">20569 6578 116 0 0,'0'0'0'0'0,"0"0"16"0"0,0 0-37 0 0,0 0-106 0 0</inkml:trace>
  <inkml:trace contextRef="#ctx0" brushRef="#br21" timeOffset="59360.037">20569 6578 196 0 0,'0'0'0'0'0,"9"2"484"0"0,1 2 2385 0 0,-1-2-1974 0 0,-4 1 42 0 0,-1-2-343 0 0,-2 1-290 0 0,-2-2-111 0 0,0 0-94 0 0,-1 0-87 0 0,1 0 60 0 0,-1 0-12 0 0,1 0 156 0 0,0 0 140 0 0,-1 0 180 0 0,1 0 101 0 0,0 0 127 0 0,0 0-80 0 0,0 0-103 0 0,0 0 17 0 0,0 0-91 0 0,0-1-101 0 0,0 1-56 0 0,0-1-51 0 0,0 1-55 0 0,0 0-52 0 0,0 0-52 0 0,0 0-52 0 0,0 0-6 0 0,0 0-18 0 0,-1 0-63 0 0,1 0 68 0 0,-3 0-71 0 0,-1 0 95 0 0,-1-1-14 0 0,-3 0 26 0 0,-2-1 6 0 0,-1 0 18 0 0,-1-1-32 0 0,-3 0 49 0 0,0 0-53 0 0,1 0 26 0 0,-1 0-51 0 0,2 0 28 0 0,0 1-38 0 0,1 0-4 0 0,0 1 28 0 0,1-1 4 0 0,0 1 0 0 0,0 0-26 0 0,0 0 4 0 0,0 0-13 0 0,-1 0-49 0 0,0 1 65 0 0,0 0-69 0 0,0-1 20 0 0,-1 1-6 0 0,2 0-4 0 0,-2 0 66 0 0,2 0-80 0 0,-1 0 101 0 0,1 0-30 0 0,0 0-21 0 0,2 0-29 0 0,0 0 72 0 0,2 0-48 0 0,-1 0 30 0 0,0 0-67 0 0,-1 0 60 0 0,0 0-76 0 0,-1 0 18 0 0,-1 0-8 0 0,0-1-9 0 0,-1 0-58 0 0,0-1 81 0 0,-2 1-70 0 0,0-1 74 0 0,-2-1-22 0 0,1 0 13 0 0,-1 0 3 0 0,-1-1 51 0 0,0-1-61 0 0,-2 0 90 0 0,-1 0-35 0 0,1-1-58 0 0,0 0 29 0 0,1 0 75 0 0,1 1-10 0 0,1 0-19 0 0,0 0 1 0 0,1 1 8 0 0,2-1-23 0 0,-2 0-3 0 0,0-1-55 0 0,-2-1 23 0 0,-4-2-15 0 0,-2-1 7 0 0,-2-1 101 0 0,-1 0-14 0 0,-1 0 24 0 0,0-1-30 0 0,2 1 10 0 0,-1 0-32 0 0,2-1-11 0 0,-1 1-8 0 0,2 0-46 0 0,0 0 54 0 0,1 0-15 0 0,1 0 29 0 0,2-1-30 0 0,-2-1 20 0 0,0 0-76 0 0,-1-2 30 0 0,0 2-22 0 0,-1-1 65 0 0,1 1-65 0 0,-1 0 92 0 0,1 1-51 0 0,0 0-34 0 0,0 1 7 0 0,0-1-2 0 0,-1-1-11 0 0,1 1 4 0 0,-2-1 7 0 0,2-1-12 0 0,-1-1 14 0 0,-1-1 42 0 0,1 0-67 0 0,0-1 96 0 0,1-1-94 0 0,1 1 30 0 0,0 0 55 0 0,1 0-79 0 0,0 0 22 0 0,1 0-17 0 0,1 1 3 0 0,-2-1 54 0 0,0 1-63 0 0,0-1 26 0 0,-3 0-7 0 0,0 0 0 0 0,-1 0 60 0 0,-2 1-82 0 0,-1-1 121 0 0,0 0-55 0 0,-2 0 5 0 0,0 0 5 0 0,-1 0 54 0 0,0-1 54 0 0,2 1 146 0 0,2-1-67 0 0,0 0-150 0 0,2 0-84 0 0,1-1 7 0 0,1 0 29 0 0,1 1-9 0 0,2-1-50 0 0,0 0 16 0 0,0-1 1 0 0,2 0-7 0 0,0 0 49 0 0,-1-1-60 0 0,1 0 15 0 0,0 0-1 0 0,0 1 45 0 0,0 0-68 0 0,0 0 26 0 0,-1 1-13 0 0,2 1 2 0 0,-1 1-1 0 0,1-1 9 0 0,-1 1 2 0 0,0-1-4 0 0,0 0 2 0 0,0 0 3 0 0,0-1-5 0 0,0 1-3 0 0,0-1 5 0 0,0 0-11 0 0,-1 0 4 0 0,2 0 2 0 0,-1-1 4 0 0,1 1-5 0 0,-2 1 6 0 0,2-2-1 0 0,-1 1 4 0 0,0 1-5 0 0,0-1-3 0 0,0 1 1 0 0,0 0 8 0 0,-1-1 40 0 0,0 0-58 0 0,-1 0 24 0 0,-2-1-3 0 0,1 0-5 0 0,-1 0 2 0 0,1 1 41 0 0,2 2-54 0 0,-1 0 13 0 0,2 1 0 0 0,-1 0-6 0 0,2 1 2 0 0,-1-1-10 0 0,1-1 2 0 0,0 0-6 0 0,0-1 2 0 0,0-2 4 0 0,-1 0-7 0 0,0 0 3 0 0,-2-1-6 0 0,0 0 11 0 0,1 1 2 0 0,0 0 8 0 0,1 1 41 0 0,2 1-62 0 0,2 2 76 0 0,1 0 28 0 0,3 1-34 0 0,1 0-64 0 0,1 0 18 0 0,0-1-11 0 0,1 0-5 0 0,-1-1 2 0 0,-1 1-15 0 0,-1 0 9 0 0,0 1 5 0 0,0 1 4 0 0,0 1-1 0 0,0 0 6 0 0,1 2 49 0 0,-1 1-18 0 0,1 0 9 0 0,0 0-43 0 0,-1-1 12 0 0,1 0-6 0 0,-2-1-9 0 0,0 0 7 0 0,0 0 2 0 0,0-1-6 0 0,0-1-2 0 0,-1 1 1 0 0,1-2-1 0 0,-1 0 0 0 0,-1 0-5 0 0,0 0 7 0 0,-1-1 2 0 0,-1 0 4 0 0,0-2-15 0 0,-1 0 5 0 0,1-1-2 0 0,-1-1 61 0 0,0 2-65 0 0,1 0 18 0 0,0 0 0 0 0,1 1-12 0 0,1-1-2 0 0,-1 2 6 0 0,2-1-3 0 0,0 1 10 0 0,1 1 54 0 0,1-1-15 0 0,2 1-1 0 0,0-1-3 0 0,1 1-41 0 0,-1-1 67 0 0,0 0-78 0 0,0-1 66 0 0,0-1-67 0 0,-1 0 15 0 0,0-1-5 0 0,0-1-6 0 0,-1 0 2 0 0,0 0 4 0 0,0 0-7 0 0,1-2 8 0 0,-1 0-3 0 0,1-2-4 0 0,-2 0 2 0 0,-1-1 83 0 0,0 2-10 0 0,1 1-34 0 0,-1 2 14 0 0,1 2-48 0 0,0 1 54 0 0,-1 0-69 0 0,0 1 20 0 0,-1 0-2 0 0,1 1 3 0 0,-1 2 4 0 0,1 0-6 0 0,-1 0 3 0 0,1 0-6 0 0,0 1-7 0 0,1-1 6 0 0,-1 0 2 0 0,1-1-1 0 0,-1 0 6 0 0,0 0 40 0 0,1 0-11 0 0,0 0-41 0 0,-1 0 75 0 0,1-1-39 0 0,-1 0 8 0 0,2 0-51 0 0,-1-1 13 0 0,1 0 2 0 0,-1 0 45 0 0,0 1-60 0 0,0 0 21 0 0,3 0-7 0 0,-1-1-5 0 0,0-1 2 0 0,0 1-1 0 0,0-2 0 0 0,-1 0 5 0 0,1 0 45 0 0,-1-1-60 0 0,1 1 21 0 0,-1 0-2 0 0,2 0-2 0 0,0 1-4 0 0,-1 1 7 0 0,0-1-8 0 0,0 1 3 0 0,-1-1-6 0 0,0 0-3 0 0,-1-3-78 0 0,-2-2 100 0 0,1-1-33 0 0,-2-1 81 0 0,0 1-20 0 0,0 0 10 0 0,1 2-70 0 0,-1 1 6 0 0,1 1-11 0 0,1 1 14 0 0,1 1-5 0 0,1 0 7 0 0,0 1-2 0 0,-1 0 1 0 0,1 1 5 0 0,0 1-2 0 0,1 0 6 0 0,1 1 3 0 0,-1 1-1 0 0,0 1 1 0 0,-1-1-5 0 0,0 1-7 0 0,0-1-4 0 0,0 0 1 0 0,-1-1-1 0 0,0 0 0 0 0,-1-2 5 0 0,-1 1-2 0 0,1-1 1 0 0,-1-1-9 0 0,1 0-3 0 0,-1-1-4 0 0,-1-1 10 0 0,0 0 6 0 0,0-2-1 0 0,-3-1-74 0 0,0-3 27 0 0,-1-1 57 0 0,0 0-5 0 0,0 1 118 0 0,1 2-81 0 0,2 4-45 0 0,1 0 6 0 0,1 3-60 0 0,0 1 74 0 0,1 1-20 0 0,1 1 63 0 0,1 0-76 0 0,0 2 31 0 0,1 0-11 0 0,1 0-4 0 0,-1 1 2 0 0,0-1 4 0 0,0 0-2 0 0,-1 0 1 0 0,1 0 0 0 0,1-1 0 0 0,0-1 5 0 0,-1 0-7 0 0,-1-2-2 0 0,0-1 6 0 0,-2-2-8 0 0,0-1 17 0 0,-1-1 163 0 0,0-1-74 0 0,1 0-122 0 0,-1-1 35 0 0,1 0-15 0 0,-1 0-3 0 0,1 1 1 0 0,1 1 5 0 0,-1 1-2 0 0,3 1 6 0 0,-1 2 49 0 0,1 0-69 0 0,0 0 28 0 0,0 1 37 0 0,0 0-64 0 0,2-2 16 0 0,0-1-5 0 0,0-2-1 0 0,1-1 98 0 0,0-1 28 0 0,0-1-58 0 0,1-1-69 0 0,-1 0 27 0 0,1 0-15 0 0,-1 0 1 0 0,0 0-14 0 0,-1-1 4 0 0,1 1-7 0 0,0-1-7 0 0,0-1-55 0 0,0-1 85 0 0,0-1-28 0 0,0 0 5 0 0,2-1-63 0 0,-1 0 78 0 0,1 0-32 0 0,2 3 11 0 0,-1 0-71 0 0,2 2-8 0 0,0 2 12 0 0,0 2-13 0 0,0 3 9 0 0,0 3 11 0 0,-1 4-17 0 0,0 4-55 0 0,-1 2-133 0 0,-2 3-471 0 0,-1 2-190 0 0,-2 2-575 0 0,-5 2-986 0 0,-3 0-2787 0 0,-13 6-4272 0 0,1-2 9611 0 0</inkml:trace>
  <inkml:trace contextRef="#ctx0" brushRef="#br22" timeOffset="75637.59">15199 802 508 0 0,'0'0'0'0'0,"0"0"1320"0"0,0 0-490 0 0,0 0-46 0 0,0 0 169 0 0,0 0-33 0 0,0 0-355 0 0,0 0-103 0 0,0 0-61 0 0,0 0-44 0 0,2-1-66 0 0,1 0-88 0 0,-1 0-190 0 0,1-2 12 0 0,-1 1-142 0 0,-1 0 49 0 0,0 0 80 0 0,-1 0 34 0 0,0 1 12 0 0,0 1-52 0 0,0-1-1 0 0,0 0-245 0 0,-1 1 81 0 0,-2 0-67 0 0,-2 0-298 0 0,0 0-519 0 0,-1 0 78 0 0,0-1 82 0 0,1 1 10 0 0,0-1 4 0 0,0 0-220 0 0,11 1 439 0 0,1 1 720 0 0</inkml:trace>
  <inkml:trace contextRef="#ctx0" brushRef="#br23" timeOffset="79095.318">15199 802 692 0 0,'0'0'0'0'0,"-38"-8"1436"0"0,-14-3-476 0 0,6 2 62 0 0,9 1-76 0 0,10 2-113 0 0,10 3-183 0 0,7 1-246 0 0,6 1-142 0 0,4 1-33 0 0,1 0-14 0 0,1 0-54 0 0,0 1-61 0 0,0-1 1 0 0,-1 0 35 0 0,0 1 32 0 0,-1-1-34 0 0,0 0-150 0 0,0 0 114 0 0,0 0 2 0 0,0 0 30 0 0,0 0 86 0 0,0 0 8 0 0,0 0-10 0 0,0 0-25 0 0,0 0-1 0 0,0 0-8 0 0,0 0 1 0 0,0 1-118 0 0,0 0-59 0 0,0 1-38 0 0,0-1 48 0 0,1 0 40 0 0,0 1 348 0 0,0-1-364 0 0,-1 0 87 0 0,2 0 15 0 0,-1-1 89 0 0,0 1 4 0 0,0-1-7 0 0,0 1-25 0 0,0-1 55 0 0,0 1-33 0 0,0 0 25 0 0,1 0-52 0 0,-1 0-93 0 0,0 0-46 0 0,1 0 5 0 0,0 1 4 0 0,-1-2-4 0 0,0 2 2 0 0,-1-1 61 0 0,2 0-50 0 0,-1 1 50 0 0,0 0-32 0 0,-1 0 9 0 0,1 1-100 0 0,-1-1 84 0 0,0 0-53 0 0,0 1-37 0 0,1-1 2 0 0,1 0 5 0 0,0 1-5 0 0,-1-1 7 0 0,1 0 3 0 0,-1 1 51 0 0,2-1-61 0 0,-1 1 95 0 0,0-1-42 0 0,0 0 29 0 0,0 0-6 0 0,-1 0-26 0 0,0-1-38 0 0,0 0 69 0 0,-1 0-84 0 0,0 0 86 0 0,0 0-91 0 0,0 0 79 0 0,0-1-76 0 0,0 1 27 0 0,0 0 66 0 0,0 1-95 0 0,0 0 106 0 0,0 1-60 0 0,0 0 29 0 0,0 2-59 0 0,0-1 114 0 0,0 1-21 0 0,0 0-4 0 0,0 0-22 0 0,0 0 6 0 0,0-1-4 0 0,0 0-28 0 0,0-1 18 0 0,0-1-17 0 0,0 0 18 0 0,0 0-65 0 0,0 0 65 0 0,0-1-68 0 0,0 1 19 0 0,0-1 36 0 0,0 0 7 0 0,0 0 0 0 0,0 0-57 0 0,0 0 77 0 0,0 0-30 0 0,0 1-47 0 0,0 1 63 0 0,0 0-26 0 0,1 2 40 0 0,0-1-89 0 0,1 1 74 0 0,0-1-76 0 0,0 1 12 0 0,1 0 5 0 0,0 0 47 0 0,1 0 47 0 0,0 0-70 0 0,0 1-30 0 0,-1-2 2 0 0,1 1-6 0 0,0-1 3 0 0,-1-1 9 0 0,0 0-2 0 0,-2-1 1 0 0,1 1-5 0 0,0 0 2 0 0,1-1 3 0 0,0 1 51 0 0,0 1-61 0 0,0 0 95 0 0,0 1-32 0 0,0 0-63 0 0,1 1 21 0 0,-1 1 54 0 0,0-1-93 0 0,1 0 26 0 0,-2-1-19 0 0,1 0 17 0 0,-1-2-6 0 0,0 0 11 0 0,-1 0-2 0 0,0-1 66 0 0,1 0-79 0 0,-1 0 69 0 0,-1-1-63 0 0,2 0 64 0 0,-1 0-74 0 0,0 0 22 0 0,1 0-8 0 0,-1 1 9 0 0,1-1-2 0 0,1 2-4 0 0,-1-1 2 0 0,1 1-1 0 0,1 0 4 0 0,-1 0 46 0 0,0 0-64 0 0,0 0 68 0 0,0 0-62 0 0,-1 1 13 0 0,2 0 70 0 0,-1 1-96 0 0,1 0 102 0 0,0 1-111 0 0,-1 0-27 0 0,0 0 57 0 0,0 0-14 0 0,-1-1 56 0 0,0 1-51 0 0,-1-1 75 0 0,1 0-32 0 0,-1 1-49 0 0,0-2 20 0 0,-1 1-5 0 0,2-1 0 0 0,-1-1 0 0 0,1 1 0 0 0,0-1-5 0 0,-1 0-3 0 0,0 1 1 0 0,0 0 3 0 0,1 1 9 0 0,1 0-2 0 0,0 0-4 0 0,0 0-8 0 0,0 0 3 0 0,-1-1 7 0 0,-1 0 91 0 0,1 1-53 0 0,-1-1-40 0 0,1 0 70 0 0,-2 0-81 0 0,2 0 28 0 0,-1 0-13 0 0,0 0 2 0 0,0 0-11 0 0,-1 1 8 0 0,1-1 2 0 0,0 2 0 0 0,0-1 0 0 0,0 1-10 0 0,0 0 4 0 0,0 1 7 0 0,0 0 86 0 0,0 1-28 0 0,0 0-80 0 0,-1 0 22 0 0,0 0 58 0 0,0-1-91 0 0,1-1 25 0 0,-1-1-8 0 0,-1-2 3 0 0,1 1 0 0 0,0-1 0 0 0,0 0 9 0 0,0 0 44 0 0,0 0-49 0 0,1-1 13 0 0,0 1 38 0 0,0-1-60 0 0,1 1 66 0 0,-1-1-71 0 0,1 1 22 0 0,0 1-4 0 0,0-1 0 0 0,-1 1-10 0 0,0-1 4 0 0,-1 1-12 0 0,2 1 13 0 0,0 0-9 0 0,0 0 7 0 0,0 1 3 0 0,1 0-5 0 0,0 0-8 0 0,0 0 3 0 0,0-2 7 0 0,-1 0-2 0 0,1 0 103 0 0,0-1-117 0 0,-1 0 96 0 0,-1-1-81 0 0,1 0 61 0 0,-1 1-60 0 0,0-1 17 0 0,0 0-20 0 0,-1 1-1 0 0,0 0 4 0 0,1 1 8 0 0,0 0-7 0 0,1 1 7 0 0,1 1-1 0 0,-1 0 0 0 0,1 0-5 0 0,0 0 2 0 0,0 1 3 0 0,-1-1 79 0 0,1 1-55 0 0,0-1 25 0 0,-1 0-66 0 0,0 0 22 0 0,-1 0 42 0 0,1 0-56 0 0,-1 0 89 0 0,1 1-59 0 0,1-1-32 0 0,-1 0 6 0 0,0 0-62 0 0,0-1 66 0 0,1 0-22 0 0,-1-1 11 0 0,0 0 4 0 0,0 0 14 0 0,-1 0 70 0 0,1 0-93 0 0,0 1 46 0 0,-1-1-43 0 0,1 1 10 0 0,0-1-4 0 0,-1 2 0 0 0,2-1 14 0 0,-1 1 70 0 0,2 0-93 0 0,-1 1 116 0 0,-1-1-124 0 0,1 0 28 0 0,-1 0-23 0 0,1-1-54 0 0,-1-1 9 0 0,0 0 68 0 0,2-1-17 0 0,-1 0 14 0 0,0 0-5 0 0,1 0 11 0 0,0 1-8 0 0,-1 0 63 0 0,0 1-78 0 0,1 0 72 0 0,1 1 25 0 0,-1 0-53 0 0,1 1-22 0 0,-1 0 47 0 0,0 0-70 0 0,0 0 22 0 0,0 1 48 0 0,0-1-72 0 0,0 1 61 0 0,-1 0-60 0 0,1 1 17 0 0,0 0-6 0 0,-1 0 0 0 0,0 1-5 0 0,0-1 2 0 0,0 1 3 0 0,1-1 9 0 0,-1-1-7 0 0,0-1-2 0 0,1 0 5 0 0,-2-1 8 0 0,1 0 54 0 0,0 0-81 0 0,0-1 23 0 0,0 1-18 0 0,0-1-2 0 0,-1 1 9 0 0,2 0 1 0 0,1 2 75 0 0,0 1-90 0 0,0 0 25 0 0,0 2-18 0 0,0 0-49 0 0,1 0 60 0 0,-1-1-11 0 0,0 0 8 0 0,1 0 5 0 0,0 0 56 0 0,0-1-72 0 0,0 0 33 0 0,0 0-20 0 0,-1-1 0 0 0,-1-2-10 0 0,0 1-2 0 0,0-1 9 0 0,1 0-8 0 0,-2 0 12 0 0,0 1 11 0 0,1 0 43 0 0,0 1-71 0 0,0 0-65 0 0,1-1 96 0 0,1 1-35 0 0,-1-1 6 0 0,0 0 16 0 0,1 1-1 0 0,-1 0 86 0 0,1 2-113 0 0,-1 0 47 0 0,1 1-20 0 0,-1 2 54 0 0,0 0-71 0 0,2 1 23 0 0,-2 1-8 0 0,1 1 9 0 0,0-1-12 0 0,-1 0-5 0 0,1 1 2 0 0,-1-2-77 0 0,-1 1 106 0 0,1 0-31 0 0,0 0 7 0 0,-1-1-3 0 0,2 1-97 0 0,-1-2 115 0 0,1 1-29 0 0,0-1-42 0 0,0 0-2 0 0,-1 0 63 0 0,1 0-82 0 0,-1-1-6 0 0,0-1 94 0 0,0 0-36 0 0,-1 0 29 0 0,0 1-5 0 0,-1 0 6 0 0,1 0-5 0 0,-1 0 62 0 0,1 0-73 0 0,0 1 89 0 0,0-2-96 0 0,1 1 33 0 0,0 0 60 0 0,0 1-95 0 0,1-1 32 0 0,-1 2 7 0 0,1-1-23 0 0,-2 1-39 0 0,1 1 57 0 0,-1-1-19 0 0,-1 0 6 0 0,1-1-14 0 0,-1 0 4 0 0,2 0 12 0 0,-1-2 0 0 0,1 1-3 0 0,-1-1 11 0 0,1 1-13 0 0,0 0 9 0 0,-1 0-2 0 0,1 2-5 0 0,0 0 6 0 0,0 1-6 0 0,0 0 2 0 0,1 0-6 0 0,0-1 11 0 0,0 1-13 0 0,0-2 9 0 0,-1 1-2 0 0,0-1 0 0 0,1 0 51 0 0,0 0-56 0 0,-1 0 14 0 0,2 1-9 0 0,0 1 1 0 0,1 0-1 0 0,-1 2 42 0 0,1 1-54 0 0,-1 1 13 0 0,-1 2-88 0 0,0 0 111 0 0,-1 1 20 0 0,1 1-60 0 0,0 1 24 0 0,1-1-8 0 0,0 2 46 0 0,0-2-59 0 0,1 1 20 0 0,1-2-3 0 0,-1 1 51 0 0,0-1-70 0 0,0 0 18 0 0,0-1-2 0 0,0 1-1 0 0,0-1 4 0 0,0-1 42 0 0,-1 0-50 0 0,1-1 27 0 0,1-1 71 0 0,0-1-63 0 0,0-1 55 0 0,0-1-5 0 0,-1-1-31 0 0,1 0-55 0 0,-2-1 5 0 0,1 0 3 0 0,-1-1-4 0 0,0 0 1 0 0,1 0-5 0 0,-1-1 2 0 0,0 0-53 0 0,1 0 72 0 0,-1 1-34 0 0,1 0 21 0 0,1 1-4 0 0,0 1 5 0 0,0 0-5 0 0,2 2-3 0 0,-2 0 1 0 0,1 0 3 0 0,0 1 0 0 0,0-1 9 0 0,0 1-12 0 0,1 0 9 0 0,-1 0 40 0 0,0-1-59 0 0,0-1 10 0 0,0 0-8 0 0,-1 0 14 0 0,1-1 4 0 0,0 0-5 0 0,-1 0-2 0 0,1 0 1 0 0,-1 0-1 0 0,2 1-5 0 0,-1 1 6 0 0,1 1-1 0 0,1 2 14 0 0,2 0-9 0 0,0 2 8 0 0,2-1-6 0 0,0 2 2 0 0,0-2-11 0 0,-2 0 4 0 0,0 0-2 0 0,0-1 0 0 0,-1 0 0 0 0,1-1 0 0 0,-1 0 4 0 0,0 1 9 0 0,1-1-12 0 0,-1 0 5 0 0,1 1 7 0 0,-1-1-2 0 0,-1 0-9 0 0,0-1-6 0 0,-2-1 2 0 0,-2-1-16 0 0,0-1-62 0 0,-1-1 97 0 0,0-2-28 0 0,0 0-3 0 0,0 0-66 0 0,0 0 97 0 0,1 1-28 0 0,0 0 11 0 0,-1 1 0 0 0,1 0 0 0 0,0 2 9 0 0,-1 1-7 0 0,0 0 7 0 0,0 0 3 0 0,-1 0 0 0 0,0 0-5 0 0,0 0-3 0 0,0-1-4 0 0,0-1-4 0 0,-1-1 1 0 0,0-1-11 0 0,1-1-38 0 0,0 0 56 0 0,0 0-28 0 0,-1-1 14 0 0,2 2 12 0 0,-1-1-14 0 0,1 1-41 0 0,-1 0 68 0 0,1 1-23 0 0,0 0 8 0 0,0 0 0 0 0,2 1 4 0 0,1-1 4 0 0,0 0 0 0 0,-1 0 0 0 0,1 1 0 0 0,1-1 65 0 0,-1 1-88 0 0,1 0 24 0 0,0 0-18 0 0,0 0-35 0 0,1 2 52 0 0,2 0-14 0 0,0 1-8 0 0,1-1-38 0 0,0 0 66 0 0,1 0-22 0 0,0-1-2 0 0,-2 0-57 0 0,0-1 72 0 0,-1 0-16 0 0,-2-1 10 0 0,-1 0-4 0 0,-1-1 2 0 0,-1 0-6 0 0,0 0 6 0 0,-2-2 3 0 0,1 1-5 0 0,-1-1 6 0 0,-1-1 3 0 0,2 1-5 0 0,1-1 2 0 0,0 0-1 0 0,-1 1-10 0 0,0 1 8 0 0,1 0-7 0 0,0 1 11 0 0,0 0 6 0 0,1 1-1 0 0,-1 0 5 0 0,1 0 0 0 0,-2-1-5 0 0,-1 1 2 0 0,0-1 3 0 0,-1-2 42 0 0,0 1-59 0 0,-2-2 24 0 0,1 0-7 0 0,-2-1 60 0 0,0 0-82 0 0,0-1 32 0 0,-1 1-10 0 0,1-1-5 0 0,-1 0-8 0 0,1 1 3 0 0,-1-1-12 0 0,0 0-1 0 0,1 1 0 0 0,0-1 8 0 0,0 1 2 0 0,-1-1 5 0 0,1 0 0 0 0,0-1-5 0 0,-1 0 2 0 0,1-1-1 0 0,0-1 0 0 0,1 0-5 0 0,-2 1-3 0 0,2 0-9 0 0,-1 0 12 0 0,2 2 0 0 0,1 1-9 0 0,0 0 4 0 0,0 2-72 0 0,0-1 90 0 0,1 1-21 0 0,0 1 8 0 0,0-1-4 0 0,-1 0 6 0 0,-1-1 3 0 0,0 0-10 0 0,0-1-48 0 0,0 1 74 0 0,0-1-34 0 0,0 1 7 0 0,1 1-56 0 0,1 1 15 0 0,1 2 48 0 0,1 1-77 0 0,0 1 86 0 0,0 2-25 0 0,0 0 8 0 0,1 1-42 0 0,-1 0 68 0 0,-1 0-13 0 0,0-2 6 0 0,-1-1 47 0 0,0-2-59 0 0,-2-2 10 0 0,0-3-3 0 0,-1-1-7 0 0,-1-2 2 0 0,-1-1-11 0 0,0-1-38 0 0,0-2 52 0 0,-1 0-65 0 0,0 0 80 0 0,0-1-19 0 0,0 0 17 0 0,-1 0 72 0 0,1 0-94 0 0,0 0 88 0 0,0-1 47 0 0,0 0 44 0 0,-1-1-48 0 0,-3-2 1 0 0,-6-2-66 0 0,-8-5-58 0 0,-7-4-77 0 0,-9-5 99 0 0,-7-6-37 0 0,-4-3-40 0 0,-1-2 16 0 0,1 0 34 0 0,5 3 2 0 0,6 4 58 0 0,6 5 0 0 0,6 4-57 0 0,2 3 10 0 0,0 2-192 0 0,0 2-18 0 0,-2 0-208 0 0,-3 0 160 0 0,-1 1-131 0 0,0 0-114 0 0,2 2-181 0 0,2 1-511 0 0,4 1-289 0 0,4 1-623 0 0,5 2-765 0 0,4 0-1552 0 0,2 2 1743 0 0,2 0 317 0 0</inkml:trace>
  <inkml:trace contextRef="#ctx0" brushRef="#br24" timeOffset="79586.826">17630 5937 496 0 0,'0'0'0'0'0,"0"0"7809"0"0,0 0-6693 0 0,0 0 997 0 0,0 0-1240 0 0,0 0 25 0 0,0 0-129 0 0,0 0-126 0 0,0 0-275 0 0,0 0-184 0 0,0 0-88 0 0,0 0 24 0 0,4-3 9 0 0,0 0-24 0 0,1-1-65 0 0,-1 0 65 0 0,-1 1 37 0 0,0 1 106 0 0,-1-1-24 0 0,-1 2-31 0 0,0-1-47 0 0,0 1-3 0 0,-1-1-1 0 0,0 0-7 0 0,0-3-26 0 0,0-2-68 0 0,-1-3 106 0 0,1-3-77 0 0,0-4 10 0 0,1-4-7 0 0,0-3 60 0 0,0-4 53 0 0,0-2-82 0 0,-1-4-115 0 0,1-2-90 0 0,-1-1-139 0 0,-1 0-119 0 0,-1 2-344 0 0,0 5-436 0 0,1 7-845 0 0,-1 6-1355 0 0,1 8-3487 0 0,1 4 3762 0 0</inkml:trace>
  <inkml:trace contextRef="#ctx0" brushRef="#br25" timeOffset="81000.225">15113 1437 744 0 0,'0'0'0'0'0,"0"0"1968"0"0,0 0-849 0 0,0 0-80 0 0,0 0-75 0 0,0 0-47 0 0,0 0-129 0 0,0 0-190 0 0,0 0-155 0 0,0 0-96 0 0,0 0-49 0 0,0 0-114 0 0,0-1 43 0 0,0-1-8 0 0,0 1 27 0 0,0-2-34 0 0,0 0-77 0 0,0 0-43 0 0,0 0-23 0 0,0 0-76 0 0,0 0-85 0 0,0 1-107 0 0,-1 0 26 0 0,0 1-85 0 0,0 1-158 0 0,0 0-337 0 0,1 0-664 0 0,-1 0-298 0 0,1 0 24 0 0,0 0 94 0 0,0-1 52 0 0,1 2 933 0 0,0 1 600 0 0</inkml:trace>
  <inkml:trace contextRef="#ctx0" brushRef="#br26" timeOffset="81173.311">15113 1437 208 0 0,'0'0'0'0'0,"0"0"0"0"0</inkml:trace>
  <inkml:trace contextRef="#ctx0" brushRef="#br27" timeOffset="81921.474">15113 1437 208 0 0,'0'0'0'0'0,"15"-7"2272"0"0,8-3-2300 0 0,-3 0 470 0 0,-3 2-378 0 0,-4 2-58 0 0,-5 2 16 0 0,-3 0 110 0 0,-3 2 74 0 0,0-1 94 0 0,-2 1 152 0 0,0-1 71 0 0,0-1 106 0 0,0 1 7 0 0,0-1 27 0 0,-1 0-15 0 0,1 1-74 0 0,0-1-146 0 0,0 1-67 0 0,-1-1 6 0 0,-2 0-6 0 0,-1-1-72 0 0,-1 0 138 0 0,-1-1-58 0 0,0 0-86 0 0,2-2-19 0 0,-1-1 4 0 0,1-1-149 0 0,0-2 60 0 0,1-1-31 0 0,0 0 38 0 0,1-2-58 0 0,0 1-37 0 0,1 0 37 0 0,-1 1-35 0 0,1 1-32 0 0,-1 1 42 0 0,0 1-49 0 0,0 2 57 0 0,-1 0 16 0 0,0 1-4 0 0,1-1 5 0 0,0 1-14 0 0,0-1-10 0 0,1 0 133 0 0,0 1 2 0 0,0 0-63 0 0,1 1-76 0 0,0 0-47 0 0,0 0-38 0 0,0 1 64 0 0,0-1-80 0 0,0 1 109 0 0,0 0-78 0 0,0 0 29 0 0,0-1 20 0 0,0-1-21 0 0,0 0-52 0 0,0-1 150 0 0,0-1 8 0 0,0 0 37 0 0,0-1-6 0 0,0 0-65 0 0,0-1 30 0 0,0 1 19 0 0,0 0-8 0 0,0 1-97 0 0,0 1 14 0 0,-2 0-24 0 0,0 1 44 0 0,0 1-14 0 0,-2-1-50 0 0,0 0-44 0 0,-1 0 13 0 0,0-1 0 0 0,-2 0 86 0 0,2 0-9 0 0,-1 1-53 0 0,1-2 38 0 0,0 1-32 0 0,-1-1-34 0 0,1-1 69 0 0,0 1-88 0 0,0-2 32 0 0,1 0 32 0 0,-2-1 20 0 0,0 0 26 0 0,-2-1-4 0 0,0 0-38 0 0,-3-1 68 0 0,-1-1-55 0 0,1 0 78 0 0,-2 0-63 0 0,1 1 48 0 0,1-1 102 0 0,2 2 172 0 0,2 0-171 0 0,1 3-65 0 0,2 1-79 0 0,1 1-38 0 0,0 2-47 0 0,-1 1-3 0 0,1 1-3 0 0,0 0 7 0 0,-1 1 2 0 0,2 0-9 0 0,0 0 4 0 0,0 1-7 0 0,0 0-3 0 0,1 1-9 0 0,0 0-86 0 0,1 1 70 0 0,-1-1 17 0 0,1 1-6 0 0,0-1 20 0 0,1 0-4 0 0,-1 0 72 0 0,0-1-30 0 0,0 0 37 0 0,-1-1-4 0 0,-2-1-30 0 0,0-1 24 0 0,0 0-23 0 0,-1 0-32 0 0,1-1-9 0 0,-1-1 0 0 0,0 1-3 0 0,1-2 4 0 0,-1 1 149 0 0,2 0-80 0 0,-1 0-28 0 0,2 1 12 0 0,-2 0-47 0 0,1 0 63 0 0,0 0-34 0 0,-1 0-41 0 0,1 1 14 0 0,-1-1-13 0 0,1 1-68 0 0,0 1 0 0 0,1 1-28 0 0,0 0-28 0 0,0 2-64 0 0,-1 0-69 0 0,0 1-206 0 0,-3 1-499 0 0,1 3-719 0 0,-3 1-878 0 0,0 3-1476 0 0,-2 2-3802 0 0,1-1 7518 0 0</inkml:trace>
  <inkml:trace contextRef="#ctx0" brushRef="#br28" timeOffset="85415.28">19240 6484 356 0 0,'0'0'0'0'0,"0"0"1916"0"0,0 0-667 0 0,0 0 36 0 0,0 0-307 0 0,0 0-75 0 0,0 0-137 0 0,0 0-165 0 0,0 0-162 0 0,0 0-60 0 0,0 0-16 0 0,4 1-224 0 0,0 0 46 0 0,-1 0 62 0 0,0 0 61 0 0,0 0 34 0 0,-2 0 60 0 0,0 0 3 0 0,-1-1-98 0 0,0 1-75 0 0,0-1-32 0 0,0 1-48 0 0,0-1-21 0 0,0 1-74 0 0,-1 0-43 0 0,2 0 54 0 0,0-1-70 0 0,0 1 68 0 0,0-1-72 0 0,-1 0 26 0 0,2 0 66 0 0,-1 1 7 0 0,1-2 36 0 0,0 1 27 0 0,1 0-23 0 0,1 0-5 0 0,0 0-16 0 0,1 1 7 0 0,1-1-8 0 0,1 1-22 0 0,-1-1 2 0 0,1 0-3 0 0,0 1 33 0 0,0-1 18 0 0,-1 2 25 0 0,2-1 99 0 0,1 1 35 0 0,0 0-152 0 0,0 0-5 0 0,1 1-140 0 0,0-1 30 0 0,1 0-23 0 0,0 0 0 0 0,1-1-4 0 0,1 1 14 0 0,0 1 48 0 0,0-1-84 0 0,2 1 24 0 0,-1 0-5 0 0,1 0 3 0 0,1 1 9 0 0,1-1 58 0 0,2 0-76 0 0,0 1 30 0 0,4-1 74 0 0,2 1-111 0 0,1-1 36 0 0,1 0-16 0 0,-2 0 52 0 0,0 0-67 0 0,-4-1 13 0 0,-2 0 0 0 0,-4-1 2 0 0,-1-1 4 0 0,-3 1 46 0 0,-2-1-64 0 0,0 1 26 0 0,-2-1 47 0 0,-1 0-66 0 0,0 0 74 0 0,0 0-32 0 0,0 0-36 0 0,0 0 11 0 0,2 0-10 0 0,0 0-4 0 0,3 0 10 0 0,2 1-4 0 0,2 0 91 0 0,3 0-54 0 0,2 0-44 0 0,2-1 10 0 0,2 1 1 0 0,0 0 99 0 0,2 1-4 0 0,1-1-2 0 0,0 1-35 0 0,-2-1-74 0 0,-1 0 18 0 0,-2 1-8 0 0,-4-1-5 0 0,-1 1 2 0 0,-3 0 8 0 0,0 0-7 0 0,0-1-2 0 0,1 0 1 0 0,1 1 3 0 0,1 0-10 0 0,2 0-6 0 0,1 0 6 0 0,1 1 2 0 0,0 0 4 0 0,2 0 4 0 0,0 0 4 0 0,2 0 0 0 0,0 0 46 0 0,1 0-59 0 0,-2 0 20 0 0,0 0-17 0 0,-3 0-1 0 0,-2 0 0 0 0,-2-1-15 0 0,-1 0-57 0 0,-1 0 90 0 0,-1 0-25 0 0,0 0 14 0 0,0 0-5 0 0,0 0 2 0 0,0 1 3 0 0,2-1 0 0 0,1 0-5 0 0,1 1-3 0 0,1-1 5 0 0,1 1 3 0 0,-1-1 65 0 0,1 1-88 0 0,0-1 24 0 0,0 1 1 0 0,0-1-8 0 0,-1 1-2 0 0,-1-1 1 0 0,-1 0 3 0 0,-1-1 0 0 0,0 1 0 0 0,1 0 4 0 0,-2 0 0 0 0,2-1 0 0 0,-1 1-5 0 0,0-1 2 0 0,1 1 8 0 0,0-1 58 0 0,-1 1 13 0 0,1 0-47 0 0,0-1 22 0 0,0 2 2 0 0,1-1-12 0 0,0 1-47 0 0,0 0 18 0 0,0-1-18 0 0,-1 1 4 0 0,-2-1-2 0 0,-1 0 0 0 0,0 0 0 0 0,0 0-5 0 0,-2 0 2 0 0,-1-1-1 0 0,1 0 9 0 0,-1-1 2 0 0,-1 1 61 0 0,0-1-35 0 0,-1 1 32 0 0,0 0-26 0 0,1 0 8 0 0,0-1-50 0 0,0 1 18 0 0,0 0-12 0 0,1-1 6 0 0,1 1-6 0 0,1 0-8 0 0,3-1-2 0 0,1 1-5 0 0,1 0-4 0 0,1 0 5 0 0,0 1 8 0 0,-1-1-2 0 0,-1 1-9 0 0,-1-1 4 0 0,-2 0 2 0 0,0 0 4 0 0,-2 0 9 0 0,-1 0 7 0 0,-1-1 36 0 0,1 1 5 0 0,-1-1 5 0 0,1 1-3 0 0,2 0-8 0 0,1 0-44 0 0,0 0 12 0 0,3 0-7 0 0,-1 0-5 0 0,1 0-8 0 0,2 1-2 0 0,1-1 4 0 0,-1 0 3 0 0,2 0 9 0 0,1 0 44 0 0,-1 0-58 0 0,-1-1 20 0 0,-2 1-7 0 0,-3-1 42 0 0,0 1-50 0 0,-3-1 55 0 0,0 0-16 0 0,1 0 9 0 0,1 1-47 0 0,0 0 56 0 0,2-1-71 0 0,2 2 73 0 0,2-2-18 0 0,1 1-40 0 0,0 0 70 0 0,0-1-84 0 0,0 1 26 0 0,0-1 42 0 0,-2 1-70 0 0,-1-1 23 0 0,-1 1 1 0 0,0 0 40 0 0,-2 0-58 0 0,2 1 24 0 0,0-1-7 0 0,0 0-5 0 0,0 0 6 0 0,0 0-11 0 0,1 1-1 0 0,0-1 0 0 0,0 0-1 0 0,-1 0 4 0 0,0 0-5 0 0,1 0 11 0 0,-2 0 1 0 0,1 0 71 0 0,-1-1-44 0 0,0 1-29 0 0,-1-1 66 0 0,0 1-37 0 0,0 0 16 0 0,0 0-49 0 0,1 0 4 0 0,2 0-8 0 0,-1 1-10 0 0,2 0-77 0 0,-1 0 40 0 0,1 1-2 0 0,2-1 35 0 0,0 1-46 0 0,1-1 73 0 0,2 1-18 0 0,-1 0 3 0 0,0-1-3 0 0,0 1 1 0 0,-2-1-6 0 0,-2 0-3 0 0,-2 0 5 0 0,-3 0 8 0 0,0 0-2 0 0,0 0 10 0 0,0-1 2 0 0,1 1 43 0 0,3 1-64 0 0,1-1 17 0 0,1 1-16 0 0,3-1 3 0 0,-1 1-2 0 0,1 0 0 0 0,-1 0 0 0 0,-1 0 9 0 0,-1-1 2 0 0,-1 1 5 0 0,-1-1 51 0 0,-2 0-66 0 0,-1 1 13 0 0,-2-1-4 0 0,-1 0-7 0 0,-1-1 6 0 0,0 1-1 0 0,-1-1 0 0 0,2 0 0 0 0,2 0 0 0 0,1 0 0 0 0,1 0 0 0 0,0 0 9 0 0,2 0-2 0 0,-1 0 47 0 0,1 0-54 0 0,-1 1 60 0 0,-2-1 14 0 0,-1 1-21 0 0,-2-1 14 0 0,-1 0-22 0 0,-1 0 6 0 0,0 0-55 0 0,0 0 11 0 0,0 0-6 0 0,1 1-1 0 0,-2-1-5 0 0,2 0 6 0 0,-1 0-6 0 0,2 0 2 0 0,0-1-6 0 0,0 2 2 0 0,1-1-1 0 0,0 0-5 0 0,0 1 6 0 0,1 0-6 0 0,0-1 11 0 0,-1 1 1 0 0,1 0 1 0 0,0 0 4 0 0,-1 0 0 0 0,0 1-5 0 0,-1-1 2 0 0,0 0-6 0 0,-1 0-3 0 0,-2 0 1 0 0,0 0 3 0 0,-1-1 0 0 0,-2 0-5 0 0,-1 0 6 0 0,-1-1 3 0 0,-1 1-5 0 0,-1-1 6 0 0,-1 1-1 0 0,0-1 4 0 0,-1 0 0 0 0,0 0 0 0 0,-1 0 0 0 0,1 0-5 0 0,0 0-3 0 0,0 0 5 0 0,0 0-6 0 0,0 0 6 0 0,0 0-6 0 0,0 0 6 0 0,0 0-1 0 0,0 1-5 0 0,0-1-3 0 0,0 1 10 0 0,0-1-3 0 0,0 0 10 0 0,0 0-7 0 0,0 0 3 0 0,0 0 3 0 0,0 0 0 0 0,0 0 4 0 0,0 0 0 0 0,0 0 0 0 0,0 0 42 0 0,0 0-64 0 0,0 0 17 0 0,0 0-6 0 0,0 0-1 0 0,0 0 4 0 0,0 0 0 0 0,0 0 0 0 0,0 0 0 0 0,0 0-5 0 0,0 0-3 0 0,0 0 1 0 0,0 0-6 0 0,0 0-3 0 0,0 0 1 0 0,0 0-43 0 0,0 0 54 0 0,0 0-79 0 0,0 0 42 0 0,0 0 33 0 0,0 0-6 0 0,0 0 6 0 0,0 0 9 0 0,0 0-2 0 0,0 0 1 0 0,0 0-14 0 0,0 0-1 0 0,0 0-42 0 0,0 0 62 0 0,0 0-25 0 0,0 0 9 0 0,0 0 3 0 0,0 0 0 0 0,0 0 9 0 0,0 0 12 0 0,0 0 34 0 0,0 0-8 0 0,0 0 5 0 0,0 0 46 0 0,0 0-31 0 0,0 0 30 0 0,0 0-105 0 0,0 0-45 0 0,0 0-25 0 0,0 0-29 0 0,0 0 7 0 0,-1 0-65 0 0,-2-2-71 0 0,-2-2-212 0 0,-5-3 281 0 0,-4-3 33 0 0,-3-4-4 0 0,-5-2-52 0 0,-4-4-55 0 0,-3-1-63 0 0,-1-1-50 0 0,0 1-96 0 0,1 1-260 0 0,4 2-470 0 0,3 2-957 0 0,6 3-727 0 0,4 2-2689 0 0,3 3 2332 0 0</inkml:trace>
  <inkml:trace contextRef="#ctx0" brushRef="#br29" timeOffset="85939.659">23753 7015 4400 0 0,'0'0'0'0'0,"0"0"1981"0"0,0 0-720 0 0,0 0-508 0 0,0 0-67 0 0,0 0-143 0 0,0 0-77 0 0,0 0-215 0 0,0 0-68 0 0,0 0 16 0 0,0 0 72 0 0,0 0 60 0 0,1 0 82 0 0,0 0 75 0 0,0 0 29 0 0,0 0-13 0 0,-1 0-36 0 0,0 0-69 0 0,-2 2-12 0 0,-4 1-311 0 0,-5 2-51 0 0,-6 3-183 0 0,-5 2-1 0 0,-5 5-54 0 0,-5 2-120 0 0,-3 2-323 0 0,-4 4-609 0 0,-2 1-673 0 0,-1 0-2376 0 0,-3 2-361 0 0,8-6 4429 0 0</inkml:trace>
  <inkml:trace contextRef="#ctx0" brushRef="#br30" timeOffset="89151.057">23095 5646 64 0 0,'0'0'0'0'0,"0"0"888"0"0,0 0-397 0 0,0 0-114 0 0,0 0-21 0 0,0 0 79 0 0,0 0-48 0 0,0 0-41 0 0,0 0-18 0 0,0 0 66 0 0,0 0 219 0 0,0 0-186 0 0,3-5 240 0 0,1 0-95 0 0,0-2 74 0 0,2 1-138 0 0,1 0-136 0 0,-1 0-78 0 0,1 0-22 0 0,0 0-8 0 0,-2 1-51 0 0,2-1-94 0 0,-1 0-17 0 0,0-1-51 0 0,0 0-39 0 0,1 0 54 0 0,1 0-77 0 0,-1 0 18 0 0,-1 0-6 0 0,1 0 4 0 0,1 0-2 0 0,-2 0 71 0 0,2 0-15 0 0,-1-1 31 0 0,1 0 14 0 0,0 0 44 0 0,0 0 17 0 0,0 0-34 0 0,-2 0 5 0 0,0 0-8 0 0,0 0 15 0 0,-1 0-47 0 0,0 0 28 0 0,0 0-71 0 0,1 0-50 0 0,1-1 6 0 0,0 1-13 0 0,0 0-55 0 0,0 1 66 0 0,0-1-27 0 0,1 1 9 0 0,1-1 8 0 0,0 0-2 0 0,0 0 1 0 0,0-1 5 0 0,0 0 7 0 0,-1-1 64 0 0,1 1-87 0 0,1-1 24 0 0,1 0-13 0 0,0 1 6 0 0,0-1 2 0 0,1 1-6 0 0,1-1 12 0 0,0 2 2 0 0,-2-1-6 0 0,1 0 8 0 0,-1-1-3 0 0,0 1-4 0 0,0-1 53 0 0,0 1-76 0 0,-1 0 25 0 0,1-1-14 0 0,-1 1-7 0 0,1 0 6 0 0,0-1 2 0 0,0 0 4 0 0,1-1-6 0 0,0 0-6 0 0,0-1-60 0 0,2-1 31 0 0,0 0 38 0 0,0 0-77 0 0,2-1-8 0 0,-1-1-41 0 0,-1 1 21 0 0,0 1 37 0 0,0-1 58 0 0,0 1 1 0 0,-1 1 11 0 0,-2 0 14 0 0,1 2 44 0 0,-2 0-54 0 0,-1 1 75 0 0,0 0-87 0 0,0-1 77 0 0,-1 1-79 0 0,0 0 23 0 0,0-1-8 0 0,0 0 0 0 0,-1-1-5 0 0,2-1 7 0 0,0 0-8 0 0,0 0 12 0 0,0-1 48 0 0,0 0 1 0 0,1 0 8 0 0,0 1 9 0 0,0-1-29 0 0,0 1 51 0 0,1-1 35 0 0,-1 1 48 0 0,2-1 5 0 0,-1 1-57 0 0,0-1-8 0 0,-1 0-15 0 0,1 1 28 0 0,-1-1 65 0 0,0 1 15 0 0,1 0-4 0 0,0-1 7 0 0,0-1-71 0 0,1 1-73 0 0,-1-1 30 0 0,1-1-31 0 0,1-1-8 0 0,1-2-12 0 0,-1 0-49 0 0,2-2 78 0 0,-1 0-41 0 0,2-1 14 0 0,2-1-53 0 0,0-1 66 0 0,0-1-79 0 0,0 0 20 0 0,0-1-17 0 0,0 1-2 0 0,-1 0-43 0 0,-1 1 68 0 0,-1 1-22 0 0,0 1 18 0 0,-1 2 1 0 0,-1 0 47 0 0,-1 2 1 0 0,2 1-15 0 0,-1-1-31 0 0,2 0 46 0 0,1 0-68 0 0,-3 2 76 0 0</inkml:trace>
  <inkml:trace contextRef="#ctx0" brushRef="#br31" timeOffset="90785.108">24270 4183 380 0 0,'0'0'0'0'0,"0"0"1980"0"0,0 0-1078 0 0,0 0-177 0 0,0 0-230 0 0,0 0-251 0 0,0 0-116 0 0,0 0-50 0 0,0 0-1 0 0,0 0 32 0 0,0 0 139 0 0,0 0-33 0 0,7-5 170 0 0,2-1 51 0 0,1-1 265 0 0,1-1 179 0 0,0-1-124 0 0,1-1-377 0 0,0 0-103 0 0,1-1-118 0 0,-2 0-62 0 0,1-1-22 0 0,1 1-8 0 0,-1-2-15 0 0,2 0 17 0 0,0 0-6 0 0,2-1 49 0 0,0-1 103 0 0,1-1 52 0 0,0 0 116 0 0,1 1 94 0 0,0-1-22 0 0,-2 0-140 0 0,1 0-109 0 0,-1 1-128 0 0,-1 1-69 0 0,0 0-4 0 0,-2 0-16 0 0,-1 1-60 0 0,1 0 78 0 0,-1 0-27 0 0,1 1 14 0 0,1 1-7 0 0,1 0 17 0 0,-1 0 88 0 0,1 1 74 0 0,0-1 46 0 0,1 0-60 0 0,1 0-7 0 0,1-1 47 0 0,0-1-8 0 0,2-1-6 0 0,1-1 18 0 0,0 0-79 0 0,0 0-24 0 0,0-1-86 0 0,-2 1 4 0 0,-2 0-17 0 0,-1 0-65 0 0,-2 1 78 0 0,0 1-22 0 0,-3 0 17 0 0,-1 2 53 0 0,-2-1-51 0 0,0 2 88 0 0,-2-1-43 0 0,1 1 19 0 0,-1 0 10 0 0,2 0-31 0 0,0-1-50 0 0,1 0 3 0 0,1-1-57 0 0,1-1 60 0 0,1 1-67 0 0,0 0 71 0 0,-1 1-12 0 0,-2 0 9 0 0,-1 2 10 0 0,-2 1 72 0 0,-1 1 27 0 0,-2 2 39 0 0,0 0-19 0 0,-2 2-22 0 0,0 0 6 0 0,-1 1-32 0 0,0-1-6 0 0,0 1-88 0 0,1-1 22 0 0,0 0-82 0 0,-1-2-12 0 0,1 1-34 0 0,-1-1 37 0 0,0 0 0 0 0,0 1 29 0 0,1 0 46 0 0,0 1-2 0 0,0 1 9 0 0,0 0 103 0 0,-1 0-47 0 0,1-1-55 0 0,-1 1 14 0 0,0-1-19 0 0,0-1 2 0 0,0 0-75 0 0,0-1 90 0 0,0 0-30 0 0,0-1 6 0 0,0 1 0 0 0,0 1-4 0 0,0 0-60 0 0,0 0 82 0 0,0 2-79 0 0,0 1 76 0 0,0 0-23 0 0,0 1-57 0 0,0 0 4 0 0,0 0 23 0 0,0 0 37 0 0,-1 0-5 0 0,-1 2-60 0 0,-3 0-69 0 0,-3 2-55 0 0,-3 3-118 0 0,-4 3 17 0 0,-5 4 176 0 0,-4 2 102 0 0,-2 3-8 0 0,-1 1 29 0 0,0 0 73 0 0,1 1-20 0 0,1-1 39 0 0,3-1-40 0 0,2-2-58 0 0,2-2-114 0 0,1-1-81 0 0,1-1-380 0 0,0 0-570 0 0,-1 0-482 0 0,0-1-1501 0 0,-1 2-1639 0 0,2-3 3324 0 0</inkml:trace>
  <inkml:trace contextRef="#ctx0" brushRef="#br32" timeOffset="91150.502">25091 3318 900 0 0,'0'0'0'0'0,"0"0"2308"0"0,0 0-1110 0 0,0 0-141 0 0,0 0 47 0 0,0 0 170 0 0,0 0-202 0 0,-30 22-241 0 0,-5 5-117 0 0,-6 6-98 0 0,1 0-86 0 0,3-1-227 0 0,4-1-118 0 0,6-2-189 0 0,5-3-70 0 0,5-3-209 0 0,5-3-319 0 0,4-5-304 0 0,4-2-126 0 0,2-4-730 0 0,2-2-1027 0 0,1-1-1840 0 0,0-3 5317 0 0</inkml:trace>
  <inkml:trace contextRef="#ctx0" brushRef="#br33" timeOffset="93498.307">24633 1607 2008 0 0,'0'0'0'0'0,"0"0"1072"0"0,0 0-751 0 0,0 0 233 0 0,0 0-131 0 0,0 0-217 0 0,0 0-45 0 0,0 0-81 0 0,0 0 26 0 0,0 0 259 0 0,0 0 194 0 0,0 0 65 0 0,-1-3 103 0 0,0-1 2 0 0,0 0-173 0 0,-1 0-142 0 0,1 1-77 0 0,0 0 49 0 0,0 1-62 0 0,-1-1-30 0 0,1 0-94 0 0,0-1 79 0 0,0 0 48 0 0,0-1 89 0 0,1-1-98 0 0,0 1 70 0 0,0-1-110 0 0,0 2-76 0 0,0-1-43 0 0,0 0-55 0 0,0 0-52 0 0,0 0-43 0 0,0-1 2 0 0,1-1-2 0 0,1-2-11 0 0,1-1-1 0 0,0-1-85 0 0,2-2 24 0 0,1-1 58 0 0,0 0-6 0 0,1-2 6 0 0,1 1 7 0 0,-1 0-2 0 0,0-1 62 0 0,0 1 29 0 0,-1 0 33 0 0,-2 0 33 0 0,0 1-10 0 0,0 0 20 0 0,-1 0-46 0 0,1 1-32 0 0,0-1-36 0 0,0 0 6 0 0,1 1-57 0 0,-1-2 14 0 0,1 1 73 0 0,0-1-98 0 0,-2 0 107 0 0,1 0-116 0 0,0-1 31 0 0,0 1-2 0 0,0-1 57 0 0,0-1-81 0 0,2 1 41 0 0,1-1 57 0 0,0-1-102 0 0,1 1 100 0 0,1 1-41 0 0,-1 0-44 0 0,1-1 11 0 0,0 1-8 0 0,0-1 0 0 0,0 1 0 0 0,0-1 0 0 0,1 1 5 0 0,-2-1-2 0 0,-1 0 11 0 0,0 0 57 0 0,-1 0-90 0 0,0-1 39 0 0,-1 0 66 0 0,-1 0-36 0 0,-1 1 2 0 0,-1 0 16 0 0,1 1-71 0 0,0-1 58 0 0,0 0-67 0 0,1 0 4 0 0,0 0-44 0 0,2-1 6 0 0,1-1 46 0 0,2-1-11 0 0,0-1 6 0 0,1-1-13 0 0,-1-1-33 0 0,0 1 50 0 0,-1-1-21 0 0,-2 1 16 0 0,-1 2 6 0 0,0 1-2 0 0,-2 1 12 0 0,-1 1 6 0 0,0 2-6 0 0,0 1 63 0 0,1 0-36 0 0,-1 2 18 0 0,2-2 24 0 0,0 0-21 0 0,-1-1-66 0 0,2 0-42 0 0,0 0-8 0 0,0-1 62 0 0,0 0-22 0 0,0 2 6 0 0,-1-1 0 0 0,0 2-46 0 0,-1 1 59 0 0,-1 0-20 0 0,-1 1 12 0 0,1 2 3 0 0,0 1 4 0 0,1 0-1 0 0,-1 2-3 0 0,0 1-9 0 0,1 0 7 0 0,-1 1 2 0 0,1 1 4 0 0,-1 0-1 0 0,-1 1 6 0 0,1 0 8 0 0,-1 0 58 0 0,0 0-16 0 0,0 0 9 0 0,-1 0-14 0 0,1-1-42 0 0,-1 0 52 0 0,0-2-74 0 0,1 0 13 0 0,0-1-10 0 0,-1-1-61 0 0,1-1 77 0 0,1 1-86 0 0,0-1 86 0 0,0 0-26 0 0,0 1 23 0 0,1 0-4 0 0,-1 1 63 0 0,0 1-64 0 0,-1 2 96 0 0,1 0-60 0 0,-1 1-23 0 0,-1 0 4 0 0,0 2-1 0 0,1-1 40 0 0,-1 1-67 0 0,-1 0 22 0 0,1 0-78 0 0,0 1 72 0 0,0-1-21 0 0,0 0 11 0 0,0 1 9 0 0,0 0 2 0 0,-2 1-4 0 0,-1 1-55 0 0,-3 2-63 0 0,-4 3 19 0 0,-2 2-45 0 0,-4 4-93 0 0,-3 4-526 0 0,-2 4 679 0 0,-4 2-236 0 0,1 1 21 0 0,1 0 58 0 0,3 0-34 0 0,2-4-130 0 0,3-3-275 0 0,3-4-308 0 0,4-2-133 0 0,2-3-628 0 0,2-3-810 0 0,2-1-1425 0 0,1-2 3716 0 0</inkml:trace>
  <inkml:trace contextRef="#ctx0" brushRef="#br34" timeOffset="93767.658">25141 14 4256 0 0,'0'0'0'0'0,"0"0"2813"0"0,0 0-1103 0 0,0 0-594 0 0,0 0-206 0 0,0 0-56 0 0,0 0-241 0 0,0 0-224 0 0,0 0-224 0 0,4 21-162 0 0,2 9-34 0 0,0 9-42 0 0,0 6-106 0 0,-1 3-165 0 0,-2 1-456 0 0,-2-2-1112 0 0,-7 2-3660 0 0,0-10 1771 0 0</inkml:trace>
  <inkml:trace contextRef="#ctx0" brushRef="#br35" timeOffset="119704.256">6745 12253 1684 0 0,'0'0'0'0'0,"0"0"5409"0"0,0 0-4523 0 0,0 0 1105 0 0,0 0-909 0 0,0 0 142 0 0,0 0-132 0 0,0 0-246 0 0,0 0-243 0 0,0 0-189 0 0,0 0-64 0 0,0 0-89 0 0,-1-12 1 0 0,-4-3-37 0 0,-1-5-109 0 0,-4-4 10 0 0,-3-3 3 0 0,-3-5-35 0 0,-1-4-56 0 0,-1-6-36 0 0,1-7-50 0 0,2-6-184 0 0,4-6 33 0 0,3-5-265 0 0,7-3-134 0 0,7 1-374 0 0,8 3-359 0 0,8 5-103 0 0,6 8-386 0 0,6 7-83 0 0,1 10-696 0 0,1 6-209 0 0,-7 10 444 0 0</inkml:trace>
  <inkml:trace contextRef="#ctx0" brushRef="#br36" timeOffset="120029.571">7375 11602 5837 0 0,'0'0'0'0'0,"0"0"2484"0"0,0 0-891 0 0,0 0-278 0 0,0 0-222 0 0,0 0 50 0 0,0 0-163 0 0,0 0-557 0 0,0 0-242 0 0,0 0 158 0 0,0 0-168 0 0,17 21 161 0 0,9 11-64 0 0,8 12-164 0 0,3 8-99 0 0,4 5-12 0 0,-2 4-139 0 0,-2-1-47 0 0,-3 0-173 0 0,-3-4-49 0 0,-5-5-192 0 0,-6-6-140 0 0,-5-6-54 0 0,-5-8-321 0 0,-5-7-500 0 0,-7-8-570 0 0,-9-5-2182 0 0,0-6 721 0 0</inkml:trace>
  <inkml:trace contextRef="#ctx0" brushRef="#br37" timeOffset="120240.119">6967 12218 1720 0 0,'0'0'0'0'0,"0"0"7473"0"0,0 0-7090 0 0,0 0 1555 0 0,0 0-930 0 0,0 0 330 0 0,0 0-70 0 0,48-23-439 0 0,19-11-407 0 0,18-13-140 0 0,10-8-69 0 0,2-7-50 0 0,-3-3-185 0 0,-6 0 7 0 0,-11 2-496 0 0,-12 5-256 0 0,-14 6-522 0 0,-12 7-572 0 0,-12 7-1020 0 0,-9 6-2877 0 0,-7 10 2008 0 0</inkml:trace>
  <inkml:trace contextRef="#ctx0" brushRef="#br38" timeOffset="118912.223">5498 12048 2812 0 0,'0'0'0'0'0,"0"0"2036"0"0,0 0-1357 0 0,0 0-239 0 0,0 0 1824 0 0,0 0-1440 0 0,0 0 167 0 0,0 0-75 0 0,0 0-500 0 0,0 0 38 0 0,0 0-88 0 0,18 8 29 0 0,6 1-61 0 0,4-1 16 0 0,3 0-66 0 0,1-3 35 0 0,0-2-4 0 0,0-1-15 0 0,-1-1 20 0 0,-1-1-136 0 0,-1-1-69 0 0,-2 0-30 0 0,-1 0-87 0 0,0-1 14 0 0,-3 0-21 0 0,0-1-77 0 0,-2-1 105 0 0,-1-1-30 0 0,-3-1 99 0 0,-1-4 78 0 0,-2-2-77 0 0,-3-5-99 0 0,-3-6-42 0 0,-5-6-119 0 0,-8-8-120 0 0,-10-9 196 0 0,-13-8-154 0 0,-12-9 175 0 0,-13-7-43 0 0,-9-8 133 0 0,-6-4 42 0 0,-2-4-5 0 0,3-1 156 0 0,8 3 168 0 0,14 3-174 0 0,14 6 110 0 0,16 6-161 0 0,16 8 145 0 0,16 6-76 0 0,14 6-9 0 0,11 7-79 0 0,9 6-145 0 0,4 3 36 0 0,2 5-99 0 0,0 5 8 0 0,-3 4-49 0 0,0 5-229 0 0,-5 5 35 0 0,-5 5-110 0 0,-3 6-208 0 0,-6 5-242 0 0,-4 8-597 0 0,-5 5-981 0 0,-6 3-1890 0 0,-6 4-111 0 0,-6-3 3897 0 0</inkml:trace>
  <inkml:trace contextRef="#ctx0" brushRef="#br39" timeOffset="119138.799">5584 11432 7281 0 0,'0'0'0'0'0,"0"0"4044"0"0,0 0-4027 0 0,0 0 907 0 0,0 0-309 0 0,0 0 292 0 0,0 0-105 0 0,0 0-438 0 0,0 0-173 0 0,47-3-160 0 0,14-4-8 0 0,11-3-417 0 0,2-3-100 0 0,-4-2-220 0 0,-6-3-367 0 0,-8 1-786 0 0,-4-4-6679 0 0,-12 4 7210 0 0</inkml:trace>
  <inkml:trace contextRef="#ctx0" brushRef="#br40" timeOffset="123458.72">11339 11716 8373 0 0,'0'0'0'0'0,"0"0"1848"0"0,0 0-1027 0 0,0 0 168 0 0,0 0 365 0 0,0 0 364 0 0,0 0-429 0 0,61-2-415 0 0,20-1-232 0 0,19-3-236 0 0,9-1-160 0 0,-1-1-185 0 0,-4-2-43 0 0,-7 1-152 0 0,-9 0-142 0 0,-10 1-433 0 0,-9 2-262 0 0,-8 1-885 0 0,-11 2-2849 0 0,-8 1-4210 0 0,-13 1 8986 0 0</inkml:trace>
  <inkml:trace contextRef="#ctx0" brushRef="#br41" timeOffset="121048.575">8310 11876 5320 0 0,'0'0'0'0'0,"0"0"2629"0"0,0 0-1406 0 0,0 0-69 0 0,0 0-114 0 0,0 0 330 0 0,0 0-182 0 0,0 0-165 0 0,0 0-295 0 0,0 0-139 0 0,0 0-332 0 0,39-4-240 0 0,12-1 25 0 0,7 0-143 0 0,1-1-43 0 0,-3-1-78 0 0,-4 1-238 0 0,-7 0-168 0 0,-5 0-88 0 0,-7 0-378 0 0,-7 0-482 0 0,-8 0-777 0 0,-6 1-2265 0 0,-5 0-152 0 0,-4 2 5708 0 0</inkml:trace>
  <inkml:trace contextRef="#ctx0" brushRef="#br42" timeOffset="121247.259">8509 11679 8897 0 0,'0'0'0'0'0,"0"0"1940"0"0,0 0-779 0 0,0 0-202 0 0,0 0-9 0 0,-2 23 294 0 0,0 10-480 0 0,1 8-196 0 0,-1 6-345 0 0,1 1-191 0 0,0 1 2 0 0,1-1-144 0 0,-1-3-195 0 0,0-4-291 0 0,0-4-360 0 0,0-6-352 0 0,1-5-635 0 0,0-7-2429 0 0,-1-5-1975 0 0,1-5 6367 0 0</inkml:trace>
  <inkml:trace contextRef="#ctx0" brushRef="#br43" timeOffset="122065.161">8976 12210 1160 0 0,'0'0'0'0'0,"0"0"4989"0"0,0 0-4089 0 0,0 0 720 0 0,0 0-708 0 0,0 0 269 0 0,0 0-231 0 0,0 0-293 0 0,18-25-300 0 0,6-9-7 0 0,4-8-18 0 0,4-7 88 0 0,1-2 146 0 0,1-5-63 0 0,0-2-116 0 0,-1-2-22 0 0,0-2-135 0 0,-2-2-46 0 0,-4 1-100 0 0,-2 0-70 0 0,-4 2 118 0 0,-5 2-6 0 0,-4 4-79 0 0,-3 3-41 0 0,-3 4 3 0 0,-2 5-18 0 0,-1 5 3 0 0,0 5-68 0 0,-1 5 38 0 0,2 6 41 0 0,-1 5-17 0 0,1 4 13 0 0,-1 6-2 0 0,-2 2 15 0 0,1 3-18 0 0,-2 3-45 0 0,1 3-114 0 0,0 5 193 0 0,2 4-154 0 0,2 7 48 0 0,3 6 2 0 0,3 8 71 0 0,3 6-183 0 0,4 7 76 0 0,3 6 41 0 0,2 5-3 0 0,3 4 81 0 0,0 3-6 0 0,1 3-2 0 0,-1-1 4 0 0,-3 0 55 0 0,-3-2-67 0 0,-4-3 27 0 0,-2-4 94 0 0,-2-5-43 0 0,-1-5 47 0 0,-2-5-66 0 0,-1-5 20 0 0,-1-6 20 0 0,-1-4-54 0 0,-2-6-40 0 0,-1-5 71 0 0,-1-5 7 0 0,-1-4 37 0 0,-1-4-137 0 0,0-3 38 0 0,-4-2-27 0 0,-7-4 16 0 0,-8-4 66 0 0,-12-5 69 0 0,-12-4-154 0 0,-14-3 131 0 0,-9-3-122 0 0,-5-1 86 0 0,-2 0-82 0 0,4 4 9 0 0,6 3-158 0 0,11 4-94 0 0,9 5-183 0 0,10 3-350 0 0,8 3-268 0 0,6 3-986 0 0,7 2-1231 0 0,4 3-4033 0 0,4-1 6615 0 0</inkml:trace>
  <inkml:trace contextRef="#ctx0" brushRef="#br44" timeOffset="122696.586">10029 10743 3372 0 0,'0'0'0'0'0,"0"0"4377"0"0,0 0-3035 0 0,0 0 210 0 0,0 0-577 0 0,0 0-154 0 0,0 0 231 0 0,0 0-346 0 0,45 22-197 0 0,13 11-356 0 0,10 13-39 0 0,1 10-7 0 0,-4 8 128 0 0,-5 7-41 0 0,-8 4-10 0 0,-8 3-38 0 0,-5 2-34 0 0,-7 1 25 0 0,-6 1-30 0 0,-3-1-44 0 0,-4-1-67 0 0,-5-2 1 0 0,-4 0-161 0 0,-4-3-126 0 0,-8-2-240 0 0,-8-2-466 0 0,-9-3-609 0 0,-8-6-1198 0 0,-9-2-2440 0 0,3-13 629 0 0</inkml:trace>
  <inkml:trace contextRef="#ctx0" brushRef="#br45" timeOffset="128284.383">9607 14361 8325 0 0,'0'0'0'0'0,"0"0"1940"0"0,0 0-1195 0 0,0 0 127 0 0,0 0-109 0 0,11-21 109 0 0,5-7-203 0 0,5-9-246 0 0,5-4-140 0 0,3-5-4 0 0,2-2 106 0 0,4-4 35 0 0,2-2 72 0 0,2-2-150 0 0,1-2-123 0 0,-1-1-26 0 0,-1-1-112 0 0,-2 1-81 0 0,-2 1 10 0 0,-5 3-97 0 0,-4 4 9 0 0,-5 4-8 0 0,-5 4 16 0 0,-2 7-23 0 0,-5 5-6 0 0,-1 7 1 0 0,-3 7 12 0 0,0 6 89 0 0,0 4-15 0 0,-1 5 20 0 0,1 3-11 0 0,-1 4 0 0 0,0 1-66 0 0,1 4 89 0 0,1 4 72 0 0,4 4-121 0 0,2 7-87 0 0,6 6 9 0 0,4 7 73 0 0,4 6-87 0 0,4 7 6 0 0,5 4-20 0 0,3 3 15 0 0,2 1 4 0 0,2 1 64 0 0,1-3 48 0 0,-2-3-66 0 0,-3-5 82 0 0,-5-7-33 0 0,-4-7 24 0 0,-6-7 75 0 0,-6-8 44 0 0,-5-5 81 0 0,-5-6 50 0 0,-5-4-58 0 0,-10-3-209 0 0,-11-2 148 0 0,-16-1-156 0 0,-16-1 124 0 0,-16-3 18 0 0,-11 0-93 0 0,-9 0 444 0 0,-2 0-479 0 0,5 1 620 0 0,8 1-532 0 0,9 1 26 0 0,10 0-99 0 0,10 2-158 0 0,7 0-166 0 0,6 2-92 0 0,4 1-101 0 0,4 1-150 0 0,5 0-295 0 0,2 1-495 0 0,5 0-1253 0 0,5 1-3695 0 0,4 0 2009 0 0</inkml:trace>
  <inkml:trace contextRef="#ctx0" brushRef="#br46" timeOffset="124093.722">13240 12023 7717 0 0,'0'0'0'0'0,"0"0"2564"0"0,0 0-1773 0 0,0 0 25 0 0,0 0 72 0 0,0 0 367 0 0,0 0-299 0 0,0 0-358 0 0,0 0-198 0 0,0 0-134 0 0,0 0-37 0 0,0 0-11 0 0,18-16 96 0 0,4-8-131 0 0,4-7-17 0 0,1-8-53 0 0,-1-5-110 0 0,-1-7 12 0 0,-5-6-23 0 0,-4-7-3 0 0,-4-6-145 0 0,-4-7 22 0 0,-3-3-53 0 0,-3-3 60 0 0,-1-1 12 0 0,2 3 73 0 0,2 4 30 0 0,6 6 7 0 0,6 7 64 0 0,7 9 143 0 0,5 8-8 0 0,5 7 42 0 0,3 6 24 0 0,0 6-102 0 0,0 5-29 0 0,-3 4-141 0 0,-4 5-51 0 0,-4 4-175 0 0,-3 4-30 0 0,-1 4-39 0 0,3 4-14 0 0,6 6-146 0 0,7 5-278 0 0,8 5-177 0 0,7 5-189 0 0,5 3-344 0 0,0 2-297 0 0,-6 0-666 0 0,-7-3-958 0 0,-12-1-1320 0 0,-11-6 5687 0 0</inkml:trace>
  <inkml:trace contextRef="#ctx0" brushRef="#br47" timeOffset="124312.857">13113 11361 196 0 0,'0'0'0'0'0,"0"0"10277"0"0,0 0-9530 0 0,0 0 1915 0 0,0 0-1383 0 0,0 0 275 0 0,50 6-557 0 0,17 0-340 0 0,14 0-308 0 0,6 0-349 0 0,-1-4 56 0 0,-2-2-542 0 0,-7-2-70 0 0,-6-2-52 0 0,-7-1-257 0 0,-6 0-534 0 0,-7 1-872 0 0,-7 0-2341 0 0,-7 1-3686 0 0,-10 1 9913 0 0</inkml:trace>
  <inkml:trace contextRef="#ctx0" brushRef="#br48" timeOffset="125442.795">14605 12029 2716 0 0,'0'0'0'0'0,"0"0"1540"0"0,0 0-354 0 0,0 0-123 0 0,0 0 325 0 0,0 0-50 0 0,0 0-261 0 0,0 0-127 0 0,0 0-72 0 0,0 0-126 0 0,0 0-44 0 0,0 0-106 0 0,-3 2-95 0 0,-2 0 13 0 0,-5-1-118 0 0,-3-2 24 0 0,-6-3-51 0 0,-5-4-255 0 0,-5-3 228 0 0,-6-3-101 0 0,-3-4 0 0 0,-1-3-140 0 0,-1-5-46 0 0,2-5 245 0 0,3-5-211 0 0,7-4-92 0 0,8-7 19 0 0,8-4-76 0 0,12-5 60 0 0,12-2-25 0 0,12-1 8 0 0,11 0 3 0 0,9 3 9 0 0,6 2-58 0 0,4 4-133 0 0,1 4-30 0 0,-3 5-254 0 0,-3 4-293 0 0,-7 5-411 0 0,-5 6-478 0 0,-5 4-141 0 0,-5 5-677 0 0,-5 5-851 0 0,-3 3-2230 0 0,-5 5 6149 0 0</inkml:trace>
  <inkml:trace contextRef="#ctx0" brushRef="#br49" timeOffset="125700.664">14977 11442 1004 0 0,'0'0'0'0'0,"0"0"7597"0"0,0 0-6586 0 0,0 0 748 0 0,0 0-1224 0 0,0 0 554 0 0,0 0-205 0 0,0 0-368 0 0,17 25-332 0 0,7 10-88 0 0,6 8-8 0 0,3 4-86 0 0,-1-1 4 0 0,0-2-64 0 0,-2-2-56 0 0,-1-4-81 0 0,-2-4-54 0 0,-2-3-72 0 0,-2-4-146 0 0,-3-2-256 0 0,-5-3-327 0 0,-5-3-1191 0 0,-3-3-2248 0 0,-4-3-528 0 0</inkml:trace>
  <inkml:trace contextRef="#ctx0" brushRef="#br50" timeOffset="125939.746">14773 12069 2796 0 0,'0'0'0'0'0,"0"0"7269"0"0,0 0-6768 0 0,0 0 879 0 0,0 0-754 0 0,0 0 510 0 0,0 0 39 0 0,38-21-518 0 0,16-11-110 0 0,16-11-263 0 0,11-8-175 0 0,5-7-87 0 0,0-2-8 0 0,-3-2-22 0 0,-7 0-148 0 0,-10 4-71 0 0,-11 3-432 0 0,-12 4-160 0 0,-10 6-397 0 0,-10 5-403 0 0,-8 6-1479 0 0,-6 6-2564 0 0,-5 8 2942 0 0</inkml:trace>
  <inkml:trace contextRef="#ctx0" brushRef="#br51" timeOffset="126219.912">15684 12106 7777 0 0,'0'0'0'0'0,"0"0"2876"0"0,0 0-1213 0 0,0 0 34 0 0,0 0-85 0 0,21-22-146 0 0,10-9-312 0 0,9-12-370 0 0,6-7-181 0 0,3-6-162 0 0,-1-6-184 0 0,-5-3-272 0 0,-9-3 30 0 0,-10-2-180 0 0,-15-3-163 0 0,-19 0-304 0 0,-22-2-337 0 0,-20 0-507 0 0,-14 5-1864 0 0,-20 1-4457 0 0,10 15 2348 0 0</inkml:trace>
  <inkml:trace contextRef="#ctx0" brushRef="#br52" timeOffset="132064.605">205 13017 3696 0 0,'0'0'0'0'0,"0"0"3085"0"0,0 0-1280 0 0,0 0 39 0 0,0 0-518 0 0,0 0 61 0 0,0 0-327 0 0,0 0-378 0 0,0 0-236 0 0,0 0-163 0 0,0 0-122 0 0,11 3-84 0 0,6 4-76 0 0,7 4-3 0 0,8 5 2 0 0,10 6-104 0 0,10 6 119 0 0,11 7-170 0 0,5 4 105 0 0,4 3 41 0 0,1 1-219 0 0,-4 1-243 0 0,-5-2-99 0 0,-6-4-23 0 0,-9-4-30 0 0,-9-4-358 0 0,-11-5-885 0 0,-8-6-1146 0 0,-9-4-2646 0 0,-5-5 4692 0 0</inkml:trace>
  <inkml:trace contextRef="#ctx0" brushRef="#br53" timeOffset="132972.158">1 13125 536 0 0,'0'0'0'0'0,"0"0"1696"0"0,0 0-476 0 0,0 0-452 0 0,0 0-357 0 0,0 0-154 0 0,0 0-37 0 0,0 0 41 0 0,0 0 53 0 0,0 0-134 0 0,0 0-108 0 0,0 0-49 0 0,3-2 135 0 0,4-1 212 0 0,0 0-41 0 0,3-3 19 0 0,0 0 108 0 0,2-1-119 0 0,1 0-156 0 0,-1-2-51 0 0,0-1-75 0 0,0 0-53 0 0,-2 0-87 0 0,0-1-37 0 0,0 0-92 0 0,-1 0 6 0 0,0 1 50 0 0,-1 1-4 0 0,0 0-76 0 0,-1 0-77 0 0,-1 1 50 0 0,-1 0 126 0 0,-1 1 139 0 0,-1 1-25 0 0,-1 2 253 0 0,-1 1 314 0 0,0 1 134 0 0,-1 1 8 0 0,1 1-152 0 0,0 2 3 0 0,-1 1-54 0 0,2 2 14 0 0,-1 0-17 0 0,0 2-16 0 0,0 2 75 0 0,1 3-336 0 0,0 3 114 0 0,2 6 133 0 0,0 4-54 0 0,2 6-2 0 0,0 5-160 0 0,0 4-128 0 0,0 4-41 0 0,0 3 41 0 0,1 2-4 0 0,-1 1 11 0 0,0-1 93 0 0,-2-1-86 0 0,0-3-133 0 0,-1-2 38 0 0,-2-2-158 0 0,0-3-106 0 0,-2-3-156 0 0,-5-1-91 0 0,-2-4 65 0 0,-3-4-122 0 0,-2-4-69 0 0,0-4-81 0 0,0-6-300 0 0,1-4-554 0 0,0-4-500 0 0,1-3-604 0 0,3-4-247 0 0,2 0 2038 0 0</inkml:trace>
  <inkml:trace contextRef="#ctx0" brushRef="#br54" timeOffset="133431.405">128 13660 3540 0 0,'0'0'0'0'0,"0"0"2021"0"0,0 0-449 0 0,0 0-190 0 0,0 0 23 0 0,0 0-394 0 0,0 0-330 0 0,0 0-133 0 0,0 0 21 0 0,0 0-65 0 0,0 0-95 0 0,0 0 26 0 0,9 2 97 0 0,2 0 1 0 0,3 0 20 0 0,0-1-31 0 0,2-1-125 0 0,2 0-49 0 0,3-1-90 0 0,4 0-26 0 0,5-1-49 0 0,8-2 157 0 0,9-1-40 0 0,8-2-98 0 0,9-2-133 0 0,7 0-58 0 0,2-2-59 0 0,-1 0-107 0 0,-5 1-94 0 0,-7 1-24 0 0,-8 1-10 0 0,-9 1-28 0 0,-7 0-129 0 0,-6 1-21 0 0,-6 1-189 0 0,-4 0-175 0 0,-4 1-202 0 0,-2 1 9 0 0,-3 0-101 0 0,-2 1-66 0 0,-1 1-192 0 0,0 0-244 0 0,-2 1-786 0 0,-1 0-781 0 0,-1 1 1453 0 0</inkml:trace>
  <inkml:trace contextRef="#ctx0" brushRef="#br55" timeOffset="134403.171">1393 13363 6597 0 0,'0'0'0'0'0,"0"0"2584"0"0,0 0-1297 0 0,0 0-115 0 0,0 0-187 0 0,0 0 69 0 0,0 0-318 0 0,0 0-269 0 0,0 0 92 0 0,0 0-49 0 0,0 0 52 0 0,0 0-256 0 0,49-7-124 0 0,9 0-94 0 0,8-1 47 0 0,-2 0-76 0 0,-6 1-60 0 0,-8 1 12 0 0,-9 2-15 0 0,-9 0-9 0 0,-5 2-53 0 0,-4 0-33 0 0,-5 2-22 0 0,-2 0 15 0 0,-3 0 48 0 0,0 0 46 0 0,-3 0-55 0 0,0-1 78 0 0,-3 1-19 0 0,-1 0 96 0 0,-1 0 64 0 0,-2 0 39 0 0,0 0 30 0 0,-1 0-1 0 0,-1 0-38 0 0,0 0-21 0 0,0 0 4 0 0,0 0-33 0 0,1 0-34 0 0,0 0-25 0 0,0 0-24 0 0,0 0 77 0 0,0 0 32 0 0,0 0 22 0 0,2 0-14 0 0,0 0 54 0 0,1 0-33 0 0,-2 0-49 0 0,0 0-23 0 0,-1 0-72 0 0,-1 0-36 0 0,0 0 0 0 0,-1 0-104 0 0,0-1-76 0 0,0-1 2 0 0,-1-1-39 0 0,-2-2-97 0 0,-2-2 12 0 0,-4-3 231 0 0,-4-4 37 0 0,-7-4-146 0 0,-5-4-11 0 0,-5-1-63 0 0,-3-1 36 0 0,-2 1 57 0 0,2 2-119 0 0,1 3-166 0 0,4 3-268 0 0,4 4-449 0 0,3 4-362 0 0,6 2-551 0 0,5 4-938 0 0,5 5-1738 0 0,2 2 1266 0 0</inkml:trace>
  <inkml:trace contextRef="#ctx0" brushRef="#br56" timeOffset="134735.767">2096 13368 3208 0 0,'0'0'0'0'0,"0"0"2345"0"0,0 0-1047 0 0,0 0-102 0 0,0 0-39 0 0,0 0-103 0 0,0 0-141 0 0,0 0-173 0 0,0 0-60 0 0,0 0-76 0 0,0 0 34 0 0,-1-3 10 0 0,0-1-22 0 0,0 1 4 0 0,0 0-72 0 0,1 2-87 0 0,0 4-157 0 0,-2 4-11 0 0,-1 3-124 0 0,-5 4 6 0 0,-3 4-197 0 0,-3 4 37 0 0,-5 3-140 0 0,-2 2 50 0 0,-2 3 67 0 0,0 0-22 0 0,0-1-82 0 0,2 0-145 0 0,1-4-272 0 0,1-2-204 0 0,3-3-205 0 0,1-4-478 0 0,5-4-781 0 0,3-3-906 0 0,2-4-1962 0 0,3-2 1969 0 0</inkml:trace>
  <inkml:trace contextRef="#ctx0" brushRef="#br57" timeOffset="135112.847">2531 13295 872 0 0,'0'0'0'0'0,"0"0"2048"0"0,0 0-336 0 0,0 0 50 0 0,0 0-54 0 0,0 0-10 0 0,0 0-234 0 0,0 0-243 0 0,0 0-234 0 0,0 0-428 0 0,0 0-413 0 0,-22 20 64 0 0,-4 10-40 0 0,-1 8-38 0 0,4 7-142 0 0,6 3 106 0 0,8 2 14 0 0,10-1 116 0 0,10-1-252 0 0,8-3 54 0 0,7-4-140 0 0,7-5 84 0 0,4-6 24 0 0,3-6-3 0 0,3-6-8 0 0,2-6 5 0 0,2-4 12 0 0,3-4 71 0 0,3-4-10 0 0,1-4 161 0 0,1-5 70 0 0,-2-2 37 0 0,-3-5-40 0 0,-6-3-27 0 0,-8-5-96 0 0,-11-3-183 0 0,-13-5-161 0 0,-17-5-148 0 0,-19-3 7 0 0,-21-5 171 0 0,-18-1-30 0 0,-17-1-8 0 0,-13 3 101 0 0,-6 5-16 0 0,-2 8 103 0 0,4 9-413 0 0,8 12-725 0 0,11 12-1148 0 0,9 17-2619 0 0,19 3-1859 0 0</inkml:trace>
  <inkml:trace contextRef="#ctx0" brushRef="#br58" timeOffset="129446.237">450 11067 4500 0 0,'0'0'0'0'0,"0"0"2033"0"0,0 0-631 0 0,0 0-488 0 0,0 0-276 0 0,0 0 269 0 0,0 25-282 0 0,0 9-148 0 0,0 9-91 0 0,0 4-158 0 0,0 3-155 0 0,0 1 15 0 0,0 2-22 0 0,0 1-2 0 0,-1 2 47 0 0,-1 1-93 0 0,0 1-13 0 0,-2 2-116 0 0,1 1-65 0 0,-1-2-140 0 0,-1-2-167 0 0,-1-1-478 0 0,0-4-260 0 0,-1-3-651 0 0,0-5-685 0 0,1-3-201 0 0,1-10 795 0 0</inkml:trace>
  <inkml:trace contextRef="#ctx0" brushRef="#br59" timeOffset="129849.133">735 11830 1708 0 0,'0'0'0'0'0,"0"0"7729"0"0,0 0-7570 0 0,0 0 1229 0 0,-2 22-1179 0 0,1 8 363 0 0,-1 9-122 0 0,2 4-231 0 0,3 2-224 0 0,5-1-446 0 0,2-2-457 0 0,3-5-258 0 0,2-5-429 0 0,1-5-551 0 0,0-6 143 0 0,-1-6 20 0 0,-3-5-220 0 0</inkml:trace>
  <inkml:trace contextRef="#ctx0" brushRef="#br60" timeOffset="130079.401">1075 12056 928 0 0,'0'0'0'0'0,"0"0"10249"0"0,0 0-9432 0 0,0 0 1682 0 0,0 0-1437 0 0,0 0-404 0 0,0 0-75 0 0,0 0-773 0 0,-9-25-535 0 0,-2-10-384 0 0,-2-7-292 0 0,0-5-224 0 0,1 1-97 0 0,3 4 125 0 0,3 5-11 0 0,5 7 183 0 0,5 6 44 0 0,3 8-247 0 0,1 5-524 0 0,1 6 2216 0 0</inkml:trace>
  <inkml:trace contextRef="#ctx0" brushRef="#br61" timeOffset="130332.863">1162 11853 3484 0 0,'0'0'0'0'0,"0"0"2189"0"0,0 0-869 0 0,0 0 33 0 0,0 0 428 0 0,0 0-353 0 0,0 0-373 0 0,0 0-257 0 0,0 0-105 0 0,46-12 1 0 0,11 0-42 0 0,11 0-176 0 0,2 2-104 0 0,-1 3-61 0 0,-3 6-74 0 0,-4 7-140 0 0,-4 5-93 0 0,-4 5-70 0 0,-5 6-13 0 0,-5 5-34 0 0,-6 3 61 0 0,-6 4-30 0 0,-7 1 7 0 0,-7 0-57 0 0,-7 1-2 0 0,-5-1 24 0 0,-3-3-80 0 0,-3-2-92 0 0,-1-4-38 0 0,-3-4-28 0 0,-2-3-74 0 0,-1-5-44 0 0,-1-4-148 0 0,1-4-169 0 0,-1-3-197 0 0,1-2-430 0 0,-1-4-77 0 0,-3-5 101 0 0,1-3-684 0 0,-3-5-491 0 0,2 1-275 0 0</inkml:trace>
  <inkml:trace contextRef="#ctx0" brushRef="#br62" timeOffset="130761.177">1529 11847 3132 0 0,'0'0'0'0'0,"0"0"2148"0"0,0 0-1031 0 0,0 0 47 0 0,0 0 362 0 0,0 0-48 0 0,0 0-143 0 0,0 0-312 0 0,0 0-192 0 0,45-22-27 0 0,12-4-85 0 0,9-3-84 0 0,2 2-51 0 0,-5 6-176 0 0,-8 5-262 0 0,-7 6-130 0 0,-9 7-152 0 0,-5 7 85 0 0,-5 5-136 0 0,-3 6-94 0 0,-2 6 51 0 0,-2 6 77 0 0,-3 3 49 0 0,-2 5-95 0 0,-4 4 7 0 0,-4 2-78 0 0,-4 2-72 0 0,-2 2-135 0 0,-2 0-268 0 0,-4 0-418 0 0,-3-2-525 0 0,-2-4-951 0 0,-4-3-2660 0 0,1-9 2676 0 0</inkml:trace>
  <inkml:trace contextRef="#ctx1" brushRef="#br63">912 11463 10769,'0'0'0,"0"0"2208,0 0-1283,0 0 2,0 0-303,0 0 264,0 0-402,0 0-654,0 0 29,0 0-254,0 0-160,6-3-420,-1-1-613,1 0-1638,-3 1-4061,0 0 5405</inkml:trace>
  <inkml:trace contextRef="#ctx0" brushRef="#br64" timeOffset="143463.612">17122 12264 9549 0 0,'0'0'0'0'0,"0"0"1936"0"0,0 0-597 0 0,0 0-156 0 0,0 0-58 0 0,0 0-532 0 0,0 0 266 0 0,0 0-193 0 0,0 0-19 0 0,0 0-153 0 0,0 0-155 0 0,0 0-154 0 0,45-10-128 0 0,7-1-44 0 0,6 1-4 0 0,-3 1-14 0 0,-6 2 2 0 0,-5 4-1 0 0,-4 2-112 0 0,-5 3-66 0 0,-1 1 12 0 0,-4 1-47 0 0,-1 0-102 0 0,-4-1-221 0 0,-4 0-182 0 0,-7-1-426 0 0,-4 0-1037 0 0,-6-1-2415 0 0,-12-2-2950 0 0,-3-1 7264 0 0</inkml:trace>
  <inkml:trace contextRef="#ctx0" brushRef="#br65" timeOffset="143654.045">17304 11932 6869 0 0,'0'0'0'0'0,"0"0"8412"0"0,0 0-8712 0 0,0 0 1929 0 0,0 0-1426 0 0,0 0-164 0 0,0 0-7 0 0,53 8-32 0 0,14 1-488 0 0,11 0-1328 0 0,0-2-3044 0 0,-6-4-4177 0 0,-16-1 9592 0 0</inkml:trace>
  <inkml:trace contextRef="#ctx0" brushRef="#br66" timeOffset="127410.08">5185 12849 4484 0 0,'0'0'0'0'0,"0"0"2241"0"0,0 0-659 0 0,0 0-484 0 0,0 0-37 0 0,0 0-2 0 0,0 0-147 0 0,0 0-188 0 0,0 0 226 0 0,0 0-284 0 0,0 0-34 0 0,0 0-75 0 0,32-1-35 0 0,14 0 51 0 0,14 1-62 0 0,14-1 14 0 0,14 1 280 0 0,14 2-613 0 0,13 0 61 0 0,12 2-267 0 0,9 0-42 0 0,7 0-3 0 0,7 0-13 0 0,6-1-19 0 0,4-1-64 0 0,5-1 59 0 0,3 0-4 0 0,3-2 25 0 0,1-3 0 0 0,0-1 73 0 0,0-3-16 0 0,1-1 19 0 0,2-2 208 0 0,3-2-83 0 0,1-2-51 0 0,1 0 171 0 0,0 0-298 0 0,-2-1 86 0 0,-2 1-103 0 0,-3 1-9 0 0,-5 3-49 0 0,-4 2-46 0 0,-4 2-19 0 0,-5 3-19 0 0,-3 2 34 0 0,-6 2 45 0 0,-6 2 76 0 0,-6 0 44 0 0,-9 2 5 0 0,-8 1 6 0 0,-9 0 10 0 0,-6 0 44 0 0,-5 0-58 0 0,-5 1 24 0 0,-2-1 109 0 0,0 0-107 0 0,0 1 42 0 0,1-1-58 0 0,1 1 4 0 0,1-2 1 0 0,1 1-2 0 0,-1-2 46 0 0,0 0 6 0 0,-2-1-3 0 0,-1-1 4 0 0,-3-1 3 0 0,-4 0-66 0 0,-4 0 66 0 0,-3 0-74 0 0,-3 0 17 0 0,-2 0-58 0 0,-4 0 66 0 0,0 0-22 0 0,-2 0 7 0 0,1 1-5 0 0,0 1 2 0 0,3 1 3 0 0,5 0 56 0 0,4 1 2 0 0,5-2 288 0 0,3 0-326 0 0,2-1 9 0 0,1 0-16 0 0,-3-1-2 0 0,0 0 61 0 0,-1-1 95 0 0,-3-1-205 0 0,-3 0 63 0 0,-5 1-38 0 0,-5 0 17 0 0,-6 1-6 0 0,-3 1 2 0 0,-5 0 0 0 0,-3 2 9 0 0,-3 1-2 0 0,-3 1 47 0 0,-3-1 16 0 0,0 0 16 0 0,-2 0 51 0 0,-1-2-22 0 0,0 0 25 0 0,-2 0-39 0 0,-2-1-25 0 0,-2 0 28 0 0,-2 0-39 0 0,-3 1-73 0 0,-3 0 11 0 0,-4 1-141 0 0,-5 1-52 0 0,-5 0-180 0 0,-5 1-230 0 0,-4 2-243 0 0,-9 1-305 0 0,-8 1-1753 0 0,-12 3-3743 0 0,-1-2-1079 0 0</inkml:trace>
  <inkml:trace contextRef="#ctx0" brushRef="#br67" timeOffset="142771.292">14560 12855 208 0 0,'0'0'0'0'0,"0"0"172"0"0,0 0 89 0 0,0 0 2574 0 0,0 0-698 0 0,0 0-981 0 0,0 0-191 0 0,0 0-208 0 0,0 0 16 0 0,0 0-166 0 0,0 0-74 0 0,-28 10-96 0 0,-1 1-69 0 0,0 0 17 0 0,5-3 33 0 0,7-2-363 0 0,6-3 172 0 0,5-3 67 0 0,3-1 9 0 0,5 0-63 0 0,1-1-48 0 0,1 0-22 0 0,0 1 17 0 0,0 0 60 0 0,0 1 329 0 0,0 0 153 0 0,-2 1-211 0 0,0 2-107 0 0,0 1-138 0 0,-1 0 9 0 0,1 0-34 0 0,0 0-124 0 0,0 0-116 0 0,0-1 12 0 0,0-1-18 0 0,1-1-16 0 0,-1-1-43 0 0,2 0-58 0 0,0-1-249 0 0,-1-1 224 0 0,0 0-41 0 0,-1 0 53 0 0,0 1 144 0 0,-2 0-28 0 0,1 1 130 0 0,-1-1-48 0 0,0 1-7 0 0,-1 0-65 0 0,1 0 11 0 0,0 0-83 0 0,0 1-22 0 0,0-1-77 0 0,0-1-21 0 0,0 1-1 0 0,0-1-19 0 0,0-1-89 0 0,0 0-134 0 0,1-2-281 0 0,1-1 211 0 0,-1 0-104 0 0,1 0-50 0 0,0-1 48 0 0,-1 0 37 0 0,2 0 109 0 0,0 0 63 0 0,0 0 19 0 0,1 0 98 0 0,1 1 95 0 0,0 0 208 0 0,1 0-21 0 0,-1 0 137 0 0,1 0 28 0 0,-2 1 42 0 0,-1 1 15 0 0,-1-1 75 0 0,-1 1 60 0 0,0 0 12 0 0,-1 1 38 0 0,0 0-12 0 0,0 0 26 0 0,-1 0 21 0 0,1 1-37 0 0,0-1 12 0 0,0 0-36 0 0,0 0 13 0 0,0 0-71 0 0,1-1-41 0 0,1-1-49 0 0,-1 0 8 0 0,2 0-40 0 0,0 0-20 0 0,2 0 4 0 0,2 1 99 0 0,4 1 195 0 0,4 1-148 0 0,2 0-113 0 0,3 1 22 0 0,2 1 21 0 0,-1 0 14 0 0,-2 1 12 0 0,-3-1-70 0 0,-5 1-25 0 0,-2-1-80 0 0,-4-1-16 0 0,-1 1-86 0 0,-1-1 19 0 0,0 0 34 0 0,1 0-3 0 0,3 0 22 0 0,4 0-83 0 0,6 0 30 0 0,5 0 44 0 0,6 0-2 0 0,6 0-6 0 0,4 0 29 0 0,3 0-32 0 0,1-1-50 0 0,-2 0 4 0 0,-2-1-10 0 0,-3 0-10 0 0,-3 0-2 0 0,-3-1 0 0 0,-3 0-48 0 0,-2-1 60 0 0,0 0-61 0 0,-2 1 60 0 0,1 0-93 0 0,0-1 60 0 0,-1 2 23 0 0,-2-1-8 0 0,-1 1 10 0 0,-2-1-5 0 0,-3 1 6 0 0,-2 0-6 0 0,-2 0-40 0 0,-3 0 67 0 0,-3 1-22 0 0,-2 0 8 0 0,-1 1 0 0 0,0-1 0 0 0,-1 1 0 0 0,1 0-10 0 0,-1 0-1 0 0,0 0-84 0 0,1 0-10 0 0,-1 1-114 0 0,0-1-90 0 0,0 0-15 0 0,0 0-77 0 0,0 0-177 0 0,0 0-398 0 0,0 0-139 0 0,-1 0-629 0 0,-2 0-745 0 0,-1 0-2679 0 0,-2 0-210 0 0,-3 0 6388 0 0,10 0-2084 0 0,2 0 1107 0 0</inkml:trace>
  <inkml:trace contextRef="#ctx0" brushRef="#br68" timeOffset="156404.495">19821 12403 156 0 0,'0'0'0'0'0,"0"0"208"0"0,0 0-103 0 0,0 0 282 0 0,0 0-493 0 0,0 0-16 0 0,-10-22 279 0 0,-1-7 1854 0 0,-1-6-1065 0 0,3-4 1487 0 0,5-5 111 0 0,4-3-578 0 0,3-2-616 0 0,3-1-563 0 0,2 0-172 0 0,1 1-3 0 0,4 3-58 0 0,2 3-104 0 0,4 1-40 0 0,3 3-84 0 0,3 1 131 0 0,2 2-134 0 0,-1 2-122 0 0,1 2-110 0 0,-1 4-76 0 0,-3 2 67 0 0,0 4-91 0 0,-1 3 68 0 0,-2 2-73 0 0,-1 3-39 0 0,-2 2-60 0 0,-2 3-92 0 0,0 1-93 0 0,-3 2 51 0 0,2 1-7 0 0,-1 1 135 0 0,-1 1-541 0 0,0 0-1035 0 0,-3 2-169 0 0,-3 2-1408 0 0,-3 2-2530 0 0,-4 2 3856 0 0,-2 0 1949 0 0</inkml:trace>
  <inkml:trace contextRef="#ctx0" brushRef="#br69" timeOffset="156696.036">20301 11913 5577 0 0,'0'0'0'0'0,"0"0"4088"0"0,0 0-2842 0 0,0 0 546 0 0,0 0-698 0 0,0 0-102 0 0,0 0-246 0 0,0 0-338 0 0,46 7-98 0 0,12 4-113 0 0,12 4-12 0 0,3 5-48 0 0,-1 3 4 0 0,-2 4 154 0 0,-3 3-363 0 0,-6 0 62 0 0,-5 1 12 0 0,-6 0-67 0 0,-8-3-144 0 0,-7-2-338 0 0,-8-1-143 0 0,-8-2-307 0 0,-7-1-726 0 0,-5 0-1328 0 0,-8-2-2487 0 0,-7-2 1529 0 0,-9 0 4384 0 0,1-4-1071 0 0</inkml:trace>
  <inkml:trace contextRef="#ctx0" brushRef="#br70" timeOffset="156916.34">20524 12473 208 0 0,'0'0'0'0'0,"0"0"652"0"0,0 0 2072 0 0,0 0 2736 0 0,0 0-4552 0 0,0 0 1052 0 0,0 0-916 0 0,0 0 191 0 0,0 0-90 0 0,21-20-146 0 0,7-7-204 0 0,6-6 207 0 0,3-3-752 0 0,1-2-216 0 0,1 0-61 0 0,-1 1-78 0 0,0 0-43 0 0,1 0-111 0 0,0 0-131 0 0,0 0-116 0 0,1 0-117 0 0,-1 2-355 0 0,-3 1-566 0 0,-5 4-842 0 0,-6 4-1752 0 0,-9 5-1537 0 0,-5 4 5135 0 0,-6 7-372 0 0</inkml:trace>
  <inkml:trace contextRef="#ctx0" brushRef="#br71" timeOffset="157184.511">21308 12125 1528 0 0,'0'0'0'0'0,"0"0"5389"0"0,0 0-3156 0 0,0 0-195 0 0,0 0-632 0 0,0 0-187 0 0,0 0-116 0 0,0 0-142 0 0,0 0-192 0 0,52-11-144 0 0,13-5 166 0 0,13-3-315 0 0,1 0-156 0 0,-5 0-230 0 0,-12 3-68 0 0,-15 4-179 0 0,-14 4-242 0 0,-12 3-305 0 0,-12 4-622 0 0,-9 5-1173 0 0,-12 1-3142 0 0,-6 3-2925 0 0,-8 0 10367 0 0,3-2-3272 0 0</inkml:trace>
  <inkml:trace contextRef="#ctx0" brushRef="#br72" timeOffset="157406.473">21449 12023 6753 0 0,'0'0'0'0'0,"0"0"2464"0"0,0 0-1591 0 0,0 0 253 0 0,0 0-547 0 0,0 0 93 0 0,0 24-328 0 0,0 9-356 0 0,0 7 72 0 0,0 3-254 0 0,0 3-91 0 0,0-1-65 0 0,0 0-102 0 0,0-1-14 0 0,0-3-80 0 0,0-2-137 0 0,0-5-303 0 0,0-4-757 0 0,1-5-1066 0 0,2-5-1141 0 0,1-4 4742 0 0,3-6-1766 0 0,0-4 767 0 0</inkml:trace>
  <inkml:trace contextRef="#ctx0" brushRef="#br73" timeOffset="158174.219">22225 12444 808 0 0,'0'0'0'0'0,"0"0"6493"0"0,0 0-5289 0 0,0 0 975 0 0,0 0-915 0 0,0 0-197 0 0,0 0-190 0 0,14-26 220 0 0,6-11-444 0 0,8-10-19 0 0,5-7-116 0 0,5-5-23 0 0,3-3 26 0 0,2-2-65 0 0,2 1-64 0 0,-1 0-59 0 0,-3 2-93 0 0,-4 3-79 0 0,-5 4-113 0 0,-7 4-39 0 0,-5 6-84 0 0,-6 5-32 0 0,-5 6 20 0 0,-2 5-2 0 0,-4 6-24 0 0,-1 5 4 0 0,-1 5-16 0 0,-2 4-11 0 0,1 4-12 0 0,-1 2 16 0 0,1 2 96 0 0,-1 3-73 0 0,1 3 46 0 0,0 2 73 0 0,0 4 20 0 0,0 5-42 0 0,2 4-113 0 0,1 8-10 0 0,5 6 67 0 0,2 5-31 0 0,2 6-2 0 0,3 5-25 0 0,1 3-8 0 0,1 2 0 0 0,-1 1 96 0 0,0 0 32 0 0,1-3 128 0 0,-2-4 0 0 0,1-4-4 0 0,-3-5 26 0 0,1-5 3 0 0,-2-6 28 0 0,-2-4-63 0 0,-1-5-22 0 0,-2-3-90 0 0,-2-4 22 0 0,-2-2-24 0 0,-2-1-94 0 0,-3-2-310 0 0,-5-1 54 0 0,-7 0 104 0 0,-7 0 212 0 0,-9-2 8 0 0,-9-1 183 0 0,-9-2 88 0 0,-9-2-293 0 0,-4-2 88 0 0,-2-1-32 0 0,3-2-7 0 0,7 1-101 0 0,8 0-144 0 0,10 1-227 0 0,10 0-472 0 0,9 1-696 0 0,7 1-1603 0 0,5-2-3072 0 0,3 1 2007 0 0</inkml:trace>
  <inkml:trace contextRef="#ctx0" brushRef="#br74" timeOffset="158583.876">23191 12646 900 0 0,'0'0'0'0'0,"0"0"2776"0"0,0 0 1601 0 0,0 0-3131 0 0,0 0 693 0 0,0 0-487 0 0,0 0-59 0 0,0 0-109 0 0,0 0-117 0 0,0 0-255 0 0,0 0-20 0 0,34-21 40 0 0,8-9-276 0 0,8-8-237 0 0,1-4-105 0 0,-1-6-97 0 0,-4-2 5 0 0,-5-5-19 0 0,-6-3-105 0 0,-5-5-22 0 0,-6-4-80 0 0,-8-5-83 0 0,-7-4-72 0 0,-11-4-30 0 0,-12-3-24 0 0,-15-1-47 0 0,-12 0-78 0 0,-11 1-121 0 0,-10 4-132 0 0,-6 5-282 0 0,-4 6-719 0 0,0 9-745 0 0,5 9-2442 0 0,1 10-2625 0 0,15 12 5991 0 0</inkml:trace>
  <inkml:trace contextRef="#ctx0" brushRef="#br75" timeOffset="159138.201">23758 10750 788 0 0,'0'0'0'0'0,"0"0"1824"0"0,0 0 4131 0 0,0 0-4914 0 0,0 0 993 0 0,0 0-693 0 0,0 0-289 0 0,0 0-22 0 0,0 0-86 0 0,0 0-257 0 0,0 0-13 0 0,0 0-131 0 0,35 4-58 0 0,11 5-138 0 0,10 6-110 0 0,3 8-131 0 0,-1 6-14 0 0,-7 8-99 0 0,-10 6 20 0 0,-11 6-186 0 0,-12 5-67 0 0,-10 3-145 0 0,-11 2 50 0 0,-10-1 4 0 0,-9-2 107 0 0,-6-3 88 0 0,-4-5 68 0 0,-3-7 10 0 0,-3-6-81 0 0,1-7-5 0 0,-2-8 174 0 0,2-6-37 0 0,2-7 58 0 0,2-7-64 0 0,2-7-530 0 0,3-7-196 0 0,4-5 445 0 0,6-5-54 0 0,5-5 135 0 0,6-1-122 0 0,8-2 252 0 0,9 2 75 0 0,6 3 518 0 0,6 5 76 0 0,5 5 100 0 0,6 5 2 0 0,6 5 50 0 0,7 6-11 0 0,8 3-75 0 0,7 4-163 0 0,6 2-220 0 0,4 1-278 0 0,1 0-187 0 0,-2-1-939 0 0,-4-2-534 0 0,-6-1-2371 0 0,-8-3-3671 0 0,-13-2 2976 0 0</inkml:trace>
  <inkml:trace contextRef="#ctx0" brushRef="#br76" timeOffset="166577.071">24928 12104 392 0 0,'0'0'0'0'0,"0"0"76"0"0,0 0 98 0 0,0 0 4700 0 0,0 0-3092 0 0,0 0 304 0 0,0 0-603 0 0,0 0-289 0 0,0 0-246 0 0,6 1-223 0 0,1 1-157 0 0,1 0-177 0 0,-2-1-73 0 0,1 0-32 0 0,-2-1-6 0 0,0 0 57 0 0,0-2 43 0 0,1 1 29 0 0,1-1 12 0 0,5 1-32 0 0,1 0-2 0 0,4 1-29 0 0,3 0 15 0 0,3 1-2 0 0,3 1-18 0 0,3 0-41 0 0,3 0 1 0 0,2 0-50 0 0,1 0-72 0 0,1 0-11 0 0,-2 0-79 0 0,0-1-108 0 0,-5 0 20 0 0,-3 0-81 0 0,-7-1 3 0 0,-6 1-136 0 0,-4 1-333 0 0,-5 0-492 0 0,-3 1-195 0 0,-3 2-593 0 0,-3-1-1189 0 0,-4 1-2579 0 0,-2 0-904 0 0,2-2 6917 0 0,1-1-1482 0 0</inkml:trace>
  <inkml:trace contextRef="#ctx0" brushRef="#br77" timeOffset="173167.243">27109 10492 484 0 0,'0'0'0'0'0,"0"0"24"0"0,0 0 93 0 0,0 0 4524 0 0,0 0-4133 0 0,0 0 1169 0 0,0 0-823 0 0,0 0-52 0 0,22 21-75 0 0,5 7-255 0 0,4 7-96 0 0,2 3-157 0 0,-5 2 39 0 0,-6 0 89 0 0,-6-1 108 0 0,-6-1 75 0 0,-6-1 67 0 0,-7 0 6 0 0,-9-1-67 0 0,-8-1-160 0 0,-6 0-93 0 0,-6 0-44 0 0,-3-2-119 0 0,-2-2-125 0 0,-2-2-6 0 0,1-3-97 0 0,1-3 62 0 0,4-4 37 0 0,3-3-49 0 0,5-5 66 0 0,8-4-98 0 0,5-2-330 0 0,5-3 343 0 0,4-4-81 0 0,2-2 99 0 0,2-2-473 0 0,-1-4 375 0 0,0-2-142 0 0,0-3 88 0 0,0-3-12 0 0,0-1 6 0 0,1-2 57 0 0,3 1 96 0 0,2 2 60 0 0,5 2 141 0 0,4 2 59 0 0,5 3 205 0 0,5 1 42 0 0,4 3-42 0 0,7 2-21 0 0,5 2-129 0 0,8 1 18 0 0,5 2-43 0 0,6 2-96 0 0,7 2-125 0 0,5 2 14 0 0,3 1-77 0 0,4 0-42 0 0,0 0-34 0 0,-1 0-122 0 0,-1-1-464 0 0,-4 0-302 0 0,-6-2-659 0 0,-9 0-838 0 0,-10-1-2948 0 0,-13-1 2466 0 0</inkml:trace>
  <inkml:trace contextRef="#ctx0" brushRef="#br78" timeOffset="172236.349">26352 11895 952 0 0,'0'0'0'0'0,"0"0"196"0"0,0 0 5484 0 0,0 0-5688 0 0,0 0 1718 0 0,0 0-748 0 0,0 0-6 0 0,0 0 206 0 0,0 0-113 0 0,0 0-225 0 0,-6 0-130 0 0,1 0-112 0 0,-1 0 4 0 0,2 0-83 0 0,0 1-103 0 0,2 1-147 0 0,2 2-122 0 0,3 3-47 0 0,4 5 16 0 0,4 5-28 0 0,5 7 20 0 0,4 6 3 0 0,4 5-10 0 0,3 5 79 0 0,1 1-88 0 0,0 1 20 0 0,-1-1-53 0 0,-2 0-26 0 0,0-1-14 0 0,-2-2-19 0 0,-2-2-91 0 0,-1-2 6 0 0,-2-2-69 0 0,-1-3 19 0 0,0-3-14 0 0,-3-2-36 0 0,0-4 6 0 0,-2-2-70 0 0,-2-3-47 0 0,-2-2-9 0 0,-2-3-19 0 0,-2-1-58 0 0,-2-2-205 0 0,-1-1-352 0 0,-4-1-522 0 0,-5 0-869 0 0,-7-2-3058 0 0,0 0 1469 0 0</inkml:trace>
  <inkml:trace contextRef="#ctx0" brushRef="#br79" timeOffset="172509.698">26080 12463 848 0 0,'0'0'0'0'0,"0"0"732"0"0,0 0 1517 0 0,0 0-433 0 0,0 0-788 0 0,0 0 465 0 0,0 0-91 0 0,0 0 308 0 0,0 0-14 0 0,49-18-645 0 0,13-10-247 0 0,10-10-164 0 0,0-6-185 0 0,-6-3-458 0 0,-9 0 65 0 0,-11 0-336 0 0,-13 4-42 0 0,-10 3-418 0 0,-9 4-707 0 0,-7 4-1233 0 0,-7 1-3587 0 0,-2 7 2157 0 0</inkml:trace>
  <inkml:trace contextRef="#ctx0" brushRef="#br80" timeOffset="174559.88">19721 13052 640 0 0,'0'0'0'0'0,"0"0"2736"0"0,0 0-466 0 0,0 0-941 0 0,0 0-35 0 0,0 0-298 0 0,0 0 108 0 0,0 0-182 0 0,0 0-162 0 0,0 0-84 0 0,-21 8-143 0 0,0 1-92 0 0,0 0-189 0 0,7-1-58 0 0,11-2-32 0 0,9-1 466 0 0,11 0-112 0 0,9-1-280 0 0,10 2 72 0 0,10 0 124 0 0,12 2 177 0 0,12 0 416 0 0,14 2-220 0 0,14 0-291 0 0,12 1-65 0 0,12-1-108 0 0,7-2-70 0 0,3 0-90 0 0,1-2-58 0 0,1 0-43 0 0,-1-2-76 0 0,0 0 6 0 0,1 0-60 0 0,1-2 55 0 0,0 0-24 0 0,1-1 8 0 0,1-1-85 0 0,0 0 122 0 0,0 0-40 0 0,-1 0 19 0 0,-1-1-2 0 0,-1 0 6 0 0,-3-1 101 0 0,-3-1-132 0 0,-3 0 110 0 0,-3 0-52 0 0,-3 0 15 0 0,-3 0-50 0 0,-3 0 75 0 0,-2 0-81 0 0,-1 2 72 0 0,-2 0-27 0 0,-2 0-33 0 0,-2 2 67 0 0,-4 1-78 0 0,-4 1 66 0 0,-4 1-67 0 0,-4 1 15 0 0,-3 0-10 0 0,-3-1-4 0 0,-2 0-4 0 0,-2 0 1 0 0,0-2-1 0 0,-1-1 9 0 0,0 0-11 0 0,-2-1-2 0 0,2 0 6 0 0,-1-1-3 0 0,1 0 1 0 0,0-2 9 0 0,-1 0 3 0 0,-1-1 4 0 0,-3 1 4 0 0,-1-1 41 0 0,-2 0-11 0 0,-2 1 11 0 0,-3-1-53 0 0,-1 1 20 0 0,-3 0-14 0 0,0 0 64 0 0,-2 1-33 0 0,-1-1 13 0 0,-1 1-2 0 0,-2 0 0 0 0,-2-1 19 0 0,-2 0 3 0 0,-4 1 15 0 0,0-2 11 0 0,-1 0 59 0 0,-1 1 222 0 0,1-2-162 0 0,-2 1-57 0 0,0 0-56 0 0,-1-1-9 0 0,-3 0-21 0 0,-3 0 2 0 0,-1 0-72 0 0,-3 1 20 0 0,-3-1 32 0 0,-3 2-59 0 0,-2-1 20 0 0,-3 1-2 0 0,-2 1 40 0 0,-2 0-58 0 0,0 1 25 0 0,-1 1 52 0 0,-1-1-82 0 0,-2 1 18 0 0,-1 0-7 0 0,-2 1-15 0 0,-1-1-57 0 0,-2 0 81 0 0,-3 0-88 0 0,-1 0 27 0 0,-1 0-93 0 0,-2 1-135 0 0,-2 1-176 0 0,-4 1-257 0 0,-6 2-165 0 0,-8 2-470 0 0,-11 1-1394 0 0,-12 0-3314 0 0,-7 0-4387 0 0,5-2 11771 0 0</inkml:trace>
  <inkml:trace contextRef="#ctx0" brushRef="#br81" timeOffset="175588.275">23277 14757 1580 0 0,'0'0'0'0'0,"0"0"2372"0"0,0 0 4481 0 0,0 0-6545 0 0,0 0 1748 0 0,0 0-878 0 0,0 0 3 0 0,0 0-227 0 0,0 0-30 0 0,0 0-280 0 0,0 0-100 0 0,0 0-132 0 0,24-12-59 0 0,5-5-171 0 0,3-6-64 0 0,1-4-5 0 0,-2-4-44 0 0,-1-2 40 0 0,-2-4-4 0 0,-1-3 7 0 0,2-2-6 0 0,1-4 22 0 0,1-4-54 0 0,2-2-67 0 0,3-4 8 0 0,0-1-15 0 0,1-1-8 0 0,-2 1-4 0 0,0 3-69 0 0,-4 4 94 0 0,-4 5-79 0 0,-4 6 72 0 0,-5 7-16 0 0,-4 7 0 0 0,-4 5 12 0 0,-3 6 2 0 0,-2 5-1 0 0,-2 2-4 0 0,-2 3 2 0 0,0 1-1 0 0,0 2-5 0 0,0 1-82 0 0,-1 0 56 0 0,1 1 20 0 0,0-1-49 0 0,0 1 65 0 0,2 2-11 0 0,2 3 5 0 0,4 5 113 0 0,5 6-88 0 0,5 6-10 0 0,5 6 4 0 0,6 5 97 0 0,3 4-7 0 0,3 4 0 0 0,4 1-28 0 0,1 3 28 0 0,2 0 26 0 0,2 2-35 0 0,1-1-10 0 0,0-1-45 0 0,-1-2 11 0 0,-3-3-63 0 0,-2-5 16 0 0,-5-5-17 0 0,-4-6 11 0 0,-5-6 11 0 0,-5-5 39 0 0,-4-4-57 0 0,-6-3 81 0 0,-3-4-34 0 0,-3-1 6 0 0,-3-1-46 0 0,-1-2 13 0 0,-1 1-12 0 0,0 0 7 0 0,-1-1-3 0 0,2 2 48 0 0,-1 0-56 0 0,1-1 14 0 0,-1 1 43 0 0,2 0-57 0 0,-1-1 61 0 0,0 1-60 0 0,0-1 65 0 0,-1 1-81 0 0,-1 0-31 0 0,-5 2-21 0 0,-6 0 28 0 0,-9 1-12 0 0,-11 3 46 0 0,-12 0-96 0 0,-12 1-17 0 0,-13 1 63 0 0,-10 1-25 0 0,-9-1-38 0 0,-4 0 33 0 0,-2 0-13 0 0,-1-1-16 0 0,2-1-45 0 0,7 1 90 0 0,7-1 18 0 0,11-1 39 0 0,11 0-47 0 0,12 0 18 0 0,10-1 36 0 0,9-2-87 0 0,8 0-84 0 0,5-1-217 0 0,2 0-228 0 0,0-1-253 0 0,-2 1-589 0 0,-4-1-1504 0 0,-7 0-3211 0 0,2 0-1756 0 0</inkml:trace>
  <inkml:trace contextRef="#ctx0" brushRef="#br82" timeOffset="-146808.533">2069 8424 112 0 0,'0'0'0'0'0,"0"0"0"0"0</inkml:trace>
  <inkml:trace contextRef="#ctx0" brushRef="#br83" timeOffset="-145746.939">2300 8689 28 0 0,'0'0'0'0'0,"0"0"0"0"0,19-21 289 0 0,4-5-215 0 0,3-3 91 0 0,-1-2-68 0 0,-2 1-98 0 0,-3 1 34 0 0,-4 2 24 0 0,-3 2-62 0 0,-3 1 11 0 0,-2 2 0 0 0,0-1 86 0 0,-1 1-58 0 0,1 0 98 0 0,0-1-102 0 0,0 1 719 0 0,1 0-482 0 0,-1 1 330 0 0,0 1 48 0 0,-3 2 68 0 0,-1 4 327 0 0,-1 2 201 0 0,-2 3 135 0 0,-1 4-270 0 0,0 1-297 0 0,0 3-181 0 0,-1 0-151 0 0,1 1-78 0 0,0 1-49 0 0,0-1-55 0 0,0 1-80 0 0,0-1-61 0 0,0 0-94 0 0,0 1-46 0 0,0-1 12 0 0,0 0 120 0 0,0 0 24 0 0,1 0 118 0 0,0 0 8 0 0,0 1 138 0 0,0 1 112 0 0,-1 0-4 0 0,0 1-22 0 0,0 0-131 0 0,0-1-128 0 0,0 0-104 0 0,0-1-94 0 0,0 0-48 0 0,1-1-3 0 0,0 0-12 0 0,0 0-14 0 0,0 0-52 0 0,-1 0 84 0 0,1 0-28 0 0,-1 0 94 0 0,0 0 9 0 0,1 0 26 0 0,0 0 16 0 0,0 0-29 0 0,0 0 24 0 0,1 0-8 0 0,-1 0 6 0 0,0 0-66 0 0,-1 0-50 0 0,1 0 14 0 0,-1 0-29 0 0,0 0 6 0 0,0 0-22 0 0,0 0 10 0 0,0 0-45 0 0,0 0 54 0 0,0 0-18 0 0,0 0 10 0 0,0 0 4 0 0,0 0 4 0 0,0 0 14 0 0,0 0 52 0 0,0 0-70 0 0,0 0 70 0 0,0 0-76 0 0,0 0 22 0 0,0 0 1 0 0,0 0 58 0 0,0 0 22 0 0,0 0-26 0 0,0 0-1 0 0,0 0-66 0 0,0 0 78 0 0,0 0-36 0 0,0 0-44 0 0,1 0 9 0 0,0 0-137 0 0,-1 0 9 0 0,2 0-2 0 0,0 0 12 0 0,-1 0 57 0 0,0 0-5 0 0,0 0 57 0 0,-1 0-13 0 0,0 0 16 0 0,0 0 2 0 0,1 0 5 0 0,0 0 0 0 0,0 0 9 0 0,-1 0-12 0 0,1 0 0 0 0,-1 0-5 0 0,0 0 1 0 0,0 0-1 0 0,0 0 0 0 0,0 0 4 0 0,0 0-5 0 0,0 0-3 0 0,0-1 5 0 0,0-1 50 0 0,0 0 37 0 0,0 1 21 0 0,0-1-15 0 0,0 1-25 0 0,0 0-16 0 0,0 0-2 0 0,0 1 2 0 0,0-1-6 0 0,0 0-45 0 0,0 1 8 0 0,0-2-10 0 0,0-1 10 0 0,0-2-13 0 0,0-1-9 0 0,0-3-40 0 0,1-1-9 0 0,1-2 60 0 0,1-2-10 0 0,1 0 6 0 0,2-2 5 0 0,0 0 0 0 0,2-1 0 0 0,-2 0 9 0 0,0 1 63 0 0,0-1-36 0 0,1 0 29 0 0,-1-2-17 0 0,0-2-50 0 0,-1-3 9 0 0,1-3-2 0 0,-2-3-6 0 0,-1-2-3 0 0,0-2 1 0 0,-1-2 3 0 0,-1 0 56 0 0,0 0-68 0 0,-1 0 94 0 0,0 0-33 0 0,0 1 30 0 0,-1 1 65 0 0,1 2-18 0 0,-1 0-32 0 0,-1 2-91 0 0,0-1 14 0 0,-1 1-16 0 0,1 0 4 0 0,0-1-1 0 0,1 0-5 0 0,0-1 2 0 0,1 0 8 0 0,0 1 58 0 0,0 2 31 0 0,1 4-4 0 0,2 3 15 0 0,1 5-40 0 0,1 4-67 0 0,3 4 8 0 0,2 2 1 0 0,5 3 0 0 0,5 1-9 0 0,5 0-1 0 0,6 1 0 0 0,6 1-6 0 0,5 0-50 0 0,0 1 57 0 0,1 1-109 0 0,-3 2-80 0 0,-3 1-70 0 0,-6 1-46 0 0,-6 0-133 0 0,-5 1-430 0 0,-5 0-267 0 0,-4 0-825 0 0,-5-1-1327 0 0,-2 0-3732 0 0,-7-2 5096 0 0,-2-1 1124 0 0</inkml:trace>
  <inkml:trace contextRef="#ctx1" brushRef="#br84" timeOffset="152561.94">2227 7719 1580,'0'0'0,"0"0"5713,0 0-4439,0 0 503,0 0-1139,0 0 172,0 0 781,0 0-71,0 0-365,0 0-417,53 1-362,9 0-109,9 0-277,-2 0 46,-4 2-325,-7 0-487,-5 1-387,-6 1-1038,-5-1-2899,-7 0-2746,-8-2 8957</inkml:trace>
  <inkml:trace contextRef="#ctx0" brushRef="#br85" timeOffset="-144759.584">3357 6679 364 0 0,'0'0'0'0'0,"0"0"1604"0"0,0 0 1947 0 0,0 0-2158 0 0,0 0-100 0 0,0 0-587 0 0,0 0 159 0 0,0 0 122 0 0,0 0 22 0 0,0 0-133 0 0,0 0-82 0 0,0 0 13 0 0,8 0 5 0 0,2 1-110 0 0,2 4 14 0 0,2 4-47 0 0,0 9-211 0 0,1 10-218 0 0,-1 11-242 0 0,-4 9-143 0 0,-3 10-553 0 0,-3 7-449 0 0,-3 2-978 0 0,-8 3-3578 0 0,0-13-2865 0 0</inkml:trace>
  <inkml:trace contextRef="#ctx0" brushRef="#br86" timeOffset="-141867.053">2454 7717 64 0 0,'0'0'0'0'0,"0"0"68"0"0,0 0 294 0 0,0 0-453 0 0,0 0 293 0 0,0 0 2024 0 0,0 0-1378 0 0,0 0-217 0 0,0 0 193 0 0,0 0 319 0 0,0 0-55 0 0,6 2-209 0 0,1-2-390 0 0,2 0-102 0 0,1-1-38 0 0,-2-1 54 0 0,-1-1-119 0 0,-3 1 70 0 0,0 1 126 0 0,-1 0 84 0 0,-2 0 15 0 0,1 1-131 0 0,-1-1-119 0 0,0 1-62 0 0,-1 0-13 0 0,1 1-26 0 0,-1-1 30 0 0,0 0-19 0 0,0 0-59 0 0,0 0-39 0 0,0 0-25 0 0,1 0 5 0 0,1 0-24 0 0,1 0-23 0 0,1 0 20 0 0,-1 0 25 0 0,1 0 2 0 0,1 0-13 0 0,2 0 86 0 0,1 0-16 0 0,4 0-94 0 0,4 0 2 0 0,1 0-90 0 0,2 0 16 0 0,2 1-12 0 0,2-1 10 0 0,2 0-13 0 0,0 1 14 0 0,0-1-9 0 0,1 0-2 0 0,-2 0-4 0 0,0 0 5 0 0,-2-1 3 0 0,-3 1 51 0 0,-1-1-61 0 0,-3 0 16 0 0,-4 1-1 0 0,-2-1-2 0 0,-3 0 48 0 0,-2 1-9 0 0,-2-1 1 0 0,-1 1 1 0 0,-1 0-56 0 0,0 0-175 0 0,-1 0-262 0 0,1 0-111 0 0,-1 0-210 0 0,1 0-160 0 0,1 0-203 0 0,1 0-331 0 0,6-1 274 0 0,4 0-279 0 0,6-2-796 0 0,5 0 272 0 0,1-1-451 0 0,-31 5 1250 0 0,-7 0 1258 0 0</inkml:trace>
  <inkml:trace contextRef="#ctx0" brushRef="#br87" timeOffset="-141113">3829 7694 144 0 0,'0'0'0'0'0,"0"0"312"0"0,0 0 2208 0 0,0 0 1464 0 0,0 0-3205 0 0,0 0 780 0 0,0 0-652 0 0,0 0 148 0 0,0 0-64 0 0,0 0-147 0 0,0 0-196 0 0,0 0-112 0 0,0 0-102 0 0,-1 2 29 0 0,-4 1 104 0 0,-3 3-196 0 0,-4 3-220 0 0,-4 6-78 0 0,-4 5 55 0 0,-4 7-8 0 0,-4 6-42 0 0,-2 8 30 0 0,-3 6-57 0 0,0 6-40 0 0,1 4-5 0 0,4 3-79 0 0,3 1 20 0 0,7 0-25 0 0,6-4-136 0 0,5-3-313 0 0,5-5 193 0 0,7-5-558 0 0,8-5-324 0 0,7-5-571 0 0,8-5-628 0 0,7-5-2208 0 0,2-5 624 0 0,6-6 4228 0 0,-8-5-1052 0 0</inkml:trace>
  <inkml:trace contextRef="#ctx0" brushRef="#br88" timeOffset="-140810.863">4364 7889 1212 0 0,'0'0'0'0'0,"0"0"5613"0"0,0 0-3399 0 0,0 0-913 0 0,0 0-130 0 0,0 0-385 0 0,0 0 386 0 0,0 0-146 0 0,0 0-364 0 0,0 0-297 0 0,0 0-100 0 0,7 14-47 0 0,4 9-9 0 0,4 8-38 0 0,3 7-107 0 0,2 5-60 0 0,3 3 4 0 0,1 2-81 0 0,1 1-10 0 0,-1-3-108 0 0,1-1-114 0 0,-2-3-213 0 0,-1-3-143 0 0,-2-4-264 0 0,-2-3-400 0 0,-4-5-507 0 0,-3-3-651 0 0,-5-5-2049 0 0,-2-4 1336 0 0,-5-3 3426 0 0,-2-5-760 0 0</inkml:trace>
  <inkml:trace contextRef="#ctx0" brushRef="#br89" timeOffset="-140533.351">4844 7750 796 0 0,'0'0'0'0'0,"0"0"1276"0"0,0 0 6730 0 0,0 0-9096 0 0,0 0 3109 0 0,-16 24-1118 0 0,-8 9 373 0 0,-8 11-130 0 0,-9 8-453 0 0,-5 7-559 0 0,-6 5-58 0 0,-2 5-234 0 0,0 3 50 0 0,1 0-34 0 0,2 0-24 0 0,4-4-197 0 0,5-4-142 0 0,5-6-229 0 0,7-7-479 0 0,6-8-740 0 0,6-8-1101 0 0,3-8-2116 0 0,3-9 4810 0 0,4-6-801 0 0</inkml:trace>
  <inkml:trace contextRef="#ctx0" brushRef="#br90" timeOffset="-140125.344">4736 8822 8201 0 0,'0'0'0'0'0,"0"0"1996"0"0,0 0-915 0 0,0 0-195 0 0,0 0-538 0 0,0 0-18 0 0,0 0 607 0 0,0 0 250 0 0,0 0-264 0 0,49-16-253 0 0,17-8-161 0 0,14-9-39 0 0,4-6-102 0 0,-1-5-40 0 0,-5-5-71 0 0,-8-3-103 0 0,-8-3-159 0 0,-12-2 30 0 0,-12-3-169 0 0,-12-2 13 0 0,-13-3-102 0 0,-19-2-193 0 0,-18-3-157 0 0,-19-2-130 0 0,-17-3-129 0 0,-14 1-262 0 0,-9 4-649 0 0,-3 5-1000 0 0,3 10-3018 0 0,17 14 1692 0 0</inkml:trace>
  <inkml:trace contextRef="#ctx0" brushRef="#br91" timeOffset="-137031.203">5969 8171 744 0 0,'0'0'0'0'0,"0"0"104"0"0,0 0 6903 0 0,0 0-6467 0 0,0 0 1220 0 0,0 0-617 0 0,0 0-422 0 0,0 0 71 0 0,0 0 68 0 0,0 0-15 0 0,0 0-104 0 0,0 0-193 0 0,47 10-120 0 0,9 1-95 0 0,9 0-96 0 0,0-3 88 0 0,0-1 21 0 0,-4-5-109 0 0,-6-1-210 0 0,-5-3 1 0 0,-9-1-179 0 0,-8-1-196 0 0,-10-1-478 0 0,-8-1-333 0 0,-7-1-1126 0 0,-4 0-344 0 0,-10-2-3479 0 0,-1 2 1996 0 0</inkml:trace>
  <inkml:trace contextRef="#ctx0" brushRef="#br92" timeOffset="-136651.02">6083 7829 640 0 0,'0'0'0'0'0,"0"0"8369"0"0,0 0-7276 0 0,0 0 851 0 0,0 0-1039 0 0,0 0-509 0 0,0 0 639 0 0,0 0-266 0 0,0 0-37 0 0,0 0-203 0 0,47-2-339 0 0,13-3-170 0 0,9-1-87 0 0,-1-1-184 0 0,-5-2-211 0 0,-8 1-323 0 0,-11 1-514 0 0,-8-1-1043 0 0,-10 2-2493 0 0,-7 0-1421 0 0,-7 2 6888 0 0,-5 1-1486 0 0</inkml:trace>
  <inkml:trace contextRef="#ctx0" brushRef="#br93" timeOffset="-135986.95">7276 7430 1056 0 0,'0'0'0'0'0,"0"0"104"0"0,0 0 3715 0 0,0 0-1677 0 0,0 0-414 0 0,0 0-160 0 0,0 0-403 0 0,0 0-10 0 0,0 0-319 0 0,0 0-156 0 0,46 9-298 0 0,8 4-243 0 0,2 7-44 0 0,-5 4-79 0 0,-10 5 0 0 0,-11 5 44 0 0,-11 3-62 0 0,-9 4 20 0 0,-8 2 41 0 0,-6 2-65 0 0,-8 1 26 0 0,-6 1 94 0 0,-7 0 60 0 0,-5 0 97 0 0,-7 0-56 0 0,-5-1 59 0 0,-6 0 32 0 0,-3-2 43 0 0,-2-1 38 0 0,-1-3 32 0 0,3-5-130 0 0,4-4-151 0 0,5-5-135 0 0,6-6 12 0 0,8-5-82 0 0,7-5 25 0 0,7-4-21 0 0,5-2-145 0 0,5-4 18 0 0,2-2 23 0 0,2-2-70 0 0,1-3 109 0 0,0-2-354 0 0,1-1 496 0 0,-2-3-56 0 0,5-1 93 0 0,2-2 19 0 0,4-1-72 0 0,4-1 127 0 0,3 2 91 0 0,4 1 94 0 0,3 2 28 0 0,2 4 4 0 0,4 3 174 0 0,2 2-2 0 0,1 5-194 0 0,1 4-107 0 0,0 5 6 0 0,2 6-133 0 0,1 4-87 0 0,1 5-80 0 0,1 3-148 0 0,0 2 32 0 0,-1 0-140 0 0,-2-3-284 0 0,-1-2-261 0 0,-1-4-543 0 0,0-6-672 0 0,0-4-325 0 0,-1-4-413 0 0,-3-3-2156 0 0,-7-3 1537 0 0</inkml:trace>
  <inkml:trace contextRef="#ctx0" brushRef="#br94" timeOffset="-135683.274">7861 7970 9313 0 0,'0'0'0'0'0,"0"0"2324"0"0,0 0-1428 0 0,0 0 21 0 0,0 0-28 0 0,0 0 215 0 0,0 0 15 0 0,0 0-380 0 0,0 0-266 0 0,0 0-207 0 0,37 20-69 0 0,11 8-82 0 0,7 6 63 0 0,2 4-101 0 0,-4 2-82 0 0,-6-1 21 0 0,-5-1-161 0 0,-6-4 46 0 0,-6-2-143 0 0,-4-4-352 0 0,-5-4-303 0 0,-4-5-377 0 0,-4-3-594 0 0,-4-5-513 0 0,-3-3-612 0 0,-3-2-2010 0 0,-1-4 2110 0 0</inkml:trace>
  <inkml:trace contextRef="#ctx0" brushRef="#br95" timeOffset="-135413.959">7493 8638 628 0 0,'0'0'0'0'0,"0"0"192"0"0,0 0-191 0 0,0 0 3382 0 0,0 0-1538 0 0,0 0-257 0 0,0 0-249 0 0,0 0 31 0 0,0 0 120 0 0,0 0-310 0 0,0 0-193 0 0,39-21-32 0 0,15-9-38 0 0,15-8-86 0 0,10-6-189 0 0,5-4-302 0 0,3-4-294 0 0,0 0-2 0 0,-5-1-181 0 0,-7 2-50 0 0,-10 3-133 0 0,-10 5-322 0 0,-12 4-145 0 0,-11 6-563 0 0,-12 4-1683 0 0,-8 5-4353 0 0,-7 7 3840 0 0</inkml:trace>
  <inkml:trace contextRef="#ctx0" brushRef="#br96" timeOffset="-120825.254">18778 10355 196 0 0,'0'0'0'0'0,"0"0"8"0"0,0 0 401 0 0,0 0-515 0 0,0 0-90 0 0,0 0-136 0 0</inkml:trace>
  <inkml:trace contextRef="#ctx0" brushRef="#br97" timeOffset="-117228">18778 10355 168 0 0,'0'0'0'0'0,"5"-1"248"0"0,2 1-75 0 0,0 0-99 0 0,-2 1 644 0 0,-1 0 599 0 0,-1 0-885 0 0,-2-1-164 0 0,0 1-236 0 0,-1-1-78 0 0,-1 1-37 0 0,1-1-20 0 0,0 0 29 0 0,0 0-66 0 0,-1 0-59 0 0,1 0 0 0 0,0 0 82 0 0,0 0 117 0 0,0 1-19 0 0,0-1 139 0 0,0 1 74 0 0,0-1-28 0 0,0 1-194 0 0,0-1 58 0 0,0 0-184 0 0,0 0-105 0 0,0 1-330 0 0,0 1-108 0 0,0 0-127 0 0,0 1 482 0 0,0 0 346 0 0,0 1-75 0 0,0-1 71 0 0,0 1 117 0 0,0-1 428 0 0,0 0-316 0 0,0 0 250 0 0,0-1 407 0 0,0 0-486 0 0,0-1-98 0 0,0 0-312 0 0,0-1 58 0 0,0 1-169 0 0,0-1-73 0 0,1 0-1 0 0,1 1-137 0 0,0 0-8 0 0,0 0 101 0 0,-1 1 221 0 0,0-1-12 0 0,0 0 238 0 0,0 1 67 0 0,1-1-51 0 0,-2 0-124 0 0,1 0-88 0 0,-1-1 66 0 0,0 1-1 0 0,0-1 12 0 0,0 0-106 0 0,0 0 14 0 0,0 0-141 0 0,0 0 90 0 0,0 0 60 0 0,0 0 242 0 0,1 0 237 0 0,0 0 92 0 0,0 0 97 0 0,-1 0 170 0 0,1 0 145 0 0,-1 0-102 0 0,1 0-148 0 0,-1 0-203 0 0,0 0-180 0 0,1 0-238 0 0,-1 0-101 0 0,1-1-164 0 0,1 0-90 0 0,-1 0-70 0 0,2-1-87 0 0,-2 1-54 0 0,2 0 108 0 0,-1 0 279 0 0,0 0 31 0 0,-1 0 290 0 0,0 0 7 0 0,-1 1 70 0 0,0-1-56 0 0,0 1-19 0 0,0 0-85 0 0,0-1-195 0 0,0 1 49 0 0,0-1-213 0 0,0 0 19 0 0,1 0-86 0 0,0-1 299 0 0,1-1 12 0 0,1 0 2 0 0,-1 0 92 0 0,1 0 6 0 0,-1 0-31 0 0,0 0 18 0 0,-1 0 55 0 0,0 1 12 0 0,-1-1 14 0 0,0 0-14 0 0,0 0-69 0 0,0 0-41 0 0,1-1-114 0 0,0-1-40 0 0,1 1-88 0 0,1-2 50 0 0,0 0 38 0 0,1 0 38 0 0,0-1-10 0 0,0 1 18 0 0,1 0-3 0 0,-1 0 6 0 0,0-1 7 0 0,0 1 125 0 0,-1 0-49 0 0,0-1-6 0 0,0 1 1 0 0,-1 0-81 0 0,1-1 72 0 0,-1 1-86 0 0,1-1 25 0 0,-1 0-14 0 0,0 0 2 0 0,1-1 4 0 0,0-1-2 0 0,0 0 10 0 0,-1-1 63 0 0,1 1 16 0 0,-1 0 27 0 0,0 0 86 0 0,0 0 85 0 0,-1 0-3 0 0,1 1 11 0 0,-2-1-59 0 0,2 0-131 0 0,-1 0-102 0 0,1 0-72 0 0,1-2-68 0 0,0 1 37 0 0,1-2 23 0 0,0-1 85 0 0,1 0-20 0 0,1-1 32 0 0,-1-1 50 0 0,0 0-27 0 0,-1-1-39 0 0,-1 1 91 0 0,0-1-118 0 0,0 0 32 0 0,-1-1-81 0 0,2 0 89 0 0,1 0-147 0 0,1 0-17 0 0,2 0 52 0 0,1-1 14 0 0,1 0 16 0 0,0-1-29 0 0,1 0 100 0 0,-2 1-16 0 0,-1-1 18 0 0,-1 1 79 0 0,0 1-100 0 0,-2 0 112 0 0,0 2-47 0 0,-2 1-60 0 0,1 1 15 0 0,-1 1-18 0 0,-1 1-46 0 0,-1 1 60 0 0,1 1-21 0 0,0 0 7 0 0,-1 1 5 0 0,0 0 7 0 0,1 0 106 0 0,-1-1 46 0 0,0 1-72 0 0,-1-1-13 0 0,0 0-58 0 0,1 0 54 0 0,-1 0-58 0 0,0-1 7 0 0,0-1-12 0 0,0-1-106 0 0,2 0 76 0 0,2 0-118 0 0,1-2 94 0 0,2 0 58 0 0,1-1-22 0 0,1 0 15 0 0,0-2-6 0 0,0 0 11 0 0,1 0 2 0 0,-2-1 4 0 0,0-1 4 0 0,-1 1 92 0 0,0-2-118 0 0,1 0 30 0 0,1 0-16 0 0,2-1-60 0 0,0-1-11 0 0,3 0-6 0 0,0 0-25 0 0,0-1-60 0 0,1 0 15 0 0,-1 0 70 0 0,0 0 6 0 0,-1 1 59 0 0,-1 1 7 0 0,-1 1 2 0 0,-1 1 138 0 0,-1 2-99 0 0,-1 0-19 0 0,-1 2 77 0 0,0 1-9 0 0,-2 0-43 0 0,0 1 8 0 0,0-1-56 0 0,-1 0-1 0 0,1-1 2 0 0,-1 0-4 0 0,-1-2 10 0 0,1 0 59 0 0,-1-1 11 0 0,1 0 1 0 0,-1-1 37 0 0,0 0-43 0 0,-1 1-13 0 0,1-1 3 0 0,-1 2-4 0 0,2-1 28 0 0,0 1-22 0 0,1 0-53 0 0,2 0 2 0 0,0 0-66 0 0,3 1 77 0 0,-1 0-18 0 0,1 0 12 0 0,0 1 60 0 0,0 1-78 0 0,-1 0 120 0 0,-1-1-138 0 0,1 1 43 0 0,-2-1-15 0 0,1-1 0 0 0,0 0 5 0 0,0 0 7 0 0,0 0-10 0 0,0 0 54 0 0,-1-1-1 0 0,1 0-62 0 0,-1 1 71 0 0,1-1 5 0 0,-1 1-76 0 0,1 0 73 0 0,-1 0-11 0 0,-1 0 17 0 0,-1 0 17 0 0,1-1-23 0 0,0 0-66 0 0,1-1 10 0 0,0-2-14 0 0,0 0-13 0 0,0-1 8 0 0,2-1-9 0 0,-1 0 3 0 0,2 0-57 0 0,0 1 86 0 0,1 0-14 0 0,0 1 81 0 0,0 1-109 0 0,2 1 23 0 0,-1-1-14 0 0,1 2 9 0 0,-1-1-8 0 0,-1 1 8 0 0,1 1 2 0 0,-1-2-1 0 0,0 1-4 0 0,0-1 11 0 0,0 0 2 0 0,2-2 8 0 0,1-1-6 0 0,-2 0 54 0 0,2-2-62 0 0,-3 1 96 0 0,0-2-24 0 0,0 1-84 0 0,-1-1-29 0 0,0 0-30 0 0,1 1 72 0 0,0-1-20 0 0,0 1-29 0 0,1 0 62 0 0,-1 0-10 0 0,0 0-4 0 0,1 1-58 0 0,0 0 78 0 0,1 0-27 0 0,0 1 23 0 0,1 0-13 0 0,-1 0-1 0 0,1 0 1 0 0,0 1-1 0 0,-1-1 0 0 0,0 0 0 0 0,1 0-14 0 0,-1 0-57 0 0,1 2-3 0 0,-1 0 16 0 0,0 1 66 0 0,0 1-19 0 0,-1-1 86 0 0,-1 1 25 0 0,0-1-3 0 0,-1 1-40 0 0,-1-2 0 0 0,0-1-64 0 0,0 1 21 0 0,0-2-11 0 0,1 0 1 0 0,1 0-5 0 0,0-1-12 0 0,2 0-44 0 0,1-1-35 0 0,0 0-35 0 0,1 0 80 0 0,1 0-14 0 0,-1 0 68 0 0,0-1-16 0 0,0 0 102 0 0,-1-1-110 0 0,0 1 102 0 0,-1 0-44 0 0,0-1-38 0 0,-2 1 77 0 0,0 0 3 0 0,-1-1-83 0 0,0 0 9 0 0,-1-1-15 0 0,0 0-141 0 0,1 0 132 0 0,2 0-51 0 0,1 0 76 0 0,2 0-24 0 0,0 0 16 0 0,1-1 11 0 0,1-1-3 0 0,-1-1 2 0 0,-1 0-5 0 0,0-1 2 0 0,0 0 64 0 0,0 0-37 0 0,0 0-27 0 0,0 2 4 0 0,0 0-13 0 0,0 1-92 0 0,0 1 118 0 0,0 1 17 0 0,0 0-59 0 0,-1 1 24 0 0,1-1-22 0 0,-2 1 18 0 0,0-1-1 0 0,0 0 56 0 0,0-1-1 0 0,0-2-10 0 0,2 0-41 0 0,0-1 12 0 0,0-1-21 0 0,0 0-1 0 0,1-1-9 0 0,-1 2-46 0 0,0-1-1 0 0,0 2-31 0 0,-1 1 57 0 0,0 2 33 0 0,0 0 82 0 0,-2 1-94 0 0,1 0 26 0 0,-1 1 5 0 0,0-2 32 0 0,0 0-3 0 0,1 0 31 0 0,-1-2-2 0 0,1 1 25 0 0,0-2 14 0 0,1 1-68 0 0,0-1-49 0 0,2 0 11 0 0,-1 0-10 0 0,2 1 0 0 0,-2 0-9 0 0,0 0-49 0 0,0 2 64 0 0,0 0-21 0 0,-2 1 7 0 0,1 0 0 0 0,-1 2 9 0 0,0-1 92 0 0,-1 0 57 0 0,0 0 37 0 0,-1 0-2 0 0,2-1-86 0 0,-1-1 17 0 0,2 0-57 0 0,0 0-49 0 0,2 0 57 0 0,0-1-68 0 0,-1 0 66 0 0,2 0-76 0 0,-1-1 23 0 0,-1 0 2 0 0,-1 0 85 0 0,1 0-38 0 0,0-1 17 0 0,-1 1-2 0 0,1 0-14 0 0,-1 0-10 0 0,-1 1-7 0 0,0 2-42 0 0,-1 0 7 0 0,-1 1 4 0 0,-1 0 71 0 0,0 0-94 0 0,1 0 92 0 0,0-1-88 0 0,0-1 21 0 0,0-1-8 0 0,0-1 80 0 0,2 0-98 0 0,-1-1 107 0 0,2-1-116 0 0,-1 0 152 0 0,0-2-78 0 0,0 1-49 0 0,-2-1 16 0 0,1 1-19 0 0,-1-1 2 0 0,0 1-5 0 0,0 2-116 0 0,-1 1 149 0 0,-2 1 2 0 0,0 0 71 0 0,0 2-44 0 0,0 0-56 0 0,-1 0 16 0 0,0 1 51 0 0,0 0-36 0 0,1 0 32 0 0,0 0-68 0 0,1 0 61 0 0,1-1-76 0 0,2 0 4 0 0,2 0 6 0 0,2-1-66 0 0,1 1 70 0 0,1 1-61 0 0,1 0 60 0 0,-1 1-12 0 0,1 0 9 0 0,-2 2-5 0 0,1 1 11 0 0,-2 0-4 0 0,2 0 7 0 0,-1 1-2 0 0,-1 0 62 0 0,-2 0-83 0 0,0 1 27 0 0,-1-1-4 0 0,-1 1 82 0 0,0 1-102 0 0,-1 0 30 0 0,0-1-11 0 0,0 1 14 0 0,-1-1 62 0 0,2 1-88 0 0,0-2 21 0 0,-1 1-8 0 0,1 0-1 0 0,0 0 52 0 0,0-1-11 0 0,0 0 48 0 0,0-2-53 0 0,2 0-33 0 0,0-2 13 0 0,0 1-23 0 0,1-1 5 0 0,1 1-11 0 0,-1 1 2 0 0,0 0 9 0 0,-2 1 6 0 0,1 0 3 0 0,0-1 42 0 0,0 0-48 0 0,-1 0 82 0 0,-1 0-90 0 0,-1 0 112 0 0,-1 1-19 0 0,-1 1-38 0 0,-2 1-42 0 0,-1 0 71 0 0,-1 1-91 0 0,1 0 23 0 0,0 1-13 0 0,1 0-4 0 0,3-1-51 0 0,1 0-4 0 0,2-1 63 0 0,1-1-26 0 0,0 0 24 0 0,0 1 62 0 0,-1-1-69 0 0,0 1 99 0 0,-1-2-108 0 0,-2 0 85 0 0,1-1-87 0 0,1 0 20 0 0,-1 0-12 0 0,0 0 10 0 0,-1 1 1 0 0,1 0 10 0 0,0 2 39 0 0,-1 1-56 0 0,1 0 18 0 0,-1 1 46 0 0,0-1-62 0 0,-3 0 95 0 0,2 0-13 0 0,-2 0 20 0 0,-2 0 40 0 0,-2 1-6 0 0,-1-1 1 0 0,-1 0 2 0 0,0-1-85 0 0,1-1-46 0 0,0-3 3 0 0,1-1-97 0 0,2-2 39 0 0,2-1 43 0 0,2-1-84 0 0,2 0 102 0 0,2 0-26 0 0,2-1 5 0 0,3-1 2 0 0,-1 0 3 0 0,1 0-52 0 0,1 1-17 0 0,-1 1 86 0 0,-1 1-25 0 0,0 2 12 0 0,-3 2 4 0 0,0 2-5 0 0,-2 1 11 0 0,0 2 48 0 0,-2 2-65 0 0,-1 0 23 0 0,0 2-4 0 0,-2 1-5 0 0,0 0-8 0 0,1 1 3 0 0,-1-1-7 0 0,1-1-3 0 0,0 0-4 0 0,2 0 10 0 0,0-1-3 0 0,1-1 5 0 0,1-1 0 0 0,-1 2 9 0 0,0-1 44 0 0,-1 1-53 0 0,-1 0 18 0 0,-1 0-20 0 0,-1 1-6 0 0,1-1 2 0 0,0 1 2 0 0,0-1 0 0 0,0 0 4 0 0,1-1 0 0 0,0 1-5 0 0,0-1 6 0 0,-1 1 3 0 0,0 1 70 0 0,-2 0-20 0 0,0 2 19 0 0,-1 0-77 0 0,-2 1 27 0 0,0 0-7 0 0,0 2-5 0 0,-2-1-3 0 0,1 1-4 0 0,-1 0-4 0 0,1 0-13 0 0,1-1-72 0 0,2-2 99 0 0,0 0-38 0 0,1-3 22 0 0,1-2 1 0 0,2-1 1 0 0,0-1 0 0 0,1-1 0 0 0,0 0 9 0 0,0 1 58 0 0,-1 1 3 0 0,-2 0-80 0 0,0 1 21 0 0,-3 1-24 0 0,0 1-72 0 0,0 1 99 0 0,0 0-29 0 0,0 1 15 0 0,0-1-5 0 0,-1 1 2 0 0,2 0 3 0 0,0-1 9 0 0,1-1 2 0 0,0 0 89 0 0,-1 0-66 0 0,-1 0 33 0 0,-1 0 10 0 0,-1 0-78 0 0,0 1 80 0 0,-1-1-23 0 0,0 1-11 0 0,0 0-41 0 0,-1 0 1 0 0,2-1-73 0 0,2 0 78 0 0,2-2-78 0 0,3 0 0 0 0,3-2 23 0 0,2-2 46 0 0,4-1-9 0 0,2-2 8 0 0,4-2 9 0 0,0-2-12 0 0,2-2 0 0 0,1 0 4 0 0,0-1-1 0 0,-1 0 9 0 0,-2 2-7 0 0,-2 0-2 0 0,-2 1 1 0 0,-3 3-1 0 0,-2 1 4 0 0,-4 4 56 0 0,-4 3 54 0 0,-3 4-12 0 0,-2 2 10 0 0,-1 1-61 0 0,-2 2-43 0 0,1 1 55 0 0,-1 0-17 0 0,0 1-55 0 0,0-1 8 0 0,-1 2-85 0 0,0-2 54 0 0,0 1 22 0 0,1-1-83 0 0,0 0 60 0 0,0-3 27 0 0,1 0-102 0 0,0-2 80 0 0,0-1 30 0 0,0 1 4 0 0,0 0 74 0 0,0 2-28 0 0,0 1-5 0 0,0 2-43 0 0,0 1 11 0 0,0 0-7 0 0,0 2-5 0 0,0-1 2 0 0,1 0 3 0 0,1 0 9 0 0,0 0 49 0 0,0 0-69 0 0,-1 0 69 0 0,0-1-67 0 0,-1 2 20 0 0,1 0-12 0 0,-1 0-3 0 0,0 0-4 0 0,0 2-60 0 0,0-1-7 0 0,0 0-76 0 0,-1 1-57 0 0,1-1-87 0 0,1 1-119 0 0,0 0-152 0 0,1 0-160 0 0,1 1 25 0 0,0 4-414 0 0,3 2-315 0 0,0 5-913 0 0,-1 5-2647 0 0,-8-19 17 0 0,-1-3 5939 0 0</inkml:trace>
  <inkml:trace contextRef="#ctx0" brushRef="#br98" timeOffset="-112520.521">18365 5630 964 0 0,'0'0'0'0'0,"0"0"600"0"0,0 0-350 0 0,0 0-35 0 0,0 0-12 0 0,0 0 9 0 0,0 0 1985 0 0,0 0-1508 0 0,0 0 64 0 0,0 0-84 0 0,0 0 30 0 0,-2-1-66 0 0,-1-1-22 0 0,0 2-208 0 0,-2 0-126 0 0,2 1 138 0 0,0 0-144 0 0,1 1-146 0 0,0-1-14 0 0,2 1 45 0 0,-1 0 144 0 0,1 1-68 0 0,1 1 13 0 0,-1 2-12 0 0,0 1 15 0 0,1 3-6 0 0,2 1-45 0 0,0 1 0 0 0,4 0-17 0 0,1 1 77 0 0,3 0-192 0 0,2-1-6 0 0,3-1-57 0 0,2-1-102 0 0,2-3 131 0 0,3-1 75 0 0,0-3-136 0 0,2-2 176 0 0,0-4 56 0 0,0-3-60 0 0,-1-4 33 0 0,-2-5-157 0 0,-4-1-3 0 0,-3-3-9 0 0,-5 0-1 0 0,-3-1 54 0 0,-7 1-66 0 0,-4 1 69 0 0,-6 1-72 0 0,-3 2 87 0 0,-3 2 6 0 0,-1 2 14 0 0,1 2-8 0 0,1 2 56 0 0,2 2-101 0 0,2 3-28 0 0,1 1-10 0 0,1 1-69 0 0,0 3 72 0 0,-2 1-375 0 0,0 1 216 0 0,-1 3 7 0 0,-1 2 154 0 0,0 1 49 0 0,2 2 24 0 0,1 0-89 0 0,2 0 26 0 0,3 0-17 0 0,2-2-4 0 0,2-2-135 0 0,1-1 43 0 0,4-2 110 0 0,2-1 94 0 0,1-2 33 0 0,2-1-123 0 0,1-2 77 0 0,-2 1 5 0 0,0-1-51 0 0,-2-1-1 0 0,-2 1 17 0 0,-1 0 53 0 0,-2-1 41 0 0,-1 0 7 0 0,1-2-10 0 0,1-2 39 0 0,-1-2-49 0 0,1-1-83 0 0,-1-2-56 0 0,-1-1 8 0 0,1 1-11 0 0,-1 1 5 0 0,0 2-16 0 0,-2 2-51 0 0,-1 2-74 0 0,0 3 12 0 0,-3 2-7 0 0,0 2 8 0 0,-2 2-236 0 0,0 2 185 0 0,-2 2 185 0 0,1 1 34 0 0,1 2 43 0 0,3 0-113 0 0,1 0 33 0 0,2 0-104 0 0,3-2 24 0 0,5 0 68 0 0,2-2-122 0 0,4-1 148 0 0,2-3 1 0 0,1-2-44 0 0,0-1 169 0 0,-1-1 20 0 0,-1-1 77 0 0,-2-2-7 0 0,-1-2 33 0 0,-2-1 21 0 0,-2-2-74 0 0,-1-2-8 0 0,-2 0-44 0 0,-1-2-62 0 0,-4-1-46 0 0,-2 0 7 0 0,-4-2-70 0 0,-2 0 50 0 0,-3 0-64 0 0,0 0-52 0 0,-1 0 8 0 0,1 2 66 0 0,2 2 11 0 0,1 3-31 0 0,3 3-192 0 0,1 1 36 0 0,1 3 41 0 0,1 1-143 0 0,1 3 63 0 0,2 3 89 0 0,0 1 23 0 0,1 3 98 0 0,0 1 69 0 0,2 1 63 0 0,1-1-69 0 0,1-1-66 0 0,1-4 9 0 0,0-1 64 0 0,-1-3 75 0 0,0-2-12 0 0,0-1-48 0 0,0 0-11 0 0,0 0 0 0 0,1-2 29 0 0,2-1 173 0 0,2-2-104 0 0,2-3-61 0 0,2-3-123 0 0,1-4 27 0 0,-1-2-119 0 0,-3-2-24 0 0,-3-3-8 0 0,-4 0 24 0 0,-4-1 17 0 0,-5 0 91 0 0,-5 2-14 0 0,-3 1 10 0 0,-2 4 2 0 0,1 3 0 0 0,1 4 159 0 0,2 4-143 0 0,1 2 45 0 0,2 2-68 0 0,2 3-116 0 0,1 3-73 0 0,0 4 66 0 0,2 3 148 0 0,0 3 82 0 0,2 4 14 0 0,1 1-78 0 0,2 0-32 0 0,3 0-52 0 0,1-3 8 0 0,4-2-17 0 0,0-3-21 0 0,2-4 94 0 0,-1-2-80 0 0,0-3 79 0 0,1-1-18 0 0,0-2 58 0 0,1-1 83 0 0,1-3 46 0 0,2-2-225 0 0,2-4-35 0 0,1-3-103 0 0,-1-3 4 0 0,-2-3 30 0 0,-3-1 155 0 0,-4-1-32 0 0,-3 1 109 0 0,-2 1-24 0 0,-3 3 55 0 0,-2 3-40 0 0,-2 4-88 0 0,-3 4-74 0 0,-2 2-4 0 0,-1 5-56 0 0,-1 4-162 0 0,-1 5 173 0 0,1 5 130 0 0,1 6-23 0 0,1 4 155 0 0,2 2-17 0 0,3 0-61 0 0,2-2-37 0 0,1-3 95 0 0,0-5-136 0 0,1-5 27 0 0,1-4-131 0 0,-1-4-38 0 0,1-3-202 0 0,-1-1-176 0 0,1-2-245 0 0,0 0-423 0 0,1-1-629 0 0,0-1-603 0 0,-1-1-1754 0 0,0 1 92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35.8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0 496 0 0,'0'0'0'0'0,"0"0"-380"0"0,0 0 380 0 0,0 0 0 0 0,0 0-116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36.5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5 756 80 0 0,'0'0'1428'0'0,"0"0"-488"0"0,0 0-386 0 0,0 0-278 0 0,0 0-142 0 0,0 0-52 0 0,0 0-50 0 0,0 0 43 0 0,0 0 361 0 0,0 0 1047 0 0,-1 3-238 0 0,-2 7-498 0 0,3-7-229 0 0,23-3 1836 0 0,-15 0-2167 0 0,0 0-1 0 0,0 0 0 0 0,-1-1 1 0 0,1 0-1 0 0,0 0 1 0 0,0-1-1 0 0,-1 0 0 0 0,1 0 1 0 0,-1-1-1 0 0,0 0 1 0 0,0 0-1 0 0,0-1 0 0 0,0 1 1 0 0,0-2-1 0 0,-1 1 1 0 0,6-5-187 0 0,4-8-23 0 0,-1-1 1 0 0,0-1 0 0 0,-1 1 0 0 0,-2-2-1 0 0,0 0 1 0 0,-1-1 0 0 0,0 0 0 0 0,-2 0-1 0 0,-1-1 1 0 0,-1 0 0 0 0,4-18 22 0 0,-2-1-162 0 0,-2-1 1 0 0,-2 0 0 0 0,-1-1-1 0 0,-3 0 1 0 0,-3-41 161 0 0,1 10 39 0 0,4 68-23 0 0,0 0 0 0 0,1 0 0 0 0,0 1 0 0 0,0 0 0 0 0,0 0-1 0 0,0 0 1 0 0,1 0 0 0 0,0 0 0 0 0,0 1 0 0 0,0 0 0 0 0,0 0-1 0 0,1 0 1 0 0,-1 1 0 0 0,1 0 0 0 0,0 0 0 0 0,0 0 0 0 0,0 1-1 0 0,1 0 1 0 0,-1 0 0 0 0,1 1 0 0 0,-1-1 0 0 0,1 1-1 0 0,2 1-15 0 0,1-4-127 0 0,-1 1 0 0 0,1 1 0 0 0,0 0 0 0 0,0 0 0 0 0,0 1 0 0 0,0 1 0 0 0,1-1 0 0 0,-1 1-1 0 0,0 1 1 0 0,0 0 0 0 0,0 1 0 0 0,1 0 127 0 0,2 14-3494 0 0,-13-2-377 0 0</inkml:trace>
  <inkml:trace contextRef="#ctx0" brushRef="#br0" timeOffset="223.744">196 324 6537 0 0,'0'0'1536'0'0,"0"0"-413"0"0,0 0-340 0 0,0 0-7 0 0,0 0 148 0 0,0 0 11 0 0,0 0-242 0 0,0 0-343 0 0,0 0-334 0 0,39 1-169 0 0,126 4-142 0 0,23-13-3429 0 0,-120 1-1969 0 0,-48 6 1885 0 0</inkml:trace>
  <inkml:trace contextRef="#ctx0" brushRef="#br0" timeOffset="653.707">903 187 1736 0 0,'0'0'2919'0'0,"0"0"-982"0"0,0 0-652 0 0,0 0-278 0 0,0 0-70 0 0,0 0 14 0 0,0 0-63 0 0,0 0-206 0 0,0 0-261 0 0,-22 12-191 0 0,-72 40-80 0 0,90-50-136 0 0,-1 1 1 0 0,1-1-1 0 0,0 1 0 0 0,0 0 1 0 0,0 0-1 0 0,1 0 0 0 0,-1 0 0 0 0,1 1 1 0 0,0-1-1 0 0,0 1 0 0 0,0 0 1 0 0,0 0-1 0 0,1 0 0 0 0,-1 0 0 0 0,1 1 1 0 0,0-1-1 0 0,-1 5-14 0 0,-2 4 51 0 0,-4 10-73 0 0,2 1 0 0 0,0 0 0 0 0,2 0 1 0 0,1 0-1 0 0,1 1 0 0 0,1 0 0 0 0,1-1 1 0 0,2 23 21 0 0,22 25-2249 0 0,19-43-4481 0 0,-21-28 3910 0 0</inkml:trace>
  <inkml:trace contextRef="#ctx0" brushRef="#br0" timeOffset="905.165">1112 295 6021 0 0,'0'0'1611'0'0,"0"0"-488"0"0,0 0-392 0 0,0 0-114 0 0,0 0-7 0 0,0 0 10 0 0,0 0-167 0 0,0 0-153 0 0,0 0 34 0 0,0 0-56 0 0,10 12-49 0 0,83 101 196 0 0,6 22-1761 0 0,-97-106-3879 0 0,-2-23 1574 0 0</inkml:trace>
  <inkml:trace contextRef="#ctx0" brushRef="#br0" timeOffset="1144.22">1021 623 2812 0 0,'0'0'5247'0'0,"0"0"-3139"0"0,0 0-1303 0 0,0 0-303 0 0,0 0 272 0 0,0 0 311 0 0,23-20-151 0 0,74-68-420 0 0,-71 65-477 0 0,1 1-284 0 0,-2 0 0 0 0,0-2 0 0 0,-1-2 0 0 0,-2 0 0 0 0,0-1 0 0 0,-2-1 0 0 0,9-17 247 0 0,-16 24-1291 0 0,2-3-3426 0 0,-11 15 624 0 0</inkml:trace>
  <inkml:trace contextRef="#ctx0" brushRef="#br0" timeOffset="1382.477">1398 677 6645 0 0,'0'0'2056'0'0,"0"0"-604"0"0,0 0-567 0 0,0 0-125 0 0,0 0 128 0 0,0 0 75 0 0,23-19-186 0 0,77-64-308 0 0,-89 75-458 0 0,0 0 1 0 0,-1-1 0 0 0,0-1-1 0 0,0 0 1 0 0,-1 0-1 0 0,-1-1 1 0 0,0 0 0 0 0,0 0-1 0 0,-1-1 1 0 0,0 0-1 0 0,-1 0 1 0 0,0-1 0 0 0,-1 1-1 0 0,-1-1 1 0 0,0 0-1 0 0,-1-1 1 0 0,0 1 0 0 0,-1-1-1 0 0,0 1 1 0 0,-1-14-12 0 0,-1 21-67 0 0,-1 1 0 0 0,0 0 0 0 0,0-1 0 0 0,-1 1 0 0 0,1 0 0 0 0,-1 0 0 0 0,0 0 0 0 0,-1 0 1 0 0,1 0-1 0 0,-1 1 0 0 0,0-1 0 0 0,0 1 0 0 0,0-1 0 0 0,-1 1 0 0 0,0 0 0 0 0,1 0 0 0 0,-1 1 0 0 0,-1-1 1 0 0,1 1-1 0 0,0 0 0 0 0,-1 0 0 0 0,0 1 0 0 0,-1-1 67 0 0,-82-31-4556 0 0,25 25-1472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33.8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167 184 912 0 0,'0'0'1470'0'0,"0"0"-798"0"0,0 0 52 0 0,0 0 1487 0 0,0 0-531 0 0,0 0-710 0 0,0 0-384 0 0,0 0-171 0 0,0 0 47 0 0,0 0 37 0 0,0 4-21 0 0,8 11 194 0 0,21-30 529 0 0,-25 11-1014 0 0,0 2-206 0 0,0 0 0 0 0,0 0 0 0 0,-1-1-1 0 0,1 1 1 0 0,-1-1 0 0 0,0 0 0 0 0,0 0 0 0 0,0-1 0 0 0,0 1 0 0 0,0-1-1 0 0,-1 1 1 0 0,0-1 0 0 0,0 0 0 0 0,0 1 0 0 0,0-1 0 0 0,0-1 0 0 0,-1 1 0 0 0,1 0-1 0 0,-1 0 1 0 0,0 0 0 0 0,0-1 19 0 0,-20 41 230 0 0,16-32-240 0 0,1 0 0 0 0,0 1 0 0 0,1 0 0 0 0,-1-1 0 0 0,1 1 0 0 0,0 0 0 0 0,0 0 0 0 0,0 0 0 0 0,1-1 0 0 0,0 1 0 0 0,0 0 0 0 0,0 0 0 0 0,0 0 0 0 0,1 0 0 0 0,0 3 10 0 0,2-6 32 0 0,0 0-1 0 0,1 0 0 0 0,-1-1 1 0 0,0 1-1 0 0,0-1 1 0 0,1 0-1 0 0,-1 0 1 0 0,1 0-1 0 0,-1-1 0 0 0,1 1 1 0 0,0-1-1 0 0,-1 0 1 0 0,1 0-1 0 0,-1 0 1 0 0,1 0-1 0 0,-1 0 0 0 0,1-1 1 0 0,0 0-1 0 0,-1 0 1 0 0,0 0-1 0 0,1 0 1 0 0,0-1-32 0 0,0 1 22 0 0,0-1 1 0 0,-1 1-1 0 0,1-1 1 0 0,-1 0 0 0 0,0 0-1 0 0,1-1 1 0 0,-1 1 0 0 0,0-1-1 0 0,0 1 1 0 0,-1-1-1 0 0,1 0 1 0 0,-1 0 0 0 0,1 0-1 0 0,-1-1 1 0 0,0 1 0 0 0,0-1-1 0 0,0 1 1 0 0,-1-1-1 0 0,1 1 1 0 0,-1-1 0 0 0,0 0-1 0 0,0 0 1 0 0,0 1 0 0 0,0-1-1 0 0,-1 0 1 0 0,0 0 0 0 0,1 0-1 0 0,-2 0 1 0 0,1 0-1 0 0,0 0 1 0 0,-1 0 0 0 0,0-3-23 0 0,-2 3 0 0 0,0 0 1 0 0,-1 0 0 0 0,0 0 0 0 0,1 0-1 0 0,-1 0 1 0 0,0 1 0 0 0,-1 0-1 0 0,1 0 1 0 0,-1 0 0 0 0,1 0 0 0 0,-1 1-1 0 0,0 0 1 0 0,0-1 0 0 0,0 2 0 0 0,0-1-1 0 0,0 1 1 0 0,0 0 0 0 0,-1 0 0 0 0,1 0-1 0 0,0 1 1 0 0,-5-1-1 0 0,4 2-9 0 0,0 0-1 0 0,0 0 1 0 0,1 0 0 0 0,-1 1-1 0 0,0 0 1 0 0,1 0-1 0 0,-1 0 1 0 0,1 1 0 0 0,-1 0-1 0 0,1 0 1 0 0,0 0 0 0 0,0 1-1 0 0,0-1 1 0 0,1 1-1 0 0,0 1 1 0 0,-1-1 0 0 0,1 0-1 0 0,1 1 1 0 0,-1 0 0 0 0,1 0-1 0 0,-1 0 1 0 0,1 1 9 0 0,3-6-10 0 0,-1 1-1 0 0,1 0 1 0 0,0-1-1 0 0,0 1 1 0 0,-1-1 0 0 0,1 1-1 0 0,0 0 1 0 0,0-1-1 0 0,0 1 1 0 0,0 0-1 0 0,-1 0 1 0 0,1-1 0 0 0,0 1-1 0 0,0 0 1 0 0,0-1-1 0 0,1 1 1 0 0,-1 0 0 0 0,0-1-1 0 0,0 1 1 0 0,0 0-1 0 0,0-1 1 0 0,1 1 0 0 0,-1 0-1 0 0,0-1 1 0 0,1 1-1 0 0,-1 0 1 0 0,0-1 0 0 0,1 1-1 0 0,-1-1 1 0 0,1 1-1 0 0,-1-1 1 0 0,1 1 0 0 0,-1-1-1 0 0,1 1 1 0 0,-1-1-1 0 0,1 0 1 0 0,0 1-1 0 0,-1-1 1 0 0,1 0 0 0 0,0 1-1 0 0,-1-1 1 0 0,1 0-1 0 0,0 0 1 0 0,-1 1 0 0 0,1-1-1 0 0,0 0 1 0 0,-1 0-1 0 0,1 0 1 0 0,0 0 0 0 0,-1 0-1 0 0,1 0 1 0 0,0 0-1 0 0,0 0 1 0 0,-1-1 0 0 0,1 1-1 0 0,0 0 1 0 0,-1 0-1 0 0,1 0 1 0 0,0-1 0 0 0,-1 1-1 0 0,1 0 1 0 0,-1-1-1 0 0,1 1 11 0 0,48-13-209 0 0,-46 12 152 0 0,-1 1-1 0 0,0-1 1 0 0,1 1 0 0 0,-1-1-1 0 0,1 0 1 0 0,-1 0 0 0 0,0 0-1 0 0,1 0 1 0 0,-1 0 0 0 0,0 0-1 0 0,0-1 1 0 0,0 1 0 0 0,0-1-1 0 0,0 0 1 0 0,0 1-1 0 0,0-1 1 0 0,-1 0 0 0 0,1 0-1 0 0,-1 0 1 0 0,1 0 0 0 0,-1 0-1 0 0,0-1 1 0 0,0 1 0 0 0,0 0-1 0 0,0-1 1 0 0,0 1 0 0 0,0 0-1 0 0,-1-1 1 0 0,1 1-1 0 0,-1-1 1 0 0,0 1 0 0 0,0-1-1 0 0,0 1 1 0 0,0-3 57 0 0,-3 3-5 0 0,1 0-1 0 0,-1 0 1 0 0,0 0 0 0 0,0 0-1 0 0,0 0 1 0 0,-1 1 0 0 0,1 0-1 0 0,0 0 1 0 0,0-1-1 0 0,-1 2 1 0 0,1-1 0 0 0,-1 0-1 0 0,1 1 1 0 0,-1 0 0 0 0,1-1-1 0 0,-1 1 1 0 0,1 1 0 0 0,-3-1 5 0 0,-1 0-23 0 0,-122 17 333 0 0,125-16-308 0 0,-1 1-1 0 0,1 0 0 0 0,-1 0 1 0 0,1 1-1 0 0,0-1 0 0 0,-1 1 1 0 0,1 0-1 0 0,1 0 0 0 0,-1 0 1 0 0,0 1-1 0 0,1-1 0 0 0,0 1 1 0 0,0 0-1 0 0,0 0 0 0 0,0 0 1 0 0,0 0-1 0 0,1 0 0 0 0,0 1 1 0 0,0-1-1 0 0,0 1 0 0 0,0 0 1 0 0,1-1-1 0 0,0 1 0 0 0,-1 5-1 0 0,2 59-1930 0 0,8-27-1961 0 0</inkml:trace>
  <inkml:trace contextRef="#ctx0" brushRef="#br0" timeOffset="18622.315">49 68 1408 0 0,'0'0'1066'0'0,"0"0"-531"0"0,0 0-318 0 0,0 0-124 0 0,0 0 7 0 0,0 0 691 0 0,0 0 2244 0 0,0 0-1218 0 0,0 0-825 0 0,3-2-165 0 0,-2 0-377 0 0,6-5-269 0 0,1 5 3353 0 0,-7 22-4577 0 0,1-18 1013 0 0,0 0 0 0 0,-1 1 0 0 0,1-1 0 0 0,0 0 0 0 0,1 0 0 0 0,-1 0 0 0 0,0-1 0 0 0,1 1 0 0 0,-1-1-1 0 0,1 1 1 0 0,-1-1 0 0 0,1 0 0 0 0,-1 0 0 0 0,1 0 0 0 0,0 0 0 0 0,0 0 0 0 0,0 0 0 0 0,0-1 0 0 0,-1 0 0 0 0,1 1 0 0 0,0-1 0 0 0,0 0-1 0 0,0-1 1 0 0,0 1 0 0 0,0 0 0 0 0,0-1 0 0 0,-1 1 0 0 0,1-1 0 0 0,0 0 0 0 0,0 0 0 0 0,-1 0 0 0 0,1-1 0 0 0,-1 1 0 0 0,1 0 30 0 0,82-59-1256 0 0,-71 27 583 0 0,-14 33 866 0 0,0 0 12 0 0,-9 19 267 0 0,4-11-402 0 0,0 0 0 0 0,1 0 0 0 0,0 0 0 0 0,0 0 0 0 0,1 0 0 0 0,0 1 0 0 0,1 0 1 0 0,0-1-1 0 0,0 1 0 0 0,1 0 0 0 0,0 0 0 0 0,0 0 0 0 0,1 0 0 0 0,1 8-70 0 0,0-15 50 0 0,0-1 1 0 0,0 0-1 0 0,0 0 0 0 0,0 0 1 0 0,0 0-1 0 0,1 0 0 0 0,-1 0 0 0 0,0 0 1 0 0,1 0-1 0 0,-1 0 0 0 0,1 0 1 0 0,-1-1-1 0 0,1 1 0 0 0,-1-1 0 0 0,1 1 1 0 0,-1-1-1 0 0,1 0 0 0 0,0 1 1 0 0,-1-1-1 0 0,1 0 0 0 0,0 0 0 0 0,-1 0 1 0 0,1 0-1 0 0,-1 0 0 0 0,1-1 1 0 0,0 1-1 0 0,-1 0 0 0 0,1-1 0 0 0,-1 1 1 0 0,1-1-1 0 0,-1 0 0 0 0,1 0 1 0 0,-1 1-1 0 0,1-1 0 0 0,-1 0 0 0 0,1-1-50 0 0,2 1-16 0 0,-1-1 0 0 0,0-1 0 0 0,0 1 0 0 0,1 0 0 0 0,-1-1 0 0 0,-1 1 0 0 0,1-1 0 0 0,0 0 0 0 0,-1 0-1 0 0,1 0 1 0 0,-1-1 0 0 0,0 1 0 0 0,0 0 0 0 0,0-1 0 0 0,0 1 0 0 0,-1-1 0 0 0,0 0 0 0 0,0 1 0 0 0,0-1 0 0 0,0 0-1 0 0,0 0 1 0 0,-1 0 0 0 0,1-3 16 0 0,-2-49-699 0 0,-35 61 892 0 0,-4 19-169 0 0,31-20-15 0 0,1 1 0 0 0,-1 0 0 0 0,2 0 1 0 0,-1 1-1 0 0,0 0 0 0 0,1 0 0 0 0,0 0 0 0 0,1 1 0 0 0,0 0 0 0 0,0 1 0 0 0,-2 2-9 0 0,9-8-234 0 0,0-1-1 0 0,0 0 1 0 0,0 0 0 0 0,0 0-1 0 0,0 0 1 0 0,0 0-1 0 0,1-1 1 0 0,-1 1-1 0 0,0 0 1 0 0,1 0 0 0 0,-1-1-1 0 0,0 1 1 0 0,1-1-1 0 0,-1 1 1 0 0,1-1 0 0 0,-1 0-1 0 0,1 1 1 0 0,-1-1-1 0 0,1 0 1 0 0,-1 0-1 0 0,1 0 1 0 0,-1 0 0 0 0,1-1-1 0 0,-1 1 1 0 0,1 0-1 0 0,-1 0 1 0 0,1-1-1 0 0,-1 1 1 0 0,0-1 0 0 0,1 0 234 0 0,-1 0-6929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41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627 219 2600 0 0,'0'0'1071'0'0,"0"0"-774"0"0,0 0 253 0 0,0 0 1586 0 0,0 0-446 0 0,0 0-733 0 0,0 0-507 0 0,0 0-251 0 0,0 0-8 0 0,0 0 58 0 0,7 13 28 0 0,27 44-20 0 0,11-16 69 0 0,-2-7-39 0 0,8 6 140 0 0,-2 1 1 0 0,-1 3-1 0 0,-3 2 1 0 0,1 5-428 0 0,-11-9-79 0 0,-2 2 0 0 0,-1 2 0 0 0,-3 1 0 0 0,18 38 79 0 0,-27-44-121 0 0,1-1 1 0 0,2-1-1 0 0,1-1 0 0 0,3-1 0 0 0,9 8 121 0 0,21 8-1155 0 0,-12-32-2458 0 0,-44-20 2323 0 0,-1-3-983 0 0,-2-6 419 0 0,-10-7 380 0 0</inkml:trace>
  <inkml:trace contextRef="#ctx0" brushRef="#br0" timeOffset="364.455">454 300 640 0 0,'0'0'1384'0'0,"0"0"-623"0"0,0 0-392 0 0,0 0-141 0 0,0 0-93 0 0,0 0 0 0 0,0 0-41 0 0,0 0 304 0 0,0 0 1173 0 0,0 0 0 0 0,10-3-352 0 0,26-9-250 0 0,-35 12-895 0 0,-1 1 1 0 0,1-1 0 0 0,0 0-1 0 0,0 0 1 0 0,0 0 0 0 0,-1 1 0 0 0,1-1-1 0 0,0 0 1 0 0,0 1 0 0 0,-1-1-1 0 0,1 0 1 0 0,0 1 0 0 0,-1-1 0 0 0,1 1-1 0 0,0 0 1 0 0,-1-1 0 0 0,1 1 0 0 0,-1-1-1 0 0,1 1 1 0 0,-1 0 0 0 0,1-1-1 0 0,-1 1 1 0 0,1 0 0 0 0,-1 0 0 0 0,0-1-1 0 0,0 1 1 0 0,1 0 0 0 0,-1 0 0 0 0,0-1-1 0 0,0 1 1 0 0,0 0 0 0 0,0 0-1 0 0,0 0 1 0 0,0 0 0 0 0,0-1 0 0 0,0 1-1 0 0,0 0 1 0 0,0 0 0 0 0,0 0 0 0 0,0-1-1 0 0,-1 1 1 0 0,1 0 0 0 0,0 0-1 0 0,0 0 1 0 0,-1 0-75 0 0,1 8 134 0 0,48 114-93 0 0,-11-33-64 0 0,2 6-577 0 0,-20-30-4280 0 0,-18-55 444 0 0</inkml:trace>
  <inkml:trace contextRef="#ctx0" brushRef="#br0" timeOffset="728.87">572 145 5336 0 0,'0'0'2580'0'0,"0"0"-910"0"0,0 0-602 0 0,0 0-194 0 0,0 0 42 0 0,0 0-26 0 0,0 0-215 0 0,0 0-213 0 0,0 0-86 0 0,0 0-32 0 0,29 1-60 0 0,94 1-90 0 0,-74 0-218 0 0,83-9-449 0 0,-65-34-3221 0 0,-55 27 1063 0 0,-6-2-1920 0 0</inkml:trace>
  <inkml:trace contextRef="#ctx0" brushRef="#br0" timeOffset="1441.954">1611 887 484 0 0,'0'0'3568'0'0,"0"0"-1543"0"0,0 0-647 0 0,0 0-290 0 0,0 0-134 0 0,0 0-53 0 0,0 0 39 0 0,0 0-18 0 0,0 0-107 0 0,0 0-178 0 0,8-1-112 0 0,27-4 32 0 0,23-36 1862 0 0,-53 34-2411 0 0,0-1 1 0 0,0 0-1 0 0,-1 0 0 0 0,0 0 1 0 0,-1-1-1 0 0,1 1 1 0 0,-2-1-1 0 0,1 0 0 0 0,-1 0 1 0 0,0 0-1 0 0,-1 0 0 0 0,0 0 1 0 0,-1 0-1 0 0,0-1 1 0 0,0 1-1 0 0,-1 0 0 0 0,0 0 1 0 0,0 0-1 0 0,-1 0 0 0 0,-1 0 1 0 0,1 0-1 0 0,-1 1 1 0 0,-1-1-1 0 0,0 1 0 0 0,-4-9-8 0 0,-101-139-820 0 0,89 134 690 0 0,1-2 1 0 0,1-1-1 0 0,2 0 1 0 0,0-1-1 0 0,-11-25 130 0 0,26 49-3 0 0,0 1 0 0 0,0-1 0 0 0,0 0 0 0 0,1 0 0 0 0,-1 1 0 0 0,0-1 0 0 0,1 0 0 0 0,-1 0 0 0 0,1 0 0 0 0,0 0 0 0 0,0 0 0 0 0,-1 0 0 0 0,1 0 0 0 0,1 1 0 0 0,-1-1 0 0 0,0 0 0 0 0,0 0 0 0 0,1 0 0 0 0,-1 0 0 0 0,1 0 0 0 0,-1 0 0 0 0,1 1 0 0 0,0-1 0 0 0,0 0 0 0 0,0 0 0 0 0,0 1 0 0 0,0-1-1 0 0,0 1 1 0 0,0-1 0 0 0,1 1 0 0 0,-1-1 0 0 0,0 1 0 0 0,1 0 0 0 0,-1 0 0 0 0,1-1 0 0 0,-1 1 0 0 0,1 0 0 0 0,0 0 0 0 0,0 1 0 0 0,-1-1 0 0 0,1 0 0 0 0,0 1 0 0 0,1-1 3 0 0,25-7 7 0 0,0 2 0 0 0,1 0 0 0 0,-1 2 0 0 0,1 1 0 0 0,0 2 0 0 0,0 1 0 0 0,6 1-7 0 0,-10-1-202 0 0,-14 0-52 0 0,0 0 0 0 0,-1 1 0 0 0,1 0 0 0 0,-1 1 0 0 0,1 0 0 0 0,-1 0 0 0 0,0 1 0 0 0,1 1 0 0 0,-2 0 0 0 0,3 1 254 0 0,21 29-7085 0 0,-30-19 1907 0 0</inkml:trace>
  <inkml:trace contextRef="#ctx0" brushRef="#br0" timeOffset="1680">1647 493 8069 0 0,'0'0'3071'0'0,"0"0"-1049"0"0,0 0-905 0 0,0 0-443 0 0,0 0-42 0 0,0 0 66 0 0,0 0-95 0 0,0 0-333 0 0,21 0-378 0 0,66-1-100 0 0,-23-14-581 0 0,17 6-2215 0 0,-25 5-4205 0 0,-34 0 2143 0 0</inkml:trace>
  <inkml:trace contextRef="#ctx0" brushRef="#br0" timeOffset="1997.363">2051 1 1228 0 0,'0'0'6013'0'0,"0"0"-3335"0"0,0 0-1249 0 0,0 0-423 0 0,0 0-173 0 0,0 0-87 0 0,0 0-193 0 0,17 17-220 0 0,58 60-116 0 0,11 51-236 0 0,-74-105-72 0 0,33 88-1063 0 0,-23-34-2688 0 0,-21-59 351 0 0,-1-4-2108 0 0</inkml:trace>
  <inkml:trace contextRef="#ctx0" brushRef="#br0" timeOffset="2711.458">2568 346 1800 0 0,'0'0'2474'0'0,"0"0"-683"0"0,0 0-415 0 0,0 0-333 0 0,0 0-198 0 0,0 0-42 0 0,0 0 7 0 0,0 0-73 0 0,0 0-41 0 0,-5 7-55 0 0,-35 70 900 0 0,31-31-1111 0 0,1 1-1 0 0,2 0 1 0 0,3 0 0 0 0,1 29-430 0 0,2-71 4 0 0,-1 3-37 0 0,1 0 0 0 0,0 1 0 0 0,0-1 1 0 0,0 0-1 0 0,1 1 0 0 0,0-1 0 0 0,1 0 0 0 0,0 0 0 0 0,0 0 0 0 0,1 0 0 0 0,0 0 0 0 0,0 0 0 0 0,1-1 0 0 0,0 0 0 0 0,0 1 0 0 0,1-1 0 0 0,0 0 33 0 0,88 72-2486 0 0,-13-54-4109 0 0,-46-24 2708 0 0</inkml:trace>
  <inkml:trace contextRef="#ctx0" brushRef="#br0" timeOffset="3013.571">2908 433 2752 0 0,'0'0'4835'0'0,"0"0"-2398"0"0,0 0-1089 0 0,0 0-478 0 0,0 0-7 0 0,12 17 91 0 0,68 103 544 0 0,87 132-798 0 0,-133-223-1757 0 0,-16-14-1103 0 0,-3 0-3893 0 0,-14-13 1682 0 0</inkml:trace>
  <inkml:trace contextRef="#ctx0" brushRef="#br0" timeOffset="3330.931">2858 947 5128 0 0,'0'0'2730'0'0,"0"0"-612"0"0,0 0-574 0 0,0 0-444 0 0,0 0-93 0 0,10-20-25 0 0,63-119 598 0 0,-52 106-1379 0 0,3-5-468 0 0,-2 0 0 0 0,-1-1 0 0 0,-2-1-1 0 0,4-14 268 0 0,-18 31-1169 0 0,-5 7-2698 0 0,0 12-1286 0 0</inkml:trace>
  <inkml:trace contextRef="#ctx0" brushRef="#br0" timeOffset="3727.545">3539 1064 7141 0 0,'0'0'2916'0'0,"0"0"-688"0"0,0 0-684 0 0,0 0-292 0 0,0 0-208 0 0,72-112-175 0 0,-63 74-189 0 0,5-7-160 0 0,-14-3-196 0 0,0-4-260 0 0,-9-6-64 0 0,-23-4-184 0 0,-13-3-88 0 0,-14-3-236 0 0,-14 2-600 0 0,-4 5-961 0 0,18 16-2551 0 0,-27 1-3941 0 0</inkml:trace>
  <inkml:trace contextRef="#ctx0" brushRef="#br0" timeOffset="13811.714">232 333 1356 0 0,'0'0'1257'0'0,"0"0"-649"0"0,0 0-485 0 0,0 0-15 0 0,0 0 411 0 0,0 0 1468 0 0,0 0-402 0 0,0 0-723 0 0,0 0-285 0 0,0 0-97 0 0,2 4-32 0 0,-2-3-387 0 0,1 0-1 0 0,-1 0 0 0 0,1 0 1 0 0,-1 0-1 0 0,1 0 0 0 0,-1 0 1 0 0,1 0-1 0 0,0 0 0 0 0,0 0 1 0 0,0 0-1 0 0,-1 0 0 0 0,1 0 1 0 0,0 0-1 0 0,0-1 0 0 0,0 1 1 0 0,0 0-1 0 0,1-1 0 0 0,-1 1 1 0 0,0-1-1 0 0,0 1 1 0 0,0-1-1 0 0,0 1 0 0 0,0-1 1 0 0,1 0-1 0 0,-1 0 0 0 0,0 1 1 0 0,0-1-1 0 0,1 0 0 0 0,-1 0 1 0 0,0 0-1 0 0,0 0 0 0 0,1-1 1 0 0,-1 1-1 0 0,0 0 0 0 0,0 0 1 0 0,0-1-1 0 0,1 1 0 0 0,-1-1 1 0 0,0 1-1 0 0,0-1 0 0 0,1 0-60 0 0,3-47 1479 0 0,-14 113-1247 0 0,8-51-198 0 0,1-13-28 0 0,-1 0 1 0 0,1 0-1 0 0,-1 1 0 0 0,1-1 1 0 0,0 0-1 0 0,-1 1 1 0 0,1-1-1 0 0,0 0 0 0 0,0 0 1 0 0,0 1-1 0 0,0-1 1 0 0,0 0-1 0 0,0 1 0 0 0,1-1 1 0 0,-1 0-1 0 0,0 1 0 0 0,1-1 1 0 0,-1 0-1 0 0,1 0 1 0 0,-1 0-1 0 0,1 1 0 0 0,0-1 1 0 0,-1 0-1 0 0,1 0 1 0 0,0 0-1 0 0,0 0 0 0 0,0 0 1 0 0,0 0-1 0 0,0 0 1 0 0,0-1-1 0 0,0 1 0 0 0,0 0 1 0 0,0 0-1 0 0,0-1 1 0 0,0 1-1 0 0,0-1 0 0 0,1 1 1 0 0,-1-1-1 0 0,0 1 0 0 0,0-1 1 0 0,1 0-1 0 0,-1 1 1 0 0,0-1-1 0 0,0 0 0 0 0,1 0 1 0 0,-1 0-1 0 0,0 0 1 0 0,1 0-1 0 0,0-1-6 0 0,-1 0-12 0 0,0 0-1 0 0,1 0 1 0 0,-1 0 0 0 0,0-1 0 0 0,0 1-1 0 0,0 0 1 0 0,0-1 0 0 0,0 1 0 0 0,0-1-1 0 0,0 1 1 0 0,0-1 0 0 0,-1 0 0 0 0,1 1-1 0 0,-1-1 1 0 0,1 0 0 0 0,-1 1 0 0 0,0-1-1 0 0,1 0 1 0 0,-1 0 0 0 0,0 1 0 0 0,0-1-1 0 0,0 0 1 0 0,-1 0 0 0 0,1 1 0 0 0,0-1-1 0 0,-1 0 1 0 0,1 0 0 0 0,-1 1 0 0 0,1-1-1 0 0,-1 1 1 0 0,0-1 0 0 0,1 0 0 0 0,-1 1-1 0 0,-1-1 13 0 0,-21-10-252 0 0,22 12 264 0 0,0-1 0 0 0,0 1 0 0 0,0 0 0 0 0,0 0 0 0 0,-1 0-1 0 0,1 0 1 0 0,0 1 0 0 0,0-1 0 0 0,0 0 0 0 0,0 0 0 0 0,0 1 0 0 0,-1-1-1 0 0,1 1 1 0 0,0-1 0 0 0,0 1 0 0 0,0-1 0 0 0,0 1 0 0 0,0 0 0 0 0,0-1-1 0 0,0 1 1 0 0,1 0 0 0 0,-1 0 0 0 0,0 0 0 0 0,0 0 0 0 0,1 0 0 0 0,-1 0-1 0 0,0 0 1 0 0,1 0 0 0 0,-1 0 0 0 0,1 0 0 0 0,-1 0 0 0 0,1 0 0 0 0,-1 0-1 0 0,1 0 1 0 0,0 0 0 0 0,0 1 0 0 0,0-1 0 0 0,0 0 0 0 0,0 0 0 0 0,0 0-1 0 0,0 0 1 0 0,0 1 0 0 0,0-1 0 0 0,0 1-12 0 0,0 1 194 0 0,27-5 380 0 0,-26 1-598 0 0,0 1-1 0 0,0-1 0 0 0,0 0 0 0 0,0 0 0 0 0,0 0 0 0 0,0 0 1 0 0,-1 0-1 0 0,1-1 0 0 0,0 1 0 0 0,-1 0 0 0 0,1 0 0 0 0,0 0 1 0 0,-1-1-1 0 0,0 1 0 0 0,1 0 0 0 0,-1 0 0 0 0,0-1 0 0 0,1 1 1 0 0,-1 0-1 0 0,0-1 0 0 0,0 1 0 0 0,0 0 0 0 0,0-1 1 0 0,-1 1-1 0 0,1 0 0 0 0,0-1 0 0 0,0 1 0 0 0,-1 0 0 0 0,1-1 1 0 0,-1 1-1 0 0,1 0 0 0 0,-1 0 0 0 0,0-1 25 0 0,1 1 4 0 0,0 0 0 0 0,0 1 0 0 0,0-1 0 0 0,0 0 0 0 0,-1 1 0 0 0,1-1 0 0 0,0 0 0 0 0,0 1 0 0 0,-1-1 0 0 0,1 0 0 0 0,0 1 0 0 0,-1-1 0 0 0,1 1 0 0 0,-1-1 0 0 0,1 0 0 0 0,-1 1 0 0 0,1-1 0 0 0,-1 1 0 0 0,1-1 0 0 0,-1 1 0 0 0,1 0 0 0 0,-1-1 0 0 0,1 1 0 0 0,-1 0 0 0 0,0-1 0 0 0,1 1 0 0 0,-1 0 0 0 0,0 0 0 0 0,1-1 0 0 0,-1 1 0 0 0,0 0 0 0 0,1 0 0 0 0,-1 0 0 0 0,0 0 0 0 0,0 0 0 0 0,1 0 0 0 0,-1 0 0 0 0,0 0 0 0 0,1 0 0 0 0,-1 0 0 0 0,0 1 0 0 0,1-1 1 0 0,-1 0-1 0 0,0 0 0 0 0,1 1 0 0 0,-1-1 0 0 0,0 0 0 0 0,1 1 0 0 0,-1-1 0 0 0,1 0 0 0 0,-1 1 0 0 0,1-1 0 0 0,-1 1 0 0 0,1-1 0 0 0,-1 1 0 0 0,1-1 0 0 0,-1 1 0 0 0,1 0-4 0 0,-32 62 876 0 0,55-70-813 0 0,9-34-937 0 0,-73 43 1846 0 0,33 1-942 0 0,-1 1 0 0 0,1 0-1 0 0,1 1 1 0 0,-1 0 0 0 0,1 0 0 0 0,0 0-1 0 0,0 1 1 0 0,0 0 0 0 0,1 1-1 0 0,-6 6-29 0 0,31-12-1609 0 0,14-44-2319 0 0,-32 5 4249 0 0,-1 37-224 0 0,-1 1-1 0 0,0-1 1 0 0,1 1 0 0 0,-1-1 0 0 0,0 1-1 0 0,0-1 1 0 0,0 1 0 0 0,1-1-1 0 0,-1 1 1 0 0,0 0 0 0 0,0-1-1 0 0,0 1 1 0 0,0 0 0 0 0,0 0 0 0 0,1 0-1 0 0,-1 0 1 0 0,0-1 0 0 0,0 1-1 0 0,0 1 1 0 0,0-1 0 0 0,0 0 0 0 0,0 0-1 0 0,0 0 1 0 0,0 0 0 0 0,1 1-1 0 0,-1-1 1 0 0,0 0 0 0 0,0 1 0 0 0,0-1-1 0 0,0 0 1 0 0,1 1 0 0 0,-1-1-1 0 0,0 1 1 0 0,0 0 0 0 0,1-1 0 0 0,-1 1-1 0 0,1 0 1 0 0,-1-1 0 0 0,0 1-1 0 0,1 0 1 0 0,-1-1 0 0 0,1 1-1 0 0,-1 0 1 0 0,1 0 0 0 0,0 0 0 0 0,-1 0-1 0 0,1-1 1 0 0,0 1 0 0 0,0 0-1 0 0,0 0 1 0 0,-1 0 0 0 0,1 0 0 0 0,0 0-1 0 0,0 0 1 0 0,0 0 0 0 0,0 0-1 0 0,1-1 1 0 0,-1 2-97 0 0,8 21 1240 0 0,-7-23-1506 0 0,22-11-1802 0 0,17-30-91 0 0,-37 58 3722 0 0,-24 29-1306 0 0,-1 53 835 0 0,22-99-995 0 0,0 0-16 0 0,9-23-1075 0 0,-9 21 970 0 0,0 1-1 0 0,0 0 1 0 0,0-1-1 0 0,0 1 1 0 0,0 0-1 0 0,0-1 0 0 0,0 1 1 0 0,-1 0-1 0 0,1-1 1 0 0,0 1-1 0 0,-1 0 1 0 0,1-1-1 0 0,-1 1 1 0 0,1 0-1 0 0,-1 0 0 0 0,0 0 1 0 0,0-1-1 0 0,1 1 1 0 0,-1 0-1 0 0,0 0 1 0 0,0 0-1 0 0,0 0 0 0 0,0 1 1 0 0,0-1-1 0 0,0 0 1 0 0,0 0-1 0 0,-1 0 1 0 0,1 1-1 0 0,0-1 0 0 0,0 1 1 0 0,0-1-1 0 0,-1 1 1 0 0,1-1-1 0 0,0 1 1 0 0,-1 0-1 0 0,1 0 1 0 0,0-1-1 0 0,-1 1 0 0 0,1 0 1 0 0,0 0-1 0 0,-1 0 1 0 0,1 1-1 0 0,0-1 1 0 0,-1 0-1 0 0,1 0 0 0 0,0 1 1 0 0,-1-1-1 0 0,1 1 1 0 0,0-1-1 0 0,-1 1 25 0 0,-7 3-34 0 0,1-1 0 0 0,0 1 0 0 0,0 0 0 0 0,0 1 0 0 0,1 0-1 0 0,0 0 1 0 0,0 1 0 0 0,0 0 0 0 0,0 0 0 0 0,1 0 0 0 0,0 1-1 0 0,0 0 1 0 0,1 0 0 0 0,-1 3 34 0 0,-6 4-183 0 0,-32 63-973 0 0,33-20-5372 0 0,11-51 2750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59.5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255 3 2540 0 0,'0'0'792'0'0,"0"0"-398"0"0,0 0-50 0 0,0 0 796 0 0,0 0 871 0 0,0 0-538 0 0,0 0-621 0 0,0 0-228 0 0,0 0-30 0 0,0 0-27 0 0,4 1-137 0 0,14 1-169 0 0,-13 5 1927 0 0,-23 17-2636 0 0,18-23 516 0 0,-23 35 143 0 0,23-35-116 0 0,0-1 32 0 0,0 0 19 0 0,0 0-18 0 0,0 0-26 0 0,1-1-112 0 0,0 1 0 0 0,0-1-1 0 0,0 1 1 0 0,0-1 0 0 0,1 1 0 0 0,-1-1-1 0 0,0 0 1 0 0,-1 0 0 0 0,1 0-1 0 0,0 0 1 0 0,0 0 0 0 0,0 1-1 0 0,0-1 1 0 0,-1-1 0 0 0,1 1 0 0 0,0 0-1 0 0,-1 0 1 0 0,1 0 0 0 0,-1 0-1 0 0,0 0 1 0 0,1 0 0 0 0,-1-1-1 0 0,0 1 1 0 0,1 0 0 0 0,-1 0 0 0 0,0-1-1 0 0,0 1 1 0 0,0 0 0 0 0,0 0-1 0 0,0-1 1 0 0,-1 1 0 0 0,1 0-1 0 0,0 0 1 0 0,0 0 0 0 0,-1-1-1 0 0,1 1 1 0 0,-1 0 0 0 0,1 0 0 0 0,-1 0-1 0 0,0 0 1 0 0,1 0 0 0 0,-1 0-1 0 0,0 0 1 0 0,0 0 0 0 0,1 0-1 0 0,-1 0 1 0 0,0 0 0 0 0,0 0 0 0 0,0 1-1 0 0,0-1 1 0 0,-1 0 10 0 0,-6 3 6 0 0,0 0-1 0 0,1 1 1 0 0,0 0 0 0 0,-1 0 0 0 0,1 1-1 0 0,0 0 1 0 0,1 0 0 0 0,-1 0-1 0 0,1 1 1 0 0,0 0 0 0 0,0 1 0 0 0,0-1-1 0 0,1 1 1 0 0,0 0 0 0 0,0 0-1 0 0,0 1 1 0 0,1-1 0 0 0,0 1 0 0 0,0 1-6 0 0,-6 50 503 0 0,10-58-356 0 0,6-2-101 0 0,0 0 0 0 0,0-1 0 0 0,0 1 0 0 0,0-2 0 0 0,0 1 0 0 0,-1 0 0 0 0,0-1 0 0 0,1 0 0 0 0,-1-1 0 0 0,-1 1 0 0 0,1-1 0 0 0,-1 0 0 0 0,1 0 0 0 0,-2 0 0 0 0,4-5-46 0 0,-1 3 92 0 0,16-43-459 0 0,-22 50 466 0 0,-1 14 97 0 0,-39 25-309 0 0,37-34 145 0 0,-1 1-1 0 0,1 0 1 0 0,0 0-1 0 0,0 1 0 0 0,1-1 1 0 0,0 1-1 0 0,0-1 1 0 0,0 1-1 0 0,1 0 1 0 0,0-1-1 0 0,0 1 1 0 0,1 0-1 0 0,0 0 1 0 0,0 6-32 0 0,36-17 950 0 0,-31-4-1002 0 0,-1 1 1 0 0,0-2 0 0 0,0 1-1 0 0,-1 0 1 0 0,0-1-1 0 0,-1 1 1 0 0,1-1 0 0 0,-2 0-1 0 0,1 0 1 0 0,-1-7 51 0 0,-1 15 7 0 0,-1 0 0 0 0,1 0 0 0 0,-1 0 0 0 0,1 1 0 0 0,-1-1-1 0 0,1 0 1 0 0,-1 0 0 0 0,0 0 0 0 0,1 1 0 0 0,-1-1 0 0 0,0 0 0 0 0,0 1 0 0 0,0-1 0 0 0,1 0 0 0 0,-1 1 0 0 0,0 0 0 0 0,0-1 0 0 0,0 1 0 0 0,0-1 0 0 0,0 1 0 0 0,0 0-1 0 0,0 0 1 0 0,0-1 0 0 0,0 1 0 0 0,0 0 0 0 0,0 0 0 0 0,0 0 0 0 0,0 0 0 0 0,0 0 0 0 0,0 0 0 0 0,0 1 0 0 0,0-1 0 0 0,0 0 0 0 0,0 0 0 0 0,0 1 0 0 0,0-1 0 0 0,0 0 0 0 0,0 1-1 0 0,0-1 1 0 0,0 1 0 0 0,0 0 0 0 0,1-1 0 0 0,-1 1 0 0 0,0 0 0 0 0,0-1 0 0 0,1 1 0 0 0,-1 0 0 0 0,0 0 0 0 0,1 0 0 0 0,-1-1 0 0 0,1 1 0 0 0,-1 0 0 0 0,1 0 0 0 0,-1 0-1 0 0,1 0 1 0 0,0 0 0 0 0,-1 0 0 0 0,1 0 0 0 0,0 0-7 0 0,-14 50 544 0 0,33-73-822 0 0,-15 17 239 0 0,0 0 0 0 0,0-1 0 0 0,0 0 0 0 0,-1 1 0 0 0,0-1 1 0 0,0-1-1 0 0,-1 1 0 0 0,0 0 0 0 0,0 0 0 0 0,0-1 1 0 0,-1 1-1 0 0,0-1 0 0 0,0 0 0 0 0,-1 1 0 0 0,1-1 0 0 0,-2 0 1 0 0,1 1-1 0 0,-1-4 39 0 0,-1 9 19 0 0,1-1 0 0 0,-1 0 0 0 0,0 1 0 0 0,0 0 0 0 0,0-1 0 0 0,0 1 0 0 0,0 0 0 0 0,0 0 0 0 0,0 0 0 0 0,0 0 0 0 0,0 1 0 0 0,-1-1 0 0 0,1 0 1 0 0,0 1-1 0 0,0 0 0 0 0,-1-1 0 0 0,1 1 0 0 0,0 0 0 0 0,-1 0 0 0 0,1 0 0 0 0,0 1 0 0 0,-1-1 0 0 0,1 1 0 0 0,0-1 0 0 0,0 1 0 0 0,-1 0 0 0 0,1-1 0 0 0,0 1 0 0 0,0 0 0 0 0,0 1 0 0 0,0-1 0 0 0,0 0 0 0 0,0 0 1 0 0,0 1-1 0 0,0 0-19 0 0,-25 26-79 0 0,-27 45-90 0 0,54-73 175 0 0,0-1 0 0 0,0 1 0 0 0,0-1 1 0 0,1 0-1 0 0,-1 1 0 0 0,0-1 1 0 0,0 1-1 0 0,1-1 0 0 0,-1 1 1 0 0,0-1-1 0 0,1 1 0 0 0,-1-1 1 0 0,0 1-1 0 0,1-1 0 0 0,-1 1 1 0 0,1-1-1 0 0,-1 1 0 0 0,1 0 1 0 0,-1-1-1 0 0,1 1 0 0 0,-1 0 1 0 0,1 0-1 0 0,-1-1 0 0 0,1 1 1 0 0,0 0-1 0 0,-1 0 0 0 0,1 0 1 0 0,-1-1-1 0 0,1 1 0 0 0,0 0 1 0 0,-1 0-1 0 0,1 0 0 0 0,-1 0 1 0 0,1 0-1 0 0,0 0 0 0 0,-1 1 1 0 0,1-1-1 0 0,-1 0 0 0 0,1 0 0 0 0,0 0 1 0 0,-1 0-1 0 0,1 1 0 0 0,-1-1 1 0 0,1 0-1 0 0,-1 1 0 0 0,1-1 1 0 0,-1 0-1 0 0,1 1 0 0 0,-1-1 1 0 0,1 1-1 0 0,-1-1 0 0 0,1 0 1 0 0,-1 1-1 0 0,0-1 0 0 0,1 1 1 0 0,-1-1-1 0 0,0 1 0 0 0,0 0 1 0 0,1-1-1 0 0,-1 1 0 0 0,0-1 1 0 0,0 1-1 0 0,0-1 0 0 0,1 1 1 0 0,-1 0-1 0 0,0-1 0 0 0,0 1 1 0 0,0 0-7 0 0,25-30-395 0 0,-21 25 334 0 0,0 1 0 0 0,0-1 0 0 0,0 0 0 0 0,-1 0 0 0 0,0 0 0 0 0,0-1 1 0 0,0 1-1 0 0,0-1 0 0 0,-1 0 0 0 0,1 0 0 0 0,-1 0 0 0 0,-1 0 0 0 0,1 0 0 0 0,-1 0 0 0 0,1 0 1 0 0,-1-1-1 0 0,-1 1 0 0 0,1-4 61 0 0,-34 17-447 0 0,-33 35-2461 0 0,24-8-2865 0 0,20-7-100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08.1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140 203 3088 0 0,'0'0'1718'0'0,"0"0"-363"0"0,0 0-344 0 0,0 0-322 0 0,0 0-249 0 0,0 0-141 0 0,0 0-136 0 0,6-8-200 0 0,19-24 154 0 0,-23 30 177 0 0,-1-1 0 0 0,1 0 1 0 0,-1 0-1 0 0,1 0 0 0 0,-1 0 0 0 0,0-1 1 0 0,0 1-1 0 0,-1 0 0 0 0,1 0 0 0 0,-1-1 0 0 0,1 1 1 0 0,-1 0-1 0 0,0-1 0 0 0,0 1 0 0 0,0 0 1 0 0,-1-1-1 0 0,1 1 0 0 0,-1-1-294 0 0,0-11 350 0 0,1 7-408 0 0,-2-37 156 0 0,2 45-77 0 0,0-1 0 0 0,0 0 0 0 0,0 1 0 0 0,0-1 0 0 0,0 0 0 0 0,0 1 0 0 0,0-1 0 0 0,-1 1 0 0 0,1-1 0 0 0,0 0 0 0 0,0 1 0 0 0,-1-1 0 0 0,1 1 0 0 0,0-1 0 0 0,-1 1 0 0 0,1-1 0 0 0,0 1 0 0 0,-1-1 0 0 0,1 1-1 0 0,-1-1 1 0 0,1 1 0 0 0,-1-1 0 0 0,1 1 0 0 0,-1 0 0 0 0,1-1 0 0 0,-1 1 0 0 0,0 0 0 0 0,1-1 0 0 0,-1 1 0 0 0,1 0 0 0 0,-1 0 0 0 0,0 0 0 0 0,1 0 0 0 0,-1-1 0 0 0,0 1 0 0 0,1 0 0 0 0,-1 0 0 0 0,0 0 0 0 0,1 0 0 0 0,-1 1 0 0 0,0-1 0 0 0,1 0 0 0 0,-1 0 0 0 0,1 0 0 0 0,-1 0 0 0 0,0 1-1 0 0,1-1 1 0 0,-1 0 0 0 0,1 1 0 0 0,-1-1 0 0 0,1 0 0 0 0,-1 1 0 0 0,1-1 0 0 0,-1 1 0 0 0,1-1 0 0 0,-1 0 0 0 0,1 1-21 0 0,-4 2-19 0 0,1-1 0 0 0,0 1 0 0 0,0 0 0 0 0,0 0 0 0 0,0 0 1 0 0,0 1-1 0 0,1-1 0 0 0,0 1 0 0 0,-1-1 0 0 0,1 1 0 0 0,1 0 0 0 0,-1 0 0 0 0,0 0 0 0 0,1 0 0 0 0,0 0 0 0 0,0 0 0 0 0,0 0 0 0 0,1 0 0 0 0,-1 1 1 0 0,1-1-1 0 0,0 0 0 0 0,0 0 0 0 0,1 2 19 0 0,-1-2 28 0 0,0-1 0 0 0,1 1 0 0 0,-1 0 0 0 0,1-1 0 0 0,0 1 0 0 0,1-1 0 0 0,-1 1 0 0 0,0-1 0 0 0,1 1 0 0 0,0-1 0 0 0,0 0 0 0 0,0 0 0 0 0,0 0 0 0 0,0 0 0 0 0,1 0 0 0 0,-1 0 0 0 0,1-1 0 0 0,0 1 0 0 0,0-1 0 0 0,0 0 0 0 0,3 2-28 0 0,-2-1 112 0 0,0-2-81 0 0,1 0 1 0 0,0 0-1 0 0,0-1 1 0 0,0 0 0 0 0,0 0-1 0 0,0 0 1 0 0,0-1-1 0 0,0 0 1 0 0,0 0-1 0 0,0 0 1 0 0,-1 0-1 0 0,1-1 1 0 0,0 0 0 0 0,-1 0-1 0 0,1 0 1 0 0,-1 0-1 0 0,0-1 1 0 0,0 0-1 0 0,0 0 1 0 0,0 0 0 0 0,0 0-1 0 0,0 0 1 0 0,-1-1-1 0 0,0 0-31 0 0,-1 3 8 0 0,0-1-1 0 0,-1 0 0 0 0,0 1 0 0 0,1-1 1 0 0,-1 0-1 0 0,0 0 0 0 0,0 0 1 0 0,0 0-1 0 0,0 0 0 0 0,-1 0 1 0 0,1 0-1 0 0,0 0 0 0 0,-1 0 0 0 0,0 0 1 0 0,1 0-1 0 0,-1 0 0 0 0,0-1 1 0 0,0 1-1 0 0,0 0 0 0 0,0 0 1 0 0,0 0-1 0 0,-1 0 0 0 0,1 0 1 0 0,-1-1-1 0 0,1 1 0 0 0,-1 0 0 0 0,0 0 1 0 0,0 0-1 0 0,0 0 0 0 0,0 1 1 0 0,0-1-1 0 0,0 0 0 0 0,0 0 1 0 0,-1 1-1 0 0,1-1 0 0 0,-1 0 1 0 0,1 1-1 0 0,-1-1 0 0 0,0 1 0 0 0,0 0 1 0 0,1 0-1 0 0,-1 0 0 0 0,0 0 1 0 0,0 0-1 0 0,0 0 0 0 0,0 0 1 0 0,0 0-1 0 0,-2 0-7 0 0,-7-3 43 0 0,-1 1 0 0 0,0 0 0 0 0,0 1-1 0 0,0 0 1 0 0,0 0 0 0 0,0 1 0 0 0,0 1 0 0 0,0 0 0 0 0,-7 2-43 0 0,14 0 3 0 0,0 0 0 0 0,0 1 1 0 0,1-1-1 0 0,-1 1 0 0 0,1 0 0 0 0,0 1 0 0 0,0-1 1 0 0,0 1-1 0 0,0-1 0 0 0,0 1 0 0 0,1 1 1 0 0,0-1-1 0 0,0 0 0 0 0,0 1 0 0 0,0-1 0 0 0,1 1 1 0 0,0 0-1 0 0,0 0 0 0 0,0 0 0 0 0,0 0 0 0 0,1 0 1 0 0,0 0-1 0 0,0 1 0 0 0,0-1 0 0 0,1 0 1 0 0,0 1-1 0 0,0-1 0 0 0,0 5-3 0 0,33-9 589 0 0,48-33 209 0 0,-80 29-827 0 0,1 1 0 0 0,-1-1 0 0 0,0 1 0 0 0,0-1 0 0 0,0 0 0 0 0,0 1 0 0 0,-1-1 0 0 0,1 0 0 0 0,-1 0 0 0 0,0 0 0 0 0,1 1 0 0 0,-1-1 0 0 0,0 0 0 0 0,-1 0 0 0 0,1 0 0 0 0,-1 0 0 0 0,1 1 0 0 0,-1-1 0 0 0,0 0 0 0 0,0 0 0 0 0,0 1 0 0 0,0-1 0 0 0,0 1 0 0 0,-1-1 0 0 0,1 1 0 0 0,-1-1-1 0 0,1 1 1 0 0,-1 0 0 0 0,0 0 0 0 0,0 0 0 0 0,-2-1 29 0 0,2 0-3 0 0,-1 1 1 0 0,1-1-1 0 0,-1 1 0 0 0,0 0 0 0 0,0 0 0 0 0,0 0 0 0 0,0 0 0 0 0,0 1 0 0 0,-1-1 0 0 0,1 1 1 0 0,0 0-1 0 0,-1 0 0 0 0,1 0 0 0 0,0 1 0 0 0,-1-1 0 0 0,1 1 0 0 0,-1-1 0 0 0,0 1 1 0 0,1 0-1 0 0,-1 1 0 0 0,1-1 0 0 0,-1 1 0 0 0,1-1 0 0 0,-1 1 0 0 0,1 0 0 0 0,0 0 0 0 0,-1 1 1 0 0,1-1-1 0 0,0 1 0 0 0,0-1 0 0 0,0 1 0 0 0,0 0 0 0 0,0 0 0 0 0,0 0 0 0 0,1 1 0 0 0,-1-1 1 0 0,1 1-1 0 0,-1-1 0 0 0,1 1 0 0 0,0 0 0 0 0,0 0 0 0 0,0 0 0 0 0,1 0 0 0 0,-1 0 1 0 0,1 1-1 0 0,-1-1 0 0 0,1 0 0 0 0,0 1 0 0 0,0-1 0 0 0,1 0 0 0 0,-1 1 0 0 0,1 2 3 0 0,-1-5 3 0 0,1 1 0 0 0,-1-1 0 0 0,1 0 0 0 0,0 0-1 0 0,-1 0 1 0 0,1 0 0 0 0,0 0 0 0 0,0 0 0 0 0,0 1-1 0 0,0-1 1 0 0,0 0 0 0 0,0 0 0 0 0,0 0 0 0 0,0 0 0 0 0,1 1-1 0 0,-1-1 1 0 0,0 0 0 0 0,1 0 0 0 0,-1 0 0 0 0,1 0-1 0 0,-1 0 1 0 0,1 0 0 0 0,-1 0 0 0 0,1 0 0 0 0,0 0 0 0 0,-1 0-1 0 0,1 0 1 0 0,0 0 0 0 0,0-1 0 0 0,0 1 0 0 0,0 0-1 0 0,0 0 1 0 0,0-1 0 0 0,0 1 0 0 0,0-1 0 0 0,0 1 0 0 0,0-1-1 0 0,0 1 1 0 0,0-1 0 0 0,0 0 0 0 0,0 1 0 0 0,0-1-1 0 0,1 0 1 0 0,-1 0 0 0 0,0 0 0 0 0,0 0 0 0 0,0 0 0 0 0,0 0-1 0 0,1 0 1 0 0,-1 0 0 0 0,0-1 0 0 0,0 1 0 0 0,0 0-3 0 0,15 0 70 0 0,-7 1-46 0 0,0-1 0 0 0,-1 0 0 0 0,1-1 0 0 0,0 1 0 0 0,-1-2 0 0 0,1 1 0 0 0,-1-1 0 0 0,0 0 0 0 0,1-1 0 0 0,6-3-24 0 0,-11-57-312 0 0,-5 60 312 0 0,0 0-1 0 0,0 0 0 0 0,0 0 0 0 0,-1 1 0 0 0,1-1 1 0 0,-1 0-1 0 0,0 1 0 0 0,0 0 0 0 0,0-1 1 0 0,0 1-1 0 0,0 0 0 0 0,0 0 0 0 0,0 0 1 0 0,-1 0-1 0 0,1 0 0 0 0,-1 0 0 0 0,0 1 1 0 0,1 0-1 0 0,-1-1 0 0 0,0 1 0 0 0,0 0 0 0 0,0 0 1 0 0,0 0-1 0 0,0 1 0 0 0,0-1 0 0 0,0 1 1 0 0,0-1-1 0 0,0 1 0 0 0,0 0 0 0 0,0 0 1 0 0,0 1-1 0 0,0-1 0 0 0,0 1 0 0 0,0-1 0 0 0,0 1 1 0 0,0 0-1 0 0,0 0 0 0 0,0 0 0 0 0,1 1 1 0 0,-3 0 0 0 0,2 0-31 0 0,0 0 1 0 0,0 1 0 0 0,0-1 0 0 0,1 0 0 0 0,-1 1 0 0 0,1 0-1 0 0,0-1 1 0 0,0 1 0 0 0,0 0 0 0 0,0 0 0 0 0,0 0-1 0 0,1 1 1 0 0,-1-1 0 0 0,1 0 0 0 0,0 1 0 0 0,0-1-1 0 0,0 0 1 0 0,0 2 30 0 0,25-6 377 0 0,-21-1-352 0 0,-1 1 0 0 0,0 0 0 0 0,0-1-1 0 0,0 1 1 0 0,0-1 0 0 0,0 0 0 0 0,0 0 0 0 0,0 0 0 0 0,-1 0 0 0 0,1 0 0 0 0,-1 0-1 0 0,1 0 1 0 0,-1-1 0 0 0,0 1 0 0 0,0 0 0 0 0,0-1 0 0 0,0 1 0 0 0,0-1 0 0 0,0 1-1 0 0,-1-1 1 0 0,1 1 0 0 0,-1-1 0 0 0,0 0 0 0 0,0 1 0 0 0,0-1 0 0 0,0 1 0 0 0,0-1-1 0 0,-1 0 1 0 0,1 1 0 0 0,-1-2-25 0 0,1-9 88 0 0,-14 22-108 0 0,11-1-100 0 0,0 0 0 0 0,0 0 0 0 0,1 0 0 0 0,0 0 1 0 0,0 1-1 0 0,1-1 0 0 0,0 1 0 0 0,1-1 0 0 0,0 1 0 0 0,0-1 0 0 0,1 0 0 0 0,0 1 0 0 0,0-1 1 0 0,1 0-1 0 0,0 1 0 0 0,1-1 0 0 0,1 3 120 0 0,37 40-4564 0 0,-15-34-32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5.45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7046.0625"/>
      <inkml:brushProperty name="anchorY" value="-149989.859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38424.90625"/>
      <inkml:brushProperty name="anchorY" value="-149443.53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0411.90625"/>
      <inkml:brushProperty name="anchorY" value="-15020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1310.5"/>
      <inkml:brushProperty name="anchorY" value="-151681.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2554.4375"/>
      <inkml:brushProperty name="anchorY" value="-153163.96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4092.1875"/>
      <inkml:brushProperty name="anchorY" value="-153400.51563"/>
      <inkml:brushProperty name="scaleFactor" value="0.5"/>
    </inkml:brush>
  </inkml:definitions>
  <inkml:trace contextRef="#ctx0" brushRef="#br0">0 1403 1096 0 0,'0'0'0'0'0,"0"0"692"0"0,0 0 4532 0 0,0 0-5145 0 0,0 0 1621 0 0,0 0-626 0 0,0 0-285 0 0,0 0-224 0 0,0 0-90 0 0,0 0-83 0 0,2 6-11 0 0,4 1 49 0 0,4 1-116 0 0,5 0 41 0 0,5 0-11 0 0,3-1-1 0 0,2-1-45 0 0,0-1-62 0 0,1 0-60 0 0,-2-2 71 0 0,2 0-219 0 0,0-1-11 0 0,3-1-39 0 0,1 0 17 0 0,3-1-187 0 0,2-4 114 0 0,3-2-75 0 0,1-5 176 0 0,0-5-45 0 0,-1-7-95 0 0,-5-7 141 0 0,-6-9-174 0 0,-7-7 43 0 0,-6-10-67 0 0,-11-7 107 0 0,-11-10-151 0 0,-11-8 28 0 0,-7-8 63 0 0,-8-6-126 0 0,-2-7-82 0 0,-3-3 408 0 0,0 0-129 0 0,4 3 159 0 0,4 7 120 0 0,8 10 32 0 0,7 14-145 0 0,6 13-112 0 0,6 15-35 0 0,6 12-137 0 0,5 11-135 0 0,7 8-51 0 0,5 5-178 0 0,6 4-395 0 0,5 2-634 0 0,7 1-188 0 0,2 2-383 0 0,2 1-585 0 0,-9 1-652 0 0</inkml:trace>
  <inkml:trace contextRef="#ctx0" brushRef="#br1" timeOffset="271.048">213 716 8125 0 0,'0'0'0'0'0,"0"0"1812"0"0,0 0-1209 0 0,0 0 57 0 0,0 0 254 0 0,0 0-312 0 0,0 0-78 0 0,0 0-171 0 0,49 5-249 0 0,12 1-83 0 0,10-1-62 0 0,4 0-77 0 0,1-2 148 0 0,1-3-50 0 0,3-2 39 0 0,2-4-24 0 0,4-2-128 0 0,2-3-52 0 0,0-2-676 0 0,-4-1-443 0 0,-7-1-512 0 0,-11 2-549 0 0,-18-1-998 0 0,-15 4-261 0 0</inkml:trace>
  <inkml:trace contextRef="#ctx0" brushRef="#br2" timeOffset="779.159">1452 787 1396 0 0,'0'0'0'0'0,"0"0"836"0"0,0 0-658 0 0,0 0 53 0 0,0 0 5 0 0,0 0 2535 0 0,0 0-1566 0 0,0 0-5 0 0,0 0-215 0 0,0 0 13 0 0,0 0-92 0 0,0 3-104 0 0,-3 1 349 0 0,-4 1-459 0 0,-7 2 2 0 0,-6 3-196 0 0,-6 1-24 0 0,-4 5-103 0 0,-5 5-173 0 0,-1 6-103 0 0,-2 7 41 0 0,1 8-158 0 0,5 7 101 0 0,5 3-185 0 0,8 2 126 0 0,7-1-145 0 0,7-5-21 0 0,8-4-184 0 0,9-7-77 0 0,10-7-113 0 0,8-6 64 0 0,10-5-329 0 0,9-4-842 0 0,8-5-481 0 0,3-3-855 0 0,6-3-2078 0 0,-12-3 4028 0 0</inkml:trace>
  <inkml:trace contextRef="#ctx0" brushRef="#br3" timeOffset="1112">2037 702 900 0 0,'0'0'0'0'0,"0"0"1056"0"0,0 0-942 0 0,0 0 3689 0 0,0 0-2409 0 0,0 0 402 0 0,0 0-847 0 0,0 0 34 0 0,0 0-166 0 0,0 0-389 0 0,0 0-30 0 0,-3 27 23 0 0,0 10-31 0 0,3 10 48 0 0,4 6-86 0 0,7 2-34 0 0,5 1-54 0 0,5-3-90 0 0,5-3-59 0 0,3-4-122 0 0,2-6-77 0 0,0-4-167 0 0,0-5 36 0 0,0-5-216 0 0,-1-5-72 0 0,-3-4-163 0 0,-1-3-245 0 0,-2-4-492 0 0,-4-2-163 0 0,-4-3-166 0 0,-2-3-431 0 0,-5 0-827 0 0,-3-2 902 0 0</inkml:trace>
  <inkml:trace contextRef="#ctx0" brushRef="#br4" timeOffset="1349.041">1819 1338 4728 0 0,'0'0'0'0'0,"0"0"1005"0"0,0 0 2631 0 0,0 0-3225 0 0,0 0 1465 0 0,0 0-1410 0 0,0 0-263 0 0,0 0 439 0 0,0 0 20 0 0,29-25-188 0 0,14-11-210 0 0,16-11 12 0 0,8-6-207 0 0,8-5 105 0 0,-1 0-206 0 0,-3 1-85 0 0,-4 3 36 0 0,-10 4-259 0 0,-9 6-257 0 0,-9 7-538 0 0,-12 5-725 0 0,-8 6-1491 0 0,-8 6-2324 0 0,-6 6 4552 0 0</inkml:trace>
  <inkml:trace contextRef="#ctx0" brushRef="#br5" timeOffset="1776.848">2658 1610 8209 0 0,'0'0'0'0'0,"0"0"1680"0"0,0 0-439 0 0,0 0-467 0 0,0 0-70 0 0,0 0-473 0 0,0 0 174 0 0,0 0 0 0 0,0 0 39 0 0,20-20-41 0 0,7-8-38 0 0,8-7 53 0 0,5-6 22 0 0,1-3 116 0 0,1-4 92 0 0,-2-2-223 0 0,-3-3-110 0 0,-2-3-228 0 0,-5-3-67 0 0,-7-3-336 0 0,-6-1 19 0 0,-8-1-511 0 0,-10 1-100 0 0,-9 6-344 0 0,-9 7-249 0 0,-7 11-121 0 0,-2 13-1353 0 0,-5 13-2193 0 0,4 8 2530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8.57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8503.3125"/>
      <inkml:brushProperty name="anchorY" value="-154990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9807.96875"/>
      <inkml:brushProperty name="anchorY" value="-156494.7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8429.6875"/>
      <inkml:brushProperty name="anchorY" value="-156619.46875"/>
      <inkml:brushProperty name="scaleFactor" value="0.5"/>
    </inkml:brush>
  </inkml:definitions>
  <inkml:trace contextRef="#ctx0" brushRef="#br0">1 1007 2872 0 0,'0'0'0'0'0,"0"0"7449"0"0,0 0-7668 0 0,0 0 2293 0 0,0 0-1862 0 0,0 0 557 0 0,0 0-89 0 0,0 0-91 0 0,15 20-262 0 0,7 7-165 0 0,8 6 24 0 0,5 4-94 0 0,3 1 44 0 0,3-1-100 0 0,0 0-18 0 0,0-2-14 0 0,1 0-221 0 0,-3 0 60 0 0,-5-1-63 0 0,-4 2-169 0 0,-7-1-42 0 0,-6 1-136 0 0,-6 0-151 0 0,-5-1-604 0 0,-3-1-1061 0 0,-4-3-831 0 0,-3-4-2075 0 0,-1-7 5531 0 0</inkml:trace>
  <inkml:trace contextRef="#ctx0" brushRef="#br1" timeOffset="339.247">600 916 3724 0 0,'0'0'0'0'0,"0"0"16"0"0,0 0 7216 0 0,0 0-8391 0 0,0 0 3002 0 0,0 0-1379 0 0,-25 27 421 0 0,-8 11-47 0 0,-10 12 54 0 0,-4 8-166 0 0,-3 6-137 0 0,0 3-44 0 0,1 3-156 0 0,4 0-89 0 0,2-1-84 0 0,5-2-177 0 0,5-5-21 0 0,5-5-243 0 0,5-6-114 0 0,7-6-101 0 0,3-6-146 0 0,4-6-219 0 0,4-6-17 0 0,3-4-273 0 0,3-3-796 0 0,4-5-1060 0 0,2-3-2466 0 0,0-4 2738 0 0</inkml:trace>
  <inkml:trace contextRef="#ctx0" brushRef="#br2" timeOffset="1174.868">758 125 980 0 0,'0'0'0'0'0,"0"0"1512"0"0,0 0 3025 0 0,0 0-4459 0 0,0 0 1600 0 0,0 0-409 0 0,0 0-162 0 0,0 0-112 0 0,0 0-194 0 0,0 0-115 0 0,36-21 22 0 0,5-1-334 0 0,2-2-180 0 0,-3 4-173 0 0,-5 4 6 0 0,-7 5-113 0 0,-1 5-136 0 0,-3 3-33 0 0,2 2 295 0 0,2 3-141 0 0,2 4 116 0 0,1 3-19 0 0,0 3 63 0 0,0 3-66 0 0,-3 2 148 0 0,-4 3-108 0 0,-4 3 88 0 0,-6 3-43 0 0,-5 2-2 0 0,-4 3-82 0 0,-5 2 18 0 0,-6 0-16 0 0,-4 0 5 0 0,-4-1 3 0 0,-1-2 69 0 0,-3-3-5 0 0,0-3 123 0 0,-2-3 24 0 0,0-2-8 0 0,0-4 20 0 0,1-3 14 0 0,1-3-4 0 0,2-1-29 0 0,2-4-5 0 0,3-1-57 0 0,3-1-94 0 0,3-2 70 0 0,2 0-42 0 0,2-2 24 0 0,2-1-67 0 0,1 0-36 0 0,1 0-166 0 0,0 0 140 0 0,0 1 7 0 0,0-1-119 0 0,0 0 0 0 0,3-1 9 0 0,0 0-43 0 0,3-1 12 0 0,2-1 55 0 0,3-1 7 0 0,4 1 39 0 0,3 0-12 0 0,2 1-110 0 0,3 1 51 0 0,1 2-26 0 0,1 0-53 0 0,1 1-44 0 0,-3 2 92 0 0,-2 3-69 0 0,-2 1-85 0 0,-4 2 366 0 0,-4 3-99 0 0,-3 2 148 0 0,-4 1 14 0 0,-3 2 97 0 0,-2 1 34 0 0,-3 1 26 0 0,-3 2 75 0 0,-4 1-46 0 0,-5 0-23 0 0,-4 2-145 0 0,-4 1-47 0 0,-4 1 2 0 0,-3 0-45 0 0,-4 0 28 0 0,-2 0-84 0 0,-3 0-102 0 0,-1-1-111 0 0,-1-3-263 0 0,-1-1-704 0 0,3-4-821 0 0,-3-2-3118 0 0,8-4-2888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8.13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5188.375"/>
      <inkml:brushProperty name="anchorY" value="-153371.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46786.5625"/>
      <inkml:brushProperty name="anchorY" value="-154113.625"/>
      <inkml:brushProperty name="scaleFactor" value="0.5"/>
    </inkml:brush>
  </inkml:definitions>
  <inkml:trace contextRef="#ctx0" brushRef="#br0">46 300 1068 0 0,'0'0'0'0'0,"0"0"968"0"0,0 0 4401 0 0,0 0-4846 0 0,0 0 1253 0 0,0 0-688 0 0,0 0-311 0 0,0 0-66 0 0,0 0 136 0 0,0 0 79 0 0,45-1-256 0 0,15-1-201 0 0,15-2-180 0 0,6-1-159 0 0,0-2-124 0 0,-5 0-46 0 0,-6-1-130 0 0,-9 0-65 0 0,-8 0-6 0 0,-10 2-116 0 0,-8-1-294 0 0,-9 1-296 0 0,-6-2-491 0 0,-7 1-1197 0 0,-5-4-1840 0 0,-3 1-15 0 0</inkml:trace>
  <inkml:trace contextRef="#ctx0" brushRef="#br1" timeOffset="191.111">1 1 508 0 0,'0'0'0'0'0,"0"0"7889"0"0,0 0-7781 0 0,0 0 1160 0 0,0 0-701 0 0,0 0 658 0 0,0 0 55 0 0,0 0-328 0 0,46 2-406 0 0,19 1-386 0 0,19 1 230 0 0,7-1-463 0 0,3 0-158 0 0,0 0 45 0 0,-6-1-268 0 0,-6 1-391 0 0,-8-1-597 0 0,-11 0-1538 0 0,-11 0-2753 0 0,-15-1 3139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49.58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5079.71875"/>
      <inkml:brushProperty name="anchorY" value="-166910.703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6606.46875"/>
      <inkml:brushProperty name="anchorY" value="-166647.4218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8053.6875"/>
      <inkml:brushProperty name="anchorY" value="-167443.9843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4233.0625"/>
      <inkml:brushProperty name="anchorY" value="-166064.0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9096.84375"/>
      <inkml:brushProperty name="anchorY" value="-168873.15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7955"/>
      <inkml:brushProperty name="anchorY" value="-168665.73438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68955.34375"/>
      <inkml:brushProperty name="anchorY" value="-169981.6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0237.34375"/>
      <inkml:brushProperty name="anchorY" value="-170283.34375"/>
      <inkml:brushProperty name="scaleFactor" value="0.5"/>
    </inkml:brush>
  </inkml:definitions>
  <inkml:trace contextRef="#ctx0" brushRef="#br0">0 1142 2872 0 0,'0'0'0'0'0,"0"0"368"0"0,0 0-79 0 0,0 0 4265 0 0,0 0-4743 0 0,0 0 1477 0 0,0 0-484 0 0,0 0-88 0 0,0 0 0 0 0,0 0-98 0 0,0 0 70 0 0,0 0-167 0 0,25 16-177 0 0,5 3 58 0 0,4 0 188 0 0,2-3-169 0 0,-4-3-311 0 0,-1-5 40 0 0,-1-2-132 0 0,-2-3-9 0 0,1-2-257 0 0,0 0 134 0 0,0 0-18 0 0,-1 0 12 0 0,2 0 21 0 0,-2 0-4 0 0,-1 0-1 0 0,-3-1-51 0 0,-4 0 126 0 0,-5-1 22 0 0,-5-1 87 0 0,-4-3 25 0 0,-2-4 34 0 0,-3-4 188 0 0,-3-7-214 0 0,-4-8 0 0 0,-6-9-115 0 0,-5-8 32 0 0,-6-8-34 0 0,-1-8-110 0 0,-1-6 142 0 0,3-6-43 0 0,4-5 360 0 0,5-1-285 0 0,5-1 65 0 0,6 3-137 0 0,8 5-36 0 0,5 6 57 0 0,5 7-15 0 0,5 6-70 0 0,2 8-136 0 0,4 5 2 0 0,0 5-42 0 0,3 5-159 0 0,0 3-303 0 0,-1 4-788 0 0,-1 5 514 0 0,-2 5-521 0 0,-4 5-1328 0 0,-4 6 9 0 0,-6 4-1246 0 0</inkml:trace>
  <inkml:trace contextRef="#ctx0" brushRef="#br1" timeOffset="197.386">95 701 3240 0 0,'0'0'0'0'0,"0"0"5345"0"0,0 0-4607 0 0,0 0 350 0 0,0 0-37 0 0,0 0-437 0 0,0 0 93 0 0,0 0-314 0 0,0 0-111 0 0,57-3-299 0 0,14-2-102 0 0,11-1-114 0 0,1 0-458 0 0,-4-1-484 0 0,-7 1-744 0 0,-10 0-1403 0 0,-7 0-1309 0 0,-15 1 3786 0 0</inkml:trace>
  <inkml:trace contextRef="#ctx0" brushRef="#br2" timeOffset="535.925">957 1 6769 0 0,'0'0'0'0'0,"0"0"2260"0"0,0 0-1293 0 0,0 0-419 0 0,0 0-183 0 0,8 19-49 0 0,4 10 24 0 0,4 8-11 0 0,2 7-134 0 0,1 3-136 0 0,1 2-45 0 0,0 2-166 0 0,-1-1-12 0 0,-1-1-200 0 0,-2-1-289 0 0,-4-2-458 0 0,-2-4-1252 0 0,-5-2-2511 0 0,-1-9 2690 0 0</inkml:trace>
  <inkml:trace contextRef="#ctx0" brushRef="#br3" timeOffset="-602.389">1193 1719 872 0 0,'0'0'0'0'0,"0"0"0"0"0</inkml:trace>
  <inkml:trace contextRef="#ctx0" brushRef="#br4" timeOffset="1031.953">1461 763 1828 0 0,'0'0'0'0'0,"0"0"2736"0"0,0 0 542 0 0,0 0-1560 0 0,0 0-688 0 0,0 0-26 0 0,0 0-406 0 0,0 0-90 0 0,0 0 85 0 0,-40 22-189 0 0,-7 8-130 0 0,-5 7 74 0 0,2 4-66 0 0,5 3 56 0 0,5 1-34 0 0,8 1-60 0 0,5 1-98 0 0,6-2-155 0 0,5-2-227 0 0,5-1-207 0 0,5-3-184 0 0,5-3-212 0 0,7-3-462 0 0,7-4-461 0 0,9-4-717 0 0,5-4-1623 0 0,-3-7 247 0 0</inkml:trace>
  <inkml:trace contextRef="#ctx0" brushRef="#br5" timeOffset="1302.852">1755 918 5501 0 0,'0'0'0'0'0,"0"0"2004"0"0,0 0-462 0 0,0 0-624 0 0,0 0-279 0 0,0 0 61 0 0,0 0 42 0 0,0 0 43 0 0,0 0-241 0 0,0 0-384 0 0,0 0 140 0 0,0 0-59 0 0,4 18-65 0 0,2 8 54 0 0,3 8-51 0 0,1 5-159 0 0,1 2-2 0 0,1 0-352 0 0,0-1-12 0 0,0-4-66 0 0,0-3-62 0 0,-1-4-331 0 0,0-3-279 0 0,0-3-97 0 0,-2-2-485 0 0,0-2-330 0 0,-2-3-309 0 0,-2-1-561 0 0,-2-3 1889 0 0</inkml:trace>
  <inkml:trace contextRef="#ctx0" brushRef="#br6" timeOffset="1509.431">1524 1495 1580 0 0,'0'0'0'0'0,"0"0"4153"0"0,0 0-2890 0 0,0 0 373 0 0,0 0-712 0 0,0 0 547 0 0,0 0-308 0 0,0 0 2 0 0,0 0-337 0 0,25-25-348 0 0,9-8-248 0 0,7-10-194 0 0,5-5-10 0 0,0-5-290 0 0,0-1-2 0 0,-3 0-400 0 0,-3 2-56 0 0,-6 4-388 0 0,-6 4-670 0 0,-6 7-893 0 0,-4 5-581 0 0,-6 10-1166 0 0</inkml:trace>
  <inkml:trace contextRef="#ctx0" brushRef="#br7" timeOffset="1799.553">2086 1603 5733 0 0,'0'0'0'0'0,"0"0"1640"0"0,0 0-826 0 0,0 0 105 0 0,0 0 377 0 0,0 0-163 0 0,0 0-118 0 0,0 0-148 0 0,26-26-36 0 0,8-9-294 0 0,5-8-134 0 0,0-6-220 0 0,-4-3-31 0 0,-5-1-18 0 0,-8-1-70 0 0,-5 0-68 0 0,-7-1-217 0 0,-5-1-95 0 0,-2-1-406 0 0,-5-1-523 0 0,-3-1-350 0 0,-5 2-1065 0 0,-2 6-585 0 0,-4 5-2892 0 0,1 11 7533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2.11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1283.96875"/>
      <inkml:brushProperty name="anchorY" value="-170290.0781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2536.59375"/>
      <inkml:brushProperty name="anchorY" value="-171112.15625"/>
      <inkml:brushProperty name="scaleFactor" value="0.5"/>
    </inkml:brush>
  </inkml:definitions>
  <inkml:trace contextRef="#ctx0" brushRef="#br0">100 606 3040 0 0,'0'0'0'0'0,"0"0"1172"0"0,0 0-942 0 0,0 0-49 0 0,0 0 3704 0 0,0 0-2675 0 0,0 0 43 0 0,0 0-683 0 0,0 0-108 0 0,0 0 111 0 0,0 0 152 0 0,0 0-283 0 0,20 0-147 0 0,9 0-29 0 0,7-2-245 0 0,4-2 4 0 0,-1 1-148 0 0,-2-1-92 0 0,-2 1 44 0 0,-5 0-127 0 0,-4 2-220 0 0,-2 0-138 0 0,-4 0-209 0 0,-1 1-415 0 0,-2 0-911 0 0,-3 1-772 0 0,-2-3-1124 0 0,-4 1 3585 0 0</inkml:trace>
  <inkml:trace contextRef="#ctx0" brushRef="#br1" timeOffset="156.866">0 452 7401 0 0,'0'0'0'0'0,"0"0"1648"0"0,0 0-882 0 0,0 0-607 0 0,0 0 181 0 0,0 0 382 0 0,0 0 83 0 0,0 0-316 0 0,0 0-481 0 0,48-2 71 0 0,14-2-892 0 0,14-2 254 0 0,5-1-480 0 0,-3 0-1467 0 0,-2 0-2481 0 0,-17 1 2787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8.96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5578.34375"/>
      <inkml:brushProperty name="anchorY" value="-174498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4563.5"/>
      <inkml:brushProperty name="anchorY" value="-174608.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8864.9375"/>
      <inkml:brushProperty name="anchorY" value="-178890.79688"/>
      <inkml:brushProperty name="scaleFactor" value="0.5"/>
    </inkml:brush>
    <inkml:context xml:id="ctx1">
      <inkml:inkSource xml:id="inkSrc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22:26:59.542"/>
    </inkml:context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5412.3125"/>
      <inkml:brushProperty name="anchorY" value="-175853.79688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6337.21875"/>
      <inkml:brushProperty name="anchorY" value="-176258.29688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7585.1875"/>
      <inkml:brushProperty name="anchorY" value="-177543.67188"/>
      <inkml:brushProperty name="scaleFactor" value="0.5"/>
    </inkml:brush>
  </inkml:definitions>
  <inkml:trace contextRef="#ctx0" brushRef="#br0">180 1 6889 0 0,'0'0'0'0'0,"0"0"2196"0"0,0 0-649 0 0,0 0-299 0 0,0 0-295 0 0,0 0 13 0 0,0 0-366 0 0,0 0-157 0 0,0 0-111 0 0,0 0-132 0 0,0 0-51 0 0,0 1-31 0 0,0 2 87 0 0,-1 4 59 0 0,0 5 6 0 0,-1 5 3 0 0,0 7-43 0 0,-2 5-76 0 0,-3 8-65 0 0,-3 6-92 0 0,-2 4 13 0 0,-3 5-111 0 0,-3 3 129 0 0,-1 1-56 0 0,0 2 32 0 0,0-1-62 0 0,3-1-57 0 0,2-2 126 0 0,5-3-183 0 0,2-2-19 0 0,4-4-279 0 0,1-4-177 0 0,2-5-152 0 0,0-5-272 0 0,1-5-784 0 0,1-4-632 0 0,-1-5-722 0 0,2-3-771 0 0,-1-4 2296 0 0,1-4 1728 0 0</inkml:trace>
  <inkml:trace contextRef="#ctx0" brushRef="#br1" timeOffset="348.659">434 508 7233 0 0,'0'0'0'0'0,"0"0"2064"0"0,0 0-765 0 0,0 0-165 0 0,0 0-363 0 0,0 0 49 0 0,0 0-220 0 0,0 0-208 0 0,0 0-157 0 0,0 0-20 0 0,4 22 7 0 0,0 7 66 0 0,1 8-113 0 0,-1 3-4 0 0,-1 2-33 0 0,-2 0-156 0 0,-2-3-188 0 0,-2-3-37 0 0,0-4-290 0 0,-1-5-201 0 0,2-6-174 0 0,0-6-594 0 0,1-4-955 0 0,0-5-1604 0 0,1-3-222 0 0,-1-4 4065 0 0,0-1-227 0 0</inkml:trace>
  <inkml:trace contextRef="#ctx0" brushRef="#br2" timeOffset="1410.043">693 76 1172 0 0,'0'0'0'0'0,"0"0"12517"0"0,0 0-11579 0 0,0 0 2198 0 0,0 0-1753 0 0,0 0-151 0 0,0 0-336 0 0,0 0-465 0 0,0 0-534 0 0,0 0-257 0 0,1-1-273 0 0,-1 1-330 0 0,1 0-754 0 0,0-1-2278 0 0,-2 1-2550 0 0,-1 0-1074 0 0</inkml:trace>
  <inkml:trace contextRef="#ctx1" brushRef="#br3">765 923 2368,'0'0'0,"0"0"916,0 0 5573,0 0-6381,0 0 1725,0 0-894,0 0-200,0 0-350,1-21-535,1-10-164,1-9-113,0-6-369,2-2 12,1 1-351,3 2-153,1 4 82,1 6-358,-2 6-166,-1 6-701,-2 6 857,-2 5 1380,-3 5 5</inkml:trace>
  <inkml:trace contextRef="#ctx0" brushRef="#br4" timeOffset="868.582">901 557 7665 0 0,'0'0'0'0'0,"0"0"1776"0"0,0 0-714 0 0,0 0-193 0 0,0 0 12 0 0,0 0-33 0 0,0 0-176 0 0,0 0-279 0 0,0 0-14 0 0,0 0-158 0 0,0 0-48 0 0,0 0 15 0 0,47-12-28 0 0,6-1 6 0 0,5 2 40 0 0,-5 4 105 0 0,-9 7 10 0 0,-8 7-18 0 0,-6 7-193 0 0,-6 6 0 0 0,-4 5-56 0 0,-4 5-52 0 0,-2 2 5 0 0,-3 2-25 0 0,-1 0-47 0 0,-2 0 22 0 0,-1-2-34 0 0,-2-2-38 0 0,-1-2-37 0 0,-1-4-129 0 0,-2-2-75 0 0,0-2-82 0 0,0-1-287 0 0,-3-2-433 0 0,-2 0-822 0 0,-3-2-807 0 0,-2-3-1811 0 0,-3-3 530 0 0,2-3 4779 0 0</inkml:trace>
  <inkml:trace contextRef="#ctx0" brushRef="#br5" timeOffset="1123.187">1418 580 3008 0 0,'0'0'0'0'0,"0"0"1332"0"0,0 0 5956 0 0,0 0-7382 0 0,0 0 2562 0 0,0 0-1131 0 0,0 0-28 0 0,0 0-390 0 0,0 0-361 0 0,0 0-257 0 0,40-20-128 0 0,6-2-58 0 0,3 0-110 0 0,-4 2 22 0 0,-5 5-29 0 0,-8 5-52 0 0,-4 6 56 0 0,-2 6-81 0 0,0 7-4 0 0,3 7 92 0 0,3 9-114 0 0,2 6-43 0 0,-2 7-72 0 0,-2 5 63 0 0,-6 4-8 0 0,-7 2 45 0 0,-6 1 32 0 0,-5-1-2 0 0,-6-1-172 0 0,-6-2-345 0 0,-7-4-398 0 0,-7-4-809 0 0,-4-4-1112 0 0,-3-7-3332 0 0,3-8 1825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2.44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0662.375"/>
      <inkml:brushProperty name="anchorY" value="-180583.04688"/>
      <inkml:brushProperty name="scaleFactor" value="0.5"/>
    </inkml:brush>
  </inkml:definitions>
  <inkml:trace contextRef="#ctx0" brushRef="#br0">202 1 1668 0 0,'0'0'0'0'0,"0"0"2428"0"0,0 0 3006 0 0,0 0-5353 0 0,0 0 1256 0 0,0 0-965 0 0,0 0 70 0 0,-31 21-104 0 0,-3 6-92 0 0,-3 4-106 0 0,3 2-28 0 0,7 1 28 0 0,9 0 44 0 0,6 0 57 0 0,6 2 55 0 0,3 1 14 0 0,4 1-68 0 0,5 2-55 0 0,5 0-44 0 0,5-1-51 0 0,7-3-99 0 0,3-5 13 0 0,4-4-3 0 0,4-7 9 0 0,1-7 92 0 0,3-5-44 0 0,1-7 107 0 0,2-7 220 0 0,0-8-73 0 0,-1-8-132 0 0,-4-9-19 0 0,-7-7-85 0 0,-7-7-80 0 0,-9-7-218 0 0,-12-3-138 0 0,-12-2-39 0 0,-12 1 120 0 0,-12 3 132 0 0,-6 6 56 0 0,-5 6 89 0 0,-2 10-27 0 0,1 10-337 0 0,0 9-396 0 0,2 13-750 0 0,2 9-5832 0 0,0 13 3443 0 0,9 0 4182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1.30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9712.34375"/>
      <inkml:brushProperty name="anchorY" value="-179735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0689.375"/>
      <inkml:brushProperty name="anchorY" value="-180488.03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1931.1875"/>
      <inkml:brushProperty name="anchorY" value="-181078.3125"/>
      <inkml:brushProperty name="scaleFactor" value="0.5"/>
    </inkml:brush>
  </inkml:definitions>
  <inkml:trace contextRef="#ctx0" brushRef="#br0">0 958 5108 0 0,'0'0'0'0'0,"0"0"4213"0"0,0 0-3254 0 0,0 0 585 0 0,0 0-680 0 0,0 0-276 0 0,0 0 55 0 0,0 0 59 0 0,14-28-258 0 0,5-12-158 0 0,7-12-48 0 0,5-8-56 0 0,3-5 98 0 0,3-5 93 0 0,2-3 173 0 0,2-2-99 0 0,2 0 4 0 0,0 0-114 0 0,-1 4-201 0 0,-4 7-129 0 0,-5 7-56 0 0,-6 9-60 0 0,-6 11-5 0 0,-5 8 19 0 0,-5 11 6 0 0,-4 6 97 0 0,-3 6-106 0 0,-1 4 5 0 0,-3 2 40 0 0,0 4 48 0 0,0 1-73 0 0,-1 3 87 0 0,1 2-91 0 0,3 5 102 0 0,3 4 40 0 0,3 5-66 0 0,6 6 12 0 0,4 5-4 0 0,2 3-119 0 0,4 2 136 0 0,0 1-148 0 0,0 1 58 0 0,0-2-15 0 0,0-1 81 0 0,-3-3-18 0 0,-2-3 25 0 0,-1-3-4 0 0,-3-4 90 0 0,-1-2 18 0 0,0-3-47 0 0,-3-2-4 0 0,0-1-4 0 0,-1-1 44 0 0,-1 1-27 0 0,-2-1-70 0 0,-1 0 26 0 0,-2 0-17 0 0,-1 1-3 0 0,-3-1 1 0 0,-1 0 8 0 0,-3-1 40 0 0,-6-1-7 0 0,-8-1 1 0 0,-8-2 6 0 0,-10-1-48 0 0,-10-2 70 0 0,-11-2-19 0 0,-9-2-67 0 0,-7-1 3 0 0,-3-2-229 0 0,1 0-117 0 0,5 0 62 0 0,8 0-136 0 0,11 2-256 0 0,10 0-453 0 0,9 0-845 0 0,10 1-633 0 0,8-1-2213 0 0,5-1-601 0 0,5 0 6249 0 0</inkml:trace>
  <inkml:trace contextRef="#ctx0" brushRef="#br1" timeOffset="503.03">1134 514 1644 0 0,'0'0'0'0'0,"0"0"1188"0"0,0 0 5400 0 0,0 0-6261 0 0,0 0 1494 0 0,0 0-1145 0 0,0 0 37 0 0,0 0-170 0 0,0 0-178 0 0,0 0-120 0 0,0 0-140 0 0,6 0 105 0 0,5 1-13 0 0,6 0 147 0 0,8 0 225 0 0,6-1 95 0 0,6 0-239 0 0,6 1-65 0 0,3-1-79 0 0,1 0-108 0 0,2 0-121 0 0,-1 0-42 0 0,0 0-70 0 0,0 0-37 0 0,-2 0 46 0 0,-2 0-1 0 0,-2 0 53 0 0,-2 0-17 0 0,-3 0-85 0 0,-4 0 115 0 0,-5 0-85 0 0,-5 0 77 0 0,-6 0-12 0 0,-6 0 14 0 0,-4 0 120 0 0,-3-1-47 0 0,-3 0-91 0 0,-1 0 114 0 0,-1-2-101 0 0,-1-2 11 0 0,-1-2-22 0 0,-5-4-49 0 0,-7-4-104 0 0,-7-4 58 0 0,-8-3-7 0 0,-8-2 121 0 0,-5-1-32 0 0,-3 0-81 0 0,1 2 18 0 0,5 4-15 0 0,7 3-206 0 0,7 5-194 0 0,7 2-218 0 0,6 3-442 0 0,6 1-666 0 0,4 1-1045 0 0,2 0-1252 0 0,1 1-418 0 0,1 1 4572 0 0</inkml:trace>
  <inkml:trace contextRef="#ctx0" brushRef="#br2" timeOffset="773.202">1837 533 912 0 0,'0'0'0'0'0,"0"0"7477"0"0,0 0-5302 0 0,0 0 161 0 0,0 0-604 0 0,0 0-696 0 0,0 0-20 0 0,0 0-328 0 0,-33 20-316 0 0,-7 6-280 0 0,-7 4-57 0 0,2 2-90 0 0,2-1-28 0 0,4 0-70 0 0,4-2-4 0 0,5-2-42 0 0,4-1-52 0 0,5-3-212 0 0,2-1-296 0 0,4-4-523 0 0,4-4-1221 0 0,2-3-2675 0 0,3-4-1344 0 0,3-3 7274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8.31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1462.75"/>
      <inkml:brushProperty name="anchorY" value="-186640.6875"/>
      <inkml:brushProperty name="scaleFactor" value="0.5"/>
    </inkml:brush>
  </inkml:definitions>
  <inkml:trace contextRef="#ctx0" brushRef="#br0">0 107 3908 0 0,'0'0'0'0'0,"0"0"4737"0"0,0 0-3174 0 0,0 0 38 0 0,0 0-270 0 0,0 0-157 0 0,0 0-65 0 0,0 0-285 0 0,55-5-285 0 0,16-2-285 0 0,13-2-246 0 0,4 0-116 0 0,-1-1-489 0 0,-5-1-77 0 0,-6-1-238 0 0,-5 0-668 0 0,-9 1-1330 0 0,-7 0-3551 0 0,-14 2 2948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8.84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3081.46875"/>
      <inkml:brushProperty name="anchorY" value="-187381.7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4688.875"/>
      <inkml:brushProperty name="anchorY" value="-187177.78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6444.1875"/>
      <inkml:brushProperty name="anchorY" value="-187921.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7471.8125"/>
      <inkml:brushProperty name="anchorY" value="-188020.0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8830.09375"/>
      <inkml:brushProperty name="anchorY" value="-189313.40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7508.6875"/>
      <inkml:brushProperty name="anchorY" value="-189203.5625"/>
      <inkml:brushProperty name="scaleFactor" value="0.5"/>
    </inkml:brush>
  </inkml:definitions>
  <inkml:trace contextRef="#ctx0" brushRef="#br0">0 1108 6533 0 0,'0'0'0'0'0,"0"0"2036"0"0,0 0-863 0 0,0 0-137 0 0,0 0-4 0 0,0 0 46 0 0,0 0-94 0 0,0 0-107 0 0,0 0-95 0 0,0 0-40 0 0,0 0 45 0 0,39 1-124 0 0,9-2 31 0 0,7-2-130 0 0,2-2-14 0 0,-3-4-64 0 0,-6-3-143 0 0,-7-2-96 0 0,-8-4-45 0 0,-7-4-52 0 0,-6-4-116 0 0,-6-5-24 0 0,-6-7-171 0 0,-3-6-48 0 0,-4-6-26 0 0,0-7 9 0 0,-2-6-22 0 0,0-4 20 0 0,0-4 17 0 0,-1 0 14 0 0,1 0 27 0 0,-1 4 22 0 0,1 4 70 0 0,1 5 72 0 0,1 7-108 0 0,3 7 44 0 0,4 6-61 0 0,3 7 42 0 0,5 6-57 0 0,3 5-82 0 0,2 4-170 0 0,2 5-103 0 0,2 4-150 0 0,2 3-216 0 0,2 3-501 0 0,2 5-415 0 0,0 4-811 0 0,-1 4-1928 0 0,-5 6-1130 0 0,-6-3 6834 0 0</inkml:trace>
  <inkml:trace contextRef="#ctx0" brushRef="#br1" timeOffset="214.171">132 608 888 0 0,'0'0'0'0'0,"0"0"7565"0"0,0 0-6740 0 0,0 0 1310 0 0,0 0-1011 0 0,50-1-52 0 0,20-2-70 0 0,18-2-220 0 0,9-3-343 0 0,3-1-249 0 0,-3-3-173 0 0,-5 0-47 0 0,-9-1-555 0 0,-8 1-680 0 0,-12 1-718 0 0,-9 1-3471 0 0,-14 3-1629 0 0</inkml:trace>
  <inkml:trace contextRef="#ctx0" brushRef="#br2" timeOffset="719.665">1352 1143 5917 0 0,'0'0'0'0'0,"0"0"4116"0"0,0 0-3253 0 0,0 0 580 0 0,0 0-626 0 0,0 0 38 0 0,0 0-181 0 0,0 0 70 0 0,0 0-154 0 0,0 0 50 0 0,0 0-311 0 0,0 0-32 0 0,-13-13 52 0 0,-9-4-94 0 0,-6-4-44 0 0,-4-4-125 0 0,-4-2-36 0 0,-1-1-47 0 0,0-3-155 0 0,2-2-36 0 0,3-2-57 0 0,5-2-23 0 0,8-1-89 0 0,6-1-53 0 0,11-1 69 0 0,10 0 38 0 0,12 0 3 0 0,11 1-64 0 0,11 1 22 0 0,6 1 107 0 0,6 2 83 0 0,0 2-180 0 0,0 5-665 0 0,-2 3-445 0 0,-6 6-101 0 0,-4 4-736 0 0,-6 5-1930 0 0,-9 5 418 0 0</inkml:trace>
  <inkml:trace contextRef="#ctx0" brushRef="#br3" timeOffset="974.855">1738 546 10561 0 0,'0'0'0'0'0,"0"0"2748"0"0,0 0-1344 0 0,0 0-432 0 0,0 0 311 0 0,0 0-436 0 0,0 0-345 0 0,0 0-269 0 0,27 24-115 0 0,10 8-111 0 0,8 5-123 0 0,3 2-33 0 0,0-2-3 0 0,-1-1-69 0 0,-2-4-24 0 0,-2-2-67 0 0,-3-3 70 0 0,-4-2-87 0 0,-5-1-105 0 0,-6-2-298 0 0,-7-1-504 0 0,-6-3-1231 0 0,-5-1-2240 0 0,-5-2-768 0 0,-2-4 4218 0 0</inkml:trace>
  <inkml:trace contextRef="#ctx0" brushRef="#br4" timeOffset="1230.887">2314 436 8989 0 0,'0'0'0'0'0,"0"0"4548"0"0,0 0-3663 0 0,0 0 650 0 0,0 0-966 0 0,0 0-238 0 0,0 0-71 0 0,0 0-140 0 0,-28 26-124 0 0,-9 9-395 0 0,-8 11-37 0 0,-3 7 180 0 0,1 4 133 0 0,2 3 114 0 0,4 1-26 0 0,5-1-35 0 0,4-2-56 0 0,5-3-151 0 0,5-5-38 0 0,4-6-152 0 0,4-6-290 0 0,2-5-862 0 0,3-7-1115 0 0,1-5-3280 0 0,2-7 2685 0 0</inkml:trace>
  <inkml:trace contextRef="#ctx0" brushRef="#br5" timeOffset="1500.985">2590 1243 9881 0 0,'0'0'0'0'0,"0"0"3228"0"0,0 0-1680 0 0,0 0 667 0 0,0 0-727 0 0,0 0-354 0 0,0 0-399 0 0,48-22-205 0 0,12-9-248 0 0,7-8-91 0 0,-1-7-202 0 0,-8-5-77 0 0,-9-5-191 0 0,-9-3 53 0 0,-8-4-18 0 0,-8-3-91 0 0,-9-2-42 0 0,-7-2-7 0 0,-13 1-90 0 0,-13 2-142 0 0,-13 6-898 0 0,-14 6-1073 0 0,-7 9-2739 0 0,-13 10-2258 0 0,9 11 7395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4.13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79632.8125"/>
      <inkml:brushProperty name="anchorY" value="-179793.0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1375.34375"/>
      <inkml:brushProperty name="anchorY" value="-179486.93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3177.75"/>
      <inkml:brushProperty name="anchorY" value="-180332.0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4052.96875"/>
      <inkml:brushProperty name="anchorY" value="-180167.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5204.125"/>
      <inkml:brushProperty name="anchorY" value="-181538.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6645.46875"/>
      <inkml:brushProperty name="anchorY" value="-181739.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8021.375"/>
      <inkml:brushProperty name="anchorY" value="-182536.73438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8994.6875"/>
      <inkml:brushProperty name="anchorY" value="-183833.40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89916.375"/>
      <inkml:brushProperty name="anchorY" value="-184690.09375"/>
      <inkml:brushProperty name="scaleFactor" value="0.5"/>
    </inkml:brush>
  </inkml:definitions>
  <inkml:trace contextRef="#ctx0" brushRef="#br0">1 1238 1932 0 0,'0'0'0'0'0,"0"0"872"0"0,0 0-364 0 0,0 0 2583 0 0,0 0-1965 0 0,0 0 40 0 0,0 0-269 0 0,0 0-152 0 0,0 0-48 0 0,24 20 50 0 0,7 2-98 0 0,4-1-156 0 0,0-2-220 0 0,-2-5 44 0 0,-4-6 127 0 0,-2-3 125 0 0,-3-3-12 0 0,-1-3-21 0 0,1-4-140 0 0,0-4 34 0 0,2-3-63 0 0,1-5-73 0 0,0-5-160 0 0,-1-5-16 0 0,-2-6-76 0 0,-3-6-40 0 0,-2-6-125 0 0,-3-6 48 0 0,-5-6-42 0 0,-4-6 22 0 0,-2-4-21 0 0,-4-5 132 0 0,-6-3-34 0 0,-5-4 74 0 0,-2 0 30 0 0,-1 0 10 0 0,3 2 58 0 0,2 5 60 0 0,8 6 86 0 0,10 7-32 0 0,9 8 18 0 0,10 8 12 0 0,6 6-60 0 0,5 6-57 0 0,1 6-173 0 0,-1 5 15 0 0,-3 5-248 0 0,-4 4-97 0 0,-5 5-235 0 0,-2 2-40 0 0,-5 5-113 0 0,0 4-301 0 0,-3 5-1081 0 0,-4 4-448 0 0,-2 3-1771 0 0,-5 3-1355 0 0,-4-2 5343 0 0</inkml:trace>
  <inkml:trace contextRef="#ctx0" brushRef="#br1" timeOffset="213.972">96 635 900 0 0,'0'0'0'0'0,"0"0"2072"0"0,0 0 6040 0 0,0 0-8363 0 0,0 0 2344 0 0,0 0-662 0 0,0 0-191 0 0,0 0-339 0 0,0 0 57 0 0,53 6-338 0 0,19 0-184 0 0,14 0-354 0 0,6-1-43 0 0,0-2-242 0 0,-2-1-252 0 0,-4-2-91 0 0,-4-3-211 0 0,-6-1-232 0 0,-6-2-947 0 0,-8 0-2470 0 0,-7 0-2479 0 0,-15 2 5084 0 0</inkml:trace>
  <inkml:trace contextRef="#ctx0" brushRef="#br2" timeOffset="776.95">1570 1408 2632 0 0,'0'0'0'0'0,"0"0"3909"0"0,0 0-1140 0 0,0 0-1004 0 0,0 0-553 0 0,0 0-394 0 0,0 0-116 0 0,0 0-332 0 0,0 0-112 0 0,-27-20-66 0 0,-8-8-20 0 0,-4-7-6 0 0,-1-3-44 0 0,3-4 68 0 0,5-2 6 0 0,6-1-14 0 0,4-3 22 0 0,7-1 27 0 0,5-4-22 0 0,5-3-243 0 0,5-3-98 0 0,7-1-230 0 0,7-1-58 0 0,7 2-169 0 0,5 2-75 0 0,6 4-175 0 0,3 4-262 0 0,4 6-253 0 0,0 6-849 0 0,-2 6-952 0 0,0 5-1022 0 0,-8 8 3362 0 0</inkml:trace>
  <inkml:trace contextRef="#ctx0" brushRef="#br3" timeOffset="1050.678">2078 593 8445 0 0,'0'0'0'0'0,"0"0"2996"0"0,0 0-1684 0 0,0 0-467 0 0,0 0-287 0 0,0 0-26 0 0,0 0-177 0 0,0 0-133 0 0,6 23-236 0 0,5 9 48 0 0,6 7-94 0 0,4 3-12 0 0,4 1 0 0 0,2-1 76 0 0,3-3-70 0 0,-1-2-69 0 0,-1-2-22 0 0,-2-2-75 0 0,-2-2-471 0 0,-4-2-567 0 0,-4 0-627 0 0,-4-3-1381 0 0,-4-1-1333 0 0,-4-5 2144 0 0</inkml:trace>
  <inkml:trace contextRef="#ctx0" brushRef="#br4" timeOffset="1283.757">1892 1242 1228 0 0,'0'0'0'0'0,"0"0"7289"0"0,0 0-6511 0 0,0 0 1029 0 0,0 0-417 0 0,0 0 107 0 0,15-28-431 0 0,9-10-342 0 0,10-10-348 0 0,10-7-170 0 0,6-2-133 0 0,6-2-63 0 0,1 1-192 0 0,1 2-193 0 0,-1 5-201 0 0,-6 3-194 0 0,-5 6-460 0 0,-8 5-891 0 0,-8 7-2258 0 0,-9 7-1051 0 0,-7 6 4706 0 0</inkml:trace>
  <inkml:trace contextRef="#ctx0" brushRef="#br5" timeOffset="1552.498">2699 854 7901 0 0,'0'0'0'0'0,"0"0"2576"0"0,0 0-1442 0 0,0 0 25 0 0,0 0-362 0 0,0 0-357 0 0,0 0-298 0 0,47-2-113 0 0,12 1-346 0 0,10-2-356 0 0,2-1-229 0 0,-2 0-358 0 0,-8-2-404 0 0,-9 0-66 0 0,-11 0-151 0 0,-11 0-284 0 0,-11 0-1300 0 0,-7 1 3843 0 0</inkml:trace>
  <inkml:trace contextRef="#ctx0" brushRef="#br6" timeOffset="1758.675">2894 701 6521 0 0,'0'0'0'0'0,"0"0"5720"0"0,0 0-4573 0 0,0 0 728 0 0,0 0-867 0 0,0 0-141 0 0,0 0-82 0 0,0 0-343 0 0,-4 25-343 0 0,0 9-56 0 0,4 7-211 0 0,3 3-12 0 0,5 1-125 0 0,2 0-153 0 0,3-3-226 0 0,1-3-249 0 0,3-4-429 0 0,1-3-531 0 0,0-4-856 0 0,1-5-2320 0 0,-4-6 328 0 0</inkml:trace>
  <inkml:trace contextRef="#ctx0" brushRef="#br7" timeOffset="2337.788">3502 1064 1280 0 0,'0'0'0'0'0,"0"0"6461"0"0,0 0-5452 0 0,0 0 919 0 0,0 0-527 0 0,0 0-330 0 0,27-25-203 0 0,9-8-279 0 0,9-9-110 0 0,3-5-135 0 0,2-3-73 0 0,-2-1-83 0 0,-1-2-48 0 0,-3 0 56 0 0,-2 0 61 0 0,-2 0-8 0 0,-3 0 56 0 0,-3 2 3 0 0,-3 2-45 0 0,-4 3-26 0 0,-4 3-56 0 0,-3 4-100 0 0,-5 5-66 0 0,-2 6-4 0 0,-4 5-79 0 0,-2 6-1 0 0,-2 6 84 0 0,-1 4-97 0 0,-1 4-104 0 0,-1 4 48 0 0,-1 3-10 0 0,0 4 170 0 0,-1 4-18 0 0,-1 6-12 0 0,1 5-77 0 0,2 6 26 0 0,1 7 61 0 0,3 5-114 0 0,2 5 10 0 0,2 6-6 0 0,1 4-18 0 0,2 3-43 0 0,1 2 58 0 0,0 2 111 0 0,3-1-100 0 0,1-1 122 0 0,1-3 143 0 0,2-4 32 0 0,0-5 33 0 0,1-6 30 0 0,-3-6-60 0 0,0-6-69 0 0,-4-8-38 0 0,-3-5 26 0 0,-3-7-10 0 0,-3-4 17 0 0,-2-4-18 0 0,-2-2 48 0 0,-1-1 56 0 0,0-1-10 0 0,-3-2-51 0 0,-5-2 18 0 0,-7-1 159 0 0,-9-1-244 0 0,-9-1 66 0 0,-11-2-57 0 0,-9-2-39 0 0,-9 0-57 0 0,-6-1-155 0 0,-4 0-37 0 0,-4 1-161 0 0,2 3-68 0 0,1 2-222 0 0,4 3-388 0 0,4 5-1051 0 0,7 4-4380 0 0,6 7 1538 0 0,13-1 1712 0 0</inkml:trace>
  <inkml:trace contextRef="#ctx0" brushRef="#br8" timeOffset="3759.373">4568 261 2632 0 0,'0'0'0'0'0,"0"0"964"0"0,0 0-1017 0 0,0 0 2629 0 0,0 0-483 0 0,0 0-572 0 0,52 16-150 0 0,12 8-573 0 0,12 9-86 0 0,3 6-229 0 0,-3 5-106 0 0,-4 6-167 0 0,-7 4-25 0 0,-5 2-102 0 0,-5 3-28 0 0,-7 0-57 0 0,-4-1 1 0 0,-7-1-52 0 0,-5-2 67 0 0,-7-1-22 0 0,-7-3 8 0 0,-6-1-4 0 0,-5 0-46 0 0,-7-2-156 0 0,-8 0-65 0 0,-8-1-442 0 0,-5-2-354 0 0,-3-5-840 0 0,-5-2-3028 0 0,5-9 22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11.52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398550.375"/>
      <inkml:brushProperty name="anchorY" value="-189120.0625"/>
      <inkml:brushProperty name="scaleFactor" value="0.5"/>
    </inkml:brush>
  </inkml:definitions>
  <inkml:trace contextRef="#ctx0" brushRef="#br0">0 145 1420 0 0,'0'0'0'0'0,"0"0"1148"0"0,0 0-196 0 0,0 0-9 0 0,0 0 462 0 0,0 0 159 0 0,0 0-295 0 0,0 0-96 0 0,0 0-104 0 0,0 0-70 0 0,0 0-94 0 0,0 0-29 0 0,16-5-244 0 0,1-1 58 0 0,5-1-66 0 0,2 0-90 0 0,1-1-55 0 0,2 1-66 0 0,2 0-9 0 0,3 0-33 0 0,0 0-42 0 0,4 1-74 0 0,3 0-39 0 0,4 1-15 0 0,5 1-16 0 0,6 1-41 0 0,7 0 24 0 0,9 1-52 0 0,8 0-5 0 0,8 1-10 0 0,9 0-102 0 0,10 1 23 0 0,6-1-13 0 0,9 1 45 0 0,6 1 30 0 0,6 2-95 0 0,5 0 111 0 0,4 1-110 0 0,5 1 117 0 0,3 1 26 0 0,2 0-39 0 0,2 2-18 0 0,1 0 14 0 0,1 0-96 0 0,2 0 74 0 0,6-1 20 0 0,5 0 175 0 0,5-1-232 0 0,6 0 80 0 0,4-2-116 0 0,3 1 17 0 0,2-2-20 0 0,1 1-74 0 0,-5-1 49 0 0,-6 0 23 0 0,-7 0-55 0 0,-9 0 71 0 0,-11 1-26 0 0,-10 0 14 0 0,-10 1 2 0 0,-6-1 4 0 0,-5 0 8 0 0,-1-1 92 0 0,-1-1-72 0 0,1-1 69 0 0,3 0-14 0 0,1-1-29 0 0,2-2 11 0 0,1-2-10 0 0,0 0-63 0 0,-1 0 17 0 0,0-2 0 0 0,-2 0 3 0 0,-2-1 41 0 0,-2 0-6 0 0,-5 0-57 0 0,-5 1 14 0 0,-6-1-2 0 0,-3 1-3 0 0,-5 0 6 0 0,-1 1 3 0 0,0 0-6 0 0,-1-1 54 0 0,2 1-71 0 0,0-1 23 0 0,3 0 6 0 0,3 0-18 0 0,0 0 6 0 0,0 0-16 0 0,1-1 13 0 0,-1 1 1 0 0,-1-1-6 0 0,-3 1 12 0 0,-2 0-3 0 0,-3 0 1 0 0,-5 0 5 0 0,-6 1-2 0 0,-7 0-4 0 0,-7 0-3 0 0,-9 2-8 0 0,-6 0-46 0 0,-9 1-48 0 0,-8 1-68 0 0,-7 0-76 0 0,-7 1 43 0 0,-6 1-91 0 0,-4 2-79 0 0,-5 0-64 0 0,-4 0-281 0 0,-3 1-218 0 0,-7 0-724 0 0,-6-1-1638 0 0,-12 1-3885 0 0,1-2 1458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12.39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9036.46875"/>
      <inkml:brushProperty name="anchorY" value="-189848.8125"/>
      <inkml:brushProperty name="scaleFactor" value="0.5"/>
    </inkml:brush>
  </inkml:definitions>
  <inkml:trace contextRef="#ctx0" brushRef="#br0">23 901 5440 0 0,'0'0'0'0'0,"0"0"3881"0"0,0 0-2838 0 0,0 0 320 0 0,0 0-433 0 0,0 0 34 0 0,0 0-44 0 0,23-21-178 0 0,7-7-78 0 0,7-9-111 0 0,4-7-175 0 0,1-5-9 0 0,3-4 28 0 0,0-3 23 0 0,2-2 54 0 0,1-3-104 0 0,0 0-20 0 0,-1-1-40 0 0,-1 3-127 0 0,-3 3-197 0 0,-4 4 33 0 0,-5 6-85 0 0,-6 5 65 0 0,-6 7-88 0 0,-4 6-62 0 0,-4 7 2 0 0,-4 6 9 0 0,-2 5 59 0 0,-4 4 16 0 0,-1 4 61 0 0,-1 1-64 0 0,0 3-28 0 0,-2 1 31 0 0,1 2 4 0 0,-1 3 69 0 0,0 1-28 0 0,-1 4-122 0 0,1 4-32 0 0,2 6 28 0 0,3 5 10 0 0,3 5 24 0 0,2 5 10 0 0,3 5-14 0 0,1 3 6 0 0,3 3 7 0 0,0 2 119 0 0,1 0-19 0 0,1-1 111 0 0,0-1 39 0 0,-1-4 47 0 0,0-4 13 0 0,0-4-44 0 0,0-5-87 0 0,-2-4-1 0 0,0-4-73 0 0,-1-3 62 0 0,-1-3-18 0 0,-2-2-46 0 0,-1-4 6 0 0,-3-1-14 0 0,-1-2 11 0 0,-4-1 5 0 0,0-2 73 0 0,-3 0 13 0 0,1-2-3 0 0,-5-1-106 0 0,-8 0 3 0 0,-8-2-312 0 0,-14 0 214 0 0,-13-1 8 0 0,-15 0 106 0 0,-11-2-25 0 0,-9-2 22 0 0,-5-1 134 0 0,-2-2-169 0 0,2 0 47 0 0,3 0-15 0 0,7-1-212 0 0,7 0-113 0 0,7-1-218 0 0,8 1-275 0 0,7-1-1291 0 0,6 2-3684 0 0,10 1-3499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2:27:33.71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27036.3125"/>
      <inkml:brushProperty name="anchorY" value="-193209.375"/>
      <inkml:brushProperty name="scaleFactor" value="0.5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6-02-03T22:27:34.375"/>
    </inkml:context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27882.96875"/>
      <inkml:brushProperty name="anchorY" value="-194056.04688"/>
      <inkml:brushProperty name="scaleFactor" value="0.5"/>
    </inkml:brush>
  </inkml:definitions>
  <inkml:trace contextRef="#ctx0" brushRef="#br0">549 83 1892,'0'0'0,"0"0"560,0 0-546,0 0 138,0 0-83,0 0-18,0 0-1112,0 0-770</inkml:trace>
  <inkml:trace contextRef="#ctx1" brushRef="#br1">1 820 5196 0 0,'0'0'0'0'0,"0"0"2901"0"0,0 0 405 0 0,0 0-2351 0 0,0 0 24 0 0,0 0-537 0 0,0 0-110 0 0,0 0 25 0 0,0 0-8 0 0,0 0 135 0 0,0 0-82 0 0,15-20-220 0 0,6-7-106 0 0,6-8 68 0 0,4-3 54 0 0,4-2 93 0 0,2-4 93 0 0,2-1 91 0 0,2-1-10 0 0,0-3-284 0 0,-1 0-3 0 0,-2-1-87 0 0,-4 1 2 0 0,-4 2-97 0 0,-4 1 29 0 0,-4 4-27 0 0,-4 3 8 0 0,-3 5-2 0 0,-4 4-5 0 0,-2 5 2 0 0,-1 5-6 0 0,-2 3-3 0 0,-2 6-60 0 0,0 3 31 0 0,-1 3 29 0 0,-1 2-10 0 0,-1 2-36 0 0,-1 2-49 0 0,0 0 119 0 0,0 1-128 0 0,1 2 78 0 0,1 0 23 0 0,2 3 7 0 0,4 2 11 0 0,3 4-5 0 0,4 4 87 0 0,3 3-30 0 0,2 4-10 0 0,1 4-40 0 0,2 3 52 0 0,1 2-1 0 0,-1 4-17 0 0,2 3-44 0 0,-2 1 8 0 0,2 2-6 0 0,-2 1 3 0 0,2-1 9 0 0,-1-3 86 0 0,1-2-14 0 0,2-3 14 0 0,2-3 15 0 0,1-2-9 0 0,2-3 36 0 0,-1-2-23 0 0,1-2 22 0 0,-3-3-11 0 0,-3-2 22 0 0,-4-3 79 0 0,-4-2-36 0 0,-4-3-68 0 0,-4-2 22 0 0,-4-2-17 0 0,-2-2-21 0 0,-3-2 28 0 0,-1-1-4 0 0,0-1-32 0 0,-1 0-17 0 0,0 0 22 0 0,1-1-15 0 0,-1 1-9 0 0,1 0 22 0 0,-2 1-13 0 0,-4 0-23 0 0,-8 2-77 0 0,-12 0-78 0 0,-17 2 30 0 0,-19 0-23 0 0,-21 1 37 0 0,-18 0 31 0 0,-17-2-119 0 0,-11-1 66 0 0,-3-1-71 0 0,5-3-66 0 0,14-1 78 0 0,21-2-263 0 0,25 1-308 0 0,22-1-460 0 0,26 1-1278 0 0,21 1-2717 0 0,27 1 278 0 0,5 0-1208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21.80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1292.0625"/>
      <inkml:brushProperty name="anchorY" value="-190524.1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2326.96875"/>
      <inkml:brushProperty name="anchorY" value="-191354.734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1443.4375"/>
      <inkml:brushProperty name="anchorY" value="-190940.1718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9452"/>
      <inkml:brushProperty name="anchorY" value="-188181.40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8440.0625"/>
      <inkml:brushProperty name="anchorY" value="-186243.656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8167.3125"/>
      <inkml:brushProperty name="anchorY" value="-188858.3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9732.3125"/>
      <inkml:brushProperty name="anchorY" value="-190229.54688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0332.3125"/>
      <inkml:brushProperty name="anchorY" value="-190074.96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09704.3125"/>
      <inkml:brushProperty name="anchorY" value="-187658.7343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3901.71875"/>
      <inkml:brushProperty name="anchorY" value="-189319.67188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5113.09375"/>
      <inkml:brushProperty name="anchorY" value="-190592.67188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6553.84375"/>
      <inkml:brushProperty name="anchorY" value="-190792.96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17512.59375"/>
      <inkml:brushProperty name="anchorY" value="-192242.48438"/>
      <inkml:brushProperty name="scaleFactor" value="0.5"/>
    </inkml:brush>
  </inkml:definitions>
  <inkml:trace contextRef="#ctx0" brushRef="#br0">2055 1108 8705 0 0,'0'0'0'0'0,"0"0"2224"0"0,0 0-1680 0 0,0 0-89 0 0,0 0 39 0 0,0 0 198 0 0,0 0 44 0 0,0 0-465 0 0,0 0-145 0 0,0 0 110 0 0,0 0-102 0 0,0 0 139 0 0,32-3-318 0 0,9-1 83 0 0,5 1-241 0 0,1-1-270 0 0,-5 1-459 0 0,-6 0-542 0 0,-8 1-973 0 0,-6-1-2186 0 0,-71 7-190 0 0,-7 1 5769 0 0</inkml:trace>
  <inkml:trace contextRef="#ctx0" brushRef="#br1" timeOffset="200.021">2223 905 5044 0 0,'0'0'0'0'0,"0"0"7213"0"0,0 0-6483 0 0,0 0 541 0 0,0 0-1084 0 0,0 0 231 0 0,-11 21 142 0 0,-2 8 10 0 0,-1 6-352 0 0,2 2-210 0 0,2 0-172 0 0,3-1-98 0 0,2-2-72 0 0,3-3-56 0 0,1-1-255 0 0,3-2-270 0 0,2-1-347 0 0,3-1-585 0 0,1-3-932 0 0,1-1-1311 0 0,-1-6 605 0 0</inkml:trace>
  <inkml:trace contextRef="#ctx0" brushRef="#br2" timeOffset="755.705">2709 1361 1396 0 0,'0'0'0'0'0,"0"0"8125"0"0,0 0-7463 0 0,0 0 746 0 0,0 0-1043 0 0,0 0 398 0 0,0 0 115 0 0,0 0-228 0 0,0 0-516 0 0,0 0 67 0 0,8-22 130 0 0,4-7-99 0 0,4-8-48 0 0,4-5 2 0 0,3-3 6 0 0,2-1-38 0 0,1-3 1 0 0,1 0-62 0 0,0 0-27 0 0,-1 1-19 0 0,-2 2-51 0 0,-3 3-82 0 0,-3 5 103 0 0,-3 6-37 0 0,-4 6 8 0 0,-4 8-60 0 0,-2 6 7 0 0,-2 5-38 0 0,-2 5 21 0 0,-1 3-8 0 0,0 4-100 0 0,-2 4-46 0 0,0 4 282 0 0,-1 5-160 0 0,0 6 60 0 0,0 3 56 0 0,1 6-15 0 0,2 3 13 0 0,4 4-57 0 0,5 3 73 0 0,5 3-19 0 0,7 1 11 0 0,4 2 79 0 0,3 0-102 0 0,3-1 184 0 0,2-2-64 0 0,0-3 38 0 0,-1-5-9 0 0,-2-5-12 0 0,-2-6 23 0 0,-4-6-12 0 0,-5-6-1 0 0,-4-4-37 0 0,-4-6 141 0 0,-3-2-117 0 0,-4-2-16 0 0,0-1 19 0 0,-2-2 48 0 0,-1 1 42 0 0,-1-1-13 0 0,0 1 42 0 0,0-1 19 0 0,0 1 66 0 0,-4 0 44 0 0,-7 0-109 0 0,-9-2-294 0 0,-14 0-8 0 0,-14-2-4 0 0,-13-3-50 0 0,-15 0-128 0 0,-11-3-40 0 0,-9-1-171 0 0,-3 0-78 0 0,3 0-113 0 0,8 2-220 0 0,13 2-569 0 0,15 2-1323 0 0,17 3-2461 0 0,16 3-1632 0 0,11 2 8298 0 0</inkml:trace>
  <inkml:trace contextRef="#ctx0" brushRef="#br3" timeOffset="1933.102">3557 1478 3940 0 0,'0'0'0'0'0,"0"0"2837"0"0,0 0-1611 0 0,0 0-273 0 0,0 0-291 0 0,0 0 169 0 0,0 0 36 0 0,0 0-131 0 0,0 0-339 0 0,0 0 2 0 0,0 0-30 0 0,0 0-55 0 0,1-2 176 0 0,3 0 236 0 0,2-3 85 0 0,1-2-149 0 0,2-2 45 0 0,2-4-7 0 0,1-3-183 0 0,4-6-106 0 0,2-4-41 0 0,2-5-33 0 0,-1-6-57 0 0,1-6-35 0 0,-2-6-50 0 0,-1-5-75 0 0,-4-5-115 0 0,-4-5 12 0 0,-3-3-146 0 0,-3-3-48 0 0,-8 0-51 0 0,-9-1-113 0 0,-12 3-86 0 0,-10 3-121 0 0,-8 5-396 0 0,-8 7-465 0 0,-3 7-888 0 0,3 10-848 0 0,1 8-2758 0 0,11 10 1434 0 0</inkml:trace>
  <inkml:trace contextRef="#ctx0" brushRef="#br4" timeOffset="2523.867">3806 251 3512 0 0,'0'0'0'0'0,"0"0"6477"0"0,0 0-6306 0 0,0 0 901 0 0,0 0-984 0 0,0 0 492 0 0,0 0 403 0 0,0 0-176 0 0,0 0-900 0 0,0 0 291 0 0,0 0-92 0 0,32-15 33 0 0,9-5-34 0 0,10-3-31 0 0,4 0-10 0 0,-3 2-72 0 0,-5 2 9 0 0,-6 5 2 0 0,-8 5 42 0 0,-6 4 208 0 0,-5 3-103 0 0,-5 4 91 0 0,-1 6-52 0 0,-3 4-41 0 0,-2 6-151 0 0,-4 4 216 0 0,-2 3 28 0 0,-2 3-134 0 0,-4 1-9 0 0,-3 0-48 0 0,-4-1 23 0 0,-2-1-72 0 0,-2-2 19 0 0,-1-2-12 0 0,0-2-9 0 0,1-3-114 0 0,2-5-43 0 0,3-4-126 0 0,2-3-118 0 0,4-3-192 0 0,7-5 31 0 0,9-2 528 0 0,9-4-128 0 0,10-3 98 0 0,8-3 67 0 0,6-1-11 0 0,3 0 8 0 0,2 0 6 0 0,-1 3 320 0 0,-4 2-77 0 0,-6 3 201 0 0,-5 5-132 0 0,-7 6 94 0 0,-5 5 16 0 0,-7 7-33 0 0,-7 5 85 0 0,-5 7-91 0 0,-7 6-199 0 0,-9 4-117 0 0,-10 4-53 0 0,-11 3-10 0 0,-10-1-139 0 0,-10 0-416 0 0,-11-2-464 0 0,-8-3-656 0 0,-2-5-1607 0 0,-7-6-3638 0 0,15-8 3338 0 0</inkml:trace>
  <inkml:trace contextRef="#ctx0" brushRef="#br5" timeOffset="-926.314">922 971 116 0 0,'0'0'0'0'0,"0"0"3196"0"0,0 0-2646 0 0,0 0 173 0 0,0 0-697 0 0,0 0 102 0 0,0 0 557 0 0,0 0 2479 0 0,0 0-2571 0 0,0 0 270 0 0,11 0-357 0 0,2 2-94 0 0,1-1 170 0 0,-1 0 0 0 0,-3 0-75 0 0,-2-1-79 0 0,-2 0-64 0 0,-2 1-85 0 0,0-1 14 0 0,0 0 15 0 0,-1 0 6 0 0,2 0-32 0 0,-1 1-46 0 0,2 2-62 0 0,0 0-118 0 0,3 3 12 0 0,1 3-4 0 0,5 3-62 0 0,4 4 60 0 0,6 3-76 0 0,6 5 22 0 0,4 3-8 0 0,5 3 0 0 0,4 3 80 0 0,2 2-103 0 0,1 1 30 0 0,0-1-15 0 0,-2-1-84 0 0,-3-3 113 0 0,-4-2-89 0 0,-5-4 83 0 0,-5-2-13 0 0,-5-4-5 0 0,-4-3 0 0 0,-5-4-5 0 0,-3-2-4 0 0,-3-3 0 0 0,-4-2-88 0 0,-2-1 24 0 0,-2-2-264 0 0,0-1-250 0 0,0 1-378 0 0,-1 1-650 0 0,-1-1-391 0 0,-3 0-2307 0 0,-5-1 148 0 0,0 0 3418 0 0</inkml:trace>
  <inkml:trace contextRef="#ctx0" brushRef="#br6" timeOffset="-275.877">844 1386 3024 0 0,'0'0'0'0'0,"0"0"2164"0"0,0 0-639 0 0,0 0-293 0 0,0 0-35 0 0,0 0-153 0 0,0 0-121 0 0,0 0-171 0 0,0 0-253 0 0,0 0-156 0 0,0 0 80 0 0,0 0 83 0 0,9-6 18 0 0,6-2 89 0 0,7-4-96 0 0,8-6-36 0 0,8-4-56 0 0,6-5-29 0 0,6-6-78 0 0,5-5 18 0 0,2-3-115 0 0,1-2-157 0 0,-2-1-50 0 0,-3 1-127 0 0,-5 3 32 0 0,-4 3-123 0 0,-6 5-170 0 0,-7 3-270 0 0,-6 5-364 0 0,-7 5-852 0 0,-6 4-897 0 0,-5 4-2124 0 0,-4 4-780 0 0,-2 4 6648 0 0</inkml:trace>
  <inkml:trace contextRef="#ctx0" brushRef="#br7" timeOffset="1358.336">736 1467 5368 0 0,'0'0'0'0'0,"0"0"2613"0"0,0 0-944 0 0,0 0-197 0 0,0 0-426 0 0,0 0 125 0 0,0 0-151 0 0,0 0-268 0 0,0 0-103 0 0,0 0-202 0 0,-39-22-95 0 0,-10-8-245 0 0,-11-6-3 0 0,-1-5-53 0 0,1-4-12 0 0,5-3-43 0 0,7-4-135 0 0,11-5-34 0 0,11-5-20 0 0,10-5-14 0 0,12-4 56 0 0,15-1-138 0 0,14-2-32 0 0,13 2 17 0 0,15 2-261 0 0,13 2-824 0 0,6 7-675 0 0,13 5-2985 0 0,-14 13-1249 0 0</inkml:trace>
  <inkml:trace contextRef="#ctx0" brushRef="#br8" timeOffset="3644.374">5625 868 2948 0 0,'0'0'0'0'0,"0"0"1980"0"0,0 0-928 0 0,0 0-99 0 0,0 0-90 0 0,0 0 101 0 0,0 0 37 0 0,0 0-80 0 0,0 0-199 0 0,0 0 13 0 0,0 0-114 0 0,0 0 2 0 0,3 2-55 0 0,-1 1 10 0 0,1-1-43 0 0,-1 1-32 0 0,1-1 7 0 0,-1 1-66 0 0,0-2-44 0 0,-1 0-52 0 0,-1 0-5 0 0,1-1-38 0 0,0 0-34 0 0,1 0-49 0 0,0 0-79 0 0,1 0-38 0 0,2 0-105 0 0,3 0 19 0 0,4 1 121 0 0,7 0-91 0 0,9 2-54 0 0,8 0 22 0 0,11 1-23 0 0,8 0 8 0 0,6 0-105 0 0,4-1-124 0 0,2-1-419 0 0,-3-1-86 0 0,-2-1-429 0 0,-6-1-1003 0 0,-7-2-1895 0 0,-10 0-2361 0 0,-10 0 3485 0 0</inkml:trace>
  <inkml:trace contextRef="#ctx0" brushRef="#br9" timeOffset="8649.006">8083 924 5501 0 0,'0'0'0'0'0,"0"0"212"0"0,0 0 5773 0 0,0 0-6233 0 0,0 0 1416 0 0,0 0-589 0 0,0 0 31 0 0,0 0 256 0 0,0 0-400 0 0,0 0-265 0 0,0 0-44 0 0,16 15-90 0 0,8 5 82 0 0,10 6-168 0 0,5 1 181 0 0,4 1-99 0 0,1-1 59 0 0,0-1-70 0 0,-5-1-54 0 0,-4-1 3 0 0,-6-2-101 0 0,-5 0 25 0 0,-6-1-101 0 0,-6-1-284 0 0,-5 0-334 0 0,-3-1-324 0 0,-3-1 21 0 0,-3-2-163 0 0,-2-1-200 0 0,-1-2-21 0 0,-3-3-410 0 0,-1-4-466 0 0,-2-2-687 0 0,2-1 2618 0 0</inkml:trace>
  <inkml:trace contextRef="#ctx0" brushRef="#br10" timeOffset="8844.226">8056 1299 3604 0 0,'0'0'0'0'0,"0"0"2581"0"0,0 0-1238 0 0,0 0-328 0 0,0 0-261 0 0,0 0 332 0 0,0 0-159 0 0,0 0-294 0 0,0 0-127 0 0,0 0-121 0 0,0 0 95 0 0,0 0 249 0 0,23-28-19 0 0,13-13-165 0 0,15-14 16 0 0,11-9-155 0 0,8-7-400 0 0,4-3 48 0 0,-2 2-517 0 0,-6 4-266 0 0,-11 8-701 0 0,-13 11-1071 0 0,-15 11-2804 0 0,-11 11-806 0 0</inkml:trace>
  <inkml:trace contextRef="#ctx0" brushRef="#br11" timeOffset="9410.63">8773 19 8233 0 0,'0'0'0'0'0,"0"0"2576"0"0,0 0-1969 0 0,0 0-59 0 0,0 0-66 0 0,0 0 135 0 0,0 0 157 0 0,0 0-254 0 0,0 0-482 0 0,32-7 188 0 0,7 0 10 0 0,5 3 4 0 0,-1 4-24 0 0,-4 5-44 0 0,-6 5-44 0 0,-6 4 32 0 0,-9 5-100 0 0,-6 4 14 0 0,-6 2-73 0 0,-5 2 7 0 0,-5 1-7 0 0,-6 0-10 0 0,-5-1-63 0 0,-4-2 92 0 0,-3-1-35 0 0,-1-3 2 0 0,2-4-72 0 0,2-4 38 0 0,4-4-151 0 0,4-3-225 0 0,4-3-17 0 0,3-3 85 0 0,4-3 110 0 0,4-2 256 0 0,6-4-50 0 0,4-1 98 0 0,6-2-76 0 0,3 0 25 0 0,3 1-138 0 0,0 2 167 0 0,0 2 38 0 0,-2 3 136 0 0,-1 2 131 0 0,-3 4 83 0 0,-3 4-88 0 0,-2 3 24 0 0,-3 6-67 0 0,-4 3-84 0 0,-2 3-82 0 0,-4 4 24 0 0,-4 2-162 0 0,-8 2 29 0 0,-7 2-204 0 0,-9 1-89 0 0,-9 2-658 0 0,-9 2-957 0 0,-5-2-3237 0 0,-8 0-3044 0 0,9-6 9509 0 0</inkml:trace>
  <inkml:trace contextRef="#ctx0" brushRef="#br12" timeOffset="11325.013">1 1625 5340 0 0,'0'0'0'0'0,"0"0"1809"0"0,0 0-1065 0 0,0 0-196 0 0,0 0 127 0 0,0 0 114 0 0,0 0 44 0 0,0 0-279 0 0,0 0-213 0 0,0 0-37 0 0,0 0 64 0 0,0 0 132 0 0,0 0 62 0 0,0-1 57 0 0,0 1-36 0 0,0 0-118 0 0,0-1-68 0 0,3 1 5 0 0,2 0 52 0 0,5 0-85 0 0,7 0 38 0 0,7 0-22 0 0,9 0-89 0 0,7 0-175 0 0,7 0 72 0 0,6 1-33 0 0,7-1-90 0 0,5 0 18 0 0,5 1 60 0 0,4-1-83 0 0,4 0-10 0 0,2 0 54 0 0,0 0 12 0 0,0 0-146 0 0,-3 0 36 0 0,-2 0-64 0 0,-5 1 68 0 0,-4 0-23 0 0,-3 1 87 0 0,-1 1-97 0 0,-1 1 33 0 0,1 1 45 0 0,2 0-72 0 0,1 1 24 0 0,1-1 90 0 0,1-1-75 0 0,1 0-24 0 0,-1-2 9 0 0,1-1-4 0 0,-3-1 107 0 0,-1 1-49 0 0,-2-2 53 0 0,-2 1 217 0 0,-3 0-93 0 0,-1 0-70 0 0,-3 0-76 0 0,-1 0-89 0 0,-2 2 80 0 0,-2-1-94 0 0,0 1 22 0 0,0 1 40 0 0,0-1-15 0 0,1 0-49 0 0,-1 0-35 0 0,1-1 43 0 0,-1-1-12 0 0,2 0 12 0 0,-1-1-6 0 0,0 0 3 0 0,0-2-52 0 0,-1 0 65 0 0,-2 0-26 0 0,-1 0-33 0 0,-3 0 62 0 0,-1 1-15 0 0,-1 0 10 0 0,-1 0-6 0 0,0 0-2 0 0,1 1 1 0 0,-1-1 55 0 0,1 0 12 0 0,2 1-28 0 0,0-1-30 0 0,2 0 78 0 0,-1 0-7 0 0,0 0-43 0 0,0 0-34 0 0,-1 1 2 0 0,-1 1 0 0 0,1-1 6 0 0,-1 1 36 0 0,0 0-60 0 0,2 0 10 0 0,1 0-52 0 0,3 0 69 0 0,3 0-14 0 0,2 0-3 0 0,3 0 8 0 0,2-1 2 0 0,1 1-1 0 0,1-1 62 0 0,0-1 1 0 0,1 0-2 0 0,-1 0 19 0 0,0 0-33 0 0,1 1 85 0 0,0 0 86 0 0,0 0 30 0 0,0 1-105 0 0,1 0-66 0 0,0 0-74 0 0,0 0 11 0 0,1 1-13 0 0,-1 0 0 0 0,2 0-5 0 0,0 0 7 0 0,3 0-3 0 0,3-1-4 0 0,0 1 7 0 0,1-1-8 0 0,1 0 3 0 0,-1-1-1 0 0,-2 0 0 0 0,1 0 9 0 0,-2 0 73 0 0,2 0-40 0 0,-1-1-44 0 0,1 2 15 0 0,0-1 52 0 0,1 1-18 0 0,-1 0 9 0 0,-1 0 14 0 0,-1 0 15 0 0,-2 0-93 0 0,-2 0 66 0 0,-2 0-74 0 0,-3 0 14 0 0,-1 0-5 0 0,0-1-10 0 0,-1-1-68 0 0,0 0 89 0 0,0 0-30 0 0,0 0 5 0 0,0 0 11 0 0,1 1 6 0 0,0 0 8 0 0,-1 0 4 0 0,-1 2-10 0 0,-1 0-2 0 0,-3 1 6 0 0,-2 1 62 0 0,-3-1 25 0 0,-1 1-106 0 0,-2 0 36 0 0,2-1-20 0 0,-1 0-3 0 0,0-1-8 0 0,0-1 6 0 0,0 0 2 0 0,-1 0 4 0 0,-3 0-1 0 0,-2-1 1 0 0,-3 0 0 0 0,-3 0 5 0 0,-5-1-7 0 0,-3 1 3 0 0,-3-1-1 0 0,-2 1-5 0 0,-1 1 2 0 0,2-1-6 0 0,0 1 2 0 0,3 0-10 0 0,0 0-40 0 0,3 0-17 0 0,0 2-45 0 0,-1 0 43 0 0,1 0-3 0 0,-3 1 15 0 0,-3 0-58 0 0,-4-1-71 0 0,-3 0-80 0 0,-4 0-83 0 0,-3-1-173 0 0,-3 0-72 0 0,0 0-14 0 0,1 0 74 0 0,2 0 155 0 0,3 0 48 0 0,5 0 16 0 0,4 1 64 0 0,6 0 0 0 0,4 1 46 0 0,3 2-85 0 0,3 2-70 0 0,0 0 217 0 0,0 2 140 0 0,-3 1-126 0 0,-4-1-92 0 0,-6 1-377 0 0,-6 0-1193 0 0,-6-1-852 0 0,-9 0-4319 0 0,-3-2 3183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2:27:51.97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28821.9375"/>
      <inkml:brushProperty name="anchorY" value="-194888.875"/>
      <inkml:brushProperty name="scaleFactor" value="0.5"/>
    </inkml:brush>
  </inkml:definitions>
  <inkml:trace contextRef="#ctx0" brushRef="#br0">8 1 432,'0'0'0,"0"0"9973,0 0-9684,0 0 1814,0 0-1526,0 0-144,0 0 290,0 0-98,0 0-239,0 0-165,-1 3-166,-1-1-25,0 1 50,0-1-26,1 0-55,2-1 9,2 0-2,1-1 63,3-1-14,2 0 102,3-1-36,4 1 208,2 0-42,0 1-122,2 0-17,1 0-50,-1 1-19,1 2 15,1 1-41,0 0 16,-2 1-10,-1-1-68,-2-1-37,-5-1-27,-2 0-8,-1-1 36,-2-1 48,-1 0-16,0 0-70,0 0-57,-1 0-114,-1 0-196,-2 0-529,0 0-109,-1 0-452,-1 0-675,0-1-1016,-1-2-1906,-6 3 3124,-1 0 2080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2:27:52.36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29984.4375"/>
      <inkml:brushProperty name="anchorY" value="-195769.10938"/>
      <inkml:brushProperty name="scaleFactor" value="0.5"/>
    </inkml:brush>
  </inkml:definitions>
  <inkml:trace contextRef="#ctx0" brushRef="#br0">0 1 3332,'0'0'0,"0"0"664,0 0 5685,0 0-6712,0 0 1538,0 0-668,0 0 610,0 0-40,0 0-346,0 0-339,0 0-111,0 0-102,16 0-49,7 1 33,4-1 68,5 0-145,0 1-82,0-1 14,0 0-78,-2 0-40,-2 0-183,-4 0-406,-5 1-543,-4 0-1014,-8 2-3464,-4 1-198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02.87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5091.125"/>
      <inkml:brushProperty name="anchorY" value="-199587.73438"/>
      <inkml:brushProperty name="scaleFactor" value="0.5"/>
    </inkml:brush>
  </inkml:definitions>
  <inkml:trace contextRef="#ctx0" brushRef="#br0">475 1127 4620 0 0,'0'0'0'0'0,"0"0"2993"0"0,0 0-2055 0 0,0 0-47 0 0,0 0-294 0 0,0 0 330 0 0,0 0 50 0 0,0 0-125 0 0,0 0-236 0 0,0 0-162 0 0,0 0-38 0 0,0 0 3 0 0,3 0-121 0 0,0 1 75 0 0,0-1 90 0 0,-1 0 47 0 0,0 1-37 0 0,-1-2-27 0 0,-2 0-225 0 0,-6-1-229 0 0,-5-2 50 0 0,-7-3-126 0 0,-7-4 19 0 0,-6-3-24 0 0,-5-4-39 0 0,-4-6-4 0 0,-3-5 82 0 0,-1-5-68 0 0,1-7 10 0 0,3-6 58 0 0,3-6-9 0 0,6-5-32 0 0,6-6-25 0 0,6-4-46 0 0,7-2-14 0 0,5-2-10 0 0,6 1-103 0 0,7 2-61 0 0,9 2 66 0 0,9 3-42 0 0,7 6-240 0 0,8 5-583 0 0,5 9-508 0 0,4 8-124 0 0,-1 10-1619 0 0,0 11-969 0 0,-9 8 3047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05.27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9261.6875"/>
      <inkml:brushProperty name="anchorY" value="-201498.859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4098.96875"/>
      <inkml:brushProperty name="anchorY" value="-197614.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5660.5"/>
      <inkml:brushProperty name="anchorY" value="-198958.90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6986.875"/>
      <inkml:brushProperty name="anchorY" value="-199362.6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8307.34375"/>
      <inkml:brushProperty name="anchorY" value="-200241.8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0148.3125"/>
      <inkml:brushProperty name="anchorY" value="-202336.92188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1062.1875"/>
      <inkml:brushProperty name="anchorY" value="-202239.81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0148.71875"/>
      <inkml:brushProperty name="anchorY" value="-202221.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1454.5625"/>
      <inkml:brushProperty name="anchorY" value="-203553.2968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2895.5625"/>
      <inkml:brushProperty name="anchorY" value="-203850.93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4265.1875"/>
      <inkml:brushProperty name="anchorY" value="-204657.40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3362.25"/>
      <inkml:brushProperty name="anchorY" value="-204412.7187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2267.4375"/>
      <inkml:brushProperty name="anchorY" value="-203631.562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3205.34375"/>
      <inkml:brushProperty name="anchorY" value="-204411.1562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4281.9375"/>
      <inkml:brushProperty name="anchorY" value="-206021.48438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3249.46875"/>
      <inkml:brushProperty name="anchorY" value="-204891.04688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4198.75"/>
      <inkml:brushProperty name="anchorY" value="-206291.04688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5220"/>
      <inkml:brushProperty name="anchorY" value="-207834.60938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6755.9375"/>
      <inkml:brushProperty name="anchorY" value="-208233.48438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7953.46875"/>
      <inkml:brushProperty name="anchorY" value="-208951.093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6988.0625"/>
      <inkml:brushProperty name="anchorY" value="-208634.06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6017.0625"/>
      <inkml:brushProperty name="anchorY" value="-207854.5937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4767.9375"/>
      <inkml:brushProperty name="anchorY" value="-205650.4687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49126.34375"/>
      <inkml:brushProperty name="anchorY" value="-206539.60938"/>
      <inkml:brushProperty name="scaleFactor" value="0.5"/>
    </inkml:brush>
  </inkml:definitions>
  <inkml:trace contextRef="#ctx0" brushRef="#br0">2010 1502 1472 0 0,'0'0'0'0'0,"0"0"2664"0"0,0 0-1166 0 0,0 0-255 0 0,0 0-97 0 0,0 0 5 0 0,0 0-93 0 0,0 0-57 0 0,0 0-512 0 0,0 0 77 0 0,0 0-160 0 0,0 0 59 0 0,5-15 53 0 0,1-7 183 0 0,3-8-400 0 0,2-4-62 0 0,4-5-56 0 0,2-2-71 0 0,3-5 83 0 0,4-2 3 0 0,3-2-17 0 0,1-2-23 0 0,2 0-45 0 0,0 3-125 0 0,-1 4-34 0 0,-4 5-66 0 0,-4 8 23 0 0,-3 8-45 0 0,-7 8-46 0 0,-3 6-30 0 0,-4 6 74 0 0,-2 4 142 0 0,-2 5-192 0 0,-1 6 54 0 0,-1 7 1 0 0,0 6 62 0 0,1 6-3 0 0,0 6 72 0 0,3 6-83 0 0,5 3 42 0 0,4 4-8 0 0,3 2 56 0 0,2 2-10 0 0,2 1 104 0 0,1-1 62 0 0,-2-1 63 0 0,1-3 19 0 0,-2-4-25 0 0,-1-4-34 0 0,-1-4-34 0 0,-1-6-54 0 0,-2-6 24 0 0,-1-5-26 0 0,-2-5-22 0 0,-1-5-68 0 0,-2-4 119 0 0,-1-3 40 0 0,-2-2 29 0 0,0-1 71 0 0,-1-1 101 0 0,-1 0 169 0 0,0-2-174 0 0,-5 0-50 0 0,-8-3-336 0 0,-10-1 73 0 0,-12-3-46 0 0,-9-4-110 0 0,-10-2 55 0 0,-6-3-55 0 0,-2-1-85 0 0,1 0-38 0 0,6 3-169 0 0,9 3-123 0 0,12 3-332 0 0,11 5-557 0 0,10 2-808 0 0,6 3-2291 0 0,12 5-1566 0 0,2 0 5027 0 0</inkml:trace>
  <inkml:trace contextRef="#ctx0" brushRef="#br1" timeOffset="-2030.21">1 1240 7325 0 0,'0'0'0'0'0,"0"0"1752"0"0,0 0-957 0 0,0 0-211 0 0,0 0 192 0 0,0 0 358 0 0,0 0-279 0 0,0 0-335 0 0,0 0 146 0 0,0 0-122 0 0,0 0-103 0 0,0 0-42 0 0,53 22-15 0 0,14 8-150 0 0,12 7-106 0 0,1 3-124 0 0,-3 1 16 0 0,-6 0-211 0 0,-8-1-286 0 0,-8-1 74 0 0,-9-2-152 0 0,-7-2-302 0 0,-7-3-503 0 0,-8-3-567 0 0,-8-4-401 0 0,-6-5-940 0 0,-7-3 144 0 0,-3-5 1249 0 0</inkml:trace>
  <inkml:trace contextRef="#ctx0" brushRef="#br2" timeOffset="-1863.516">23 1761 8129 0 0,'0'0'0'0'0,"0"0"2008"0"0,0 0-989 0 0,0 0-427 0 0,0 0 75 0 0,0 0 101 0 0,0 0 255 0 0,10-19-13 0 0,10-9-309 0 0,9-11-190 0 0,10-5-236 0 0,8-5-76 0 0,6-1-213 0 0,4 0 16 0 0,2 2-158 0 0,1 3-132 0 0,-1 5-393 0 0,-12 9-416 0 0</inkml:trace>
  <inkml:trace contextRef="#ctx0" brushRef="#br3" timeOffset="-1593.285">1026 1454 4880 0 0,'0'0'0'0'0,"0"0"7345"0"0,0 0-6693 0 0,0 0 867 0 0,0 0-1386 0 0,0 0 386 0 0,0 0 45 0 0,0 0-37 0 0,0 0-423 0 0,0 0 98 0 0,0 0-225 0 0,46 1-56 0 0,11 0-27 0 0,9 1-122 0 0,0 2-158 0 0,-5 0-332 0 0,-10 0-295 0 0,-8 0-371 0 0,-9 0-589 0 0,-10-1-1040 0 0,-8 0-2094 0 0,-6 0 3057 0 0</inkml:trace>
  <inkml:trace contextRef="#ctx0" brushRef="#br4" timeOffset="-747.302">1175 1080 5889 0 0,'0'0'0'0'0,"0"0"2144"0"0,0 0-929 0 0,0 0-9 0 0,0 0 76 0 0,0 0-72 0 0,0 0-253 0 0,0 0-347 0 0,0 0-272 0 0,0 0-296 0 0,0 20 0 0 0,2 9-124 0 0,2 7 4 0 0,1 4 34 0 0,4 2-70 0 0,2-2-52 0 0,2-1-109 0 0,0-3-167 0 0,0-4-275 0 0,-1-2-630 0 0,-1-5-849 0 0,-2-1-2842 0 0,-3-7 583 0 0</inkml:trace>
  <inkml:trace contextRef="#ctx0" brushRef="#br5" timeOffset="588.624">3017 1755 1344 0 0,'0'0'0'0'0,"0"0"6005"0"0,0 0-4509 0 0,0 0 737 0 0,0 0-967 0 0,0 0-95 0 0,0 0-165 0 0,0 0-313 0 0,0 0-224 0 0,0 0-107 0 0,0 0-72 0 0,-1-2 397 0 0,0-1-539 0 0,0-1 185 0 0,1 0 54 0 0,2-3 169 0 0,1-3-129 0 0,4-5 26 0 0,3-5-155 0 0,5-7-86 0 0,3-9-70 0 0,3-9-83 0 0,3-8 33 0 0,-1-9-52 0 0,-2-9-38 0 0,-4-5 4 0 0,-5-5-61 0 0,-4-2-18 0 0,-10 0-92 0 0,-11 5-155 0 0,-11 6-191 0 0,-13 8-161 0 0,2 17-386 0 0</inkml:trace>
  <inkml:trace contextRef="#ctx0" brushRef="#br6" timeOffset="1401.223">3811 875 6369 0 0,'0'0'0'0'0,"0"0"2120"0"0,0 0-1311 0 0,0 0-153 0 0,0 0-9 0 0,0 0-22 0 0,0 0 233 0 0,0 0-224 0 0,0 0-175 0 0,0 0-100 0 0,0 0 20 0 0,0 0 199 0 0,-14 2 92 0 0,-4 3-586 0 0,-6 4 247 0 0,-3 6-174 0 0,-2 5 57 0 0,-2 7-60 0 0,-1 6-105 0 0,0 6-42 0 0,-1 6-1 0 0,0 4-66 0 0,2 4-12 0 0,3 2-14 0 0,5 0 47 0 0,7 0-48 0 0,5-2-13 0 0,11-2-98 0 0,12-3-256 0 0,14-3-377 0 0,13-2-413 0 0,12-4-873 0 0,12-4-980 0 0,4-5-1399 0 0,-10-8 1366 0 0</inkml:trace>
  <inkml:trace contextRef="#ctx0" brushRef="#br7" timeOffset="1858.467">4124 1157 1148 0 0,'0'0'0'0'0,"0"0"5037"0"0,0 0-3273 0 0,0 0 59 0 0,0 0-577 0 0,0 0 257 0 0,0 0-215 0 0,0 0-300 0 0,0 0-360 0 0,0 0-213 0 0,0 0-150 0 0,0 0-277 0 0,7 12 66 0 0,5 7-39 0 0,5 7-9 0 0,6 7 69 0 0,6 4-35 0 0,6 4 28 0 0,3 0-76 0 0,3 1 18 0 0,2-2-145 0 0,-3-3-4 0 0,0-3-49 0 0,-4-4-199 0 0,-4-5-274 0 0,-6-4-263 0 0,-8-4-421 0 0,-6-4-1069 0 0,-5-3-2706 0 0,-4-3-20 0 0</inkml:trace>
  <inkml:trace contextRef="#ctx0" brushRef="#br8" timeOffset="2048.781">4087 1624 132 0 0,'0'0'0'0'0,"0"0"8205"0"0,0 0-7038 0 0,0 0 666 0 0,0 0-1153 0 0,0 0 198 0 0,6-20 622 0 0,6-9-564 0 0,6-8-304 0 0,8-7-223 0 0,6-2-147 0 0,7-2-92 0 0,4 1-80 0 0,6 0-93 0 0,2 3-113 0 0,2 3-66 0 0,-1 4-404 0 0,-3 4-367 0 0,-4 6-684 0 0,-6 7-696 0 0,-6 5-1775 0 0,-5 6-985 0 0,-8 4 3723 0 0</inkml:trace>
  <inkml:trace contextRef="#ctx0" brushRef="#br9" timeOffset="2317.552">4940 1454 9141 0 0,'0'0'0'0'0,"0"0"2812"0"0,0 0-1773 0 0,0 0-273 0 0,0 0-110 0 0,0 0-56 0 0,0 0 17 0 0,0 0-287 0 0,0 0-86 0 0,0 0-169 0 0,0 0 27 0 0,43-1 2 0 0,12-1-60 0 0,9 0-46 0 0,1 1-2 0 0,-3 0-76 0 0,-6 0-1 0 0,-8 0-257 0 0,-7-1-163 0 0,-10-1-161 0 0,-7-1-291 0 0,-7 0-499 0 0,-7 0-799 0 0,-5 0-1946 0 0,-3-2-112 0 0,-2 2 3066 0 0</inkml:trace>
  <inkml:trace contextRef="#ctx0" brushRef="#br10" timeOffset="2507.424">5149 1163 9209 0 0,'0'0'0'0'0,"0"0"2800"0"0,0 0-1390 0 0,0 0-840 0 0,0 0 299 0 0,0 0-3 0 0,-10 20-232 0 0,-2 9-358 0 0,1 8-120 0 0,2 8-136 0 0,2 3-2 0 0,3 3-30 0 0,1 2-115 0 0,2-1-29 0 0,1-1-112 0 0,0-3-176 0 0,1-4-277 0 0,-1-6-400 0 0,1-6-669 0 0,-1-7-811 0 0,-1-7-2672 0 0,0-7 1005 0 0</inkml:trace>
  <inkml:trace contextRef="#ctx0" brushRef="#br11" timeOffset="3285.132">5820 1502 6473 0 0,'0'0'0'0'0,"0"0"2740"0"0,0 0-1703 0 0,0 0-135 0 0,0 0-70 0 0,0 0 184 0 0,0 0-163 0 0,0 0-385 0 0,10-22-154 0 0,4-9-146 0 0,3-7-22 0 0,3-4 56 0 0,1-3 112 0 0,1-3 68 0 0,1 0 30 0 0,-1-2-67 0 0,2-2-73 0 0,-3 0-71 0 0,-3 0-63 0 0,-2 2-141 0 0,-5 2 23 0 0,-3 4-28 0 0,-3 6-78 0 0,-2 6 40 0 0,-2 8-49 0 0,-1 6 26 0 0,0 7 65 0 0,0 5-196 0 0,-1 3 141 0 0,1 4-72 0 0,-1 4 23 0 0,1 4-61 0 0,0 5 83 0 0,0 6-56 0 0,2 5 79 0 0,2 6-17 0 0,4 4 3 0 0,2 5 76 0 0,3 4-82 0 0,3 4 88 0 0,1 3-72 0 0,0 2 82 0 0,1-1-5 0 0,0-1 115 0 0,0-2-1 0 0,0-4 41 0 0,1-5-15 0 0,-2-4-30 0 0,0-6 24 0 0,-1-4-6 0 0,-2-4 11 0 0,-1-4-16 0 0,-1-3-9 0 0,-3-3-40 0 0,-2-3 10 0 0,-3-2-6 0 0,-1-2-33 0 0,-2-2-60 0 0,-5 0-32 0 0,-7-1 50 0 0,-11-1-29 0 0,-13 0-1428 0 0,-15-1 1856 0 0,-14 0-86 0 0,-12 0-478 0 0,-6 0 31 0 0,-3 0-224 0 0,3 0-49 0 0,7 1 3 0 0,10 0-281 0 0,12 2-337 0 0,14 1-839 0 0,13-1-810 0 0,10 0-3827 0 0,8-1 4419 0 0</inkml:trace>
  <inkml:trace contextRef="#ctx0" brushRef="#br12" timeOffset="3714.17">6586 1680 628 0 0,'0'0'0'0'0,"0"0"6929"0"0,0 0-5648 0 0,0 0 564 0 0,0 0-782 0 0,0 0 134 0 0,0 0-211 0 0,0 0-64 0 0,0 0-134 0 0,0 0-57 0 0,0 0-83 0 0,0 0-21 0 0,25-16-16 0 0,8-10-62 0 0,1 1-120 0 0</inkml:trace>
  <inkml:trace contextRef="#ctx0" brushRef="#br13" timeOffset="4713.68">6505 850 64 0 0,'0'0'0'0'0,"0"0"5753"0"0,0 0-3651 0 0,0 0-146 0 0,0 0-607 0 0,0 0-295 0 0,0 0-238 0 0,0 0-175 0 0,0 0-287 0 0,0 0-147 0 0,0 0 10 0 0,13 4-38 0 0,8 4 12 0 0,6 5 42 0 0,6 4 72 0 0,3 5 91 0 0,1 3 22 0 0,0 3-42 0 0,-1 3-84 0 0,-4 3-108 0 0,-5 2-94 0 0,-5 2-88 0 0,-5 2 3 0 0,-7 2-72 0 0,-3 1-59 0 0,-4 1-48 0 0,-4 1-105 0 0,-3-2 46 0 0,-4 0-228 0 0,-4-3-157 0 0,-3-2-163 0 0,-2-3-437 0 0,-2-4-731 0 0,1-5-813 0 0,-1-4-1914 0 0,4-7 900 0 0</inkml:trace>
  <inkml:trace contextRef="#ctx0" brushRef="#br14" timeOffset="5320.091">7307 1688 5028 0 0,'0'0'0'0'0,"0"0"1849"0"0,0 0-701 0 0,0 0-47 0 0,0 0-30 0 0,0 0-72 0 0,0 0-111 0 0,0 0-199 0 0,0 0-27 0 0,0 0-2 0 0,0 0-32 0 0,0 0-129 0 0,-11-9-6 0 0,-5-3-170 0 0,-3-5-62 0 0,-1-2-27 0 0,0-4-33 0 0,0-4-11 0 0,0-3-28 0 0,3-3 15 0 0,1-5 40 0 0,1-3 3 0 0,4 6-59 0 0</inkml:trace>
  <inkml:trace contextRef="#ctx0" brushRef="#br15" timeOffset="6811.761">7221 771 96 0 0,'0'0'0'0'0,"0"0"992"0"0,0 0-154 0 0,0 0-30 0 0,0 0 120 0 0,0 0 239 0 0,0 0-12 0 0,0 0-58 0 0,0 0-86 0 0,0 0-104 0 0,0 0 42 0 0,-4-17 41 0 0,-1-1-52 0 0,0 0-242 0 0,0 3-155 0 0,1 5-61 0 0,2 3-129 0 0,0 3-80 0 0,1 2-7 0 0,0 2-38 0 0,-1 2-40 0 0,0 1-62 0 0,-2 2 42 0 0,-3 2-139 0 0,-3 2 118 0 0,-2 3-311 0 0,-3 3 79 0 0,-3 2 109 0 0,0 4 629 0 0,-1 3-446 0 0,1 3 132 0 0,2 4 16 0 0,4 2-99 0 0,4 4-110 0 0,3 1-150 0 0,3 1-15 0 0,4 0-110 0 0,4-2-40 0 0,6-1-52 0 0,5-3-176 0 0,4-4-123 0 0,4-3-15 0 0,3-3-130 0 0,2-3-141 0 0,4-1-299 0 0,0-3-541 0 0,-1 0-937 0 0,0 1-2318 0 0,-8-4 1730 0 0</inkml:trace>
  <inkml:trace contextRef="#ctx0" brushRef="#br16" timeOffset="7226.208">7693 890 3360 0 0,'0'0'0'0'0,"0"0"1996"0"0,0 0 705 0 0,0 0-1120 0 0,0 0-291 0 0,0 0-370 0 0,-6 23-50 0 0,-1 9-174 0 0,1 9-187 0 0,0 5-197 0 0,2 5-78 0 0,2 1-151 0 0,4 2 12 0 0,5-2-105 0 0,4-1-66 0 0,5-3-48 0 0,3-3-182 0 0,0-5-124 0 0,4-4-38 0 0,-1-5-176 0 0,-2-5-226 0 0,-1-5-545 0 0,-2-3-550 0 0,-3-5-1224 0 0,-4-3-2227 0 0,-3-3 6541 0 0</inkml:trace>
  <inkml:trace contextRef="#ctx0" brushRef="#br17" timeOffset="7509.276">7398 1361 156 0 0,'0'0'0'0'0,"0"0"6509"0"0,0 0-5625 0 0,0 0 455 0 0,0 0-413 0 0,0 0 806 0 0,0 0-600 0 0,39-23-250 0 0,15-9-296 0 0,15-8-108 0 0,7-6-162 0 0,2-1-81 0 0,-3-1-137 0 0,-6 3-95 0 0,-7 4-177 0 0,-9 4-569 0 0,-10 6-746 0 0,-10 6-1153 0 0,-9 6-3618 0 0,-10 6 2521 0 0</inkml:trace>
  <inkml:trace contextRef="#ctx0" brushRef="#br18" timeOffset="8018.38">8373 1255 1396 0 0,'0'0'0'0'0,"0"0"7037"0"0,0 0-5704 0 0,0 0 594 0 0,0 0-766 0 0,0 0 100 0 0,0 0-264 0 0,0 0-236 0 0,0 0-11 0 0,0 0-159 0 0,0 0-107 0 0,0 0-144 0 0,28-5-126 0 0,9-2-228 0 0,4-1 50 0 0,2-1-195 0 0,-3 0-216 0 0,-4 0-162 0 0,-5 0-126 0 0,-5 1-277 0 0,-6 0-368 0 0,-3-1-418 0 0,-3-2-572 0 0,-5 0-889 0 0,-3-3-1537 0 0,-3 2 2703 0 0</inkml:trace>
  <inkml:trace contextRef="#ctx0" brushRef="#br19" timeOffset="8191.646">8596 979 6293 0 0,'0'0'0'0'0,"0"0"4464"0"0,0 0-3547 0 0,0 0 296 0 0,0 0-177 0 0,-15 24-68 0 0,-3 7-403 0 0,-1 9-160 0 0,0 3-243 0 0,4 1-150 0 0,2 0-46 0 0,4-2-94 0 0,3-1-2 0 0,2-1-166 0 0,2-2-266 0 0,2-2-503 0 0,0-3-498 0 0,0-4-1123 0 0,0-3-2648 0 0,1-7 1170 0 0</inkml:trace>
  <inkml:trace contextRef="#ctx0" brushRef="#br20" timeOffset="8985.032">9063 1514 7861 0 0,'0'0'0'0'0,"0"0"2564"0"0,0 0-1727 0 0,0 0-281 0 0,0 0 115 0 0,0 0 27 0 0,0 0-382 0 0,0 0-46 0 0,10-20-198 0 0,4-9-56 0 0,8-9-4 0 0,4-7-26 0 0,4-6 18 0 0,3-3 316 0 0,2-3 32 0 0,1-1 132 0 0,-2 1-130 0 0,-2 0-6 0 0,-5 4-135 0 0,-5 4-68 0 0,-6 6-51 0 0,-4 6-44 0 0,-5 8-52 0 0,-2 7 10 0 0,-2 7 58 0 0,-2 7 41 0 0,-1 3-133 0 0,1 5 39 0 0,0 3-16 0 0,0 4-156 0 0,0 4-109 0 0,0 4 116 0 0,-2 5 67 0 0,0 5-48 0 0,-1 6 95 0 0,1 4 32 0 0,0 6-62 0 0,2 4 85 0 0,3 5 26 0 0,3 3-2 0 0,3 2 100 0 0,2 1-31 0 0,4 1 33 0 0,3-1 18 0 0,1-2 5 0 0,2-5 24 0 0,1-3-19 0 0,0-6-12 0 0,-2-5-38 0 0,-1-5-33 0 0,-3-4 6 0 0,-2-5 22 0 0,-3-3-55 0 0,-2-3 22 0 0,-2-3 21 0 0,-4-4-22 0 0,-1-2 36 0 0,-2-1 4 0 0,-4-3-145 0 0,-7 0-31 0 0,-8-2-27 0 0,-13 0 95 0 0,-13-2-214 0 0,-13-2 94 0 0,-13-3 36 0 0,-9-4-12 0 0,-8-3-84 0 0,-1-3-70 0 0,5 0-178 0 0,9 0-94 0 0,15 2-222 0 0,18 3-550 0 0,14 4-1053 0 0,17 2-707 0 0,19 3 17 0 0,6 1-2842 0 0</inkml:trace>
  <inkml:trace contextRef="#ctx0" brushRef="#br21" timeOffset="9428.715">9924 1836 3332 0 0,'0'0'0'0'0,"0"0"5129"0"0,0 0-3930 0 0,0 0 319 0 0,0 0-322 0 0,0 0-23 0 0,0 0-316 0 0,0 0-142 0 0,0 0-94 0 0,0 0 225 0 0,27-24 48 0 0,9-12-140 0 0,8-12-134 0 0,5-10-81 0 0,1-9 6 0 0,1-9-134 0 0,-5-9-255 0 0,-6-5-145 0 0,-11-4-219 0 0,-15-2-154 0 0,-22 2-352 0 0,-23 0 38 0 0,-29 4-178 0 0,-26 4-307 0 0,-23 5-627 0 0,-16 6-567 0 0,-4 10-893 0 0,-4 8-2576 0 0,26 16 2807 0 0</inkml:trace>
  <inkml:trace contextRef="#ctx0" brushRef="#br22" timeOffset="12518.96">423 636 1228 0 0,'0'0'0'0'0,"0"0"1796"0"0,0 0-695 0 0,0 0-212 0 0,0 0-412 0 0,0 0 37 0 0,0 0-507 0 0,0 0 2352 0 0,0 0-1135 0 0,0 0-463 0 0,0 0-303 0 0,0-3-304 0 0,0 1 5 0 0,0-1 80 0 0,0 2-8 0 0,0-1-38 0 0,0 0-113 0 0,1 1-16 0 0,0 0 51 0 0,0 0 103 0 0,0 0 42 0 0,-1 0-16 0 0,1 1-4 0 0,0 0-40 0 0,0 0-64 0 0,0 0-93 0 0,-1 0-36 0 0,1 0-87 0 0,-1 0-58 0 0,0-1-80 0 0,0-1-93 0 0,1-1 317 0 0,1-3-45 0 0,1-2 32 0 0,2-2 6 0 0,-1-1 6 0 0,0-2 3 0 0,-1-1 111 0 0,0 0-77 0 0,-2 0 42 0 0,0 0-10 0 0,0 0 2 0 0,0 0 19 0 0,0 1-10 0 0,1-1-11 0 0,1 1-10 0 0,2-1 30 0 0,2-1-5 0 0,0 1-2 0 0,2-1 15 0 0,2 0-102 0 0,2 0 12 0 0,0 1-10 0 0,1 0-76 0 0,2 1 90 0 0,0 1-25 0 0,3 0 64 0 0,3 1-52 0 0,1 0 70 0 0,5 0-16 0 0,1-1-68 0 0,4 1 21 0 0,1-1-84 0 0,3 0 86 0 0,2-1-30 0 0,2-1 10 0 0,2 0 10 0 0,1 0-4 0 0,0-1 7 0 0,0 0-6 0 0,1 1 123 0 0,-2 1-8 0 0,0 2-139 0 0,-3 2-19 0 0,-1 3 63 0 0,-2 1 27 0 0,-2 3 74 0 0,-2 1-48 0 0,1 0-82 0 0,-1 0 10 0 0,2 0 4 0 0,-1 0-6 0 0,0-1 58 0 0,0-1-72 0 0,-1 0-50 0 0,-3 0 73 0 0,-1 0-32 0 0,-2 0 28 0 0,-1 1 13 0 0,-1 0 35 0 0,1 0-51 0 0,0 2 4 0 0,1-1-2 0 0,3 0-2 0 0,1 1 70 0 0,2-1-90 0 0,1 1 16 0 0,2-1-1 0 0,1-1-8 0 0,2 0 1 0 0,2-1 5 0 0,1-1-62 0 0,1 0 87 0 0,-1 1-4 0 0,1-1-21 0 0,-1 1-78 0 0,0 0 96 0 0,-1 2-34 0 0,-1 0 25 0 0,0 1 113 0 0,1 2-148 0 0,-1 1-39 0 0,-1 1 18 0 0,0 2 64 0 0,-2 1 67 0 0,-2 1-102 0 0,-1 0 28 0 0,-2 1-14 0 0,1-1 4 0 0,-2 1-67 0 0,2-1 94 0 0,0 1-31 0 0,0 1 25 0 0,1 0 146 0 0,0 2-88 0 0,0 1 67 0 0,-1 1-34 0 0,-1 2-42 0 0,0 0-67 0 0,0 1-45 0 0,-1-1 57 0 0,-1-2-84 0 0,-1 0 34 0 0,1-1-54 0 0,0-1 112 0 0,1-1-38 0 0,2 0 24 0 0,0-1 6 0 0,1 1-11 0 0,0 1 9 0 0,-1 0 81 0 0,0 1-102 0 0,-2 1 128 0 0,-1 1-81 0 0,-4 0-25 0 0,-3 1 13 0 0,-2 0 52 0 0,-4-1-91 0 0,-2-1 20 0 0,-2-1-73 0 0,-4-2 17 0 0,0-1 52 0 0,-3-2-13 0 0,0-1-44 0 0,0-2 67 0 0,-2-1-18 0 0,-2-1 11 0 0,0-1 9 0 0,0 0 2 0 0,-1-2 75 0 0,0 1-49 0 0,0-1-27 0 0,-1 0 69 0 0,0 0-10 0 0,0 0-27 0 0,0 0-32 0 0,0 1 50 0 0,0-1-13 0 0,0 0 18 0 0,0 0 25 0 0,0 0 8 0 0,0 0 0 0 0,0 0-12 0 0,0 0-24 0 0,0 0 20 0 0,0 0-82 0 0,0 1 64 0 0,1 1-3 0 0,0 0 0 0 0,1 2-71 0 0,1 1 6 0 0,2 2-52 0 0,2 1 62 0 0,1 2-68 0 0,0 0-12 0 0,2 0 16 0 0,0 0 6 0 0,1-1 59 0 0,-1 1-16 0 0,0-1 14 0 0,0 0 8 0 0,1 0 2 0 0,-1 0-9 0 0,-1-1-6 0 0,-1 0-3 0 0,1 0-5 0 0,-3-2-51 0 0,0-1 14 0 0,-1-1 54 0 0,-1-1-18 0 0,-2-1 159 0 0,0-1 12 0 0,-1-1 62 0 0,-1 0-78 0 0,0 0 0 0 0,-1 0-20 0 0,1-1 38 0 0,0 1-23 0 0,0 0 27 0 0,0 0-67 0 0,0 0-41 0 0,0 0-52 0 0,0 0 4 0 0,0 0-3 0 0,1 0 3 0 0,-1 0-14 0 0,2 0-6 0 0,0 0-3 0 0,0 0-42 0 0,0 0 6 0 0,-1 0 0 0 0,1 0-34 0 0,-1 0 14 0 0,-1 0 60 0 0,0 0-70 0 0,1 0 20 0 0,-1 0-16 0 0,0 0-2 0 0,0 0-5 0 0,-1 0 33 0 0,1 0-33 0 0,0 0 7 0 0,0 0-45 0 0,0 0-165 0 0,0 0-222 0 0,0 0-159 0 0,-2 0-141 0 0,-3 0-227 0 0,-1 0-737 0 0,-3 0-1207 0 0,-2 0-2508 0 0,14 0 3558 0 0,1 0 1961 0 0</inkml:trace>
  <inkml:trace contextRef="#ctx0" brushRef="#br23" timeOffset="13950.142">4037 668 1316 0 0,'0'0'0'0'0,"0"0"1592"0"0,0 0-242 0 0,0 0-319 0 0,0 0-175 0 0,0 0-204 0 0,0 0-164 0 0,0 0-149 0 0,0 0-53 0 0,0 0-64 0 0,0 0 25 0 0,0 0 57 0 0,0 1 14 0 0,0-1 95 0 0,0 1 34 0 0,0 0-3 0 0,0-1-25 0 0,0 1-121 0 0,0-1-93 0 0,0 0-100 0 0,0 0-3 0 0,0 0-6 0 0,0 0-52 0 0,0 0-36 0 0,0 0 2 0 0,0 0 4 0 0,0 0 58 0 0,0 0-17 0 0,0 0-5 0 0,0 0-52 0 0,0 0 14 0 0,1-2 347 0 0,2 0-191 0 0,3-3 58 0 0,3-1-35 0 0,3-2-37 0 0,3-1-57 0 0,3-1-30 0 0,3-1 17 0 0,1 0-10 0 0,3-1 49 0 0,1 0-60 0 0,2 0 5 0 0,1-1-16 0 0,0 1-2 0 0,1-1 3 0 0,-1 0-48 0 0,1 1 74 0 0,-2-1 23 0 0,0 1-9 0 0,-3 1-35 0 0,-1 1 40 0 0,-2 1 5 0 0,-3 2 54 0 0,-1 0-59 0 0,-2 1 39 0 0,-2 1-147 0 0,-1 1 41 0 0,0-1-19 0 0,1 1 47 0 0,1 0-65 0 0,1-1 87 0 0,1-1-13 0 0,2 1-68 0 0,0-1 69 0 0,2-1-80 0 0,-1 0 33 0 0,1 1-21 0 0,-1-2 4 0 0,1 1-5 0 0,-2-1-9 0 0,1 1-2 0 0,0 0-1 0 0,0 0 0 0 0,-1 1 0 0 0,0 1 14 0 0,0 1-8 0 0,1 0 7 0 0,-1 0-2 0 0,2 0 6 0 0,0 1 3 0 0,1-1 9 0 0,-1 0-7 0 0,3 0-12 0 0,-1-1-56 0 0,2 1 75 0 0,1-2-30 0 0,0 1 9 0 0,2 0-9 0 0,0-1-58 0 0,1 1 15 0 0,0 0 62 0 0,1 0-24 0 0,-1 1 6 0 0,0 0 5 0 0,-1 0-53 0 0,-1 1 67 0 0,-1 0-74 0 0,-2 1 74 0 0,-1 0-69 0 0,-3 0 62 0 0,-1 1-18 0 0,-1-1-54 0 0,0 1 77 0 0,-1 0-86 0 0,1 0 95 0 0,1 1-28 0 0,1-1 10 0 0,2 1-9 0 0,1 0-44 0 0,2 0 58 0 0,2 0-15 0 0,1 0-41 0 0,0 0-19 0 0,0 1 16 0 0,1-1 48 0 0,-2 1-51 0 0,-3 0 70 0 0,0-1-25 0 0,-2 1 4 0 0,0-1 0 0 0,0 0-42 0 0,0 0 68 0 0,3 1-22 0 0,0 0 8 0 0,3 1 10 0 0,0 1 43 0 0,1 1-49 0 0,0 0 69 0 0,1 2-91 0 0,0 0 28 0 0,0 1-24 0 0,-1 0 9 0 0,1-1-83 0 0,-1 0 37 0 0,1 0 46 0 0,-1-1-76 0 0,-1-1 86 0 0,1 0-72 0 0,-2 0 82 0 0,0 0-10 0 0,-1 0 10 0 0,1 1 52 0 0,-1 0-24 0 0,-1 0 52 0 0,1 1 20 0 0,1 2-4 0 0,-1 0-27 0 0,2 1-94 0 0,1 0 24 0 0,0 1-88 0 0,0 1 20 0 0,0-2 56 0 0,-1 0-15 0 0,-1 0 4 0 0,-1-1-3 0 0,0 0 5 0 0,-3-1 8 0 0,-1 0-3 0 0,-1-1 91 0 0,-2 1-44 0 0,0-1 22 0 0,0 1 24 0 0,0 0-95 0 0,-1 1 75 0 0,2-1-72 0 0,-1 1 80 0 0,0 1-84 0 0,1-1 72 0 0,-1 0-78 0 0,0 0 28 0 0,-2-1-10 0 0,-1-1 1 0 0,-2 0-4 0 0,0-1 0 0 0,-2 0 5 0 0,0 0 45 0 0,0-1-59 0 0,2 1 15 0 0,0 0-10 0 0,0-1 0 0 0,1 1-4 0 0,-2-2 0 0 0,0 1 0 0 0,-2-2-4 0 0,-3 0-65 0 0,-2 0 79 0 0,-2-2-13 0 0,-2 1 66 0 0,-1-1-20 0 0,-1 0-28 0 0,0 0 62 0 0,0 0 17 0 0,0-1 20 0 0,-1 1 59 0 0,1-1 164 0 0,0 0 13 0 0,0-1-181 0 0,0 1-171 0 0,0 0-77 0 0,0-1-75 0 0,0 0-52 0 0,-1 0-115 0 0,0 1-90 0 0,0-1-195 0 0,0 1-296 0 0,1 0-783 0 0,-1-1-917 0 0,-2 1-2664 0 0,4 4 1736 0 0,0 0 4063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9:42.40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2993.125"/>
      <inkml:brushProperty name="anchorY" value="-222001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0807.6875"/>
      <inkml:brushProperty name="anchorY" value="-221663.79688"/>
      <inkml:brushProperty name="scaleFactor" value="0.5"/>
    </inkml:brush>
  </inkml:definitions>
  <inkml:trace contextRef="#ctx0" brushRef="#br0">25 996 8553 0 0,'0'0'0'0'0,"0"0"2120"0"0,0 0-1045 0 0,0 0-472 0 0,0 0 25 0 0,0 0 66 0 0,0 0-30 0 0,0 0 2 0 0,0 0-85 0 0,0 0 34 0 0,0 0-156 0 0,0 0-169 0 0,13-3 63 0 0,7-3-4 0 0,4-4 51 0 0,4-3 2 0 0,1-5-52 0 0,2-4-118 0 0,2-5-66 0 0,1-4-67 0 0,3-4-44 0 0,2-5-56 0 0,3-4 5 0 0,2-6-63 0 0,1-2 5 0 0,3-5-18 0 0,2-3-45 0 0,0-1 58 0 0,-1-1-52 0 0,0 2 62 0 0,-3 2-8 0 0,-3 4 8 0 0,-4 7 43 0 0,-3 5-12 0 0,-6 7 10 0 0,-3 6 4 0 0,-6 6 4 0 0,-3 5 4 0 0,-4 5-5 0 0,-4 3 2 0 0,-2 3-57 0 0,-3 2-17 0 0,-2 3 6 0 0,-1 0-99 0 0,-1 2 93 0 0,-1 0-65 0 0,-1 1 75 0 0,2 0-17 0 0,0 3 78 0 0,3 3-6 0 0,4 6 136 0 0,6 6-25 0 0,6 9-59 0 0,5 10-43 0 0,2 8-52 0 0,1 8 12 0 0,-1 6 37 0 0,-2 6-120 0 0,-2 3 56 0 0,-3 0-11 0 0,-1 1-10 0 0,-4-4 89 0 0,-1-2-12 0 0,-1-4 26 0 0,-1-5 138 0 0,0-5-10 0 0,-1-5 12 0 0,0-6-38 0 0,0-4 12 0 0,0-6 8 0 0,-1-4-9 0 0,-2-4-34 0 0,0-4-36 0 0,-2-4-53 0 0,0-3 62 0 0,-2-3-75 0 0,-2-2 23 0 0,0-2-4 0 0,-1-1-10 0 0,-1-2 55 0 0,0 0 16 0 0,0 0-76 0 0,-1-1 12 0 0,-4 2-21 0 0,-8-1 2 0 0,-12 0-264 0 0,-15-1 136 0 0,-19-2 39 0 0,-17-3 103 0 0,-17-3 39 0 0,-14-4-51 0 0,-10-3 14 0 0,-4-1-121 0 0,-1-2 46 0 0,6 2 67 0 0,7 1-307 0 0,11 4-228 0 0,12 4-229 0 0,13 3-485 0 0,15 3-1249 0 0,15 5-2715 0 0,15 2-3262 0 0</inkml:trace>
  <inkml:trace contextRef="#ctx0" brushRef="#br1" timeOffset="6572.29">410 1313 4880 0 0,'0'0'0'0'0,"0"0"2229"0"0,0 0-421 0 0,0 0-431 0 0,0 0-299 0 0,0 0 2 0 0,0 0-117 0 0,0 0-372 0 0,0 0 54 0 0,0 0-75 0 0,0 0 72 0 0,0 0 23 0 0,33-25 48 0 0,10-11-190 0 0,12-11-67 0 0,6-7-37 0 0,5-7-37 0 0,1-4-133 0 0,3-6-273 0 0,0-5-72 0 0,-1-5-154 0 0,0-8-219 0 0,0-7-55 0 0,-3-5-122 0 0,-2-3-318 0 0,-2 1-1072 0 0,-7 7-1251 0 0,-5 9-2928 0 0,-11 21 1583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20.75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3391.625"/>
      <inkml:brushProperty name="anchorY" value="-207291.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4638.625"/>
      <inkml:brushProperty name="anchorY" value="-208082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3722.375"/>
      <inkml:brushProperty name="anchorY" value="-207952.1093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2632.625"/>
      <inkml:brushProperty name="anchorY" value="-207760.093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3619.59375"/>
      <inkml:brushProperty name="anchorY" value="-209027.03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2215.71875"/>
      <inkml:brushProperty name="anchorY" value="-208664.968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3541.34375"/>
      <inkml:brushProperty name="anchorY" value="-209916.7812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2594"/>
      <inkml:brushProperty name="anchorY" value="-209287.0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1571.09375"/>
      <inkml:brushProperty name="anchorY" value="-208763.2343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2595.21875"/>
      <inkml:brushProperty name="anchorY" value="-209594.468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3501.1875"/>
      <inkml:brushProperty name="anchorY" value="-210955.5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4763.0625"/>
      <inkml:brushProperty name="anchorY" value="-212644.92188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5915.71875"/>
      <inkml:brushProperty name="anchorY" value="-213938.093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4829.1875"/>
      <inkml:brushProperty name="anchorY" value="-213578.218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5943.8125"/>
      <inkml:brushProperty name="anchorY" value="-214351.718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7320"/>
      <inkml:brushProperty name="anchorY" value="-215625.0312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8460.34375"/>
      <inkml:brushProperty name="anchorY" value="-216389.687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1151.3125"/>
      <inkml:brushProperty name="anchorY" value="-196626.5937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2691.3125"/>
      <inkml:brushProperty name="anchorY" value="-197918.2187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34082.4375"/>
      <inkml:brushProperty name="anchorY" value="-198159.875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3657.8125"/>
      <inkml:brushProperty name="anchorY" value="-223276.2187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2611.5"/>
      <inkml:brushProperty name="anchorY" value="-222447.7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59495.25"/>
      <inkml:brushProperty name="anchorY" value="-217819.10938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0509.96875"/>
      <inkml:brushProperty name="anchorY" value="-218608.3437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1373.875"/>
      <inkml:brushProperty name="anchorY" value="-220149.92188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2700.0625"/>
      <inkml:brushProperty name="anchorY" value="-220910.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3852.375"/>
      <inkml:brushProperty name="anchorY" value="-222167.37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2640.0625"/>
      <inkml:brushProperty name="anchorY" value="-221916.9062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5361"/>
      <inkml:brushProperty name="anchorY" value="-221787.7187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6866"/>
      <inkml:brushProperty name="anchorY" value="-220884.6562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7740.6875"/>
      <inkml:brushProperty name="anchorY" value="-221735.37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66784.9375"/>
      <inkml:brushProperty name="anchorY" value="-220985.85938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2122.59375"/>
      <inkml:brushProperty name="anchorY" value="-221113.21875"/>
      <inkml:brushProperty name="scaleFactor" value="0.5"/>
    </inkml:brush>
  </inkml:definitions>
  <inkml:trace contextRef="#ctx0" brushRef="#br0">2322 1267 4104 0 0,'0'0'0'0'0,"0"0"3241"0"0,0 0-1406 0 0,0 0-331 0 0,0 0-327 0 0,0 0-256 0 0,0 0 4 0 0,0 0-138 0 0,0 0-415 0 0,0 0-500 0 0,28-1 177 0 0,8 0-60 0 0,6 0-55 0 0,3-1 77 0 0,1-1-153 0 0,-2-1 21 0 0,-4-1-30 0 0,-5-1-176 0 0,-5 0-684 0 0,-7 0 62 0 0,-8 0-271 0 0,-5 1-281 0 0,-5 1-735 0 0,-3 0-691 0 0,-2 2-1432 0 0</inkml:trace>
  <inkml:trace contextRef="#ctx0" brushRef="#br1" timeOffset="186.88">2536 1031 9685 0 0,'0'0'0'0'0,"0"0"2948"0"0,0 0-1246 0 0,0 0-1156 0 0,0 0 128 0 0,-10 21-278 0 0,-3 10-4 0 0,-2 10-163 0 0,1 8-160 0 0,1 8-53 0 0,3 4-209 0 0,3 4-192 0 0,3 3-264 0 0,2 2-335 0 0,3 0-759 0 0,2-3-1672 0 0,4-1-4200 0 0,0-15 6757 0 0</inkml:trace>
  <inkml:trace contextRef="#ctx0" brushRef="#br2" timeOffset="19736.22">3202 900 796 0 0,'0'0'0'0'0,"0"0"744"0"0,0 0 2114 0 0,0 0-351 0 0,0 0-1036 0 0,0 0-409 0 0,0 0-506 0 0,0 0-55 0 0,0 0 75 0 0,0 0-251 0 0,-3 1-87 0 0,-1 0-104 0 0,0 0-50 0 0,1 0 94 0 0,3-2 170 0 0,3 0 193 0 0,3-1 50 0 0,3 1-52 0 0,0 0-45 0 0,-1 0-20 0 0,0 0-48 0 0,-2 1-52 0 0,-2-1-78 0 0,-2 1-152 0 0,-1-1-146 0 0,0 1-18 0 0,-1-1-144 0 0,-1 1-100 0 0,2-1-70 0 0,1-1-22 0 0,3 0 360 0 0,4-2-61 0 0,4-2-125 0 0,6-1 72 0 0,3-2-61 0 0,4 0 25 0 0,3-2-40 0 0,1 1 132 0 0,1 1 35 0 0,0 1 10 0 0,-2 3 3 0 0,-1 1-54 0 0,-1 2 63 0 0,-2 2-199 0 0,-1 0-50 0 0,0 2 99 0 0,-3 2 13 0 0,0 1 59 0 0,-2 2 79 0 0,-4 1 72 0 0,-4 2 197 0 0,-3 1-79 0 0,-5 2-125 0 0,-7 2-14 0 0,-9 1-53 0 0,-9 3 4 0 0,-11 1 83 0 0,-6 1-114 0 0,-7 1 79 0 0,-2-1-80 0 0,-1-2 36 0 0,4-2-12 0 0,6-3-114 0 0,9-3 42 0 0,7-3-29 0 0,9-4-280 0 0,6-2-84 0 0,5-4-339 0 0,7-1-186 0 0,8-3 445 0 0,7 0 398 0 0,7 0-126 0 0,4 0 68 0 0,4 2 109 0 0,0 2 102 0 0,0 2 248 0 0,-4 4 20 0 0,-4 4 162 0 0,-5 3 2 0 0,-4 4-143 0 0,-6 4 49 0 0,-5 4-111 0 0,-9 3-16 0 0,-11 2-24 0 0,-9 3-126 0 0,-9 2 341 0 0,-9 2-208 0 0,-6 0 231 0 0,-4 1-172 0 0,-1 0-24 0 0,-1-1 142 0 0,2-1-452 0 0,2-4-99 0 0,4-4-275 0 0,5-4-494 0 0,3-7-843 0 0,3-5-3042 0 0,5-4-929 0 0,3-6 6193 0 0,7-2-1256 0 0</inkml:trace>
  <inkml:trace contextRef="#ctx0" brushRef="#br3" timeOffset="20384.504">4087 1189 1200 0 0,'0'0'0'0'0,"0"0"692"0"0,0 0 5535 0 0,0 0-5034 0 0,0 0 917 0 0,0 0-947 0 0,0 0-165 0 0,0 0-50 0 0,0 0-11 0 0,0 0-246 0 0,0 0-190 0 0,0 0-113 0 0,15 22-153 0 0,3 6-4 0 0,2 5-43 0 0,0 3-71 0 0,-3 0 60 0 0,-2 0-107 0 0,-1-1-73 0 0,-3-2-1 0 0,0-2-117 0 0,-2-4-135 0 0,-2-2-71 0 0,-3-4-64 0 0,-2-3 28 0 0,0-4 16 0 0,-2-2-48 0 0,0-2-1 0 0,-1-3-198 0 0,1-3-184 0 0,0-1-454 0 0,-1-2-594 0 0,0-1-1046 0 0,-3-2-2252 0 0,-5-3 2648 0 0,0 1 2394 0 0</inkml:trace>
  <inkml:trace contextRef="#ctx0" brushRef="#br4" timeOffset="20681.873">4422 1191 1552 0 0,'0'0'0'0'0,"0"0"7669"0"0,0 0-6278 0 0,0 0 1080 0 0,0 0-1253 0 0,0 0-250 0 0,-36 24-52 0 0,-9 7-102 0 0,-9 8-258 0 0,-2 3-111 0 0,1 0-216 0 0,4-1-236 0 0,4-2 33 0 0,5-3-181 0 0,6-3 40 0 0,4-3-269 0 0,3-4-143 0 0,6-2-12 0 0,4-4-211 0 0,5-4-189 0 0,5-3-514 0 0,3-2-562 0 0,4-4-583 0 0,1-1-1966 0 0,1-3 780 0 0,0-2 3982 0 0,0 0-757 0 0</inkml:trace>
  <inkml:trace contextRef="#ctx0" brushRef="#br5" timeOffset="21478.948">4613 500 1136 0 0,'0'0'0'0'0,"0"0"0"0"0,0 0 3308 0 0,0 0-2839 0 0,0 0 710 0 0,0 0 1 0 0,0 0-773 0 0,0 0 255 0 0,0 0 193 0 0,47-9-642 0 0,5-1-68 0 0,5-1 301 0 0,-7 3-372 0 0,-8 1 57 0 0,-10 3 205 0 0,-10 2-11 0 0,-7 1-14 0 0,-7 2 255 0 0,-1 2 432 0 0,-4 3-1081 0 0,-1 4 1214 0 0,-1 3-821 0 0,-1 4-326 0 0,-1 4 312 0 0,-2 4-356 0 0,-4 3 90 0 0,-5 1 148 0 0,-6 1 98 0 0,-4-1-344 0 0,-3 0 348 0 0,-3-3-95 0 0,0-1-65 0 0,-1-3 6 0 0,2-3 166 0 0,1-2-216 0 0,2-3 76 0 0,2-2-43 0 0,2-2-125 0 0,3-1-115 0 0,0-3 43 0 0,4-1-55 0 0,3-1-82 0 0,3-3-6 0 0,3 0-75 0 0,1-3-30 0 0,3-2-180 0 0,0-3-206 0 0,1-1 102 0 0,1-2 186 0 0,3-1 327 0 0,0 1-34 0 0,2 0 150 0 0,-2 1-19 0 0,-1 3 386 0 0,-1 3 278 0 0,-1 0 293 0 0,-1 4-549 0 0,-1 1-114 0 0,0 3 142 0 0,1 2-196 0 0,2 1-94 0 0,5 3-8 0 0,5 2-82 0 0,9 1 40 0 0,5 0-102 0 0,8 0 14 0 0,5-2-372 0 0,4-1-19 0 0,3-3-316 0 0,1-3-469 0 0,-2-2-441 0 0,-3-1-711 0 0,-5-2-2397 0 0,-7-1 256 0 0,-8 0 5318 0 0</inkml:trace>
  <inkml:trace contextRef="#ctx0" brushRef="#br6" timeOffset="22713.874">5252 1527 612 0 0,'0'0'0'0'0,"0"0"432"0"0,0 0-261 0 0,0 0 5829 0 0,0 0-5285 0 0,0 0 1059 0 0,0 0-774 0 0,0 0-101 0 0,0 0-33 0 0,0 0-97 0 0,0 0-234 0 0,0 0-163 0 0,-1 6-121 0 0,1-1-78 0 0,0 1-25 0 0,1-2-32 0 0,1-2 28 0 0,1-1 35 0 0,1-2 37 0 0,0-2 21 0 0,2 0-47 0 0,-1-2-189 0 0,2-1 24 0 0,1-1-25 0 0,2-1 1 0 0,1-3 8 0 0,2-2-12 0 0,0-3-52 0 0,0-4-3 0 0,1-3-74 0 0,0-2 28 0 0,1-3-9 0 0,0-2 14 0 0,0-3-35 0 0,0-1 29 0 0,1-1-56 0 0,1 1 43 0 0,0 1-23 0 0,1 1 146 0 0,-1 3-22 0 0,-1 2 24 0 0,-1 3 60 0 0,-2 3 22 0 0,-2 2-26 0 0,-1 3-53 0 0,-2 2-3 0 0,-1 1-14 0 0,-1 2-65 0 0,-1 1-29 0 0,-1 2 36 0 0,-1 2 3 0 0,-1 2 69 0 0,0 1 53 0 0,-1 2 42 0 0,0 1 18 0 0,0 0 66 0 0,-1 0 8 0 0,1 0 35 0 0,0 1-24 0 0,0 0-93 0 0,-1 1-2 0 0,1 1-20 0 0,-1 2 47 0 0,0-1-48 0 0,0 1-22 0 0,1 1-59 0 0,2 3 102 0 0,2 1-128 0 0,2 4 175 0 0,2 3 8 0 0,2 4 45 0 0,2 2-51 0 0,1 3-64 0 0,1 3 3 0 0,0 1-97 0 0,0 2 24 0 0,0 1-27 0 0,0 0 4 0 0,-1 0-72 0 0,-1 0-13 0 0,2-2 14 0 0,0 0 5 0 0,2-1 7 0 0,2-1 65 0 0,1-1-3 0 0,2-1 65 0 0,0-2-75 0 0,0-1 21 0 0,-2-2-3 0 0,-3 0-1 0 0,-2-2 46 0 0,-2-2-64 0 0,-4-1 26 0 0,-1-2 34 0 0,-3-3-59 0 0,-1-1 20 0 0,-1-2-17 0 0,-1-1-1 0 0,-1-2-10 0 0,-1-1-39 0 0,0-1 56 0 0,0-1-18 0 0,0-2 15 0 0,-1 1 7 0 0,1-2 3 0 0,0 1 89 0 0,0-1-43 0 0,0 0 50 0 0,0 0 3 0 0,0 0-117 0 0,0 1 22 0 0,-3-1-27 0 0,-1-1-73 0 0,-5-1 38 0 0,-6-1-104 0 0,-4-3 9 0 0,-6-1-311 0 0,-7-1 351 0 0,-5-1 94 0 0,-8 0 178 0 0,-5 0-222 0 0,-2 1 154 0 0,0 1-67 0 0,-1 2-40 0 0,2 2 190 0 0,3 3 26 0 0,4 2-186 0 0,2 3-9 0 0,3 3-117 0 0,2 1-101 0 0,2 2 150 0 0,3 0-143 0 0,2-1-185 0 0,3-1-176 0 0,4 0-276 0 0,3-2-448 0 0,3-1-1011 0 0,1-1-2466 0 0,2-1-2010 0 0,1 1 8112 0 0,3-2-2429 0 0</inkml:trace>
  <inkml:trace contextRef="#ctx0" brushRef="#br7" timeOffset="30771.955">5202 1415 756 0 0,'0'0'0'0'0,"0"0"3312"0"0,0 0-1614 0 0,0 0-90 0 0,0 0-605 0 0,0 0-926 0 0,0 0 373 0 0,0 0-156 0 0,0 0 2132 0 0,0 0-1702 0 0,8-2 141 0 0,1 0-198 0 0,1 0 113 0 0,-1 1-25 0 0,-1 0-123 0 0,-2 0-107 0 0,-1 1-125 0 0,-2 1-67 0 0,-1 1-118 0 0,-1 2-75 0 0,-1 2-46 0 0,0 1-87 0 0,-2 2 18 0 0,-4 2-27 0 0,-3 3 4 0 0,-3 2 12 0 0,-1 2-18 0 0,-3 0 1 0 0,1 0-10 0 0,1 0-67 0 0,-1-2 13 0 0,1-1 71 0 0,0-1-28 0 0,1-1 17 0 0,0-2-1 0 0,2-1-5 0 0,2-2 6 0 0,1-1-1 0 0,2-2 0 0 0,2-1-108 0 0,1-2-127 0 0,-1 0-87 0 0,1 0-36 0 0,1 0-92 0 0,0 3-528 0 0,-1 1-453 0 0,0 3-711 0 0,-2 4 210 0 0,0 1-1253 0 0,-2 3-792 0 0,1-2 1874 0 0</inkml:trace>
  <inkml:trace contextRef="#ctx0" brushRef="#br8" timeOffset="56668.102">7148 1317 2904 0 0,'0'0'0'0'0,"0"0"2905"0"0,0 0-2778 0 0,0 0 364 0 0,0 0 301 0 0,0 0-786 0 0,0 0 1170 0 0,0 0-760 0 0,0 0 149 0 0,0 0-203 0 0,0 0 54 0 0,13-3 44 0 0,3 1 70 0 0,2-1-62 0 0,0 0-76 0 0,0 1-24 0 0,-1 0 27 0 0,-2 1-61 0 0,-2 1 30 0 0,-1 0-145 0 0,-3 0-118 0 0,-1 0-96 0 0,-2 0-137 0 0,-2 0-17 0 0,-1 0-177 0 0,0 0-210 0 0,-1 0-311 0 0,-1 0-461 0 0,0 0-382 0 0,-1 0-777 0 0,1 0-534 0 0,-1 0-408 0 0</inkml:trace>
  <inkml:trace contextRef="#ctx0" brushRef="#br9" timeOffset="56928.895">7243 1126 3180 0 0,'0'0'0'0'0,"0"0"1992"0"0,0 0-685 0 0,0 0-393 0 0,0 0-103 0 0,0 0-216 0 0,0 0 13 0 0,0 0-325 0 0,0 0-159 0 0,5 23-48 0 0,0 10 122 0 0,2 10 12 0 0,0 7-106 0 0,-1 2 53 0 0,0 1-182 0 0,-1-3-143 0 0,-1-5-2 0 0,0-4-3 0 0,0-5-191 0 0,-1-6-567 0 0,-1-5-1169 0 0,-1-6-1130 0 0,0-5-231 0 0</inkml:trace>
  <inkml:trace contextRef="#ctx0" brushRef="#br10" timeOffset="58281.924">7643 879 7821 0 0,'0'0'0'0'0,"0"0"1400"0"0,0 0-789 0 0,0 0-194 0 0,0 0 455 0 0,0 0 391 0 0,0 0-78 0 0,0 0-466 0 0,0 0-271 0 0,0 0-15 0 0,0 0-77 0 0,0 0-46 0 0,9-4-239 0 0,4 0-48 0 0,0-1-7 0 0,0 1-16 0 0,1-1-9 0 0,1 0-105 0 0,-1 0 15 0 0,1 0-57 0 0,2 0-74 0 0,2-1-61 0 0,3 1-134 0 0,2 0-17 0 0,3 2-96 0 0,1 1-210 0 0,0 2-55 0 0,0 3 628 0 0,-2 3-36 0 0,-3 5 212 0 0,-3 5-30 0 0,-2 3 26 0 0,-5 4 4 0 0,-5 2 12 0 0,-2 4 44 0 0,-4 0-73 0 0,-4 1 30 0 0,-4 1 59 0 0,-3-2-75 0 0,-3 0 82 0 0,-3-1 4 0 0,-1-2 154 0 0,-1-2 16 0 0,0-4-97 0 0,2-3-172 0 0,3-4-2 0 0,2-4-105 0 0,3-4 5 0 0,2-3-51 0 0,3-2 52 0 0,6-2-23 0 0,3-2 59 0 0,6-2-15 0 0,6-1 49 0 0,3-1 35 0 0,3 0-64 0 0,1 2 93 0 0,1 2 448 0 0,0 1-135 0 0,0 5 5 0 0,3 4-85 0 0,0 4-88 0 0,2 5-54 0 0,0 6-102 0 0,-1 3 123 0 0,-3 5-40 0 0,-5 2 23 0 0,-4 3 63 0 0,-5 0-8 0 0,-6 2-50 0 0,-3-1 32 0 0,-6 0 16 0 0,-6 0-62 0 0,-7-2 30 0 0,-6-1 68 0 0,-6-2-190 0 0,-4-4 4 0 0,-3-2-330 0 0,-1-5-392 0 0,0-5-274 0 0,2-5-837 0 0,3-5-2416 0 0,4-7 697 0 0,6-3 342 0 0</inkml:trace>
  <inkml:trace contextRef="#ctx0" brushRef="#br11" timeOffset="59156.825">8731 1245 2660 0 0,'0'0'0'0'0,"0"0"5941"0"0,0 0-5167 0 0,0 0 692 0 0,0 0-892 0 0,0 0 351 0 0,0 0 185 0 0,0 0-261 0 0,0 0-353 0 0,8 23-224 0 0,5 6-90 0 0,5 6-46 0 0,1 1 25 0 0,4 0 42 0 0,1-1-25 0 0,0-1-16 0 0,0-2-82 0 0,0-3-73 0 0,-2-2 5 0 0,-1-2-99 0 0,-2-2 23 0 0,-2-4-96 0 0,-3-2-200 0 0,-3-3-125 0 0,-1-2-248 0 0,-4-3-355 0 0,-1-3-617 0 0,-2-2-976 0 0,-2-3-2654 0 0,-1 0 2042 0 0</inkml:trace>
  <inkml:trace contextRef="#ctx0" brushRef="#br12" timeOffset="59365.472">9094 1249 2520 0 0,'0'0'0'0'0,"0"0"8337"0"0,0 0-7566 0 0,0 0 1178 0 0,0 0-1519 0 0,0 0 568 0 0,0 0-180 0 0,-15 21-106 0 0,-3 8-365 0 0,-4 7-225 0 0,-2 3-94 0 0,1 3-94 0 0,0-1-27 0 0,2 0 12 0 0,1-1-51 0 0,1-3-103 0 0,3-3-187 0 0,2-3-166 0 0,3-5-184 0 0,5-4-264 0 0,1-6-483 0 0,4-3-723 0 0,0-4-1085 0 0,0-3-2214 0 0,1-2 5236 0 0</inkml:trace>
  <inkml:trace contextRef="#ctx0" brushRef="#br13" timeOffset="60301.892">9212 1749 2020 0 0,'0'0'0'0'0,"0"0"3941"0"0,0 0-2853 0 0,0 0 298 0 0,0 0-577 0 0,0 0 296 0 0,0 0-158 0 0,0 0-207 0 0,0 0-57 0 0,0 0 13 0 0,0 0 123 0 0,0 0-72 0 0,9-6-209 0 0,3-3-174 0 0,4-4-68 0 0,1-1-89 0 0,2-2-10 0 0,1-1-20 0 0,2-3-74 0 0,0-3-13 0 0,3-3-39 0 0,1-4-45 0 0,3-4 0 0 0,4-3-65 0 0,1-5 6 0 0,3-3-10 0 0,2-3-28 0 0,0-3-35 0 0,-1-1-20 0 0,-1-1-73 0 0,-3 0-6 0 0,-3 2 122 0 0,-4 1 101 0 0,-4 4-22 0 0,-2 4 25 0 0,-3 6 3 0 0,-3 4-1 0 0,-2 6 71 0 0,-1 5 36 0 0,-4 5 13 0 0,-2 5-44 0 0,-3 4 16 0 0,-1 2-49 0 0,-2 4-35 0 0,0 1-6 0 0,-1 3-130 0 0,1 4-7 0 0,-1 3 158 0 0,1 5-138 0 0,0 7 123 0 0,1 6-94 0 0,0 7-71 0 0,2 7 132 0 0,1 5 10 0 0,1 5 5 0 0,1 3 6 0 0,2 3 90 0 0,2 0 30 0 0,2 0 16 0 0,0-2 21 0 0,0-2-40 0 0,1-5-47 0 0,0-3 30 0 0,0-5-102 0 0,-2-5 14 0 0,0-4-9 0 0,-1-3-7 0 0,-1-4 2 0 0,-2-3-6 0 0,-2-4-3 0 0,-1-4 1 0 0,0-3 8 0 0,-2-4 2 0 0,-1-2 57 0 0,-1-2-68 0 0,1-2 19 0 0,-2-1-151 0 0,-3 0 106 0 0,-7-3 40 0 0,-6-1 57 0 0,-9-2 37 0 0,-9-1 534 0 0,-7-1-711 0 0,-5-2 149 0 0,-4 1-536 0 0,0 0 605 0 0,2 0-205 0 0,3 2-208 0 0,5 1-177 0 0,3 1-265 0 0,6 3-185 0 0,3 0-629 0 0,4 2-1065 0 0,4 2-1491 0 0,4 1-865 0 0,5 0 4226 0 0</inkml:trace>
  <inkml:trace contextRef="#ctx0" brushRef="#br14" timeOffset="61063.056">10250 336 1472 0 0,'0'0'0'0'0,"0"0"4745"0"0,0 0-3791 0 0,0 0 323 0 0,0 0-796 0 0,0 0 284 0 0,0 0 115 0 0,0 0-224 0 0,0 0-254 0 0,0 0-32 0 0,0 0 65 0 0,29-21-53 0 0,5-3 2 0 0,4-1 16 0 0,-3 2 36 0 0,-6 4-56 0 0,-7 6-126 0 0,-7 5 58 0 0,-5 3-70 0 0,-5 5-72 0 0,-3 4-66 0 0,-2 4 124 0 0,0 5 17 0 0,1 6-296 0 0,-1 4 0 0 0,1 6-11 0 0,0 4 13 0 0,-2 4-16 0 0,-1 1 2 0 0,-3 1-43 0 0,-3-1 54 0 0,-4-1 57 0 0,-2-2-6 0 0,-2-2-2 0 0,-3-2 4 0 0,-2-4-15 0 0,0-2 9 0 0,0-4-8 0 0,1-3-45 0 0,2-4 64 0 0,3-3-87 0 0,5-2 45 0 0,3-4-61 0 0,3-2-176 0 0,2-2-12 0 0,2 0 31 0 0,1-2 102 0 0,-1-3 45 0 0,1-1 24 0 0,0-2-235 0 0,0-2 296 0 0,0-2 5 0 0,1 1 77 0 0,1 0 35 0 0,0 3 135 0 0,1 2 274 0 0,0 2-110 0 0,2 3-140 0 0,3 3 111 0 0,5 2-78 0 0,6 3-81 0 0,6 1-64 0 0,6 2-92 0 0,5 1-44 0 0,4-1 2 0 0,4-2-176 0 0,4-2-395 0 0,1-2-467 0 0,0-2-722 0 0,-4-2-1443 0 0,-2 0-2858 0 0,-10-1 2855 0 0</inkml:trace>
  <inkml:trace contextRef="#ctx0" brushRef="#br15" timeOffset="65360.784">11271 1379 612 0 0,'0'0'0'0'0,"0"0"1436"0"0,0 0-975 0 0,0 0 6117 0 0,0 0-6638 0 0,0 0 1967 0 0,0 0-1161 0 0,0 0-82 0 0,0 0-84 0 0,0 0-53 0 0,0 0-118 0 0,0 1-121 0 0,4 0-49 0 0,6-1-47 0 0,4-2 21 0 0,6 0 2 0 0,3-2-80 0 0,3 0-60 0 0,1-1-61 0 0,1 0-6 0 0,-1 0-62 0 0,-2 1-18 0 0,-4-1-42 0 0,-5 2-71 0 0,-4 0-110 0 0,-2 2-185 0 0,-4-1-51 0 0,-1 0-4 0 0,0 0 76 0 0,-1-1-329 0 0,0-1-368 0 0,-1-1-535 0 0,0 0-550 0 0,-2-1-372 0 0,-1-1-1653 0 0,0 2 5189 0 0</inkml:trace>
  <inkml:trace contextRef="#ctx0" brushRef="#br16" timeOffset="65617.655">11402 1155 1632 0 0,'0'0'0'0'0,"0"0"1760"0"0,0 0 5610 0 0,0 0-7567 0 0,0 0 1931 0 0,0 0-977 0 0,0 0 276 0 0,0 0-153 0 0,0 0-442 0 0,0 0-363 0 0,0 0 44 0 0,0 0-67 0 0,6 11 43 0 0,1 8-56 0 0,3 10 1 0 0,-1 7-44 0 0,0 8-167 0 0,0 5 35 0 0,-1 2 15 0 0,0 0-27 0 0,1-1 29 0 0,0-4-26 0 0,2-4-2 0 0,1-5-79 0 0,2-5-217 0 0,0-5-237 0 0,0-5-505 0 0,0-5-1340 0 0,0-5-3019 0 0,-2-5 1404 0 0</inkml:trace>
  <inkml:trace contextRef="#ctx0" brushRef="#br17" timeOffset="-21649.875">404 1068 5905 0 0,'0'0'0'0'0,"0"0"1588"0"0,0 0-1340 0 0,0 0 146 0 0,0 0 1971 0 0,0 0-1407 0 0,0 0 120 0 0,0 0-370 0 0,0 0-329 0 0,0 0-47 0 0,17 6 2 0 0,7 1-3 0 0,7 2-34 0 0,2 1 95 0 0,3-1 75 0 0,-1 0-190 0 0,1 0 64 0 0,-1 1-30 0 0,0 2-59 0 0,0 2-7 0 0,0 0-53 0 0,0 3-72 0 0,-1 2-115 0 0,-2 1 12 0 0,-2 2-29 0 0,-2 1-82 0 0,-1 0 3 0 0,-4-1-81 0 0,-2-1-93 0 0,-2-1-157 0 0,-3-1-147 0 0,-1-2-131 0 0,-3-1-308 0 0,-1 1 47 0 0,-2-1-390 0 0,0 1-426 0 0,-1 0-624 0 0,-1-1-1795 0 0,-2-2 718 0 0</inkml:trace>
  <inkml:trace contextRef="#ctx0" brushRef="#br18" timeOffset="-21129.15">567 1450 5845 0 0,'0'0'0'0'0,"0"0"2352"0"0,0 0-1139 0 0,0 0-318 0 0,0 0 7 0 0,0 0 15 0 0,0 0-111 0 0,0 0-187 0 0,0 0-189 0 0,0 0-234 0 0,0 0 19 0 0,0 0 80 0 0,6-8-16 0 0,1-6 216 0 0,5-5 186 0 0,4-6-198 0 0,6-5-186 0 0,4-5-31 0 0,6-5-108 0 0,6-3 2 0 0,2-2 4 0 0,2 0-48 0 0,2 0-75 0 0,-2 2-36 0 0,0 2-58 0 0,-3 3 0 0 0,-3 4-66 0 0,-5 4-12 0 0,-6 5-235 0 0,-5 4-198 0 0,-6 6-159 0 0,-4 6-228 0 0,-4 3-303 0 0,-4 3-744 0 0,-1 3-426 0 0,-5 4-3059 0 0,0 1 1933 0 0</inkml:trace>
  <inkml:trace contextRef="#ctx0" brushRef="#br19" timeOffset="-20528.314">1452 251 4224 0 0,'0'0'0'0'0,"0"0"4389"0"0,0 0-3702 0 0,0 0 517 0 0,0 0-622 0 0,0 0 217 0 0,0 0-10 0 0,0 0-414 0 0,0 0 87 0 0,0 0-183 0 0,0 0-117 0 0,33 2-65 0 0,9 3 22 0 0,7 5-22 0 0,0 5 22 0 0,-4 5-127 0 0,-7 4 37 0 0,-9 3-31 0 0,-8 3 9 0 0,-9 1-8 0 0,-5 1 15 0 0,-9 0 71 0 0,-7-1-99 0 0,-7 0 24 0 0,-5-3-65 0 0,-6-3-3 0 0,-1-2 6 0 0,-3-4 60 0 0,1-4-18 0 0,2-3-18 0 0,3-5-155 0 0,5-2 70 0 0,3-4-3 0 0,4-3 71 0 0,4-4-358 0 0,3-2 215 0 0,2-3-131 0 0,4-1 152 0 0,4 1 106 0 0,5 1 51 0 0,6 1 65 0 0,4 4 15 0 0,4 1 110 0 0,3 3 0 0 0,2 5 139 0 0,1 3 116 0 0,-3 5-277 0 0,-2 4 155 0 0,-3 3-203 0 0,-5 1-9 0 0,-3 1 9 0 0,-5 0-7 0 0,-4-2-112 0 0,-3-1 24 0 0,-4-2-280 0 0,-4-2-191 0 0,-8-1-260 0 0,-6-1-243 0 0,-5-3-772 0 0,-11-1-2623 0 0,3-2-2457 0 0</inkml:trace>
  <inkml:trace contextRef="#ctx0" brushRef="#br20" timeOffset="75266.131">404 1753 1368 0 0,'0'0'0'0'0,"0"0"548"0"0,0 0-410 0 0,0 0 56 0 0,0 0 94 0 0,0 0 18 0 0,0 0-266 0 0,0 0-455 0 0,0 0 130 0 0,-16 1 97 0 0,-4 0 104 0 0,-2 1 66 0 0,0-1-137 0 0,1-1 195 0 0,3 1 9 0 0,0-1-36 0 0,2 1-12 0 0,0 1-226 0 0,-1 3-1412 0 0,3-1 1871 0 0</inkml:trace>
  <inkml:trace contextRef="#ctx0" brushRef="#br21" timeOffset="75495.345">0 1985 1564 0 0,'0'0'0'0'0,"0"0"980"0"0,0 0-793 0 0,0 0 72 0 0,0 0 314 0 0,0 0 246 0 0,0 0 209 0 0,0 0-390 0 0,0 0-249 0 0,0 0-1094 0 0,39-25 255 0 0,12-9 554 0 0,13-9-94 0 0,6-6 66 0 0,6-5 152 0 0,3-5 157 0 0,6-4 285 0 0,6-4-400 0 0,6-6 48 0 0,7-5 59 0 0,6-5-265 0 0,2-3-59 0 0,2-1-40 0 0,0-1-81 0 0,-4 0 10 0 0,-5 4-79 0 0,-6 4 61 0 0,-11 6-22 0 0,-10 6-22 0 0,-12 10-53 0 0,-13 8-308 0 0,-13 9-491 0 0,-11 9-825 0 0,-11 6-1036 0 0,-7 9 2003 0 0</inkml:trace>
  <inkml:trace contextRef="#ctx0" brushRef="#br22" timeOffset="66450.435">12119 1707 1240 0 0,'0'0'0'0'0,"0"0"1772"0"0,0 0-1166 0 0,0 0-144 0 0,0 0-380 0 0,0 0 93 0 0,0 0 2019 0 0,0 0-1489 0 0,0 0 173 0 0,10-23-337 0 0,3-5-178 0 0,5-7 2 0 0,1-1-130 0 0,1 0 23 0 0,1 2 6 0 0,-1 1 49 0 0,-1 1 66 0 0,1 1-5 0 0,0-1-47 0 0,0-1 12 0 0,2-1-48 0 0,0-3-36 0 0,1-1-109 0 0,0-3-66 0 0,0-1-75 0 0,1-3 6 0 0,1 0 51 0 0,2-1 98 0 0,2 0 22 0 0,3 1-11 0 0,3 1-7 0 0,3 2-100 0 0,1 2-58 0 0,0 4 15 0 0,-1 3 52 0 0,-3 5-89 0 0,-5 4 26 0 0,-4 4-14 0 0,-5 6 5 0 0,-6 3-2 0 0,-4 4 76 0 0,-5 4 6 0 0,-2 1 50 0 0,-3 1-10 0 0,-1 2 35 0 0,0-1 6 0 0,-1 1 61 0 0,0 1-44 0 0,1 0-15 0 0,-1 1-28 0 0,1 0 9 0 0,0 0-66 0 0,0 0-71 0 0,0-2 2 0 0,0 1-64 0 0,0-1-18 0 0,0 2-14 0 0,0 2 42 0 0,0 3 47 0 0,1 6 138 0 0,1 6-53 0 0,4 5-100 0 0,2 9 30 0 0,2 7-148 0 0,3 7 46 0 0,2 8-31 0 0,0 7 60 0 0,-1 5-208 0 0,-1 5 165 0 0,-2 1-10 0 0,0-1-13 0 0,-1-3 142 0 0,0-5-26 0 0,0-5 165 0 0,-1-7-46 0 0,-1-6-15 0 0,1-7 52 0 0,-2-6-63 0 0,-1-5 18 0 0,0-6-48 0 0,-1-5-62 0 0,-1-5-56 0 0,-1-4 24 0 0,-1-3 38 0 0,-1-3-23 0 0,-1-1-64 0 0,0-2 99 0 0,0 0-24 0 0,0-1 144 0 0,0 0 18 0 0,0 1 46 0 0,-2-1-74 0 0,-5 1-128 0 0,-8 0 81 0 0,-10-2-92 0 0,-14-2-1078 0 0,-14-2 1408 0 0,-15-3-309 0 0,-11 0 120 0 0,-6-2-152 0 0,-1 0-71 0 0,4 0-74 0 0,7 2 49 0 0,12 2-182 0 0,12 3-206 0 0,13 1-281 0 0,10 2-768 0 0,11 3-1389 0 0,8 2-2411 0 0,5 0 2710 0 0</inkml:trace>
  <inkml:trace contextRef="#ctx0" brushRef="#br23" timeOffset="67296.739">13226 39 2632 0 0,'0'0'0'0'0,"0"0"1420"0"0,0 0-93 0 0,0 0 316 0 0,0 0-250 0 0,0 0-223 0 0,0 0-405 0 0,0 0-167 0 0,0 0-86 0 0,0 0-132 0 0,0 0 68 0 0,0 0 25 0 0,-4 1-51 0 0,0 0-12 0 0,1 0 30 0 0,1-1-175 0 0,0 0-10 0 0,3-1-35 0 0,0 0-18 0 0,3-2 33 0 0,4 0-58 0 0,2-1-53 0 0,3-1-46 0 0,3 0-26 0 0,2-1-56 0 0,3 2 3 0 0,1 0-38 0 0,3 1-11 0 0,2 1 19 0 0,0 2-143 0 0,2 4-108 0 0,-3 3-14 0 0,-2 4 176 0 0,-2 4-3 0 0,-5 3-101 0 0,-5 3-6 0 0,-4 2 66 0 0,-4 1 82 0 0,-7 1 6 0 0,-6-1 8 0 0,-7 0 79 0 0,-4-1-22 0 0,-4-1 86 0 0,-3-2 53 0 0,0-3 31 0 0,2-2 13 0 0,3-3-26 0 0,4-3 57 0 0,5-3-78 0 0,4-2-37 0 0,4-2 8 0 0,3-1-110 0 0,2 0 0 0 0,5-2-346 0 0,7 0 223 0 0,10-1 106 0 0,11 1 1 0 0,11 0 26 0 0,8 2-128 0 0,5 1-83 0 0,-1 5 77 0 0,-4 4 157 0 0,-8 5 205 0 0,-10 5 12 0 0,-11 4 128 0 0,-10 3-42 0 0,-16 3-124 0 0,-13 2 20 0 0,-14 1 17 0 0,-14 0-194 0 0,-11 0-27 0 0,-11-1-291 0 0,-8-2-438 0 0,-3-3-830 0 0,-13-4-2802 0 0,15-6-5292 0 0</inkml:trace>
  <inkml:trace contextRef="#ctx0" brushRef="#br24" timeOffset="70363.493">14006 1363 328 0 0,'0'0'0'0'0,"0"0"1380"0"0,0 0 3627 0 0,0 0-4467 0 0,0 0 1311 0 0,0 0-879 0 0,0 0-69 0 0,0 0 13 0 0,0 0-219 0 0,0 0-44 0 0,0 0-120 0 0,0-1-12 0 0,0-1-55 0 0,0 0-38 0 0,0 1-96 0 0,0 0-80 0 0,0 1 24 0 0,2 0 67 0 0,3 1-121 0 0,5 0-58 0 0,5 1-108 0 0,3 0-48 0 0,3 0-82 0 0,4-1 9 0 0,2 0-141 0 0,2 0-80 0 0,2-3-107 0 0,3-1 51 0 0,2-3-129 0 0,3-3-251 0 0,3-3-307 0 0,1-2-452 0 0,-2-1-922 0 0,-6-1-2547 0 0,-9 3 505 0 0</inkml:trace>
  <inkml:trace contextRef="#ctx0" brushRef="#br25" timeOffset="70728.676">14700 994 2844 0 0,'0'0'0'0'0,"0"0"180"0"0,0 0 1830 0 0,0 0 382 0 0,0 0-1500 0 0,0 0-10 0 0,0 0-333 0 0,0 0 307 0 0,0 0-95 0 0,0 0-269 0 0,13 20-268 0 0,5 6-48 0 0,3 6 40 0 0,3 3 131 0 0,-1-1-81 0 0,-1-2-1 0 0,-3-1-140 0 0,1-2-72 0 0,-3-4-46 0 0,1-1-115 0 0,-1-4-36 0 0,-1-1-93 0 0,0-3 23 0 0,-2-1-304 0 0,-2-3-304 0 0,-1-1-281 0 0,-1-2-455 0 0,-4-2-723 0 0,-1-1-268 0 0,-3-2-349 0 0,-1 0 2085 0 0</inkml:trace>
  <inkml:trace contextRef="#ctx0" brushRef="#br26" timeOffset="71026.545">14990 1010 3756 0 0,'0'0'0'0'0,"0"0"196"0"0,0 0 5666 0 0,0 0-6155 0 0,0 0 1652 0 0,0 0-1017 0 0,0 0 138 0 0,0 0 144 0 0,0 0-127 0 0,-26 20-175 0 0,-8 8-123 0 0,-4 6 14 0 0,-2 3 69 0 0,2 2 164 0 0,3-1 61 0 0,5 0-34 0 0,3-1-140 0 0,4-1-46 0 0,3-1-129 0 0,3-1-153 0 0,2-1 18 0 0,2-2-198 0 0,4-3-110 0 0,1-2-349 0 0,3-3-394 0 0,2-2-149 0 0,2-3-501 0 0,1-4-358 0 0,3-2-1015 0 0,4-4-1375 0 0,-1-2 3268 0 0</inkml:trace>
  <inkml:trace contextRef="#ctx0" brushRef="#br27" timeOffset="71930.68">15158 243 1304 0 0,'0'0'0'0'0,"0"0"1160"0"0,0 0-1092 0 0,0 0 522 0 0,0 0 2552 0 0,0 0-1984 0 0,0 0 119 0 0,0 0-555 0 0,0 0-5 0 0,0 0-2 0 0,0 0-74 0 0,0 0-39 0 0,0-2-96 0 0,0 0-189 0 0,0 0 78 0 0,0 0 16 0 0,0 0-15 0 0,0-1-34 0 0,3 0-62 0 0,4-1-18 0 0,5-1-100 0 0,6-1-27 0 0,6 0 5 0 0,5 0-186 0 0,6 0-47 0 0,3 0-104 0 0,1 2 2 0 0,-1 1 78 0 0,-4 2-32 0 0,-4 3-29 0 0,-4 3 59 0 0,-5 3 97 0 0,-5 3-13 0 0,-5 3 27 0 0,-4 2-2 0 0,-3 3-12 0 0,-6 1-84 0 0,-5 1 50 0 0,-6 0-62 0 0,-4 0-44 0 0,-3-2-32 0 0,-1 0 46 0 0,-3-3 29 0 0,3-1 34 0 0,0-2 56 0 0,3-2-72 0 0,2-1 86 0 0,4-3-68 0 0,4-1-30 0 0,3-2-29 0 0,2-2-29 0 0,4-1-62 0 0,5-1 257 0 0,8 0 43 0 0,10 0-33 0 0,8-1-62 0 0,7 1-54 0 0,4 0 78 0 0,2 0-34 0 0,-3 0-69 0 0,-3 0 36 0 0,-6 3 55 0 0,-7 3-13 0 0,-7 4 200 0 0,-7 3-50 0 0,-8 4-67 0 0,-10 5 27 0 0,-10 2-41 0 0,-10 2-66 0 0,-10 2-40 0 0,-6-1-129 0 0,-6 0-254 0 0,-5-1-1274 0 0,0-1-2636 0 0,-8-1-2624 0 0,10-6 8094 0 0</inkml:trace>
  <inkml:trace contextRef="#ctx0" brushRef="#br28" timeOffset="76757.577">14627 2021 2856 0 0,'0'0'0'0'0,"0"0"1368"0"0,0 0-849 0 0,0 0-126 0 0,0 0 441 0 0,0 0 139 0 0,0 0-564 0 0,0 0-258 0 0,0 0-197 0 0,-6-20 384 0 0,1-7-163 0 0,3-6 181 0 0,3-3-140 0 0,6-2 149 0 0,3 0 36 0 0,7-8 487 0 0,1 1-724 0 0,0 0 232 0 0,0 2-237 0 0,-2 1-32 0 0,1-1 89 0 0,0-1 56 0 0,3-6-46 0 0,5-7 98 0 0,5-9-13 0 0,5-10 124 0 0,6-9-162 0 0,4-9-129 0 0,2-7-143 0 0,0-5 24 0 0,0-3-174 0 0,-2-2-135 0 0,-1 0-344 0 0,-4 7-1170 0 0,-2 3-3275 0 0,-9 23-448 0 0</inkml:trace>
  <inkml:trace contextRef="#ctx0" brushRef="#br29" timeOffset="78720.089">313 1732 5188 0 0,'0'0'0'0'0,"0"0"2305"0"0,0 0-1070 0 0,0 0-436 0 0,0 0-202 0 0,0 0-135 0 0,0 0-128 0 0,0 0-177 0 0,0 0-288 0 0,0 0 15 0 0,2 0 224 0 0,2 0 12 0 0,2-1-8 0 0,2 0 47 0 0,0-1 40 0 0,1 0-29 0 0,-1-1-34 0 0,-2 0-92 0 0,-1 1-38 0 0,-3 1-104 0 0,0 0-259 0 0,-1 2-719 0 0,-4 2-745 0 0,-2 2-1097 0 0,-4 2-210 0 0,0-5 758 0 0,2 0 2679 0 0</inkml:trace>
  <inkml:trace contextRef="#ctx0" brushRef="#br30" timeOffset="78797.618">313 1732 1056 0 0,'0'0'0'0'0,"-18"16"1292"0"0,-8 7-1507 0 0,2-1-256 0 0,1-2-1097 0 0,5-4 1685 0 0</inkml:trace>
  <inkml:trace contextRef="#ctx0" brushRef="#br31" timeOffset="80644.905">118 1906 312 0 0,'0'0'0'0'0,"0"0"756"0"0,0 0-14 0 0,0 0-84 0 0,0 0 78 0 0,0 0 5 0 0,0 0 73 0 0,0 0-63 0 0,0 0-9 0 0,0 0-25 0 0,0 0 17 0 0,-19 14-69 0 0,-1 1-74 0 0,1 0-88 0 0,3-2-45 0 0,4-4 64 0 0,5-4-27 0 0,3-1 112 0 0,2-3-77 0 0,2-1-363 0 0,1 0-128 0 0,-1-1-9 0 0,1 0-41 0 0,0 1 15 0 0,-1-1 50 0 0,1 1 37 0 0,-1 0 17 0 0,0 0 52 0 0,0 0-15 0 0,0 0 7 0 0,0 0 47 0 0,0 0 61 0 0,1 0 41 0 0,0 0 14 0 0,0 0-30 0 0,-1 0-49 0 0,1 0-48 0 0,0 0-76 0 0,0 0-49 0 0,0 0-3 0 0,1 0-53 0 0,-1 0 58 0 0,1 0-71 0 0,-1 0 26 0 0,0-1 80 0 0,1 1-39 0 0,2-1 3 0 0,2 1 86 0 0,3 0 212 0 0,4 0-88 0 0,2 0 66 0 0,5 0-123 0 0,3 0-54 0 0,3 0 0 0 0,1 0-42 0 0,3 0 36 0 0,3-1-69 0 0,2 1-36 0 0,2 0 3 0 0,3-1-53 0 0,0 1 3 0 0,0 0-17 0 0,1 0 2 0 0,-1 0 12 0 0,-1 0 0 0 0,-1 0-3 0 0,-4-1-3 0 0,-1 0 5 0 0,-1 0-1 0 0,-2-1 4 0 0,-1 1 0 0 0,0 0-5 0 0,-2 0 16 0 0,1 1-15 0 0,-1-1 1 0 0,2 1-10 0 0,2-1 3 0 0,1 1-2 0 0,4 0 4 0 0,3-1 4 0 0,1-1 0 0 0,1 0-5 0 0,-1 0 6 0 0,-1-1 3 0 0,0 0 51 0 0,-1 0-56 0 0,-2 0 9 0 0,-3 0-2 0 0,-1 0-2 0 0,-2 0-5 0 0,-2 1 2 0 0,1 0 69 0 0,0 1-34 0 0,0 0-42 0 0,4 0 4 0 0,1 1-79 0 0,2 0 90 0 0,1 0-22 0 0,0 0-2 0 0,0 1-79 0 0,1-1 120 0 0,-1 1-40 0 0,0 0 14 0 0,-2 1-10 0 0,-2-1 13 0 0,-2 1-4 0 0,0-1 5 0 0,-1 0 4 0 0,0 1 4 0 0,-2-1 0 0 0,0 1 0 0 0,0 0-10 0 0,1 0 8 0 0,0-1-12 0 0,3 0 4 0 0,2 1-2 0 0,2-1 0 0 0,3 0 56 0 0,4 0-72 0 0,4-1 24 0 0,4 0 127 0 0,5 0 60 0 0,3 0-168 0 0,3 0 41 0 0,1 0-17 0 0,0-1 15 0 0,-2 0-32 0 0,-2-1-37 0 0,-1-1-46 0 0,-2 0 65 0 0,0-2-24 0 0,-2 0-2 0 0,-1 0-90 0 0,-2 0 58 0 0,-1 0 38 0 0,-1-1-8 0 0,-2 1 12 0 0,-1 1 4 0 0,-3 0 4 0 0,-1 1 0 0 0,0-1 0 0 0,-2 2 0 0 0,-1-1-5 0 0,1 1 2 0 0,-1 0-1 0 0,1-1 4 0 0,-1 1 0 0 0,2-1-10 0 0,-1 1 4 0 0,3-1-16 0 0,1 1 4 0 0,2 0-2 0 0,2-1-47 0 0,3 1 60 0 0,1 1-5 0 0,2-1 62 0 0,2 1-70 0 0,0 0 19 0 0,1-1-11 0 0,-3 2 1 0 0,-1-1 3 0 0,-1 1 0 0 0,-3-1 0 0 0,-1 1-19 0 0,-2 1-22 0 0,0-1 51 0 0,0 0-2 0 0,-1 1 48 0 0,1-1-1 0 0,-1 0-10 0 0,-1 0-42 0 0,0 0 2 0 0,-2 0-3 0 0,0 0-7 0 0,-2 0 6 0 0,-1 0-11 0 0,-1 0-43 0 0,-2 0 54 0 0,0 0-19 0 0,-1 1 6 0 0,-1 0 9 0 0,0-1-2 0 0,1 2 5 0 0,1 0-10 0 0,2 0 13 0 0,3 1-4 0 0,3-1 47 0 0,5 1-3 0 0,3-1-43 0 0,5 0 94 0 0,3 0-48 0 0,4 0 63 0 0,3 0-118 0 0,1-1 36 0 0,2 1-20 0 0,0-1 6 0 0,0 1-6 0 0,-1 1 58 0 0,-1 0-83 0 0,-1 0 14 0 0,0 1-6 0 0,-1-1-7 0 0,-2 1 20 0 0,-1 0-5 0 0,0 0 2 0 0,-1-1 4 0 0,0 0 9 0 0,1 0-7 0 0,-1-1 63 0 0,2 0-83 0 0,1-1 28 0 0,2 0-6 0 0,3 1-5 0 0,1 0 6 0 0,1 0 50 0 0,2 0-66 0 0,0 0 18 0 0,-1 1 59 0 0,-1 0-75 0 0,-1-1 113 0 0,-2 1-121 0 0,-1-2 80 0 0,-2 0-72 0 0,-1 0 24 0 0,-1-1-12 0 0,1 0 53 0 0,0 0-20 0 0,3 0-43 0 0,0 0 19 0 0,4-1 66 0 0,1 0-44 0 0,3 0 27 0 0,2 1-72 0 0,1-1 72 0 0,1 1-6 0 0,1 0-72 0 0,0 0 19 0 0,-1 0-5 0 0,0 1-6 0 0,-2 0 2 0 0,-3 0 3 0 0,-1 2-61 0 0,-2 0 78 0 0,-2 1-81 0 0,-3 1 80 0 0,0-1-20 0 0,0 0 8 0 0,0 1-5 0 0,2-1 11 0 0,1-1-3 0 0,1 1 1 0 0,1-2 79 0 0,0 1-55 0 0,0-2 35 0 0,-2 1-65 0 0,-3-2 64 0 0,-4 1-67 0 0,-2-1 10 0 0,-4 0-3 0 0,-3 0-7 0 0,-3-1-8 0 0,-2 1-49 0 0,0 0 70 0 0,1 0-34 0 0,0 0 12 0 0,4-1-44 0 0,1 1 63 0 0,4 0-16 0 0,2-1 91 0 0,3 1-94 0 0,1 0 106 0 0,0 0-110 0 0,0 1 80 0 0,-1-1-66 0 0,-2 0 13 0 0,-1 1-4 0 0,0-1 3 0 0,-3 0-14 0 0,0 1-52 0 0,-1-1 14 0 0,-1 1 43 0 0,0-1-24 0 0,1 2-45 0 0,1-1 79 0 0,0 1-22 0 0,0 0-1 0 0,3 1 13 0 0,-1 0 0 0 0,1 0 57 0 0,1 0-21 0 0,-2 0-32 0 0,0 1 6 0 0,-2 0 0 0 0,-2 1-15 0 0,-1-1 4 0 0,-1 1-58 0 0,-1 1 67 0 0,1-1-22 0 0,-1-1-40 0 0,0 0 60 0 0,0 0-15 0 0,1 1 6 0 0,0-2 0 0 0,0 0 0 0 0,0 0 9 0 0,-1-2-7 0 0,1 0 54 0 0,-1 0-1 0 0,0-1 7 0 0,0-1-3 0 0,2 1-59 0 0,0-1 7 0 0,3 0-5 0 0,3 0-12 0 0,1 1 8 0 0,2-1-12 0 0,3 1 8 0 0,0 0-49 0 0,0 1 56 0 0,1 0-15 0 0,0 0 15 0 0,-3 1-2 0 0,-1-1 10 0 0,-2 1 44 0 0,-3-1-58 0 0,-2 0 24 0 0,-3-1 35 0 0,-5 0-54 0 0,-2 0 60 0 0,-1 0-65 0 0,-2 0 29 0 0,-1 0 23 0 0,2 0-54 0 0,-1 0 13 0 0,0 0 9 0 0,0 0 51 0 0,1 1-14 0 0,-1 0-48 0 0,0 1 58 0 0,-2-1-76 0 0,-2 1 12 0 0,-2 0 0 0 0,-3 0 2 0 0,-2 0 0 0 0,-2-1-5 0 0,-1 0 6 0 0,-2-1 3 0 0,3 1 0 0 0,1-1 51 0 0,3-1-61 0 0,2-1 21 0 0,1 0-7 0 0,0-1 4 0 0,-1-1-5 0 0,-1 1-3 0 0,-4-1 1 0 0,-6 1-6 0 0,-4 0-7 0 0,-8 2 6 0 0,-4 0-8 0 0,-5 0-301 0 0,-10 1-259 0 0,-11-1-565 0 0,-11 1-1053 0 0,-22-3-3887 0 0,2 0-4423 0 0</inkml:trace>
  <inkml:trace contextRef="#ctx0" brushRef="#br32" timeOffset="87465.838">5783 687 1984 0 0,'0'0'0'0'0,"0"0"1028"0"0,0 0-588 0 0,0 0-308 0 0,0 0 160 0 0,0 0 3228 0 0,0 0-2807 0 0,0 0 446 0 0,0 0-171 0 0,0 0-212 0 0,-5-13-93 0 0,0-4 164 0 0,-1 0-120 0 0,2 1-238 0 0,-1 3 10 0 0,2 4-93 0 0,1 2-39 0 0,0 4-24 0 0,2 2 1 0 0,-2 4 85 0 0,1 4 3 0 0,-3 3-510 0 0,-1 6 180 0 0,-3 6-166 0 0,-2 9 37 0 0,-4 9-38 0 0,-2 10 4 0 0,-2 12 72 0 0,-1 10-138 0 0,-3 8 11 0 0,-2 9-269 0 0,-2 6-93 0 0,-2 4 28 0 0,0 3-257 0 0,1-1 49 0 0,0-1-28 0 0,1-4-81 0 0,1-6-235 0 0,0-7-152 0 0,2-6-694 0 0,2-11-1179 0 0,0-7-2044 0 0,5-15 5908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9:50.7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2661.84375"/>
      <inkml:brushProperty name="anchorY" value="-221252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3698.75"/>
      <inkml:brushProperty name="anchorY" value="-223181.359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4948.1875"/>
      <inkml:brushProperty name="anchorY" value="-224518.7968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6183.6875"/>
      <inkml:brushProperty name="anchorY" value="-224884.84375"/>
      <inkml:brushProperty name="scaleFactor" value="0.5"/>
    </inkml:brush>
  </inkml:definitions>
  <inkml:trace contextRef="#ctx0" brushRef="#br0">0 373 4104 0 0,'0'0'0'0'0,"0"0"428"0"0,0 0-480 0 0,0 0 346 0 0,0 0 2710 0 0,0 0-2167 0 0,0 0 418 0 0,0 0-527 0 0,0 0-97 0 0,0 0 88 0 0,0 0-21 0 0,0 0-79 0 0,1-2-134 0 0,0 1-54 0 0,0-1-73 0 0,0 1-24 0 0,-1 0-62 0 0,0 0-104 0 0,2 1-148 0 0,-1-1 0 0 0,5-1-16 0 0,4-2 38 0 0,5-2 35 0 0,7-2-96 0 0,9-2 31 0 0,6-2-100 0 0,7-1 24 0 0,6-1-40 0 0,5 1 111 0 0,1-1-29 0 0,-1 2-94 0 0,-3 1 27 0 0,-6 3-66 0 0,-9 1-228 0 0,-9 3 80 0 0,-8 2 180 0 0,-8 4 117 0 0,-5 6-113 0 0,-3 8 132 0 0,-3 7-317 0 0,-2 9 116 0 0,-4 7 181 0 0,-4 6-20 0 0,-6 4 171 0 0,-5 2-98 0 0,-6 1-36 0 0,-4-1 162 0 0,-4-2-54 0 0,-1-3 36 0 0,-3-2-116 0 0,0-4-31 0 0,3-5-119 0 0,3-5 44 0 0,6-7-37 0 0,6-5-100 0 0,8-7-448 0 0,7-5 32 0 0,12-5 252 0 0,13-4 174 0 0,14-4 25 0 0,14-4 2 0 0,12-2-102 0 0,7-1-62 0 0,4 0-262 0 0,-1 2-145 0 0,-4 4 259 0 0,-8 3 429 0 0,-9 5-9 0 0,-10 6 558 0 0,-10 7 233 0 0,-11 6-278 0 0,-7 7 66 0 0,-10 7 37 0 0,-10 4-10 0 0,-7 5-1 0 0,-9 3 23 0 0,-8 2-86 0 0,-5 0 21 0 0,-4 0-53 0 0,-3-2-90 0 0,-3-1-174 0 0,0-4-191 0 0,-1-4-36 0 0,0-4-274 0 0,0-5-351 0 0,2-5-208 0 0,2-5-500 0 0,3-6-866 0 0,6-4-2229 0 0,6-4-1062 0 0,9-2 6702 0 0</inkml:trace>
  <inkml:trace contextRef="#ctx0" brushRef="#br1" timeOffset="261.685">943 1068 7841 0 0,'0'0'0'0'0,"0"0"2008"0"0,0 0-691 0 0,0 0-805 0 0,0 0 89 0 0,0 0-54 0 0,7 23-32 0 0,6 10-154 0 0,9 6-150 0 0,6 5-116 0 0,6 0-88 0 0,4-1-128 0 0,1-4 15 0 0,0-3-54 0 0,-1-3 14 0 0,-4-4-21 0 0,-4-2-237 0 0,-4-4-247 0 0,-6-3-425 0 0,-4-2-635 0 0,-6-2-1070 0 0,-4-3-1686 0 0,-3-3 2553 0 0</inkml:trace>
  <inkml:trace contextRef="#ctx0" brushRef="#br2" timeOffset="463.621">916 1583 6797 0 0,'0'0'0'0'0,"0"0"2100"0"0,0 0-1405 0 0,0 0-373 0 0,0 0 156 0 0,0 0 243 0 0,0 0 98 0 0,0 0-194 0 0,0 0-206 0 0,24-25-291 0 0,7-8-101 0 0,7-9-61 0 0,4-4-38 0 0,1-3-46 0 0,0-1-113 0 0,-2-1-611 0 0,-2 0-512 0 0,-4 1-952 0 0,-5 3-1723 0 0,-7 11-201 0 0</inkml:trace>
  <inkml:trace contextRef="#ctx0" brushRef="#br3" timeOffset="1006.596">1569 0 3724 0 0,'0'0'0'0'0,"0"0"1356"0"0,0 0-821 0 0,0 0 174 0 0,0 0-166 0 0,0 0 421 0 0,19 26-80 0 0,3 7-141 0 0,0 8-164 0 0,-2 2-150 0 0,-5 1-127 0 0,-5 0-27 0 0,-5-1-149 0 0,-6 0-120 0 0,-8-1 122 0 0,-5-1 6 0 0,-7-2 31 0 0,-3-1-49 0 0,-6-4 5 0 0,-1-2 25 0 0,-2-4 51 0 0,1-5-70 0 0,1-4-54 0 0,4-5-75 0 0,5-5-116 0 0,3-4-176 0 0,3-5-45 0 0,3-5-192 0 0,2-4 224 0 0,3-4 131 0 0,2-4-34 0 0,2-3 44 0 0,2-1-4 0 0,4 0 198 0 0,4 2 19 0 0,3 3 277 0 0,1 4-202 0 0,0 5 287 0 0,2 2 0 0 0,1 5 17 0 0,4 3-38 0 0,2 3-148 0 0,7 5-110 0 0,3 1-70 0 0,7 2 122 0 0,3-1-14 0 0,6 0-53 0 0,4-3-128 0 0,4-3-143 0 0,1-2-344 0 0,2-4-358 0 0,-1-4-454 0 0,-3-3-1206 0 0,-5-4-2590 0 0,-11 2 2759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2:29:59.9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0115.8125"/>
      <inkml:brushProperty name="anchorY" value="-228688.375"/>
      <inkml:brushProperty name="scaleFactor" value="0.5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6-02-03T22:30:00.082"/>
    </inkml:context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1418.96875"/>
      <inkml:brushProperty name="anchorY" value="-229403.17188"/>
      <inkml:brushProperty name="scaleFactor" value="0.5"/>
    </inkml:brush>
  </inkml:definitions>
  <inkml:trace contextRef="#ctx0" brushRef="#br0">0 228 7829,'0'0'0,"0"0"2100,0 0-854,0 0-708,0 0 136,0 0-211,0 0-157,0 0 142,0 0-73,0 0-153,0 0-94,46-6-114,9-1 21,7-2-38,-1-1-233,-7-1-36,-9 1-276,-7-1-246,-7-1-244,-7-1-567,-5 0-1604,-6-3-1356,-4 2 2824</inkml:trace>
  <inkml:trace contextRef="#ctx1" brushRef="#br1">327 0 456 0 0,'0'0'0'0'0,"0"0"6285"0"0,0 0-5242 0 0,0 0 1367 0 0,0 0-1304 0 0,0 0 328 0 0,-3 24-340 0 0,0 8-295 0 0,3 9-224 0 0,3 5-182 0 0,5 2-179 0 0,3 0-221 0 0,5-2-60 0 0,0-1-212 0 0,3-2-264 0 0,3-4-328 0 0,2-1-569 0 0,1-4-886 0 0,1-5-2270 0 0,0-2-1357 0 0,-6-7 7231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9:57.70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7463.8125"/>
      <inkml:brushProperty name="anchorY" value="-2262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8690.875"/>
      <inkml:brushProperty name="anchorY" value="-227835.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89765"/>
      <inkml:brushProperty name="anchorY" value="-229122.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1002.75"/>
      <inkml:brushProperty name="anchorY" value="-22954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2858.84375"/>
      <inkml:brushProperty name="anchorY" value="-231368.85938"/>
      <inkml:brushProperty name="scaleFactor" value="0.5"/>
    </inkml:brush>
    <inkml:context xml:id="ctx1">
      <inkml:inkSource xml:id="inkSrc5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22:30:03.804"/>
    </inkml:context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1885.4375"/>
      <inkml:brushProperty name="anchorY" value="-230549.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2476.1875"/>
      <inkml:brushProperty name="anchorY" value="-230809.8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3720.34375"/>
      <inkml:brushProperty name="anchorY" value="-231630.406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3635.875"/>
      <inkml:brushProperty name="anchorY" value="-231909.73438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497213.59375"/>
      <inkml:brushProperty name="anchorY" value="-231324.5"/>
      <inkml:brushProperty name="scaleFactor" value="0.5"/>
    </inkml:brush>
  </inkml:definitions>
  <inkml:trace contextRef="#ctx0" brushRef="#br0">1 1233 1460 0 0,'0'0'0'0'0,"0"0"2336"0"0,0 0-1614 0 0,0 0-380 0 0,0 0-46 0 0,0 0 3275 0 0,0 0-2886 0 0,0 0 309 0 0,0 0-515 0 0,0 0 128 0 0,0 0 111 0 0,0 0-71 0 0,4 0-84 0 0,-1 0-170 0 0,1 0-31 0 0,0 0 62 0 0,-1 0 59 0 0,-1 0-44 0 0,0 0-86 0 0,-1 0-123 0 0,-1 0-117 0 0,0 0-111 0 0,0 0-91 0 0,0 0-11 0 0,0 0-51 0 0,0 0-98 0 0,0 0-46 0 0,0-1-13 0 0,1 1 22 0 0,1-2 9 0 0,3-2 260 0 0,2-1-21 0 0,4-3-57 0 0,3-2-16 0 0,4-1 6 0 0,3 0 6 0 0,1-1 21 0 0,3 2 18 0 0,1 0 57 0 0,2 2-60 0 0,-1 3 3 0 0,3 1-2 0 0,1 2-2 0 0,0 2 19 0 0,1 3 46 0 0,0 4-120 0 0,-2 3 150 0 0,-4 3-47 0 0,-4 3 133 0 0,-5 3-76 0 0,-6 3 90 0 0,-5 2-42 0 0,-8 3-24 0 0,-7 0-71 0 0,-8 2 3 0 0,-5 0-7 0 0,-4 0-2 0 0,-2-1 0 0 0,1-3-4 0 0,0-1-37 0 0,3-4 52 0 0,4-3-21 0 0,4-4 11 0 0,6-4-118 0 0,3-4-181 0 0,4-2-292 0 0,5-3-107 0 0,5-1 585 0 0,9-4 80 0 0,10 0-158 0 0,7-3-186 0 0,7 0-38 0 0,4-1 94 0 0,2 0 92 0 0,0 2 122 0 0,-2 1 28 0 0,-4 2 35 0 0,-6 3 60 0 0,-5 4 275 0 0,-7 5 165 0 0,-8 6-153 0 0,-5 5-14 0 0,-5 6 95 0 0,-8 5-24 0 0,-8 4-84 0 0,-6 3-28 0 0,-7 1-30 0 0,-4 0-12 0 0,-3-1-122 0 0,-1-2-70 0 0,1-3-105 0 0,2-3-122 0 0,1-3-195 0 0,4-3-695 0 0,2-4-717 0 0,5-4-2832 0 0,3-4 44 0 0,4-3 5405 0 0</inkml:trace>
  <inkml:trace contextRef="#ctx0" brushRef="#br1" timeOffset="604.326">1076 1439 104 0 0,'0'0'0'0'0,"0"0"5961"0"0,0 0-4449 0 0,0 0 455 0 0,0 0-883 0 0,0 0-91 0 0,0 0-224 0 0,0 0-97 0 0,0 0-213 0 0,0 0-132 0 0,12 24-61 0 0,2 6-59 0 0,5 6-55 0 0,1 1-20 0 0,1 0 10 0 0,-2-1 11 0 0,0-4 10 0 0,-1-2-29 0 0,-2-3-153 0 0,-2-3-9 0 0,-1-3-130 0 0,-3-3-127 0 0,-1-2-164 0 0,-2-2-84 0 0,-2-2-88 0 0,-1-2-83 0 0,-1-1-136 0 0,-1-1-428 0 0,-1-1-834 0 0,0-2-930 0 0,-1 0-1061 0 0,0-3 3500 0 0</inkml:trace>
  <inkml:trace contextRef="#ctx0" brushRef="#br2" timeOffset="939.314">935 1885 5228 0 0,'0'0'0'0'0,"0"0"2705"0"0,0 0-1084 0 0,0 0-511 0 0,0 0 88 0 0,0 0 26 0 0,0 0-405 0 0,0 0-514 0 0,17-24-271 0 0,8-8-93 0 0,7-7-53 0 0,4-3-12 0 0,3 1-4 0 0,0 1 47 0 0,-1 4 0 0 0,-3 4-71 0 0,-3 3-174 0 0,-3 3-206 0 0,-6 4-283 0 0,-4 2-460 0 0,-6 4-1225 0 0,-4 1-2350 0 0,-4 5 1820 0 0</inkml:trace>
  <inkml:trace contextRef="#ctx0" brushRef="#br3" timeOffset="1596.897">1684 1912 4104 0 0,'0'0'0'0'0,"0"0"2577"0"0,0 0-1625 0 0,0 0-465 0 0,0 0 99 0 0,0 0 386 0 0,0 0-490 0 0,3-22-413 0 0,5-9-2 0 0,4-8-101 0 0,4-5 48 0 0,2-4 189 0 0,1-1-6 0 0,1-2 123 0 0,0-2 0 0 0,0-2 0 0 0,-1-1 28 0 0,-1-2-2 0 0,0-1-92 0 0,1 1-61 0 0,1 0-49 0 0,1 2-145 0 0,0 4 20 0 0,-1 5-105 0 0,-1 5-24 0 0,-1 8-14 0 0,-3 7 17 0 0,-3 6 29 0 0,-3 7 72 0 0,-1 6-3 0 0,-3 4 96 0 0,-2 3 83 0 0,-2 3-152 0 0,0 5 7 0 0,2 5 115 0 0,1 7-172 0 0,1 8 50 0 0,2 7-92 0 0,1 7 6 0 0,2 6-11 0 0,2 6-9 0 0,3 5-13 0 0,3 3-48 0 0,2 3 180 0 0,2 1 15 0 0,-2-2 191 0 0,2 0 54 0 0,-2-4-24 0 0,-1-3-45 0 0,-1-4 29 0 0,-1-4-41 0 0,-2-6 29 0 0,-2-5-33 0 0,-2-5-75 0 0,-4-6-67 0 0,-2-4-58 0 0,-2-5 92 0 0,-2-5 27 0 0,-1-3-80 0 0,-3-3-45 0 0,-7-3-274 0 0,-8-2 66 0 0,-11-1 245 0 0,-13-3-77 0 0,-12-2-17 0 0,-10-4 59 0 0,-8-1-76 0 0,-3-3 92 0 0,0 1-28 0 0,6 1 10 0 0,8 2-177 0 0,10 2-146 0 0,12 4 17 0 0,12 4-677 0 0,10 3-847 0 0,8 4-3430 0 0,5 0-159 0 0</inkml:trace>
  <inkml:trace contextRef="#ctx0" brushRef="#br4" timeOffset="5382.706">4201 1908 1280 0 0,'0'0'0'0'0,"0"0"3312"0"0,0 0-1633 0 0,0 0-401 0 0,0 0-257 0 0,0 0-51 0 0,0 0-70 0 0,0 0-215 0 0,0 0-263 0 0,0 0-75 0 0,0 0-8 0 0,0 0-33 0 0,4-12-10 0 0,4-6-44 0 0,2-6-36 0 0,1-4-40 0 0,3-4-3 0 0,1-2-55 0 0,1-3 18 0 0,0-3-23 0 0,0-1-83 0 0,0-3-24 0 0,0-3-70 0 0,-1-4-23 0 0,2-3 5 0 0,-1-3-39 0 0,1-3 42 0 0,1-1 14 0 0,0 0 72 0 0,2 1-13 0 0,-1 2 126 0 0,-1 6-5 0 0,-1 7-51 0 0,-3 8 34 0 0,-2 9-12 0 0,-4 8 49 0 0,-2 8 14 0 0,-3 5-15 0 0,0 4-66 0 0,-1 3 0 0 0,1 1-62 0 0,-1 2 70 0 0,3 1-94 0 0,-2 2 28 0 0,0 2-112 0 0,1 3 28 0 0,0 5-18 0 0,3 7 108 0 0,0 7 29 0 0,4 7 68 0 0,2 8-25 0 0,2 6-14 0 0,0 7-12 0 0,3 6-70 0 0,-1 5 9 0 0,-1 3-59 0 0,-1 1-15 0 0,0 0-69 0 0,-3-3-21 0 0,0-3 168 0 0,-1-7-25 0 0,1-6 105 0 0,1-8-96 0 0,2-5 24 0 0,0-7-12 0 0,-1-5-1 0 0,2-4 0 0 0,-2-5 5 0 0,-2-2 3 0 0,-1-3 9 0 0,-2-2 49 0 0,-1-2-65 0 0,-3-2 60 0 0,-2-2-14 0 0,-1-2-42 0 0,-1-1 13 0 0,-1-2 41 0 0,-1-1-74 0 0,1 0-93 0 0,0-2 127 0 0,-1 0-32 0 0,-2-2 21 0 0,-9-1-6 0 0,-8-2-2 0 0,-14-1 0 0 0,-13-1 89 0 0,-13-1 77 0 0,-11-2-77 0 0,-8 0 31 0 0,-3-1-50 0 0,-1-1-72 0 0,3 2 14 0 0,8 1-114 0 0,8 1-88 0 0,11 3-322 0 0,11 2-354 0 0,13 2-465 0 0,11 1-790 0 0,9 1-2070 0 0,12 2-1668 0 0,4 0 6807 0 0</inkml:trace>
  <inkml:trace contextRef="#ctx1" brushRef="#br5">5067 146 2812,'0'0'0,"0"0"1956,0 0-293,0 0 143,0 0-249,0 0-199,0 0-424,0 0-281,0 0-183,0 0-144,0 0-72,33 12-133,5 7 8,2 4-24,-5 3-32,-8 3 21,-8 1 48,-8 2 112,-5 1-32,-6 1 14,-9 0-112,-6 2-42,-7 1-84,-6 0-42,-5 1-42,-3 0-24,-2-1-100,0-2 52,1-4-54,4-3-44,5-6 40,5-5 26,7-5-36,5-5-93,4-5 3,5-4-88,1-5 33,1-4 237,2-3 51,3-4-31,4-2-29,5 0 174,4 1-54,3 1 294,5 4-22,3 3 205,5 4 59,7 3-125,8 3 3,11 2-61,11 4 155,10 0-143,8 2-317,4-1 17,-1-1-372,-4-1-469,-6-2-361,-12-2-1079,-13-2-4270,-16-1 2461</inkml:trace>
  <inkml:trace contextRef="#ctx0" brushRef="#br6" timeOffset="4099.814">3076 1551 1396 0 0,'0'0'0'0'0,"0"0"5037"0"0,0 0-743 0 0,0 0-3629 0 0,0 0 208 0 0,0 0-418 0 0,0 0-263 0 0,0 0 98 0 0,0 0-57 0 0,0 0 55 0 0,0 0 266 0 0,0 0-4 0 0,27 1-110 0 0,9 0 42 0 0,9-1-32 0 0,3 0-93 0 0,-1-2-190 0 0,-4 0-167 0 0,-7-1-53 0 0,-5 0-129 0 0,-7 0-271 0 0,-5 1-521 0 0,-5 0-485 0 0,-3-1-853 0 0,-4 1-2197 0 0,-1-1-450 0 0,-2 0 3669 0 0</inkml:trace>
  <inkml:trace contextRef="#ctx0" brushRef="#br7" timeOffset="4301.837">3198 1310 2552 0 0,'0'0'0'0'0,"0"0"8305"0"0,0 0-8457 0 0,0 0 2188 0 0,0 0-1480 0 0,0 0 424 0 0,-11 24-264 0 0,-1 10-317 0 0,0 10-415 0 0,2 7-13 0 0,2 4-488 0 0,5 3-256 0 0,3 0-52 0 0,3 2-390 0 0,5-2-1094 0 0,0-4-2211 0 0,4-4-44 0 0,-1-11 4628 0 0</inkml:trace>
  <inkml:trace contextRef="#ctx0" brushRef="#br8" timeOffset="16719.067">151 2310 208 0 0,'0'0'0'0'0,"0"0"432"0"0,0 0-322 0 0,0 0 3378 0 0,0 0-2171 0 0,0 0-3 0 0,0 0-438 0 0,0 0-140 0 0,0 0 139 0 0,0 0-84 0 0,0-2-248 0 0,1-2-195 0 0,3-2-82 0 0,3-2 116 0 0,3-2 84 0 0,6-2 301 0 0,5-2-385 0 0,7-3-57 0 0,6-2-41 0 0,6-2 39 0 0,8-2 178 0 0,8-4-110 0 0,9-3 3 0 0,9-5 42 0 0,13-4-125 0 0,14-8-75 0 0,14-7 62 0 0,16-10-150 0 0,16-8 60 0 0,13-9-83 0 0,11-7-130 0 0,9-6 86 0 0,4-1-97 0 0,-1-1 25 0 0,-6 4-140 0 0,-11 6-676 0 0,-16 8-544 0 0,-21 8-775 0 0,-23 10-2181 0 0,-23 9-2634 0 0,-26 14 6034 0 0</inkml:trace>
  <inkml:trace contextRef="#ctx0" brushRef="#br9" timeOffset="17481.623">3774 2198 7273 0 0,'0'0'0'0'0,"0"0"2464"0"0,0 0-873 0 0,0-21-184 0 0,6-14-187 0 0,8-17-47 0 0,12-16-95 0 0,17-15-300 0 0,17-15-172 0 0,22-16-119 0 0,20-15-130 0 0,23-16-210 0 0,21-13-62 0 0,20-13-81 0 0,17-10-179 0 0,12-3-234 0 0,5 1-526 0 0,-2 9-897 0 0,-11 14-3229 0 0,-22 21-4158 0 0,-41 36 9387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2:30:22.75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0081.75"/>
      <inkml:brushProperty name="anchorY" value="-229973.34375"/>
      <inkml:brushProperty name="scaleFactor" value="0.5"/>
    </inkml:brush>
  </inkml:definitions>
  <inkml:trace contextRef="#ctx0" brushRef="#br0">4 11 1720,'0'0'0,"0"0"232,0 0-266,0 0 5000,0 0-5403,0 0 1849,0 0-785,0 0-39,0 0 209,0 0-112,0 0-105,-3 4-28,2 0 39,4 0-53,4-1 47,4-1-79,4 0 9,4-1 65,4-1-64,5 0 32,4 0-140,4 0 6,3 0-70,4 0-76,3-1-81,3 2 24,1-1-58,2 1-57,-1 0-14,-1 0-7,-3-1-82,-4 0 18,-5 0-113,-5 0-13,-6 0 11,-7 0-211,-5 0-90,-6 0-261,-4-1-400,-3-2-613,-2-2-1083,-1-1-1796,-5-4-1826,0 2 7212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22.96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1704.96875"/>
      <inkml:brushProperty name="anchorY" value="-230809.67188"/>
      <inkml:brushProperty name="scaleFactor" value="0.5"/>
    </inkml:brush>
  </inkml:definitions>
  <inkml:trace contextRef="#ctx0" brushRef="#br0">0 0 1344 0 0,'0'0'0'0'0,"0"0"10365"0"0,0 0-10389 0 0,0 0 2245 0 0,0 0-1726 0 0,0 0 170 0 0,0 0-255 0 0,54 2-403 0 0,14-1 51 0 0,10 1-446 0 0,0-1-488 0 0,-4 0-172 0 0,-7 0-550 0 0,-8-1-986 0 0,-5-2-3337 0 0,-15 1 3117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24.36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3123"/>
      <inkml:brushProperty name="anchorY" value="-231660.859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4322.25"/>
      <inkml:brushProperty name="anchorY" value="-233262.5468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5806.625"/>
      <inkml:brushProperty name="anchorY" value="-234596.17188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7473.3125"/>
      <inkml:brushProperty name="anchorY" value="-234744.15625"/>
      <inkml:brushProperty name="scaleFactor" value="0.5"/>
    </inkml:brush>
  </inkml:definitions>
  <inkml:trace contextRef="#ctx0" brushRef="#br0">29 786 3116 0 0,'0'0'0'0'0,"0"0"316"0"0,0 0 5424 0 0,0 0-5966 0 0,0 0 1897 0 0,0 0-283 0 0,0 0-322 0 0,0 0-26 0 0,0 0-218 0 0,0 0-252 0 0,0 0-260 0 0,0 0-126 0 0,-6-3-56 0 0,-1-1 16 0 0,1-1-53 0 0,0 2-13 0 0,3-1-3 0 0,3 1 2 0 0,2-1 13 0 0,3 0-23 0 0,2-1-72 0 0,4-2 16 0 0,4-1-24 0 0,4-2-184 0 0,5-2 252 0 0,6-3-158 0 0,5-2 54 0 0,5-1-119 0 0,5 0 73 0 0,2 0-167 0 0,1 1 322 0 0,1 3-11 0 0,-1 4 0 0 0,1 2-57 0 0,-2 3 9 0 0,-1 2-162 0 0,-3 3-101 0 0,-5 4-154 0 0,-5 5 80 0 0,-7 3 348 0 0,-6 4-62 0 0,-6 4 161 0 0,-6 3-14 0 0,-5 3-103 0 0,-7 2 170 0 0,-7 1 28 0 0,-7 2-88 0 0,-7-1 92 0 0,-5 1-42 0 0,-4-1-48 0 0,-3-2-60 0 0,-1 0 45 0 0,0-1-99 0 0,-1-3 107 0 0,3-2-123 0 0,4-2-6 0 0,5-4 28 0 0,6-4-116 0 0,6-4-24 0 0,6-3-58 0 0,5-3-188 0 0,8-5-152 0 0,8-2 168 0 0,11-4 203 0 0,10-2-268 0 0,10-1 85 0 0,7 0-208 0 0,4-1 92 0 0,2 2 214 0 0,-2 2 265 0 0,-4 3 17 0 0,-6 2 356 0 0,-5 3 62 0 0,-5 5 155 0 0,-5 4-144 0 0,-5 5-51 0 0,-5 5-1 0 0,-7 4 64 0 0,-4 6-14 0 0,-6 5-170 0 0,-6 4 15 0 0,-8 5 51 0 0,-8 3-66 0 0,-9 2-26 0 0,-7 1-76 0 0,-6-2 31 0 0,-5-3-49 0 0,-2-2-175 0 0,-1-6 35 0 0,2-5-415 0 0,1-5-133 0 0,4-7-290 0 0,5-6-302 0 0,7-6-1165 0 0,8-7-2292 0 0,8-6-2697 0 0,6-1 7330 0 0</inkml:trace>
  <inkml:trace contextRef="#ctx0" brushRef="#br1" timeOffset="382.779">1444 1016 4912 0 0,'0'0'0'0'0,"0"0"7121"0"0,0 0-6371 0 0,0 0 1582 0 0,0 0-1644 0 0,0 0 148 0 0,0 0 25 0 0,0 0-95 0 0,0 0-302 0 0,0 0-253 0 0,5 19-30 0 0,8 6-91 0 0,9 5-11 0 0,10 1-28 0 0,8 1-56 0 0,7 0 14 0 0,5-2-14 0 0,3 0-78 0 0,1 0 51 0 0,-2-3-123 0 0,-3 0-50 0 0,-5-1-80 0 0,-6-1-70 0 0,-6-2 20 0 0,-7-2-56 0 0,-5-1-76 0 0,-7-3-139 0 0,-4-3-332 0 0,-3-3-464 0 0,-3-3-899 0 0,-3-3-1916 0 0,-1-2-1557 0 0,-1-2 4596 0 0</inkml:trace>
  <inkml:trace contextRef="#ctx0" brushRef="#br2" timeOffset="637.031">1222 1682 1760 0 0,'0'0'0'0'0,"0"0"1292"0"0,0 0 4677 0 0,0 0-6023 0 0,0 0 1943 0 0,0 0-932 0 0,0 0-214 0 0,0 0-65 0 0,0 0 45 0 0,0 0 67 0 0,0 0-360 0 0,52-25-53 0 0,15-11-235 0 0,14-9 85 0 0,3-6-250 0 0,-1-4 50 0 0,-4-1-141 0 0,-6 0 16 0 0,-6 0-175 0 0,-7 1-366 0 0,-9 2-653 0 0,-9 2-406 0 0,-8 3-310 0 0,-11 4-1250 0 0,-8 5-3295 0 0,-6 10 7511 0 0</inkml:trace>
  <inkml:trace contextRef="#ctx0" brushRef="#br3" timeOffset="1496.102">2356 0 5765 0 0,'0'0'0'0'0,"0"0"2080"0"0,0 0-1158 0 0,0 0-289 0 0,0 0-184 0 0,0 0 135 0 0,0 0 218 0 0,0 0 164 0 0,0 0-218 0 0,0 0-290 0 0,0 0-204 0 0,0 0 45 0 0,43 15-32 0 0,6 6-19 0 0,1 7 20 0 0,-8 4-48 0 0,-11 4 28 0 0,-10 1 196 0 0,-9 0-221 0 0,-10 2 2 0 0,-9-1-26 0 0,-9 0 6 0 0,-8 0 22 0 0,-6 0-77 0 0,-5-2-84 0 0,-2-2 101 0 0,-2-3-57 0 0,0-2-44 0 0,2-5 5 0 0,3-3-80 0 0,2-4 20 0 0,4-4-142 0 0,3-5-65 0 0,3-2-120 0 0,4-4 9 0 0,3-3-6 0 0,3-3 131 0 0,4-3 107 0 0,3-2-110 0 0,2-3-39 0 0,3-1 82 0 0,2-2-32 0 0,6-1 188 0 0,6-2-38 0 0,5-1 13 0 0,6-1 9 0 0,2 1 7 0 0,1 0 63 0 0,-2 3 122 0 0,-3 3 82 0 0,-4 4 175 0 0,-4 4-131 0 0,-2 5 63 0 0,2 4 152 0 0,5 7-159 0 0,6 5-52 0 0,8 5-12 0 0,7 4 66 0 0,8 3-85 0 0,8 2-61 0 0,7-2-81 0 0,7-1-32 0 0,6-3-126 0 0,3-4-55 0 0,0-5-270 0 0,-1-4-418 0 0,-6-4-143 0 0,-5-4-75 0 0,-7-5-611 0 0,-8-3-1095 0 0,-8-4-2112 0 0,-8-4-2415 0 0,-10 1 8129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38.84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2150.21875"/>
      <inkml:brushProperty name="anchorY" value="-237919.67188"/>
      <inkml:brushProperty name="scaleFactor" value="0.5"/>
    </inkml:brush>
  </inkml:definitions>
  <inkml:trace contextRef="#ctx0" brushRef="#br0">227 0 1460 0 0,'0'0'0'0'0,"0"0"9029"0"0,0 0-9362 0 0,0 0 1820 0 0,0 0-1294 0 0,7 26-181 0 0,2 9 397 0 0,2 9 91 0 0,-1 5-157 0 0,-2 2-196 0 0,-2 0-75 0 0,-3 0 26 0 0,-1-2 110 0 0,-4-2 128 0 0,-4-4 103 0 0,-4-4 28 0 0,-3-5-156 0 0,-2-5-200 0 0,0-7-35 0 0,0-6-72 0 0,0-6-210 0 0,-3-5-293 0 0,-2-6 124 0 0,-5-6-18 0 0,-3-6-1677 0 0,-1-8 928 0 0,3-5 522 0 0,4-6-130 0 0,6-1 29 0 0,8 0 639 0 0,9 3 26 0 0,7 4 91 0 0,4 6 703 0 0,3 6-72 0 0,0 6 457 0 0,0 7-11 0 0,3 8-14 0 0,2 8-405 0 0,3 7-136 0 0,3 8-77 0 0,4 6 44 0 0,2 3-88 0 0,3 1-200 0 0,6-2-247 0 0,5-3-20 0 0,9-6-284 0 0,10-7-230 0 0,9-7-135 0 0,11-6-447 0 0,10-7-1259 0 0,-1-6-2223 0 0,3-7-1381 0 0,-19-1 6422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40.56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3700.71875"/>
      <inkml:brushProperty name="anchorY" value="-239555.03125"/>
      <inkml:brushProperty name="scaleFactor" value="0.5"/>
    </inkml:brush>
  </inkml:definitions>
  <inkml:trace contextRef="#ctx0" brushRef="#br0">787 1 2644 0 0,'0'0'0'0'0,"0"0"7029"0"0,0 0-7010 0 0,0 0 1097 0 0,12 20-878 0 0,2 9 119 0 0,3 9 374 0 0,-1 6 26 0 0,-3 5-134 0 0,-4 3-192 0 0,-2 2-81 0 0,-5 0-32 0 0,-7 1 107 0 0,-8 0 32 0 0,-7 1-3 0 0,-7-1-13 0 0,-9 1-133 0 0,-6-1-184 0 0,-5-1-115 0 0,-6-2-38 0 0,-3-3 30 0 0,-1-4-93 0 0,1-5 59 0 0,1-5-66 0 0,2-6-24 0 0,3-6-42 0 0,5-6-11 0 0,1-6-39 0 0,4-4-197 0 0,2-6-171 0 0,3-5 283 0 0,3-7-234 0 0,4-6-212 0 0,7-5-111 0 0,6-4-79 0 0,6-2 234 0 0,10-1 192 0 0,9 3 440 0 0,8 3 18 0 0,6 5 469 0 0,5 6 257 0 0,1 4 196 0 0,3 4 124 0 0,3 4-304 0 0,2 5-50 0 0,5 2-72 0 0,2 5-62 0 0,4 2-110 0 0,3 2-153 0 0,3 1-82 0 0,4 1-114 0 0,1-1-37 0 0,2-1-161 0 0,0-1-173 0 0,0-2-400 0 0,-1-2-606 0 0,-4-2-1439 0 0,-1-3-3272 0 0,-12-2 992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39.61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3750"/>
      <inkml:brushProperty name="anchorY" value="-239414.0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4949.25"/>
      <inkml:brushProperty name="anchorY" value="-240020.125"/>
      <inkml:brushProperty name="scaleFactor" value="0.5"/>
    </inkml:brush>
  </inkml:definitions>
  <inkml:trace contextRef="#ctx0" brushRef="#br0">0 242 2704 0 0,'0'0'0'0'0,"0"0"704"0"0,0 0 668 0 0,0 0 3874 0 0,0 0-4768 0 0,0 0 1317 0 0,0 0-847 0 0,0 0-14 0 0,0 0-314 0 0,0 0-86 0 0,0 0-56 0 0,5 0-76 0 0,1 0-76 0 0,4 0 24 0 0,4 0 199 0 0,4 0-41 0 0,5 0 2 0 0,6 0-60 0 0,7 0-12 0 0,6 1 49 0 0,6 1-214 0 0,7 1-128 0 0,5 3-142 0 0,3 2-58 0 0,4 0 7 0 0,2 3-4 0 0,0-1-81 0 0,0 0 34 0 0,-2 0-52 0 0,-4-1 22 0 0,-6-1 6 0 0,-5-1 57 0 0,-9-2 14 0 0,-6-1 42 0 0,-8-1-8 0 0,-8-1 20 0 0,-8-1 70 0 0,-5 0 5 0 0,-4-1 36 0 0,-4 0-136 0 0,0-2-126 0 0,-5-2-4 0 0,-6-3 74 0 0,-9-6-305 0 0,-9-6 148 0 0,-14-7-131 0 0,-14-6 179 0 0,-9-5 31 0 0,-9-3-134 0 0,-2 0 162 0 0,2 4 56 0 0,6 5-5 0 0,10 6-113 0 0,12 7-304 0 0,12 7-714 0 0,10 4-1175 0 0,8 5-2140 0 0,8 1-2253 0 0,4 2 5855 0 0</inkml:trace>
  <inkml:trace contextRef="#ctx0" brushRef="#br1" timeOffset="224.292">1039 340 9585 0 0,'0'0'0'0'0,"0"0"1664"0"0,0 0-653 0 0,0 0-117 0 0,0 0 329 0 0,0 0-45 0 0,0 0-264 0 0,0 0-307 0 0,0 0-177 0 0,0 0-112 0 0,-37 23-61 0 0,-9 6-131 0 0,-6 8-130 0 0,-2 4-57 0 0,3 1-172 0 0,5 0-200 0 0,7-3-419 0 0,8-2-486 0 0,9-5-916 0 0,9-6-2388 0 0,5-6-1336 0 0,5-6 4130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38.11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09380.3125"/>
      <inkml:brushProperty name="anchorY" value="-236222.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0887.8125"/>
      <inkml:brushProperty name="anchorY" value="-237821.85938"/>
      <inkml:brushProperty name="scaleFactor" value="0.5"/>
    </inkml:brush>
  </inkml:definitions>
  <inkml:trace contextRef="#ctx0" brushRef="#br0">0 0 3252 0 0,'0'0'0'0'0,"0"0"4981"0"0,0 0-3258 0 0,0 0-419 0 0,0 0-205 0 0,0 0-399 0 0,0 0 326 0 0,0 0-249 0 0,0 0-178 0 0,0 0-222 0 0,0 0-51 0 0,0 0-36 0 0,27 16-44 0 0,11 8-34 0 0,11 8 20 0 0,7 9-24 0 0,4 4 20 0 0,1 5-67 0 0,-1 1 6 0 0,-4 1-122 0 0,-5-1-38 0 0,-4-3-7 0 0,-8-2-86 0 0,-5-4 8 0 0,-7-4-265 0 0,-5-2-278 0 0,-5-4-269 0 0,-5-2-426 0 0,-3-3-641 0 0,-4-2-998 0 0,-2-4-2607 0 0,-4-3 1537 0 0,-4-2 4657 0 0,-1-4-1391 0 0</inkml:trace>
  <inkml:trace contextRef="#ctx0" brushRef="#br1" timeOffset="230.086">173 817 820 0 0,'0'0'0'0'0,"0"0"888"0"0,0 0 2600 0 0,0 0-2587 0 0,0 0 217 0 0,0 0-180 0 0,0 0-24 0 0,0 0-145 0 0,0 0-147 0 0,0 0-173 0 0,0 0 271 0 0,-5-24 182 0 0,3-8-120 0 0,4-7 112 0 0,7-4-58 0 0,7-2-152 0 0,7-2-82 0 0,7-2-146 0 0,5-1-146 0 0,4-1-104 0 0,2-2-221 0 0,1 2-87 0 0,-1 1-167 0 0,-4 4-391 0 0,-3 4-496 0 0,-7 3-508 0 0,-5 6-1369 0 0,-7 2-3731 0 0,-6 7 3491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40.81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4746.3125"/>
      <inkml:brushProperty name="anchorY" value="-241389.0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6236.71875"/>
      <inkml:brushProperty name="anchorY" value="-24281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7940.46875"/>
      <inkml:brushProperty name="anchorY" value="-243007"/>
      <inkml:brushProperty name="scaleFactor" value="0.5"/>
    </inkml:brush>
  </inkml:definitions>
  <inkml:trace contextRef="#ctx0" brushRef="#br0">0 762 4456 0 0,'0'0'0'0'0,"0"0"5817"0"0,0 0-1816 0 0,0 0-3322 0 0,0 0 725 0 0,0 0-702 0 0,0 0 261 0 0,0 0-96 0 0,30 21-228 0 0,10 8-327 0 0,8 6-170 0 0,5 4-122 0 0,0 1-1 0 0,-1 1-27 0 0,-1-1-60 0 0,-2-2-2 0 0,-2-1-13 0 0,-2-2-88 0 0,-4-2-233 0 0,-2-2-182 0 0,-7-2-149 0 0,-4-3-198 0 0,-6-2-506 0 0,-8-2-496 0 0,-5-3-629 0 0,-5-3-1579 0 0,-5-4-785 0 0,-4-3 3478 0 0,-2-4 1293 0 0</inkml:trace>
  <inkml:trace contextRef="#ctx0" brushRef="#br1" timeOffset="174.239">91 1422 2856 0 0,'0'0'0'0'0,"0"0"9817"0"0,0 0-9479 0 0,0 0 1579 0 0,0 0-1102 0 0,29-20 14 0 0,15-10 145 0 0,16-10-179 0 0,13-9-486 0 0,10-7-197 0 0,4-5-78 0 0,3-2-226 0 0,-3-2-34 0 0,-6 4-212 0 0,-10 3-377 0 0,-13 7-585 0 0,-13 8-1763 0 0,-14 8-4254 0 0,-13 11 2472 0 0</inkml:trace>
  <inkml:trace contextRef="#ctx0" brushRef="#br2" timeOffset="1878.063">1288 198 1344 0 0,'0'0'0'0'0,"0"0"2348"0"0,0 0-1722 0 0,0 0 4996 0 0,0 0-4884 0 0,0 0 822 0 0,0 0-975 0 0,0 0-219 0 0,0 0 98 0 0,0 0 32 0 0,0 0-30 0 0,13 4-176 0 0,1 0-67 0 0,1-1-22 0 0,-3 0-65 0 0,-1-2 82 0 0,-4 0 19 0 0,-3-2-22 0 0,-1 0 21 0 0,-2-2-103 0 0,0 0-144 0 0,0-2-6 0 0,1-3-60 0 0,2-2-123 0 0,1-4-91 0 0,2-3-110 0 0,1-3-102 0 0,1-2-30 0 0,4 0 84 0 0,-1 0 127 0 0,0 2 163 0 0,-1 3 51 0 0,-3 5 112 0 0,-2 3 32 0 0,-1 4 98 0 0,-3 3 69 0 0,-1 3-72 0 0,0 2-45 0 0,-1 3-86 0 0,-1 2 23 0 0,-2 3-25 0 0,-1 4-48 0 0,0 4 4 0 0,-2 4-19 0 0,2 5 69 0 0,1 4-26 0 0,0 3-111 0 0,2 4 67 0 0,2 1-27 0 0,1 1 94 0 0,1 2-12 0 0,1 1 28 0 0,0-2-8 0 0,0-1-1 0 0,1-1 0 0 0,-1-4-9 0 0,0-2 12 0 0,0-4-14 0 0,-2-4 14 0 0,0-4 0 0 0,0-4 61 0 0,-2-5-73 0 0,0-3 109 0 0,0-3-4 0 0,0-4-126 0 0,-1-1 40 0 0,-1-2-18 0 0,-2 0 122 0 0,-5-1 123 0 0,-3-1 61 0 0,-3-1-371 0 0,-2-2-13 0 0,-2 0 115 0 0,2 0 196 0 0,2 1-277 0 0,5 1 72 0 0,3 0-276 0 0,2 2 129 0 0,5 0 2 0 0,6 1 129 0 0,7 0 76 0 0,10-1 175 0 0,9 0-112 0 0,11 0-83 0 0,8 0-62 0 0,6 0-199 0 0,4 0-42 0 0,0 3-658 0 0,-5 3-787 0 0,-7 4-3954 0 0,-12 0-798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45.22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9342.5"/>
      <inkml:brushProperty name="anchorY" value="-244354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0940.8125"/>
      <inkml:brushProperty name="anchorY" value="-245899.234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9488.8125"/>
      <inkml:brushProperty name="anchorY" value="-245943.0625"/>
      <inkml:brushProperty name="scaleFactor" value="0.5"/>
    </inkml:brush>
  </inkml:definitions>
  <inkml:trace contextRef="#ctx0" brushRef="#br0">39 1074 2856 0 0,'0'0'0'0'0,"0"0"2412"0"0,0 0-2328 0 0,0 0 4879 0 0,0 0-4972 0 0,0 0 1640 0 0,0 0-763 0 0,0 0-78 0 0,0 0-216 0 0,0 0-74 0 0,0 0-65 0 0,3-2-86 0 0,5 1 71 0 0,4 0 24 0 0,5 2 16 0 0,6 2 80 0 0,5 3-131 0 0,6 6-107 0 0,4 5-56 0 0,6 5-59 0 0,3 6-78 0 0,4 5-27 0 0,0 5-89 0 0,-1 4-69 0 0,0 2-15 0 0,-3 3-15 0 0,-3 1-80 0 0,-2 0-86 0 0,-4-2-32 0 0,-4-3-56 0 0,-4-4-39 0 0,-5-4-22 0 0,-3-3-135 0 0,-5-5-189 0 0,-5-4-337 0 0,-5-4-531 0 0,-4-2-1084 0 0,-6-4-2352 0 0,-8-2 494 0 0,-1-3 5217 0 0</inkml:trace>
  <inkml:trace contextRef="#ctx0" brushRef="#br1" timeOffset="284.676">606 950 6461 0 0,'0'0'0'0'0,"0"0"2636"0"0,0 0-2077 0 0,0 0 29 0 0,0 0-163 0 0,0 0 501 0 0,-10 27 121 0 0,-4 9-256 0 0,-4 10-293 0 0,-4 4-172 0 0,-3 2-14 0 0,-2 1 61 0 0,-5 0 8 0 0,-2 0-41 0 0,-5 1-70 0 0,-2 1-159 0 0,-4 1-106 0 0,-2 1-59 0 0,0-2-116 0 0,-1-1-253 0 0,5-4-577 0 0,4-4-561 0 0,7-7-1454 0 0,6-7-3444 0 0,9-10 3464 0 0</inkml:trace>
  <inkml:trace contextRef="#ctx0" brushRef="#br2" timeOffset="950.525">1250 14 28 0 0,'0'0'0'0'0,"0"0"10381"0"0,0 0-9983 0 0,0 0 1681 0 0,0 0-1423 0 0,0 0 147 0 0,0 0 221 0 0,0 0-120 0 0,0 0-458 0 0,0 0 10 0 0,0 0-145 0 0,28-2-127 0 0,10-1-51 0 0,6 1-73 0 0,3-1-45 0 0,-1 1 93 0 0,-4 1-126 0 0,-3 0 30 0 0,-5 2-99 0 0,-4 3 42 0 0,-3 2 43 0 0,-5 4-108 0 0,-3 4 36 0 0,-6 3 84 0 0,-5 4-122 0 0,-3 3-66 0 0,-8 3 223 0 0,-8 1-84 0 0,-8 0-42 0 0,-8 1 15 0 0,-9-1-37 0 0,-8-1 7 0 0,-6-2 33 0 0,-7-1 69 0 0,-4-3 67 0 0,-1-3-88 0 0,1-3 24 0 0,5-2-73 0 0,8-4-108 0 0,10-3-30 0 0,11-3-161 0 0,9-1-266 0 0,9-1 130 0 0,10-2-53 0 0,11 1 347 0 0,11-1 184 0 0,9 0-105 0 0,8-1 14 0 0,7 0 49 0 0,6-1-6 0 0,2 1 17 0 0,1 1 59 0 0,-2 0-20 0 0,-4 1-75 0 0,-7 2 57 0 0,-5 3 34 0 0,-7 4 78 0 0,-4 4 57 0 0,-7 5 94 0 0,-5 5-19 0 0,-5 6 71 0 0,-5 3-72 0 0,-7 4 38 0 0,-6 1 30 0 0,-7 1-52 0 0,-7 0 32 0 0,-6-3-10 0 0,-5-2 31 0 0,-4-3-9 0 0,-6-5-132 0 0,-3-2-147 0 0,-5-5-83 0 0,-3-4-666 0 0,-2-5-370 0 0,0-3-929 0 0,3-3-3264 0 0,5-6-2766 0 0,12-2 9945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48.16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8775.875"/>
      <inkml:brushProperty name="anchorY" value="-246081.4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9916.84375"/>
      <inkml:brushProperty name="anchorY" value="-247948.359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1317.75"/>
      <inkml:brushProperty name="anchorY" value="-249309.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2770.21875"/>
      <inkml:brushProperty name="anchorY" value="-249597.98438"/>
      <inkml:brushProperty name="scaleFactor" value="0.5"/>
    </inkml:brush>
  </inkml:definitions>
  <inkml:trace contextRef="#ctx0" brushRef="#br0">1 599 6353 0 0,'0'0'0'0'0,"0"0"2236"0"0,0 0-1115 0 0,0 0 211 0 0,0 0 72 0 0,0 0-21 0 0,0 0-323 0 0,0 0-157 0 0,0 0-277 0 0,0 0 40 0 0,0 0-3 0 0,0 0-73 0 0,-1-1-89 0 0,3 0-341 0 0,3-1 46 0 0,5 0 44 0 0,7-1-100 0 0,8-2 18 0 0,9-1-193 0 0,7 0-28 0 0,7 1-41 0 0,3 0 116 0 0,3 1-38 0 0,-1 4-64 0 0,0 3-126 0 0,-2 5-43 0 0,-1 4 116 0 0,-3 4-113 0 0,-5 5-156 0 0,-5 5-80 0 0,-5 3 148 0 0,-7 3 54 0 0,-8 2 137 0 0,-6 0 58 0 0,-4 0 85 0 0,-9 0-12 0 0,-7 0 100 0 0,-7-2 4 0 0,-8-1 18 0 0,-6-2-28 0 0,-6-2-79 0 0,-2-1 22 0 0,-3-3-18 0 0,3-3-8 0 0,5-3-114 0 0,5-4-10 0 0,7-4-19 0 0,6-4-152 0 0,7-3 88 0 0,8-3-53 0 0,10-3 39 0 0,10-4 196 0 0,8-3-51 0 0,10-3 10 0 0,7 0-9 0 0,2-1 2 0 0,2 1 87 0 0,-2 4 21 0 0,-2 1 303 0 0,-4 4-29 0 0,-2 2 75 0 0,-4 3 41 0 0,-3 4-95 0 0,-5 4-43 0 0,-4 4-19 0 0,-5 5 57 0 0,-5 5-128 0 0,-5 5-86 0 0,-5 5-27 0 0,-8 5 14 0 0,-8 4-67 0 0,-8 2-29 0 0,-7 2-78 0 0,-7 0-16 0 0,-7 0 44 0 0,-3-2 43 0 0,-6-2-15 0 0,-2-4-65 0 0,-2-4-35 0 0,1-5-196 0 0,3-5-198 0 0,2-6-144 0 0,7-5-202 0 0,5-6-519 0 0,7-2-1558 0 0,9-6-3798 0 0,8-1 1828 0 0</inkml:trace>
  <inkml:trace contextRef="#ctx0" brushRef="#br1" timeOffset="333.46">1371 966 8189 0 0,'0'0'0'0'0,"0"0"2912"0"0,0 0-1260 0 0,0 0-190 0 0,0 0-369 0 0,0 0-59 0 0,0 0-12 0 0,0 0-455 0 0,0 0-250 0 0,0 0-81 0 0,0 0-9 0 0,13 21 82 0 0,5 7-46 0 0,8 7-4 0 0,4 3-14 0 0,5 0-12 0 0,1 0 15 0 0,3-1-118 0 0,0-3-139 0 0,-1-2-78 0 0,-1-2-269 0 0,-1-3-104 0 0,-3-2 3 0 0,-1-2-181 0 0,-2-3-161 0 0,-3-2-229 0 0,-4-2-421 0 0,-3-1-572 0 0,-3-3-893 0 0,-5-1-1653 0 0,-3-2 368 0 0,-5-2 3292 0 0</inkml:trace>
  <inkml:trace contextRef="#ctx0" brushRef="#br2" timeOffset="539.381">1240 1562 3696 0 0,'0'0'0'0'0,"0"0"7781"0"0,0 0-6926 0 0,0 0 1026 0 0,0 0-941 0 0,0 0 246 0 0,0 0-95 0 0,0 0 32 0 0,0 0-335 0 0,36-24-277 0 0,12-8-258 0 0,10-9-235 0 0,4-3 19 0 0,-1-2-124 0 0,-3 0-13 0 0,-5 0-120 0 0,-4 1-387 0 0,-5 1-289 0 0,-5 1-228 0 0,-5 1-1003 0 0,-7 4-2304 0 0,-5 0-2441 0 0,-8 9 3622 0 0</inkml:trace>
  <inkml:trace contextRef="#ctx0" brushRef="#br3" timeOffset="1224.803">2115 0 5957 0 0,'0'0'0'0'0,"0"0"2576"0"0,0 0-1269 0 0,0 0-67 0 0,0 0 132 0 0,0 0 11 0 0,0 0-200 0 0,0 0-376 0 0,0 0-253 0 0,52 1 32 0 0,10 2-77 0 0,6 3-199 0 0,1 4-108 0 0,-7 3-80 0 0,-7 6-118 0 0,-7 3 12 0 0,-7 4-14 0 0,-6 4-12 0 0,-5 2 4 0 0,-6 2-54 0 0,-5 2 20 0 0,-7 0-22 0 0,-4 1 64 0 0,-6-1-84 0 0,-7 0 18 0 0,-8 0-11 0 0,-7-1 74 0 0,-7-2-17 0 0,-4-1 19 0 0,-7-1-16 0 0,-3-3 5 0 0,-5-3 12 0 0,-3-2-14 0 0,-2-3 15 0 0,0-4-135 0 0,1-3-106 0 0,2-3-52 0 0,6-4 103 0 0,5-3-245 0 0,5-5-193 0 0,6-4 295 0 0,6-5 114 0 0,6-3-191 0 0,5-3 279 0 0,7-3 129 0 0,6-2 44 0 0,7 1 158 0 0,5 1 79 0 0,4 1 140 0 0,2 4 42 0 0,1 3-21 0 0,-1 5-21 0 0,2 2 78 0 0,0 2 16 0 0,5 4 96 0 0,5 4-209 0 0,6 2-91 0 0,7 3-28 0 0,6 2-9 0 0,8 2-16 0 0,8 1-59 0 0,7 0-212 0 0,6 1 43 0 0,5-2-188 0 0,2-1-297 0 0,1-1-457 0 0,-3-3-467 0 0,-6-2-1247 0 0,-4-3-3743 0 0,-18-1-2609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46.97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18481.3125"/>
      <inkml:brushProperty name="anchorY" value="-245937.9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0065.34375"/>
      <inkml:brushProperty name="anchorY" value="-246518.54688"/>
      <inkml:brushProperty name="scaleFactor" value="0.5"/>
    </inkml:brush>
  </inkml:definitions>
  <inkml:trace contextRef="#ctx0" brushRef="#br0">1 267 7425 0 0,'0'0'0'0'0,"0"0"2604"0"0,0 0-1176 0 0,0 0-285 0 0,0 0-55 0 0,0 0-136 0 0,0 0-247 0 0,0 0-305 0 0,0 0 68 0 0,0 0 191 0 0,0 0-116 0 0,0 0-125 0 0,29 1-107 0 0,11 0 135 0 0,11-1-143 0 0,9-1-42 0 0,5 1-64 0 0,2 0-93 0 0,3-1-103 0 0,-2 1 16 0 0,0 0-86 0 0,-1 0-42 0 0,-1 2 26 0 0,-1-1-74 0 0,-2 2 34 0 0,-2 0-13 0 0,-2-1 48 0 0,-3 0-17 0 0,-4-1 8 0 0,-6 0-11 0 0,-6-1-15 0 0,-8 1 88 0 0,-8-1 24 0 0,-7-1 7 0 0,-6 1 61 0 0,-5 0 13 0 0,-4 0 32 0 0,-2 0 10 0 0,-1 0-117 0 0,0 0 106 0 0,-1-1-5 0 0,-2-3-115 0 0,-7-3-121 0 0,-6-4 187 0 0,-8-5-58 0 0,-6-5 10 0 0,-7-3-107 0 0,-4-3 2 0 0,-2-1-13 0 0,2 1-58 0 0,2 1-4 0 0,5 4 16 0 0,7 3 2 0 0,7 3-52 0 0,4 5-193 0 0,4 3-205 0 0,3 2-339 0 0,2 2-665 0 0,2 2-1118 0 0,-1 1-4534 0 0,2 1 3936 0 0</inkml:trace>
  <inkml:trace contextRef="#ctx0" brushRef="#br1" timeOffset="269.241">1126 346 7841 0 0,'0'0'0'0'0,"0"0"2044"0"0,0 0-1120 0 0,0 0-58 0 0,0 0-10 0 0,0 0 210 0 0,0 0-284 0 0,0 0-436 0 0,0 0-13 0 0,0 0 70 0 0,0 0 33 0 0,0 0 156 0 0,-17 19 44 0 0,-9 7 24 0 0,-6 6-65 0 0,-5 5-183 0 0,-6 1-184 0 0,-2 2-233 0 0,0-1-96 0 0,0 0-303 0 0,1-3-572 0 0,6-2-631 0 0,6-6-1411 0 0,8-4-3427 0 0,9-7-163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53.49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4539.1875"/>
      <inkml:brushProperty name="anchorY" value="-252477.84375"/>
      <inkml:brushProperty name="scaleFactor" value="0.5"/>
    </inkml:brush>
  </inkml:definitions>
  <inkml:trace contextRef="#ctx0" brushRef="#br0">412 1 5032 0 0,'0'0'0'0'0,"0"0"2577"0"0,0 0-1415 0 0,0 0 157 0 0,0 0-81 0 0,0 0 231 0 0,0 0-334 0 0,0 0-236 0 0,0 0-249 0 0,-9 24-218 0 0,-3 6-140 0 0,-4 8-48 0 0,-4 1 16 0 0,-1 2-57 0 0,-3-2 15 0 0,-2-1-6 0 0,-3-2-5 0 0,-1-1 48 0 0,-1-2-41 0 0,-1-2-103 0 0,1-3-45 0 0,1-2-65 0 0,3-3-61 0 0,4-4-51 0 0,5-2-90 0 0,4-3-14 0 0,5-2 24 0 0,3-2-9 0 0,3-1 74 0 0,3 0-25 0 0,4 0-26 0 0,5-1 20 0 0,6-1 183 0 0,6 1 59 0 0,6-1 69 0 0,5-1 28 0 0,4 0-73 0 0,4-1-2 0 0,1 0-3 0 0,0-1-46 0 0,-1 0 35 0 0,-1-1-101 0 0,-1 0 33 0 0,-3 0 103 0 0,1-1-4 0 0,-2-1 138 0 0,1 0-219 0 0,0-3-31 0 0,2-1-2 0 0,0-3-83 0 0,-1-3 37 0 0,-2-2-75 0 0,-5-2-64 0 0,-5 0-102 0 0,-6-1 134 0 0,-7 1 58 0 0,-5 1 84 0 0,-5 2-9 0 0,-5 2 65 0 0,-5 2-14 0 0,-1 3 11 0 0,-3 0 56 0 0,-1 2 68 0 0,0 2-128 0 0,-1 3-45 0 0,-1 3-4 0 0,-1 2-56 0 0,1 4 58 0 0,2 4-75 0 0,0 4-39 0 0,3 2-135 0 0,3 3 61 0 0,4 1-235 0 0,1 1-263 0 0,4 0-240 0 0,4-1-235 0 0,5-1-408 0 0,5-3-529 0 0,1-2-2519 0 0,4-3-1189 0 0,-4-5 7055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54.35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5667.1875"/>
      <inkml:brushProperty name="anchorY" value="-254162.4218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7669.25"/>
      <inkml:brushProperty name="anchorY" value="-254953.0468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6800.375"/>
      <inkml:brushProperty name="anchorY" value="-254086.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7927.625"/>
      <inkml:brushProperty name="anchorY" value="-255091.04688"/>
      <inkml:brushProperty name="scaleFactor" value="0.5"/>
    </inkml:brush>
  </inkml:definitions>
  <inkml:trace contextRef="#ctx0" brushRef="#br0">0 424 7313 0 0,'0'0'0'0'0,"0"0"3004"0"0,0 0-1269 0 0,0 0-174 0 0,0 0-117 0 0,0 0-173 0 0,0 0-379 0 0,0 0-266 0 0,0 0-244 0 0,0 0-230 0 0,0 0 34 0 0,0 0 4 0 0,11 1 48 0 0,4 0-29 0 0,2 1 14 0 0,4 0-3 0 0,0 1-14 0 0,5-1 4 0 0,2 0 73 0 0,6 0-87 0 0,4-1-64 0 0,5 0-72 0 0,3-1-57 0 0,1 0 7 0 0,2-1-24 0 0,-1-1-94 0 0,-1 0 7 0 0,-5-1-17 0 0,-3 1 22 0 0,-5 0 12 0 0,-5 0 25 0 0,-2 1 9 0 0,-4 0 37 0 0,-1 1-3 0 0,-1 0 3 0 0,0 0 10 0 0,-1 0 3 0 0,2-1 8 0 0,0 0 50 0 0,0 0-64 0 0,1-1 16 0 0,0-1-10 0 0,0 0 1 0 0,-1-1-15 0 0,0 1-43 0 0,-1-1 17 0 0,-1 0-23 0 0,-1 0 61 0 0,-3 1-18 0 0,0 0 8 0 0,-3 0 4 0 0,-1 1-5 0 0,-1 0 6 0 0,-2 0-53 0 0,-1 1 72 0 0,-1 0-20 0 0,-1 0 3 0 0,0 1 2 0 0,1-1-6 0 0,1 1-3 0 0,0-1-55 0 0,0 1 80 0 0,-1 0-26 0 0,1 0 13 0 0,-3 0 0 0 0,-1 0 9 0 0,-1 0 2 0 0,-2 0 57 0 0,0 0 16 0 0,-1 0-47 0 0,0 0 74 0 0,-1 0-18 0 0,1 0 1 0 0,0 0-20 0 0,0 0-23 0 0,-1 0-56 0 0,1 0-70 0 0,-1-1 10 0 0,-6-2-33 0 0,1 0 0 0 0</inkml:trace>
  <inkml:trace contextRef="#ctx0" brushRef="#br1" timeOffset="436.287">1270 346 1852 0 0,'0'0'0'0'0,"0"0"1136"0"0,0 0-933 0 0,0 0 42 0 0,0 0 85 0 0,0 0 466 0 0,0 0-54 0 0,0 0-53 0 0,0 0 75 0 0,0 0 32 0 0,0 0-106 0 0,0-2-156 0 0,0 0-159 0 0,0-1-409 0 0,0 1-160 0 0,0 1-325 0 0,-1 0-212 0 0,0 1 30 0 0,0-1 35 0 0,1 1 26 0 0,-1 0 53 0 0,1 1 267 0 0,0-1 339 0 0,-1 0 324 0 0,1 0 182 0 0,0-1-273 0 0,1 1-198 0 0,-2-1-20 0 0,-1 0-99 0 0,-1 0-264 0 0,0-1-571 0 0,-2 0-295 0 0,-3-1-2691 0 0,9 4 4867 0 0,2 1-1574 0 0</inkml:trace>
  <inkml:trace contextRef="#ctx0" brushRef="#br2" timeOffset="1045.933">903 188 588 0 0,'0'0'0'0'0,"0"0"872"0"0,0 0-331 0 0,0 0 108 0 0,0 0 145 0 0,0 0 483 0 0,0 0 80 0 0,0 0-71 0 0,0 0-207 0 0,0 0-394 0 0,0 0 167 0 0,0 0 16 0 0,0-4-94 0 0,0-1-150 0 0,0 0-195 0 0,0 0-141 0 0,-1 0-159 0 0,-1-1-125 0 0,-1 1-71 0 0,1-1-43 0 0,-2 1 47 0 0,0-1-20 0 0,-1 1 2 0 0,0-1 35 0 0,-1 0 50 0 0,0-1 104 0 0,0 1-20 0 0,-1-1-3 0 0,0 0 5 0 0,-1-1 31 0 0,-1-1-131 0 0,0-1 25 0 0,-1-1-17 0 0,0-1-114 0 0,2 1 140 0 0,0 1-38 0 0,2 2 17 0 0,2 2 126 0 0,2 3 208 0 0,1 1-234 0 0,1 1 31 0 0,0 2 46 0 0,0 2-5 0 0,3 4 189 0 0,5 3 85 0 0,4 3 43 0 0,5 3-262 0 0,5 1-60 0 0,4 1 2 0 0,2-1 50 0 0,1-1-1 0 0,1 0 19 0 0,0-1 35 0 0,-3-1-64 0 0,0-1 35 0 0,-3 0-26 0 0,-2 1-8 0 0,-3-2-87 0 0,-2 0-37 0 0,-2-2-19 0 0,-2 0-67 0 0,-3-1 6 0 0,-2 0-6 0 0,-1-1-7 0 0,0-1-8 0 0,-1 1 7 0 0,0 0 2 0 0,0 0-10 0 0,0 1 4 0 0,0-1-2 0 0,-1-1-42 0 0,-1 0 54 0 0,-1-3-60 0 0,-1 0 60 0 0,0-2-65 0 0,0-1 76 0 0,-1-1-23 0 0,-1 0 8 0 0,0 0 4 0 0,1 0 4 0 0,-1 0 9 0 0,0 0-16 0 0,-1 0-61 0 0,1-1-164 0 0,0 1-187 0 0,-1 0-371 0 0,-4 0-340 0 0,-4 0-605 0 0,-4 0-4252 0 0,-4 0 1637 0 0,19 0 1458 0 0,4 0 3094 0 0</inkml:trace>
  <inkml:trace contextRef="#ctx0" brushRef="#br3" timeOffset="1219.714">1030 339 2824 0 0,'0'0'0'0'0,"0"0"6529"0"0,0 0-5540 0 0,0 0 1036 0 0,0 0-840 0 0,0 0 517 0 0,0 0-332 0 0,-12 23-342 0 0,-4 9-362 0 0,-7 9-266 0 0,-5 7-112 0 0,-8 5-270 0 0,-8 5 14 0 0,-8 3-269 0 0,-5 3-184 0 0,-4 3-323 0 0,0 0-535 0 0,2 1-1139 0 0,6-5-3189 0 0,4-1-3334 0 0,12-13 11006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52.44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4779.25"/>
      <inkml:brushProperty name="anchorY" value="-251095.53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5862.125"/>
      <inkml:brushProperty name="anchorY" value="-252563.98438"/>
      <inkml:brushProperty name="scaleFactor" value="0.5"/>
    </inkml:brush>
  </inkml:definitions>
  <inkml:trace contextRef="#ctx0" brushRef="#br0">241 1 2736 0 0,'0'0'0'0'0,"0"0"2124"0"0,0 0-611 0 0,0 0-1160 0 0,0 0 322 0 0,0 0 1752 0 0,0 0-1660 0 0,0 0 208 0 0,0 0-314 0 0,0 0-72 0 0,0 0-152 0 0,4 6-75 0 0,3 1-183 0 0,2 1 8 0 0,2 1-75 0 0,2-1-20 0 0,0 0 33 0 0,1 0 10 0 0,0 0 77 0 0,1 2-20 0 0,-1 3 82 0 0,0 3 69 0 0,0 5-118 0 0,-1 3-136 0 0,-1 4-80 0 0,0 4 3 0 0,0 1-25 0 0,-1 2 7 0 0,-2 0-54 0 0,0 1 62 0 0,0-1-16 0 0,-1-2-88 0 0,-1-2 116 0 0,-2-3-99 0 0,0-2 43 0 0,-2-4-82 0 0,-2-2-258 0 0,0-3-420 0 0,0-1-362 0 0,-3-2-834 0 0,-3-1-1355 0 0,-4-1-2337 0 0,1-3 4232 0 0</inkml:trace>
  <inkml:trace contextRef="#ctx0" brushRef="#br1" timeOffset="293.316">477 32 2888 0 0,'0'0'0'0'0,"0"0"5101"0"0,0 0-4318 0 0,0 0 809 0 0,0 0-756 0 0,0 0 190 0 0,0 0-166 0 0,0 0-317 0 0,0 0-159 0 0,0 0-96 0 0,-4 21 127 0 0,-2 11 44 0 0,-5 11 85 0 0,-4 6-79 0 0,-5 4-121 0 0,-4 3-92 0 0,-5 0-70 0 0,-3 0 76 0 0,-3-2-135 0 0,-2-1-91 0 0,-1-3-19 0 0,0-3-208 0 0,1-4 5 0 0,2-4-249 0 0,3-6-327 0 0,4-6-361 0 0,7-6-906 0 0,4-7-2379 0 0,6-5-3066 0 0,4-5 7739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0:57.32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6493.625"/>
      <inkml:brushProperty name="anchorY" value="-255000.23438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8255.1875"/>
      <inkml:brushProperty name="anchorY" value="-257182.73438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9407.875"/>
      <inkml:brushProperty name="anchorY" value="-258648.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7938.125"/>
      <inkml:brushProperty name="anchorY" value="-258549"/>
      <inkml:brushProperty name="scaleFactor" value="0.5"/>
    </inkml:brush>
  </inkml:definitions>
  <inkml:trace contextRef="#ctx0" brushRef="#br0">106 496 4044 0 0,'0'0'0'0'0,"0"0"2837"0"0,0 0-1672 0 0,0 0-134 0 0,0 0-334 0 0,0 0 275 0 0,0 0-126 0 0,0 0-97 0 0,0 0-301 0 0,0 0-199 0 0,0 0-12 0 0,0 0 6 0 0,15 17-34 0 0,2 6-5 0 0,0 6-44 0 0,-3 3-32 0 0,-4 1 2 0 0,-5 2 27 0 0,-6 1 23 0 0,-5 0 79 0 0,-5 2 37 0 0,-4 0 29 0 0,-3 1 12 0 0,0 1-59 0 0,-1 0-122 0 0,1 0-33 0 0,0 0-62 0 0,2-1-62 0 0,1-2-3 0 0,4-3-109 0 0,2-3-1 0 0,4-6-57 0 0,1-4-27 0 0,5-4 64 0 0,3-4 94 0 0,4-4 31 0 0,3-1 90 0 0,3-2 24 0 0,0-1 62 0 0,1 0 49 0 0,0 0-13 0 0,-2-1-18 0 0,0-1-7 0 0,-1 0 9 0 0,-1-1-74 0 0,-2 0 7 0 0,-2 0-6 0 0,-1-2-119 0 0,-2 1 80 0 0,-1-1-90 0 0,-2 0 14 0 0,0 0-5 0 0,-1 0-2 0 0,0 0 0 0 0,1 0-10 0 0,0 0-48 0 0,0 0 9 0 0,1 0 26 0 0,1 0 33 0 0,2 0 211 0 0,2 0-220 0 0,2 1 27 0 0,2 0 62 0 0,2 0-94 0 0,2 0 25 0 0,2 1-4 0 0,2 1 3 0 0,3 0-10 0 0,1 0 8 0 0,4 0-7 0 0,2 0-3 0 0,3 1 5 0 0,2-2 3 0 0,2 0 65 0 0,1 0-23 0 0,1-1 29 0 0,2-1-24 0 0,-1 1-53 0 0,-2-1 15 0 0,-3-2-14 0 0,-5 0-3 0 0,-4-1 1 0 0,-5-1 8 0 0,-3-1 91 0 0,-3-2-58 0 0,-3-2 55 0 0,-2-2-27 0 0,-1-2-16 0 0,-3-4-60 0 0,-2-3-87 0 0,-1-3-36 0 0,-1-3-27 0 0,-1-3 14 0 0,0-1-8 0 0,-2 0 30 0 0,1 2 76 0 0,-1 3 40 0 0,0 5 84 0 0,0 4 26 0 0,0 6 28 0 0,1 4 40 0 0,-2 4-50 0 0,0 2 4 0 0,-2 4-86 0 0,0 4 59 0 0,-2 4-120 0 0,1 6 47 0 0,1 6 140 0 0,2 6-84 0 0,1 6 62 0 0,2 7-28 0 0,6 5-11 0 0,3 5-62 0 0,5 6-30 0 0,3 3-1 0 0,2 4-15 0 0,1 0-63 0 0,1-2-164 0 0,0-5-84 0 0,-1-6-224 0 0,1-8-123 0 0,-3-8-223 0 0,-2-10-716 0 0,-2-7-1204 0 0,-4-8-3012 0 0,-2-5-495 0 0</inkml:trace>
  <inkml:trace contextRef="#ctx0" brushRef="#br1" timeOffset="365.8">1530 1064 8189 0 0,'0'0'0'0'0,"0"0"2188"0"0,0 0-630 0 0,0 0-193 0 0,0 0 54 0 0,0 0-37 0 0,0 0-272 0 0,0 0-251 0 0,0 0-307 0 0,0 0-150 0 0,0 0-62 0 0,6 11-85 0 0,4 6-142 0 0,3 9-103 0 0,5 6 8 0 0,2 6-100 0 0,2 3 45 0 0,1 2-14 0 0,0 0 49 0 0,-1 0-73 0 0,0-2 94 0 0,-1-3-43 0 0,-1-3-47 0 0,0-3-8 0 0,-1-4-20 0 0,-2-3-152 0 0,-1-3-207 0 0,-3-3-123 0 0,-2-2-369 0 0,-4-2-536 0 0,-3-1-830 0 0,-4-2-777 0 0,-4-1-2033 0 0,-4-2 512 0 0,-1-3 4988 0 0</inkml:trace>
  <inkml:trace contextRef="#ctx0" brushRef="#br2" timeOffset="621.195">2020 1046 8037 0 0,'0'0'0'0'0,"0"0"2888"0"0,0 0-1825 0 0,0 0-38 0 0,0 0-465 0 0,0 0 561 0 0,0 0-28 0 0,0 0-399 0 0,0 0-427 0 0,0 0 28 0 0,0 0-46 0 0,0 0-1 0 0,-37 24 142 0 0,-7 8 106 0 0,-6 9 31 0 0,0 6-134 0 0,3 2-173 0 0,2 4-82 0 0,2 0-141 0 0,1 3-93 0 0,-2 0-141 0 0,1 2-249 0 0,2-2-316 0 0,3-3-170 0 0,5-5-379 0 0,6-6-761 0 0,8-7-1225 0 0,6-8-3681 0 0,6-9 4194 0 0</inkml:trace>
  <inkml:trace contextRef="#ctx0" brushRef="#br3" timeOffset="1428.463">2174 58 3024 0 0,'0'0'0'0'0,"0"0"6405"0"0,0 0-5316 0 0,0 0 692 0 0,0 0-1045 0 0,0 0 156 0 0,0 0-21 0 0,0 0-264 0 0,0 0-139 0 0,0 0-541 0 0,4 0 158 0 0,3 0 19 0 0,6-2 159 0 0,5-3-9 0 0,5-1-113 0 0,6-2-94 0 0,1-1-21 0 0,1 1 38 0 0,-2 1-79 0 0,-3 1-168 0 0,-3 2 5 0 0,-2 1 86 0 0,0 3 87 0 0,0 4-16 0 0,1 4 16 0 0,-2 4 6 0 0,-2 5-2 0 0,-2 4 1 0 0,-5 2 99 0 0,-3 2 59 0 0,-3 1-94 0 0,-3-1 36 0 0,-3-1-26 0 0,-2 0 18 0 0,-4-2-11 0 0,-3-2 8 0 0,-2-2-43 0 0,0-2-44 0 0,0-3 5 0 0,2-2-62 0 0,3-4-88 0 0,2-3-67 0 0,3-2-195 0 0,4-2-136 0 0,8-2-14 0 0,8 0 348 0 0,7-2 50 0 0,7 2 39 0 0,2-1 125 0 0,0 2-22 0 0,-3 1 192 0 0,-5 4 402 0 0,-8 4-29 0 0,-6 4-45 0 0,-7 5 106 0 0,-10 3-99 0 0,-8 4 291 0 0,-9 2-322 0 0,-6 1-166 0 0,-4 0-87 0 0,-1-2-43 0 0,-1-2-68 0 0,2-3-128 0 0,-1-1-86 0 0,-1-1-140 0 0,-3-1-417 0 0,-5-2-394 0 0,-4-1-1022 0 0,-14-4-4060 0 0,8-2-4126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03.93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8845.375"/>
      <inkml:brushProperty name="anchorY" value="-259980.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0064.4375"/>
      <inkml:brushProperty name="anchorY" value="-261491.28125"/>
      <inkml:brushProperty name="scaleFactor" value="0.5"/>
    </inkml:brush>
  </inkml:definitions>
  <inkml:trace contextRef="#ctx0" brushRef="#br0">150 6 848 0 0,'0'0'0'0'0,"0"0"680"0"0,0 0 238 0 0,0 0 1001 0 0,0 0-1051 0 0,0 0 119 0 0,0 0-113 0 0,0 0 129 0 0,0 0-355 0 0,0 0 33 0 0,1-1-83 0 0,0 0-40 0 0,0 0 61 0 0,0 0 38 0 0,-1 0 18 0 0,0 0 43 0 0,1 1-59 0 0,-1 0-50 0 0,0 0-71 0 0,0 0 5 0 0,0 1-61 0 0,0 1-28 0 0,0 1-29 0 0,0 1-99 0 0,2 3-45 0 0,2 4-75 0 0,2 5-70 0 0,3 7 30 0 0,3 6-54 0 0,4 7 32 0 0,4 5-94 0 0,3 5-44 0 0,3 3 3 0 0,1 0-106 0 0,1 1 120 0 0,1-3-129 0 0,-2-3-27 0 0,0-4-21 0 0,-3-5-152 0 0,-3-5-44 0 0,-3-4-12 0 0,-3-4-125 0 0,-3-5-169 0 0,-2-2-235 0 0,-4-4-640 0 0,-2-3-744 0 0,-2-3-2402 0 0,-2-3-1419 0 0,-1 0 6728 0 0</inkml:trace>
  <inkml:trace contextRef="#ctx0" brushRef="#br1" timeOffset="291.63">458 56 7141 0 0,'0'0'0'0'0,"0"0"2284"0"0,0 0-1171 0 0,0 0 129 0 0,0 0-394 0 0,0 0 240 0 0,0 0-249 0 0,0 0-185 0 0,-18 22-169 0 0,-8 9-170 0 0,-5 9-26 0 0,-5 8-51 0 0,-3 4-52 0 0,-1 2-32 0 0,1 1-118 0 0,1-1-26 0 0,2-4-250 0 0,2-3-95 0 0,5-6-191 0 0,4-5-339 0 0,6-7-524 0 0,3-6-656 0 0,4-6-2580 0 0,4-6-1837 0 0,1-4 7747 0 0,2-4-3092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08.36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9126.25"/>
      <inkml:brushProperty name="anchorY" value="-261114.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0341.25"/>
      <inkml:brushProperty name="anchorY" value="-261607.25"/>
      <inkml:brushProperty name="scaleFactor" value="0.5"/>
    </inkml:brush>
  </inkml:definitions>
  <inkml:trace contextRef="#ctx0" brushRef="#br0">1 354 1316 0 0,'0'0'0'0'0,"0"0"5869"0"0,0 0-4831 0 0,0 0 825 0 0,0 0-905 0 0,0 0 120 0 0,0 0 24 0 0,0 0-217 0 0,0 0-283 0 0,0 0-156 0 0,0 0-135 0 0,0 0 1 0 0,29-5-70 0 0,8 0 51 0 0,8-1-65 0 0,5 2-14 0 0,1 1 3 0 0,0 1-66 0 0,0 1-66 0 0,-2 0 10 0 0,1 0-99 0 0,-1-1 29 0 0,1 1 29 0 0,-2-1-68 0 0,0 0 22 0 0,-1 0-18 0 0,-2 0 8 0 0,0 1-7 0 0,-1-1-50 0 0,-2 2 66 0 0,-3-1-22 0 0,-3 1 2 0 0,-4 0-185 0 0,-5 0 151 0 0,-3 0-55 0 0,-4 0 42 0 0,-3 0-32 0 0,-4-1-7 0 0,-1-1 2 0 0,-3 0 39 0 0,-2-2 53 0 0,-3 1-8 0 0,-1-2 13 0 0,-1 0 88 0 0,-5-1 106 0 0,-6-2-113 0 0,-8-1 11 0 0,-8-3-13 0 0,-10-1 13 0 0,-10-2-20 0 0,-8-2-69 0 0,-6-1 6 0 0,-6-3-12 0 0,-2 0-173 0 0,0-2 53 0 0,4 0-291 0 0,7 0 89 0 0,8 2-335 0 0,11 2-548 0 0,9 3-651 0 0,11 5-1021 0 0,7 3-2164 0 0,6 3 525 0 0</inkml:trace>
  <inkml:trace contextRef="#ctx0" brushRef="#br1" timeOffset="380.675">958 261 1200 0 0,'0'0'0'0'0,"0"0"300"0"0,0 0-289 0 0,0 0 3657 0 0,0 0-2556 0 0,0 0 191 0 0,0 0-411 0 0,0 0-293 0 0,0 0 43 0 0,0 0-249 0 0,0 0-253 0 0,11 6-121 0 0,1 3-54 0 0,3 1 39 0 0,-2 1-28 0 0,-1 0 28 0 0,-3 0 58 0 0,-3-2 116 0 0,-2 0 64 0 0,-3-2 35 0 0,0-1 164 0 0,-3 0 2 0 0,-5 0-45 0 0,-4 0-71 0 0,-7 1-10 0 0,-6 1 37 0 0,-6 2 162 0 0,-8 3 323 0 0,-7 2-56 0 0,-6 4-132 0 0,-5 4-62 0 0,-1 2-193 0 0,0 3-174 0 0,3 2-154 0 0,4 0-52 0 0,8 0-355 0 0,8-2-332 0 0,10-3-437 0 0,9-2-914 0 0,9-3-3559 0 0,5-6-2541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07.3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8759.4375"/>
      <inkml:brushProperty name="anchorY" value="-261264.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7804.125"/>
      <inkml:brushProperty name="anchorY" value="-259993.6875"/>
      <inkml:brushProperty name="scaleFactor" value="0.5"/>
    </inkml:brush>
  </inkml:definitions>
  <inkml:trace contextRef="#ctx0" brushRef="#br0">109 430 64 0 0,'0'0'0'0'0,"0"0"264"0"0,0 0 359 0 0,0 0 6395 0 0,0 0-7075 0 0,0 0 1991 0 0,0 0-1098 0 0,0 0-8 0 0,0 0-64 0 0,0 0-98 0 0,0 0-154 0 0,-3-8-112 0 0,1-1-90 0 0,-1-1-5 0 0,1-1-85 0 0,0 0-42 0 0,1-1-82 0 0,0-1-86 0 0,1 0 7 0 0,0-4-16 0 0,0-2-103 0 0,0-3-116 0 0,-2-5-202 0 0,-5-3-413 0 0,-2-4-355 0 0,-2-2-318 0 0,-2-1-403 0 0,-1 2-408 0 0,0 3-11 0 0,0 4-273 0 0,3 8 1197 0 0</inkml:trace>
  <inkml:trace contextRef="#ctx0" brushRef="#br1" timeOffset="221.502">0 125 1228 0 0,'0'0'0'0'0,"0"0"492"0"0,0 0-205 0 0,0 0 3325 0 0,0 0-2764 0 0,0 0 678 0 0,0 0-217 0 0,0 0-142 0 0,0 0-414 0 0,0 0-119 0 0,0 0-226 0 0,32-16-200 0 0,7-4-135 0 0,8-3 57 0 0,2 1-31 0 0,0 4 107 0 0,-3 4-1 0 0,-4 5 7 0 0,-4 7-112 0 0,-3 6 88 0 0,-5 6-60 0 0,-4 8-30 0 0,-5 6 27 0 0,-3 5-44 0 0,-5 5-91 0 0,-6 3-78 0 0,-2 2-345 0 0,-3 1-308 0 0,-2-2-336 0 0,-3 0-703 0 0,-1-5-1193 0 0,-4-2-1425 0 0,0-8 2029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18.34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6099.5625"/>
      <inkml:brushProperty name="anchorY" value="-269055.90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7584.8125"/>
      <inkml:brushProperty name="anchorY" value="-269624.75"/>
      <inkml:brushProperty name="scaleFactor" value="0.5"/>
    </inkml:brush>
  </inkml:definitions>
  <inkml:trace contextRef="#ctx0" brushRef="#br0">39 286 744 0 0,'0'0'0'0'0,"0"0"64"0"0,0 0 2469 0 0,0 0 2580 0 0,0 0-3890 0 0,0 0 1068 0 0,0 0-733 0 0,0 0-348 0 0,0 0-179 0 0,0 0-301 0 0,0 0-197 0 0,0 0-146 0 0,-14 1-94 0 0,0 0-35 0 0,5 1-79 0 0,7 0 76 0 0,13-1 141 0 0,14 1-22 0 0,13-1 71 0 0,13 0-54 0 0,12 0-51 0 0,10-2 23 0 0,10-1-26 0 0,6-2 38 0 0,7 0-101 0 0,3-1-128 0 0,2 0-107 0 0,-1 2-25 0 0,-2 1-17 0 0,-5 0 1 0 0,-4 3-82 0 0,-5 2 51 0 0,-5 2-33 0 0,-7 1 64 0 0,-7 1-18 0 0,-10-1-62 0 0,-7-1-36 0 0,-10 0 141 0 0,-7-2-41 0 0,-8-1 17 0 0,-5-1 1 0 0,-6-1-51 0 0,-3-1-93 0 0,-4-2 42 0 0,-2-2-54 0 0,-3-2 4 0 0,-5-1-22 0 0,-7-3 5 0 0,-8-2 44 0 0,-10-3 131 0 0,-12-3-35 0 0,-13-2-72 0 0,-14-5-53 0 0,-13-2-127 0 0,-11-2 47 0 0,-5 1-66 0 0,0 1-61 0 0,5 5-115 0 0,11 4-253 0 0,12 6-429 0 0,17 5-685 0 0,15 4-862 0 0,14 3-2636 0 0,15 4-1707 0 0,8 1 8570 0 0</inkml:trace>
  <inkml:trace contextRef="#ctx0" brushRef="#br1" timeOffset="295.311">1476 259 1540 0 0,'0'0'0'0'0,"0"0"7813"0"0,0 0-5750 0 0,0 0 494 0 0,0 0-894 0 0,0 0-199 0 0,-34 24-61 0 0,-11 8-480 0 0,-12 7-534 0 0,-3 3-364 0 0,-2 1-58 0 0,3-3-180 0 0,4-3-106 0 0,7-4-108 0 0,8-6-305 0 0,8-5-421 0 0,8-5-1137 0 0,9-5-2238 0 0,6-4-1370 0 0,4-3 1895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16.83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2046.875"/>
      <inkml:brushProperty name="anchorY" value="-266335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3352.3125"/>
      <inkml:brushProperty name="anchorY" value="-267688.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4582.125"/>
      <inkml:brushProperty name="anchorY" value="-267753"/>
      <inkml:brushProperty name="scaleFactor" value="0.5"/>
    </inkml:brush>
  </inkml:definitions>
  <inkml:trace contextRef="#ctx0" brushRef="#br0">0 769 1120 0 0,'0'0'0'0'0,"0"0"5313"0"0,0 0-4262 0 0,0 0 1596 0 0,0 0-1230 0 0,0 0-28 0 0,0 0-172 0 0,0 0-112 0 0,18 23-108 0 0,7 5-156 0 0,8 6-248 0 0,2 3-137 0 0,3-1-68 0 0,0 0-107 0 0,0-2-57 0 0,0-2-152 0 0,-2-1-63 0 0,-2-1-131 0 0,-4-3-212 0 0,-3-1-41 0 0,-4-3-153 0 0,-5-2-158 0 0,-4-1-257 0 0,-4-2-611 0 0,-3-2-654 0 0,-4-2-948 0 0,-5-2-2008 0 0,-2-3 1221 0 0</inkml:trace>
  <inkml:trace contextRef="#ctx0" brushRef="#br1" timeOffset="190.168">73 1339 1968 0 0,'0'0'0'0'0,"0"0"600"0"0,0 0 7598 0 0,0 0-8046 0 0,0 0 2087 0 0,0 0-1193 0 0,0 0-593 0 0,11-20 211 0 0,6-10-169 0 0,10-9-285 0 0,7-9-207 0 0,6-5-153 0 0,5-5-117 0 0,1-3 79 0 0,-2-1-94 0 0,-4 0-118 0 0,-5 0-434 0 0,-10 3-439 0 0,-8 2-762 0 0,-7 5-1301 0 0,-8 6-2335 0 0,-6 4 4883 0 0,-2 11 251 0 0</inkml:trace>
  <inkml:trace contextRef="#ctx0" brushRef="#br2" timeOffset="635.708">622 9 964 0 0,'0'0'0'0'0,"0"0"7917"0"0,0 0-7062 0 0,0 0 1897 0 0,0 0-1497 0 0,0 0-377 0 0,0 0 47 0 0,0 0-37 0 0,52-6-194 0 0,9 3-182 0 0,7 4-243 0 0,-4 7 43 0 0,-11 7-231 0 0,-13 9-11 0 0,-13 6 1 0 0,-10 6-82 0 0,-12 5 16 0 0,-11 1-8 0 0,-9 0-127 0 0,-8 0 8 0 0,-6-3 36 0 0,-5-1 7 0 0,-5-3 88 0 0,-3-3-7 0 0,-3-3 8 0 0,-2-2-12 0 0,-1-4-94 0 0,1-4-21 0 0,2-4-131 0 0,7-5-100 0 0,6-3-28 0 0,8-7-220 0 0,8-6 148 0 0,7-7-235 0 0,8-6 419 0 0,9-6-71 0 0,9-4-35 0 0,10-2 84 0 0,6 1 268 0 0,6 2-15 0 0,4 6 440 0 0,1 5 183 0 0,1 5-103 0 0,0 7-20 0 0,-1 5-5 0 0,0 6-124 0 0,0 5-221 0 0,-1 4-104 0 0,1 3 10 0 0,0 1-149 0 0,0-1-291 0 0,1 0-396 0 0,0-2-966 0 0,0-4-2259 0 0,0-3-839 0 0,-10-4 232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14.69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8957.125"/>
      <inkml:brushProperty name="anchorY" value="-261215.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0338.625"/>
      <inkml:brushProperty name="anchorY" value="-262477.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8819.5"/>
      <inkml:brushProperty name="anchorY" value="-262509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29724.5"/>
      <inkml:brushProperty name="anchorY" value="-264202.093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1033"/>
      <inkml:brushProperty name="anchorY" value="-264931.78125"/>
      <inkml:brushProperty name="scaleFactor" value="0.5"/>
    </inkml:brush>
  </inkml:definitions>
  <inkml:trace contextRef="#ctx0" brushRef="#br0">75 1027 7525 0 0,'0'0'0'0'0,"0"0"1308"0"0,0 0-196 0 0,0 0-583 0 0,0 0 261 0 0,0 0 103 0 0,0 0-72 0 0,0 0-130 0 0,0 0-104 0 0,0 0 18 0 0,0 0 3 0 0,16-4-110 0 0,5 0-9 0 0,7 1 15 0 0,3 1-38 0 0,2 4-4 0 0,2 3-75 0 0,2 5-111 0 0,1 5-118 0 0,1 6 51 0 0,0 5-95 0 0,0 6-126 0 0,-2 4-97 0 0,-2 2-54 0 0,-2 2-27 0 0,-4-1-63 0 0,-5-2-70 0 0,-4-4-60 0 0,-5-3-37 0 0,-4-5-123 0 0,-5-4-294 0 0,-2-6-275 0 0,-3-4-249 0 0,-2-4-533 0 0,-4-5-2719 0 0,-2-3-2391 0 0,-5-7 8306 0 0,1 0-2376 0 0</inkml:trace>
  <inkml:trace contextRef="#ctx0" brushRef="#br1" timeOffset="286.979">674 726 40 0 0,'0'0'0'0'0,"0"0"8313"0"0,0 0-8033 0 0,0 0 2613 0 0,-17 27-1667 0 0,-6 13-122 0 0,-8 12-119 0 0,-5 8-10 0 0,-5 5-195 0 0,-5 2-305 0 0,-3 0-148 0 0,-3 0-141 0 0,-1-4-91 0 0,0-2-25 0 0,2-5-75 0 0,2-5-158 0 0,3-5-105 0 0,7-6-147 0 0,6-6-263 0 0,8-6-365 0 0,8-6-943 0 0,7-6-2083 0 0,7-6-1272 0 0,5-4 1790 0 0</inkml:trace>
  <inkml:trace contextRef="#ctx0" brushRef="#br2" timeOffset="983.871">1059 0 7845 0 0,'0'0'0'0'0,"0"0"1504"0"0,0 0 37 0 0,0 0-677 0 0,0 0 74 0 0,0 0-84 0 0,0 0-202 0 0,0 0-224 0 0,0 0-93 0 0,0 0-218 0 0,0 0 84 0 0,0 0-187 0 0,32 7 0 0 0,7 0-22 0 0,6 3-118 0 0,-1-2 86 0 0,-5 0 43 0 0,-5-1 56 0 0,-7-2-79 0 0,-5 1-44 0 0,-4-1 76 0 0,-2 0-34 0 0,-2 2-50 0 0,2 1 82 0 0,0 1-28 0 0,0 3-125 0 0,1 2 183 0 0,-2 2-61 0 0,-3 2 31 0 0,-2 1 48 0 0,-4 2 14 0 0,-4 0 75 0 0,-5 1-8 0 0,-4-1-2 0 0,-7 0-14 0 0,-5-1-53 0 0,-3-1-60 0 0,-2-1-2 0 0,0-1-52 0 0,-1-1-120 0 0,1 0-40 0 0,1 0 72 0 0,0-2-86 0 0,5-2 8 0 0,3-1-64 0 0,5-4 33 0 0,4-2 75 0 0,2-2-55 0 0,3-2-25 0 0,2-1 41 0 0,4 0 180 0 0,6-2 5 0 0,7 1 129 0 0,8 0-77 0 0,6 0-34 0 0,5 3-138 0 0,3 4 183 0 0,-2 3-51 0 0,-4 6 331 0 0,-6 3-88 0 0,-8 5 106 0 0,-7 3-97 0 0,-10 3 106 0 0,-11 2 28 0 0,-10 1 3 0 0,-11 0-79 0 0,-7-2-123 0 0,-7-1-189 0 0,-2-2-89 0 0,-1-3-335 0 0,1-4-435 0 0,3-4-354 0 0,4-4-790 0 0,6-3-1292 0 0,6-3-2614 0 0,9-3 4240 0 0</inkml:trace>
  <inkml:trace contextRef="#ctx0" brushRef="#br3" timeOffset="1393.193">1876 1151 3928 0 0,'0'0'0'0'0,"0"0"4481"0"0,0 0-2992 0 0,0 0 854 0 0,0 0-814 0 0,0 0-100 0 0,0 0-335 0 0,0 0-391 0 0,0 0-351 0 0,0 0-45 0 0,52-7-210 0 0,11-2-89 0 0,7 1-233 0 0,-3-1 75 0 0,-9 2-317 0 0,-12 0-48 0 0,-10 1-185 0 0,-11 1-260 0 0,-6-1-320 0 0,-7-2-592 0 0,-5-1-664 0 0,-2-2-1869 0 0,-4-2 398 0 0,0 1 3969 0 0</inkml:trace>
  <inkml:trace contextRef="#ctx0" brushRef="#br4" timeOffset="1582.306">2080 909 692 0 0,'0'0'0'0'0,"0"0"6769"0"0,0 0-5429 0 0,0 0 1445 0 0,0 0-1520 0 0,0 0-107 0 0,0 0 123 0 0,0 0-300 0 0,-5 23-306 0 0,1 7-246 0 0,1 8-60 0 0,4 5-52 0 0,4 4-74 0 0,4 2-55 0 0,3 1-210 0 0,0 0-21 0 0,2-1-323 0 0,-1-5 4 0 0,1-4-215 0 0,1-7-334 0 0,0-8-726 0 0,2-7-1364 0 0,1-7-2979 0 0,1-6 332 0 0,-4-3 6714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20.04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6192.8125"/>
      <inkml:brushProperty name="anchorY" value="-269159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7415.625"/>
      <inkml:brushProperty name="anchorY" value="-270323.56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6535.8125"/>
      <inkml:brushProperty name="anchorY" value="-270936.03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7738.5"/>
      <inkml:brushProperty name="anchorY" value="-272135.1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6597.875"/>
      <inkml:brushProperty name="anchorY" value="-271710.625"/>
      <inkml:brushProperty name="scaleFactor" value="0.5"/>
    </inkml:brush>
    <inkml:context xml:id="ctx1">
      <inkml:inkSource xml:id="inkSrc5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22:31:25.761"/>
    </inkml:context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7911.375"/>
      <inkml:brushProperty name="anchorY" value="-272971.9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39192.125"/>
      <inkml:brushProperty name="anchorY" value="-273823.4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0089.375"/>
      <inkml:brushProperty name="anchorY" value="-275119.343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1359.8125"/>
      <inkml:brushProperty name="anchorY" value="-276644.31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2542.875"/>
      <inkml:brushProperty name="anchorY" value="-277834.21875"/>
      <inkml:brushProperty name="scaleFactor" value="0.5"/>
    </inkml:brush>
  </inkml:definitions>
  <inkml:trace contextRef="#ctx0" brushRef="#br0">165 456 516 0 0,'0'0'0'0'0,"0"0"2492"0"0,0 0 1303 0 0,0 0-2795 0 0,0 0 575 0 0,0 0-643 0 0,0 0-26 0 0,0 0 190 0 0,0 0 42 0 0,0 0-222 0 0,0 0-191 0 0,0 0-132 0 0,24 21-76 0 0,7 7-136 0 0,9 7-6 0 0,4 2 64 0 0,1 0-72 0 0,0 0-4 0 0,-2-3-88 0 0,-2-3-67 0 0,-3-2 45 0 0,-2-4-26 0 0,-4-4 38 0 0,-3-3 28 0 0,-4-3 54 0 0,-6-3-58 0 0,-4-3-90 0 0,-4-2-73 0 0,-5-3-49 0 0,-2-2-66 0 0,-2 0-3 0 0,-2-2-6 0 0,-1-1-86 0 0,1 1 19 0 0,-1 0-19 0 0,0-2 1 0 0,1 1 41 0 0,0-2-17 0 0,-1 0 55 0 0,1-2-113 0 0,0 1 16 0 0,0-2-4 0 0,-1 1-50 0 0,-3-1-14 0 0,-3 0-27 0 0,-1 1 46 0 0,-1-1-2 0 0,0 1-8 0 0,1 1 71 0 0,1 0 12 0 0,2 1-18 0 0,1-1 98 0 0,2 0-13 0 0,2-1 96 0 0,0-2-97 0 0,3-2 20 0 0,2-1-222 0 0,2-2 190 0 0,-1 0-44 0 0,-1 1-82 0 0,-1 2-77 0 0,-2 0-94 0 0,-1 3-134 0 0,0 2-47 0 0,-1 3 32 0 0,-1 3-206 0 0,-4 2-101 0 0,-4 5-75 0 0,-3 1-645 0 0,-5 3-662 0 0,-2 0-1223 0 0,-1 0-2523 0 0,0-1 5806 0 0,3-2-779 0 0</inkml:trace>
  <inkml:trace contextRef="#ctx0" brushRef="#br1" timeOffset="954.477">34 101 484 0 0,'0'0'0'0'0,"0"0"2960"0"0,0 0-704 0 0,0 0-588 0 0,0 0-6 0 0,0 0-364 0 0,0 0-184 0 0,0 0 113 0 0,0 0-292 0 0,0 0 18 0 0,0 0-129 0 0,0 0-153 0 0,15 9-68 0 0,7 2 8 0 0,9 1-29 0 0,8 0-15 0 0,7-2-85 0 0,8 0-94 0 0,7-2-49 0 0,3 0-100 0 0,2 0-92 0 0,-1 0-100 0 0,-5 2-38 0 0,-5 1-81 0 0,-5 2-120 0 0,-8 3 172 0 0,-6 3-4 0 0,-5 4-99 0 0,-7 3-28 0 0,-4 3-14 0 0,-6 3-4 0 0,-5 1-36 0 0,-4 2 14 0 0,-5-1-33 0 0,-6 1 64 0 0,-6-2 8 0 0,-7-1-19 0 0,-7-2 103 0 0,-5-2 59 0 0,-7-2-7 0 0,-3-2 16 0 0,-4-2 84 0 0,-1-3 50 0 0,-1-2 66 0 0,3-3-188 0 0,3-4 62 0 0,5-3-73 0 0,8-2 121 0 0,7-3-51 0 0,6-1-75 0 0,6-3 16 0 0,5-2-24 0 0,2-3 11 0 0,4-2-9 0 0,3-2-268 0 0,3-3 109 0 0,4-2-1 0 0,4 0 178 0 0,3-1-32 0 0,3 1 166 0 0,2 1 18 0 0,-1 2-94 0 0,-2 2-58 0 0,-2 4 14 0 0,-3 2 60 0 0,-2 3 12 0 0,-1 3 58 0 0,1 4-115 0 0,0 4-28 0 0,1 2 14 0 0,3 4 34 0 0,1 4 73 0 0,2 2-149 0 0,0 3 45 0 0,0 1-22 0 0,0 1-4 0 0,0 1 1 0 0,-2 1 125 0 0,-2-1-32 0 0,-3 1 32 0 0,-4-1 5 0 0,-3-2 60 0 0,-4-1-85 0 0,-1-2 42 0 0,-4-3-5 0 0,-3-2-51 0 0,-2-3-46 0 0,-2-3-45 0 0,1-3 7 0 0,1-4-106 0 0,2-1-61 0 0,1-2-16 0 0,2-1 37 0 0,1 0 58 0 0,1-1 14 0 0,0 1-31 0 0,1-1 0 0 0,-1 0 115 0 0,0 0-30 0 0,1 0 142 0 0,0 0-50 0 0,1 2 45 0 0,1 1-18 0 0,2 5 49 0 0,1 4-19 0 0,-1 6-15 0 0,-1 6-70 0 0,-3 6 94 0 0,-9 6-52 0 0,-8 3 50 0 0,-10 4-116 0 0,-9 1 91 0 0,-7 0-59 0 0,-5-2 49 0 0,-4-3-131 0 0,-4-4-22 0 0,-1-5-153 0 0,-4-5-194 0 0,-1-5-269 0 0,-4-5-191 0 0,-3-5-701 0 0,1-3-1821 0 0,-2-4-4529 0 0,14-2 2118 0 0</inkml:trace>
  <inkml:trace contextRef="#ctx0" brushRef="#br2" timeOffset="4649.673">1054 759 1772 0 0,'0'0'0'0'0,"0"0"1436"0"0,0 0 3655 0 0,0 0-3924 0 0,0 0 625 0 0,0 0-499 0 0,0 0-75 0 0,0 0 292 0 0,0 0-169 0 0,0 0-285 0 0,24 11-396 0 0,6 4-260 0 0,6 4-96 0 0,2 4-215 0 0,-1 2-7 0 0,-4 0-85 0 0,-2 1 3 0 0,-4-1-128 0 0,-3-2-64 0 0,-4-2-93 0 0,-2-1-96 0 0,-3-2-63 0 0,-2-1-160 0 0,-4-1-221 0 0,-3-1-221 0 0,-3-1-202 0 0,-1-2-670 0 0,-3-1-935 0 0,-1-3-1261 0 0,-1-3-417 0 0,1-2 4623 0 0,0-2-723 0 0</inkml:trace>
  <inkml:trace contextRef="#ctx0" brushRef="#br3" timeOffset="4841.404">1331 848 1068 0 0,'0'0'0'0'0,"0"0"5433"0"0,0 0-3081 0 0,0 0-539 0 0,0 0-897 0 0,0 0-153 0 0,-30 26 92 0 0,-7 8-78 0 0,-7 7-383 0 0,-2 2-411 0 0,3 1-482 0 0,5-2-317 0 0,7-4-255 0 0,8-3-494 0 0,8-4-626 0 0,7-4 136 0 0,5-4-717 0 0,6-6-114 0 0,7-4 2786 0 0,1-5-209 0 0</inkml:trace>
  <inkml:trace contextRef="#ctx0" brushRef="#br4" timeOffset="5348.34">1580 0 1316 0 0,'0'0'0'0'0,"0"0"4004"0"0,0 0-3714 0 0,0 0 1135 0 0,0 0-430 0 0,0 0 396 0 0,0 0-47 0 0,0 0-283 0 0,0 0-136 0 0,0 0-105 0 0,28 20-152 0 0,8 7-151 0 0,5 6-154 0 0,1 2-57 0 0,-7 2-123 0 0,-6 0-52 0 0,-10-1-39 0 0,-6-2-26 0 0,-9-1-16 0 0,-8-3-56 0 0,-7-3 10 0 0,-7-3-162 0 0,-5-3-63 0 0,-3-4-76 0 0,-3-3 5 0 0,-2-3 124 0 0,-2-3-44 0 0,-2-3 86 0 0,-2-3-24 0 0,0 0 24 0 0,1-3 43 0 0,3-2 91 0 0,3-3-139 0 0,7-2-181 0 0,6-4-199 0 0,6-3-186 0 0,5-2 66 0 0,9-3 121 0 0,9 0-522 0 0,8 0 595 0 0,8 3 395 0 0,5 4-31 0 0,4 4 692 0 0,1 6 195 0 0,4 6 28 0 0,0 5-133 0 0,1 5-74 0 0,-1 3-157 0 0,0 1-49 0 0,-2 0-86 0 0,-2-1-285 0 0,-3-2-30 0 0,-3-4-326 0 0,-1-2-336 0 0,-2-4-245 0 0,-2-2-948 0 0,-1-2-3018 0 0,-6-2-1730 0 0</inkml:trace>
  <inkml:trace contextRef="#ctx1" brushRef="#br5">2224 788 888,'0'0'0,"0"0"5193,0 0-3483,0 0-82,0 0-512,0 0-216,0 0 157,0 0 124,0 0 28,0 0-484,0 0 9,20 5-29,9 1-35,9-1-118,7 0-139,5-2-141,0-1-92,-2 0-192,-4-2 22,-6 0-261,-8 0-24,-7 0-195,-8-1-281,-5 0-612,-6-1-940,-2-1-2166,-4-2-866,-2-1 1648,-2 1 4145</inkml:trace>
  <inkml:trace contextRef="#ctx0" brushRef="#br6" timeOffset="5906.431">2433 697 10697 0 0,'0'0'0'0'0,"0"0"2716"0"0,0 0-994 0 0,0 0-598 0 0,0 0-109 0 0,0 0-208 0 0,-1 25-130 0 0,0 9-210 0 0,0 7-440 0 0,1 2 32 0 0,-1 1-450 0 0,1-2-87 0 0,0-3-203 0 0,2-3-17 0 0,2-5-506 0 0,1-3-430 0 0,1-3-605 0 0,2-4-2146 0 0,1-3-338 0 0,2-5 3191 0 0,-1-3 393 0 0</inkml:trace>
  <inkml:trace contextRef="#ctx0" brushRef="#br7" timeOffset="6890.482">3132 425 468 0 0,'0'0'0'0'0,"0"0"6905"0"0,0 0-4280 0 0,0 0-393 0 0,0 0-970 0 0,0 0-95 0 0,0 0-252 0 0,0 0-5 0 0,0 0-325 0 0,0 0-341 0 0,41 20-138 0 0,7 7-79 0 0,4 5 39 0 0,-3 4 36 0 0,-9 2 60 0 0,-11 0 20 0 0,-10 0-120 0 0,-8 0 2 0 0,-9 0 17 0 0,-9 0 76 0 0,-6-1-63 0 0,-7-1 38 0 0,-7-1-57 0 0,-5-1-8 0 0,-2-3-60 0 0,-2-4 4 0 0,0-2-10 0 0,0-5-145 0 0,2-4-57 0 0,2-5-82 0 0,2-4 54 0 0,4-3-86 0 0,4-3 0 0 0,3-3-67 0 0,6-4 20 0 0,2-4-123 0 0,5-4-65 0 0,2-4-300 0 0,3-3 70 0 0,4-2 311 0 0,5 1-125 0 0,3 0 211 0 0,5 4 401 0 0,2 5-78 0 0,1 3 546 0 0,1 6 270 0 0,2 5-83 0 0,3 7 404 0 0,3 5-460 0 0,4 7 62 0 0,3 3-320 0 0,3 4-107 0 0,2 1-266 0 0,-1-1-2 0 0,1-2-668 0 0,-1-3-548 0 0,-1-5-515 0 0,-2-5-1458 0 0,0-4-2658 0 0,-8-5 1527 0 0</inkml:trace>
  <inkml:trace contextRef="#ctx0" brushRef="#br8" timeOffset="7160.829">3671 695 3300 0 0,'0'0'0'0'0,"0"0"196"0"0,0 0 7925 0 0,0 0-8080 0 0,0 0 2393 0 0,0 0-889 0 0,0 0-162 0 0,0 0-75 0 0,0 0-344 0 0,0 0-456 0 0,0 0-188 0 0,0 0-185 0 0,43 18-67 0 0,10 5-66 0 0,4 4-63 0 0,-1 2-73 0 0,-6 0-103 0 0,-9-3-151 0 0,-8-2-56 0 0,-9-1-97 0 0,-7-3-79 0 0,-6-1-276 0 0,-6-2-337 0 0,-4-1-345 0 0,-4 0-433 0 0,-4-2-651 0 0,-4-1-2489 0 0,0-1 1089 0 0,-1-2 4464 0 0,2-2-1070 0 0</inkml:trace>
  <inkml:trace contextRef="#ctx0" brushRef="#br9" timeOffset="7352.811">4048 672 236 0 0,'0'0'0'0'0,"0"0"12345"0"0,0 0-11644 0 0,0 0 2006 0 0,0 0-1846 0 0,-26 20-197 0 0,-12 9 70 0 0,-11 10-206 0 0,-9 8-470 0 0,-4 7-1 0 0,-2 5-654 0 0,-2 4-179 0 0,3 5-174 0 0,3 4-435 0 0,6 3-797 0 0,8 1-2350 0 0,9-4-2201 0 0,12 0 6728 0 0,9-16-1647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30.35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1032.5"/>
      <inkml:brushProperty name="anchorY" value="-277789.53125"/>
      <inkml:brushProperty name="scaleFactor" value="0.5"/>
    </inkml:brush>
  </inkml:definitions>
  <inkml:trace contextRef="#ctx0" brushRef="#br0">265 666 508 0 0,'0'0'0'0'0,"0"0"2868"0"0,0 0 1886 0 0,0 0-3474 0 0,0 0 678 0 0,0 0-591 0 0,0 0 173 0 0,0 0-277 0 0,0 0-208 0 0,0 0-334 0 0,0 0-153 0 0,2-8-104 0 0,1-4-136 0 0,0-3-93 0 0,-3-3-56 0 0,-3-1-53 0 0,-3-2-134 0 0,-5-3 27 0 0,-5-4-191 0 0,-5-4-91 0 0,-5-6-191 0 0,-4-5-600 0 0,-1-3 933 0 0,-1-4-973 0 0,5 1-222 0 0,4 0-310 0 0,5 4-353 0 0,5 6-17 0 0,5 6-696 0 0,4 7-242 0 0,2 8 581 0 0,1 7 1625 0 0,1 5 491 0 0,0 4 37 0 0,0 4 206 0 0,0 2-18 0 0,0 3 250 0 0,1 2 408 0 0,2 0-615 0 0,3 0 102 0 0,2 0 2442 0 0,1-1-1272 0 0,3-1 320 0 0,2-2-112 0 0,-1-1-189 0 0,2-1 78 0 0,1-2-102 0 0,1 0-121 0 0,1-1-197 0 0,3-1-21 0 0,2 0-93 0 0,5-2-178 0 0,8-2 34 0 0,6-4-416 0 0,8-3-152 0 0,6-2-139 0 0,3-1-53 0 0,1 0-15 0 0,-1 1 60 0 0,1 3-16 0 0,-3 3 23 0 0,-2 4 56 0 0,0 5-80 0 0,-3 5 130 0 0,0 7-48 0 0,-1 5-71 0 0,-4 7 24 0 0,-3 5 43 0 0,-7 4-72 0 0,-4 3 24 0 0,-7 3 34 0 0,-8 2-59 0 0,-5 3 20 0 0,-6 2-7 0 0,-6 2 65 0 0,-7 2-37 0 0,-6 2-27 0 0,-6 1-5 0 0,-4-2-2 0 0,-1-2-91 0 0,2-5-114 0 0,2-5-104 0 0,4-8-304 0 0,5-8-221 0 0,3-7-247 0 0,7-7-679 0 0,6-5-503 0 0,8-6-2796 0 0,5-6-1106 0 0,6-6 7094 0 0,-2-1-1873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30.83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2724.0625"/>
      <inkml:brushProperty name="anchorY" value="-278754.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4087.8125"/>
      <inkml:brushProperty name="anchorY" value="-280299.40625"/>
      <inkml:brushProperty name="scaleFactor" value="0.5"/>
    </inkml:brush>
  </inkml:definitions>
  <inkml:trace contextRef="#ctx0" brushRef="#br0">81 0 912 0 0,'0'0'0'0'0,"0"0"208"0"0,0 0 6665 0 0,0 0-5106 0 0,0 0 443 0 0,0 0-690 0 0,0 0-198 0 0,0 0 1 0 0,0 0-298 0 0,0 0-475 0 0,0 0-219 0 0,16 16-62 0 0,5 7 21 0 0,7 7-80 0 0,2 6-39 0 0,4 4-65 0 0,2 3-25 0 0,1 1-32 0 0,1 2-52 0 0,-3 0 1 0 0,0 0-65 0 0,-4-2 25 0 0,-2-1-21 0 0,-4-3-42 0 0,-3-3 2 0 0,-3-4-92 0 0,-3-3-210 0 0,-1-5-29 0 0,-4-4-132 0 0,0-5-135 0 0,-2-3-323 0 0,-1-4-440 0 0,-2-2-392 0 0,0-3-410 0 0,-2-1-644 0 0,-1-1-1405 0 0,-1-1 2178 0 0,-2-1 1965 0 0,-5 0-166 0 0,0 0 289 0 0</inkml:trace>
  <inkml:trace contextRef="#ctx0" brushRef="#br1" timeOffset="266.373">36 790 340 0 0,'0'0'0'0'0,"0"0"444"0"0,0 0-457 0 0,0 0 4737 0 0,0 0-2964 0 0,0 0-342 0 0,0 0-599 0 0,0 0 349 0 0,0 0 255 0 0,0 0-290 0 0,0 0-300 0 0,0 0-44 0 0,-14-5-148 0 0,2-3 157 0 0,4-4-29 0 0,6-4-195 0 0,9-5-81 0 0,10-5-105 0 0,7-5-6 0 0,10-5-11 0 0,7-5-73 0 0,8-5-13 0 0,6-3-42 0 0,3-2-105 0 0,-1-2-147 0 0,-3 2-59 0 0,-7 2-163 0 0,-8 3-152 0 0,-9 6-232 0 0,-8 5-180 0 0,-7 4-383 0 0,-5 5-434 0 0,-5 4-586 0 0,-3 2-685 0 0,-1 3-2247 0 0,-2 2 561 0 0,-1 3 5005 0 0,0 3-1401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32.15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5460.875"/>
      <inkml:brushProperty name="anchorY" value="-280378.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4477.1875"/>
      <inkml:brushProperty name="anchorY" value="-279022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5948.5"/>
      <inkml:brushProperty name="anchorY" value="-280241.1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7200.75"/>
      <inkml:brushProperty name="anchorY" value="-281061.71875"/>
      <inkml:brushProperty name="scaleFactor" value="0.5"/>
    </inkml:brush>
  </inkml:definitions>
  <inkml:trace contextRef="#ctx0" brushRef="#br0">137 676 1420 0 0,'0'0'0'0'0,"0"0"172"0"0,0 0 2553 0 0,0 0 87 0 0,0 0-1712 0 0,0 0 65 0 0,0 0-98 0 0,0 0 300 0 0,0 0-194 0 0,0 0-238 0 0,0 0-267 0 0,0 0 35 0 0,0-5 53 0 0,0-4 17 0 0,0-2-167 0 0,0-3-138 0 0,0-2-146 0 0,0 0-93 0 0,0-2-104 0 0,0-2-27 0 0,-3 0-51 0 0,-2-3-39 0 0,-2 0-3 0 0,-2-3-50 0 0,-2 0 49 0 0,-1-1-64 0 0,-2-2 0 0 0,0 1-43 0 0,0 0-89 0 0,1 1-123 0 0,3 0-248 0 0,1 1-338 0 0,3 1-804 0 0,1 2-1584 0 0,2-1-3939 0 0,1 6 3268 0 0</inkml:trace>
  <inkml:trace contextRef="#ctx0" brushRef="#br1" timeOffset="398.872">137 379 964 0 0,'0'0'0'0'0,"0"0"264"0"0,0 0 313 0 0,0 0 5730 0 0,0 0-6196 0 0,0 0 1397 0 0,0 0-703 0 0,0 0 220 0 0,0 0 36 0 0,0 0-202 0 0,0 0-259 0 0,7-14-2 0 0,2-2 38 0 0,3-2 12 0 0,3 1-25 0 0,4 2-160 0 0,1 3-141 0 0,2 2-13 0 0,1 4-62 0 0,4 1-95 0 0,3 2 9 0 0,3 2-39 0 0,3 2-125 0 0,3 3 34 0 0,3 5 23 0 0,1 4-59 0 0,0 5 10 0 0,-2 4 6 0 0,-4 4-9 0 0,-3 4 54 0 0,-6 2-71 0 0,-6 2 4 0 0,-5 0-40 0 0,-4 0 55 0 0,-3-2-79 0 0,-4-1 33 0 0,-2-4-35 0 0,-3-2-38 0 0,0-3-149 0 0,-2-3-106 0 0,1-2-154 0 0,-1-3-51 0 0,0-1-48 0 0,-2-2-73 0 0,0-2-317 0 0,0-3-681 0 0,1-1-1276 0 0,1-3-2094 0 0,4-2 1318 0 0,0-1 3777 0 0</inkml:trace>
  <inkml:trace contextRef="#ctx0" brushRef="#br2" timeOffset="755.34">931 433 628 0 0,'0'0'0'0'0,"0"0"532"0"0,0 0 2866 0 0,0 0 497 0 0,0 0-2898 0 0,0 0 601 0 0,0 0-143 0 0,0 0 35 0 0,0 0-223 0 0,0 0-295 0 0,0 0-240 0 0,0 0-140 0 0,40 4-69 0 0,6-2-224 0 0,5 0-176 0 0,-2-1-97 0 0,-7-2 0 0 0,-9 1-27 0 0,-6-2-7 0 0,-8 0-92 0 0,-6 0 16 0 0,-6 1-90 0 0,-2-1-216 0 0,-1 1-341 0 0,1-1-238 0 0,1 0-568 0 0,4-1-965 0 0,2 0-2033 0 0,1-1-1508 0 0,0-1 5283 0 0,-2 0 335 0 0</inkml:trace>
  <inkml:trace contextRef="#ctx0" brushRef="#br3" timeOffset="1801.258">1503 329 900 0 0,'0'0'0'0'0,"0"0"8009"0"0,0 0-6693 0 0,0 0 909 0 0,0 0-889 0 0,0 0 13 0 0,0 0-54 0 0,0 0-566 0 0,0 0-422 0 0,8-20-111 0 0,4-4-94 0 0,3-5-4 0 0,2-2-57 0 0,1 1-33 0 0,1 1 11 0 0,1 3 49 0 0,-1 1-2 0 0,-1 2 97 0 0,-2 3-62 0 0,-2 2 29 0 0,-4 3-34 0 0,-1 2-39 0 0,-4 3-46 0 0,-1 3-1 0 0,-3 2-9 0 0,0 3-126 0 0,-1 1-45 0 0,0 0-60 0 0,1 2-39 0 0,-1-1 4 0 0,1 1-54 0 0,-1 0 88 0 0,0 3-18 0 0,1 3 288 0 0,0 4 5 0 0,0 4-8 0 0,0 5-27 0 0,-1 4-4 0 0,1 5-3 0 0,-1 3-16 0 0,1 4 4 0 0,0 2-77 0 0,0 3 8 0 0,-1 0 81 0 0,1 0-115 0 0,-1 0 84 0 0,0-3 31 0 0,1-1-20 0 0,-1-3-40 0 0,0-4 65 0 0,-1-3-69 0 0,1-3 77 0 0,0-4 33 0 0,0-3-50 0 0,0-3 80 0 0,0-2-27 0 0,0-4-42 0 0,0-3 5 0 0,0-1-9 0 0,0-2 4 0 0,0-2-1 0 0,0 1 4 0 0,0-1-14 0 0,0 0-1 0 0,-1 0 4 0 0,0 1 83 0 0,-2 0-10 0 0,-2-1 12 0 0,0 1 16 0 0,0 0-4 0 0,1-1-26 0 0,0 1-81 0 0,2-1-39 0 0,0 0 61 0 0,2 0-21 0 0,0 0 68 0 0,0 0-7 0 0,0 0 10 0 0,0 0-4 0 0,0 0-8 0 0,0 0 12 0 0,1 0 14 0 0,0 0 25 0 0,-1 0-11 0 0,2 0 10 0 0,1 0 41 0 0,0 0-40 0 0,1 0 0 0 0,0 0-33 0 0,2 0-72 0 0,1 0 70 0 0,2 0 34 0 0,4-1 177 0 0,6-1 12 0 0,4 0 210 0 0,4-1-268 0 0,2-1-34 0 0,-1 0-10 0 0,-4 1-33 0 0,-4 1-33 0 0,-6 0-12 0 0,-5 1 20 0 0,-4 0-28 0 0,-2 1 28 0 0,-3-1-42 0 0,0 1-29 0 0,-1 0-54 0 0,0 1 63 0 0,0-1-70 0 0,1 0 21 0 0,-1 0-7 0 0,1 0 42 0 0,0 0-54 0 0,0 0 88 0 0,0 0-40 0 0,0 0-42 0 0,0 0 75 0 0,0 0-101 0 0,0 0 31 0 0,-2 0-128 0 0,-1 0 11 0 0,-3 1-58 0 0,-3 0 30 0 0,-5 0-46 0 0,-5 1-127 0 0,-5-1-12 0 0,-6 0 124 0 0,-5 1 59 0 0,-2 1 13 0 0,0 0-16 0 0,1 0 62 0 0,3 0 70 0 0,5 0-3 0 0,3-1 22 0 0,7 1-2 0 0,4-1-3 0 0,1-1-8 0 0,5 0 3 0 0,1 0 72 0 0,2 0-25 0 0,2-1-2 0 0,1 1 3 0 0,1-1 58 0 0,2 0 110 0 0,4 0-56 0 0,2 1-7 0 0,2-1-73 0 0,1 0 12 0 0,2 0 108 0 0,3 0 35 0 0,1 0-45 0 0,2 1-11 0 0,1 0 9 0 0,0 0 2 0 0,-1 1 144 0 0,-3-1 1 0 0,-2 0-257 0 0,-3-1-53 0 0,-3 0-5 0 0,-1 0-22 0 0,-1 0 1 0 0,0 0-1 0 0,2 0 5 0 0,3 0 3 0 0,4 0-10 0 0,3 0-58 0 0,3 0-6 0 0,3 0-31 0 0,2 0-65 0 0,0 0-87 0 0,-2 0-78 0 0,-2 0-85 0 0,-5 0-117 0 0,-4 0-196 0 0,-5 0-613 0 0,-6 0-1711 0 0,-11 0-4321 0 0,-2 0-1020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54.87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0811"/>
      <inkml:brushProperty name="anchorY" value="-284750.59375"/>
      <inkml:brushProperty name="scaleFactor" value="0.5"/>
    </inkml:brush>
  </inkml:definitions>
  <inkml:trace contextRef="#ctx0" brushRef="#br0">1 404 5793 0 0,'0'0'0'0'0,"0"0"1952"0"0,0 0-1447 0 0,0 0 414 0 0,0 0-207 0 0,0 0 373 0 0,0 0-274 0 0,0 0-352 0 0,0 0-43 0 0,0 0 66 0 0,0 0 84 0 0,0 0 50 0 0,7-4 49 0 0,1-2 9 0 0,1-1-52 0 0,0-1-5 0 0,0-1-95 0 0,1-2-14 0 0,0-1-82 0 0,2-4-71 0 0,-1-3-131 0 0,2-3-41 0 0,0-3-99 0 0,0-2-85 0 0,-1-2 16 0 0,0 0-29 0 0,-3 0-38 0 0,0 0 52 0 0,-3 3-60 0 0,0 2 18 0 0,-2 3-20 0 0,-2 4 13 0 0,0 4 0 0 0,-1 4 47 0 0,-1 2-73 0 0,0 4 33 0 0,-1 1-49 0 0,1 2-48 0 0,0 0-2 0 0,0 1 37 0 0,0 0 46 0 0,0-1-1 0 0,-1 1 52 0 0,1 1-67 0 0,0 3 17 0 0,2 2 12 0 0,1 6 51 0 0,2 6-10 0 0,0 7 59 0 0,1 7-70 0 0,1 6 18 0 0,-1 4-58 0 0,0 3 66 0 0,-1 1-18 0 0,-2-1-3 0 0,-1-1 13 0 0,-1-2 5 0 0,0-2 59 0 0,-1-5-81 0 0,-1-2 84 0 0,1-4 25 0 0,0-4 40 0 0,0-5-47 0 0,-1-3 4 0 0,-1-4-21 0 0,-1-3-24 0 0,0-4-33 0 0,0-2-6 0 0,0-2-7 0 0,1-1-14 0 0,-1-1-114 0 0,1-1 60 0 0,-1 0 63 0 0,1 0-62 0 0,0 0 80 0 0,-1 0 34 0 0,1 1 6 0 0,-3 0-48 0 0,0 1 55 0 0,-2 0 42 0 0,0 0-128 0 0,-3 0-448 0 0,0 0 613 0 0,-1 0-140 0 0,0 0 59 0 0,2-1-72 0 0,1 1-36 0 0,3-1 57 0 0,1-1-70 0 0,2 0 2 0 0,1 1 64 0 0,1-1-138 0 0,0 0 52 0 0,0-1 23 0 0,1 1 54 0 0,-1 0-3 0 0,0 0 16 0 0,0 0 50 0 0,0 0-4 0 0,0 0 79 0 0,2 0 23 0 0,1 0 26 0 0,3 0-58 0 0,1 0 20 0 0,5 0 48 0 0,5 0 142 0 0,4-1-106 0 0,5 0 51 0 0,5 0-12 0 0,4-1 6 0 0,2 1-151 0 0,1 1-60 0 0,1-1-56 0 0,-3 1-6 0 0,-7-1-12 0 0,-4 1-41 0 0,-7 0-17 0 0,-6 0-17 0 0,-5 0-180 0 0,-4 0-381 0 0,-2 1-206 0 0,-2-1-343 0 0,-2 0-844 0 0,-3-1-1077 0 0,-9-2-3973 0 0,1 0 2163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1:51.74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8482.875"/>
      <inkml:brushProperty name="anchorY" value="-282259.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9800.75"/>
      <inkml:brushProperty name="anchorY" value="-283719.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0899.5"/>
      <inkml:brushProperty name="anchorY" value="-283891.6562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49689.5625"/>
      <inkml:brushProperty name="anchorY" value="-283611.46875"/>
      <inkml:brushProperty name="scaleFactor" value="0.5"/>
    </inkml:brush>
  </inkml:definitions>
  <inkml:trace contextRef="#ctx0" brushRef="#br0">291 275 144 0 0,'0'0'0'0'0,"0"0"624"0"0,0 0-649 0 0,0 0 181 0 0,0 0 2285 0 0,0 0-1049 0 0,0 0-844 0 0,0 0-234 0 0,0 0-261 0 0,0 0 68 0 0,0 0-126 0 0,-15 1 12 0 0,-1 1-172 0 0,-2-1 54 0 0,3 0 132 0 0,4-1 232 0 0,3 0 79 0 0,4 0 61 0 0,2 0 45 0 0,1-1 75 0 0,2 1 26 0 0,-1 0-104 0 0,1 0-104 0 0,0 0-78 0 0,-1 0-41 0 0,1 0 18 0 0,-1 0 48 0 0,0 0 46 0 0,0 0 66 0 0,0 0 76 0 0,0 0 13 0 0,0 0 52 0 0,0 0 46 0 0,0 1-69 0 0,0 0-22 0 0,0 1-56 0 0,0-1-18 0 0,0 1-32 0 0,0-1 60 0 0,0 0-6 0 0,0 1-24 0 0,0-1-106 0 0,0 1-32 0 0,0-1-46 0 0,0 0 5 0 0,1 1 49 0 0,1-1 86 0 0,-1 1 96 0 0,2 1-51 0 0,1 0-119 0 0,0 2-24 0 0,-1-1-101 0 0,0 0-93 0 0,0 0-71 0 0,-2-1 10 0 0,2 0-13 0 0,-1 1-10 0 0,2 1 8 0 0,2 2-2 0 0,4 2 0 0 0,3 3-70 0 0,4 3 10 0 0,4 3 22 0 0,4 2-29 0 0,5 4 70 0 0,4 3-19 0 0,3 2 22 0 0,2 3 5 0 0,1 0 46 0 0,-1 2-16 0 0,0 0-39 0 0,-2-1 8 0 0,-3-1-5 0 0,-2-2-1 0 0,-5-2 0 0 0,-2-2-14 0 0,-3-3-85 0 0,-3-3 28 0 0,-4-4-32 0 0,-2-3-64 0 0,-3-2-128 0 0,-2-3-225 0 0,-3-2 263 0 0,-1-3 33 0 0,-3-1 54 0 0,0-1-31 0 0,-1 0 22 0 0,-1-1-271 0 0,0 0-578 0 0,-5 1-70 0 0,-4 0-698 0 0,-6 0-942 0 0,-8 0-1200 0 0,2-1-2238 0 0</inkml:trace>
  <inkml:trace contextRef="#ctx0" brushRef="#br1" timeOffset="310.06">123 1072 5857 0 0,'0'0'0'0'0,"0"0"2044"0"0,0 0-1102 0 0,0 0 647 0 0,0 0-751 0 0,0 0 30 0 0,0 0-99 0 0,0 0-306 0 0,6-24-68 0 0,5-8-129 0 0,3-5 21 0 0,4-3-99 0 0,2-1-61 0 0,3-1-61 0 0,1 1-66 0 0,1-1-74 0 0,-2 0-37 0 0,0 1-128 0 0,-3 0-176 0 0,-3 1-114 0 0,-4 1-298 0 0,-5 3-338 0 0,-3 3-438 0 0,-2 2-510 0 0,-3 2-289 0 0,0 4-1986 0 0,-1 7 4061 0 0</inkml:trace>
  <inkml:trace contextRef="#ctx0" brushRef="#br2" timeOffset="1377.146">590 213 1044 0 0,'0'0'0'0'0,"0"0"144"0"0,0 0-19 0 0,0 0 4459 0 0,0 0-3876 0 0,0 0 969 0 0,0 0-683 0 0,0 0-208 0 0,0 0-16 0 0,0 0-258 0 0,0 0-135 0 0,0 0 9 0 0,-10 13-52 0 0,-3 3-106 0 0,-2 3 19 0 0,-2 1-32 0 0,0 1 50 0 0,1-2-62 0 0,0 1-97 0 0,0 0-100 0 0,0 1 11 0 0,-1 0-16 0 0,0 2-1 0 0,-3 1 0 0 0,1 1-9 0 0,-2 1-49 0 0,1 0 74 0 0,1-1-25 0 0,1 0 9 0 0,3-1-121 0 0,1 0-124 0 0,4-2-33 0 0,0-1-71 0 0,3 0-32 0 0,1-2-100 0 0,2-1-251 0 0,1-3-422 0 0,0-2-172 0 0,1-2-365 0 0,1-4-422 0 0,0-2-767 0 0,1-2 1093 0 0</inkml:trace>
  <inkml:trace contextRef="#ctx0" brushRef="#br3" timeOffset="1905.332">1 1 1368 0 0,'0'0'0'0'0,"0"0"80"0"0,0 0 1111 0 0,0 0 1853 0 0,0 0-2530 0 0,0 0 580 0 0,0 0-340 0 0,0 0 129 0 0,0 0-109 0 0,7 24-312 0 0,4 5-226 0 0,5 4-62 0 0,3 1-183 0 0,2-4 94 0 0,1-2 19 0 0,0-5-28 0 0,0-4-13 0 0,-2-3-70 0 0,-1-3-145 0 0,-1-3 16 0 0,-2-1-92 0 0,-1-3-266 0 0,-2 0-821 0 0,0-1-915 0 0,-2-1-2124 0 0,-2-1 2690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2:01.643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2131.9375"/>
      <inkml:brushProperty name="anchorY" value="-285864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3428.125"/>
      <inkml:brushProperty name="anchorY" value="-286548.4375"/>
      <inkml:brushProperty name="scaleFactor" value="0.5"/>
    </inkml:brush>
  </inkml:definitions>
  <inkml:trace contextRef="#ctx0" brushRef="#br0">13 163 4060 0 0,'0'0'0'0'0,"0"0"380"0"0,0 0-98 0 0,0 0-163 0 0,0 0 2015 0 0,0 0-994 0 0,0 0-424 0 0,0 0-363 0 0,0 0-267 0 0,0 0 70 0 0,0 0 102 0 0,-4 0 10 0 0,0-1 130 0 0,1-2 34 0 0,2 0-20 0 0,1 0 1 0 0,0 0-46 0 0,1 1-30 0 0,0 1-32 0 0,0 0 9 0 0,1 1-7 0 0,-1-1-17 0 0,1 2-112 0 0,-1-1-63 0 0,0 0-46 0 0,3 0-11 0 0,0 0-50 0 0,2 0 43 0 0,1 0-48 0 0,2 0-1 0 0,2 2 56 0 0,4 0 48 0 0,3 0 58 0 0,5 2 182 0 0,5 1-148 0 0,3 1-32 0 0,3 1-181 0 0,3 0 192 0 0,3-1-89 0 0,2 1-16 0 0,1-1-18 0 0,0-1-54 0 0,1-1 17 0 0,-1 0 42 0 0,-2-1-66 0 0,-2-2 60 0 0,-3 0-65 0 0,-2-1 18 0 0,-2 0 8 0 0,-4 0-18 0 0,-3-1 6 0 0,-3-1 12 0 0,-3 0 43 0 0,-1 0-2 0 0,-3 0-67 0 0,-1-1 13 0 0,-2 2 2 0 0,-1-1 5 0 0,0 1 78 0 0,0-1-110 0 0,0 1 36 0 0,0 0-12 0 0,-1 1 5 0 0,-1-1-2 0 0,-2 0 1 0 0,0 1 14 0 0,-3 0 48 0 0,-1 0-23 0 0,-1 0-36 0 0,0 0 72 0 0,-1 0-42 0 0,0 0 18 0 0,-1 0 6 0 0,1 0-12 0 0,-1 0 23 0 0,0 0 31 0 0,-1 0 34 0 0,-5-1-63 0 0,-6-2-81 0 0,-7 0 17 0 0,-9-3-9 0 0,-9-2-15 0 0,-6-2-15 0 0,-4-2 22 0 0,-2-2-255 0 0,-1-2 260 0 0,2-1-355 0 0,5-1-23 0 0,7 1-184 0 0,7 0-274 0 0,9 2-708 0 0,8 3-781 0 0,8 1-1918 0 0,11 2-1115 0 0,3 3 5482 0 0</inkml:trace>
  <inkml:trace contextRef="#ctx0" brushRef="#br1" timeOffset="539.638">916 212 116 0 0,'0'0'0'0'0,"0"0"3224"0"0,0 0-1969 0 0,0 0-301 0 0,0 0-310 0 0,0 0-166 0 0,0 0-51 0 0,0 0-247 0 0,0 0-96 0 0,0 0-69 0 0,0 0 1 0 0,-14 0-3 0 0,-1 1 212 0 0,0 0 1 0 0,2 0-5 0 0,2-1 60 0 0,3 1 106 0 0,3-1 33 0 0,0 0-108 0 0,2 0-124 0 0,0 1-118 0 0,0-1-60 0 0,-1 1-134 0 0,0 0-66 0 0,-2 0-21 0 0,0 0 13 0 0,0 1 230 0 0,-1 0-24 0 0,0 1 41 0 0,0-1 33 0 0,1 1 170 0 0,0-2 123 0 0,2 1 66 0 0,0-1 12 0 0,1 1-5 0 0,0-1-27 0 0,0-1-67 0 0,1 1-30 0 0,0-1-58 0 0,-1 1-31 0 0,-1 1-29 0 0,-1 1 30 0 0,-2 1 49 0 0,-4 4 19 0 0,-3 2 247 0 0,-4 4 344 0 0,-4 4 12 0 0,-4 4-169 0 0,-5 5-275 0 0,-3 4-46 0 0,-2 2-133 0 0,-1 1-67 0 0,1 0-241 0 0,3-4-127 0 0,4-3-477 0 0,8-7-614 0 0,7-6-1486 0 0,6-6-2912 0 0,10-5-1537 0 0,2-3 7556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2:08.815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7173.5"/>
      <inkml:brushProperty name="anchorY" value="-289663.0625"/>
      <inkml:brushProperty name="scaleFactor" value="0.5"/>
    </inkml:brush>
  </inkml:definitions>
  <inkml:trace contextRef="#ctx0" brushRef="#br0">202 132 4628 0 0,'0'0'0'0'0,"0"0"2229"0"0,0 0-692 0 0,0 0-549 0 0,0 0-263 0 0,0 0 48 0 0,0 0-59 0 0,0 0-130 0 0,0 0-176 0 0,0 0-73 0 0,0 0 15 0 0,0 0 97 0 0,-22 12 76 0 0,-5 4-94 0 0,-3 2-83 0 0,1 2-65 0 0,3 0-21 0 0,4 2 10 0 0,5 1-54 0 0,4 0-23 0 0,4 3-70 0 0,4-1-17 0 0,4 1-62 0 0,4-1-43 0 0,9-2-59 0 0,7-3-26 0 0,8-2 95 0 0,8-4-28 0 0,8-2-53 0 0,3-2 15 0 0,4-4 66 0 0,2-2 39 0 0,-1-1-67 0 0,-2-3 21 0 0,-2-3-110 0 0,-3-4-28 0 0,-5-4 166 0 0,-2-5-4 0 0,-6-7-43 0 0,-6-5-38 0 0,-6-6-61 0 0,-6-6-179 0 0,-7-3-100 0 0,-8-3-155 0 0,-11 0-182 0 0,-10 2 139 0 0,-10 3 267 0 0,-7 5 187 0 0,-5 5 121 0 0,-2 7 55 0 0,1 7-56 0 0,1 9-190 0 0,5 11-254 0 0,4 12-484 0 0,7 10-1416 0 0,6 16-4276 0 0,8-3 4873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2:07.692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4467.6875"/>
      <inkml:brushProperty name="anchorY" value="-288124.71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5834.9375"/>
      <inkml:brushProperty name="anchorY" value="-289525.3125"/>
      <inkml:brushProperty name="scaleFactor" value="0.5"/>
    </inkml:brush>
  </inkml:definitions>
  <inkml:trace contextRef="#ctx0" brushRef="#br0">1 120 1800 0 0,'0'0'0'0'0,"0"0"5109"0"0,0 0-4127 0 0,0 0 615 0 0,0 0-913 0 0,0 0-50 0 0,0 0-114 0 0,0 0-58 0 0,0 0-82 0 0,0 0-11 0 0,0 0 9 0 0,0 0 123 0 0,12 8 114 0 0,3 2-118 0 0,6 3-12 0 0,2 2 31 0 0,1 2 129 0 0,1 2-126 0 0,1 2-90 0 0,1 3-118 0 0,0 3-86 0 0,0 3-129 0 0,1 3-79 0 0,-1 3 61 0 0,2 2-95 0 0,1 2-62 0 0,-1 1-40 0 0,-1-2 31 0 0,-2-2 16 0 0,-1-5-182 0 0,-3-4-19 0 0,-4-6-219 0 0,-3-6-253 0 0,-3-5-471 0 0,-4-5-710 0 0,-3-3-686 0 0,-4-4-1639 0 0,-5-4-453 0 0,-1-1 4322 0 0</inkml:trace>
  <inkml:trace contextRef="#ctx0" brushRef="#br1" timeOffset="300.537">92 709 144 0 0,'0'0'0'0'0,"0"0"3012"0"0,0 0-1596 0 0,0 0-187 0 0,0 0-302 0 0,0 0 103 0 0,0 0-151 0 0,0 0-220 0 0,0 0-493 0 0,0 0 270 0 0,0 0 150 0 0,0 0 139 0 0,-4-10 114 0 0,0-2-75 0 0,1-3-5 0 0,0-3-53 0 0,5-1 57 0 0,4-3-45 0 0,5-3-56 0 0,5-4-50 0 0,7-4-37 0 0,6-4-146 0 0,5-4-178 0 0,5-2-119 0 0,3-3-55 0 0,2 1-78 0 0,-2 2-91 0 0,-2 2-107 0 0,-3 4 30 0 0,-6 3-90 0 0,-3 2-311 0 0,-3 2-442 0 0,-6 2-662 0 0,-3 3-1635 0 0,-3 0-4175 0 0,-4 6 4208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2:06.48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2023.875"/>
      <inkml:brushProperty name="anchorY" value="-286073.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3618.6875"/>
      <inkml:brushProperty name="anchorY" value="-287262.90625"/>
      <inkml:brushProperty name="scaleFactor" value="0.5"/>
    </inkml:brush>
  </inkml:definitions>
  <inkml:trace contextRef="#ctx0" brushRef="#br0">1 601 1772 0 0,'0'0'0'0'0,"0"0"2024"0"0,0 0-1129 0 0,0 0-275 0 0,0 0-317 0 0,0 0-179 0 0,0 0-54 0 0,0 0 2296 0 0,0 0-1675 0 0,0 0 500 0 0,0 0-465 0 0,2-7-22 0 0,2-1 54 0 0,2-1 52 0 0,1-1-99 0 0,1 0-121 0 0,3 0-66 0 0,1-1-82 0 0,2-2-293 0 0,0 0-66 0 0,2-2 16 0 0,0-1-114 0 0,2-1-1 0 0,2-3 15 0 0,1-2-220 0 0,1-4 180 0 0,4-2-50 0 0,0-4-19 0 0,1-2-27 0 0,1-1-115 0 0,-1-2 207 0 0,-1-1-129 0 0,-3 2 103 0 0,-2 1 63 0 0,-4 4-138 0 0,-4 3 173 0 0,-3 6-43 0 0,-4 5 75 0 0,-2 6 101 0 0,-2 4 64 0 0,-2 5-275 0 0,0 3-18 0 0,-2 6-31 0 0,-1 4-83 0 0,-3 6 171 0 0,-3 6-2 0 0,0 7 67 0 0,-2 6-56 0 0,1 6 96 0 0,1 5 89 0 0,3 4-79 0 0,2 2-27 0 0,1 2 36 0 0,2 1-72 0 0,3 1-31 0 0,3 1 174 0 0,1 1-223 0 0,1-1 166 0 0,1-1-150 0 0,0-3 52 0 0,-1-5-22 0 0,0-6-7 0 0,0-6 16 0 0,-2-8-9 0 0,0-5 68 0 0,0-8-6 0 0,-2-4 48 0 0,0-4-24 0 0,-2-4-4 0 0,0-2 2 0 0,-1-1 59 0 0,-1-2-27 0 0,-3 1-143 0 0,-2-1-31 0 0,-5 0-72 0 0,-5-1-64 0 0,-4-2 24 0 0,-5 0 33 0 0,-1-2-30 0 0,-4 0 100 0 0,-1 0-42 0 0,2 0 59 0 0,0-1-28 0 0,2 1 85 0 0,3 1-28 0 0,3 0 7 0 0,4 2-79 0 0,4 0-6 0 0,3 1-49 0 0,3 1-20 0 0,3 0-58 0 0,3 1-16 0 0,0 0-60 0 0,1 0 73 0 0,3 1 133 0 0,3-1 85 0 0,5 1 76 0 0,7 1 11 0 0,9 1 91 0 0,8 0 143 0 0,9 1-176 0 0,9 0-150 0 0,5-1-156 0 0,3 0 3 0 0,2-2-292 0 0,0 0-571 0 0,-4-1-157 0 0,-4-1-1584 0 0,-4-4-2457 0 0,-11 0 2245 0 0</inkml:trace>
  <inkml:trace contextRef="#ctx0" brushRef="#br1" timeOffset="746.805">1103 792 1032 0 0,'0'0'0'0'0,"0"0"3088"0"0,0 0-1535 0 0,0 0-112 0 0,0 0-137 0 0,0 0-384 0 0,0 0-248 0 0,0 0-149 0 0,0 0-126 0 0,0 0-144 0 0,0 0 16 0 0,0 0-71 0 0,0 0-15 0 0,0 0-46 0 0,0-1-65 0 0,0 1 20 0 0,0-1 29 0 0,0 0 92 0 0,0 0-38 0 0,0-1-102 0 0,0 0-71 0 0,0 0 13 0 0,0 0-178 0 0,0-1 46 0 0,0 0-9 0 0,0-1 57 0 0,0-1 12 0 0,0-1-88 0 0,-2 0 44 0 0,-2 0-64 0 0,-1 0 198 0 0,-2 1-59 0 0,-2 1 26 0 0,-1 1 0 0 0,1 3 61 0 0,-1 2 159 0 0,2 3-69 0 0,1 3-28 0 0,2 3-61 0 0,1 2 32 0 0,2 2 6 0 0,1 0-40 0 0,2-1-66 0 0,1-3-86 0 0,1-2-14 0 0,3-3-33 0 0,2-3-58 0 0,2-2-331 0 0,1-3 70 0 0,0-3-519 0 0,0 0 63 0 0,-3-2-1108 0 0,0-2-2726 0 0,-2 2 2526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2:17.03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7972.125"/>
      <inkml:brushProperty name="anchorY" value="-290665.9375"/>
      <inkml:brushProperty name="scaleFactor" value="0.5"/>
    </inkml:brush>
  </inkml:definitions>
  <inkml:trace contextRef="#ctx0" brushRef="#br0">278 322 156 0 0,'0'0'0'0'0,"0"0"784"0"0,0 0 5349 0 0,0 0-4880 0 0,0 0 756 0 0,0 0-646 0 0,0 0-217 0 0,0 0-98 0 0,0 0-110 0 0,0 0-216 0 0,0 0-271 0 0,27-19 125 0 0,5-7-341 0 0,6-7-23 0 0,0-2-69 0 0,-4 0-26 0 0,-3 1-29 0 0,-6 2-43 0 0,-5 4-32 0 0,-6 5-9 0 0,-4 4 2 0 0,-3 4-7 0 0,-2 4 6 0 0,-2 5-1 0 0,-1 2-5 0 0,-1 2-3 0 0,-1 2-4 0 0,0 1-9 0 0,-1-1-137 0 0,1 1 80 0 0,0 0 70 0 0,0 0-106 0 0,-1 3 117 0 0,1 4-114 0 0,0 5 30 0 0,0 7-24 0 0,0 9-11 0 0,0 8-87 0 0,0 7-19 0 0,0 7 94 0 0,0 4-10 0 0,0 2-40 0 0,-1 0 77 0 0,0 0 102 0 0,-2-3-22 0 0,-2-2 133 0 0,0-4 28 0 0,-1-3 69 0 0,-1-4 83 0 0,0-5-22 0 0,-1-5-18 0 0,0-4-89 0 0,1-4-24 0 0,-1-3-14 0 0,1-3-50 0 0,-1-2-68 0 0,2-3 54 0 0,-1-2-74 0 0,1-2 21 0 0,0-2 43 0 0,0-2-70 0 0,0-1 23 0 0,-2-1-251 0 0,-3-1 51 0 0,-7-1 45 0 0,-9 0-1302 0 0,-11 0 1841 0 0,-9-1-308 0 0,-7-1-37 0 0,-2 0 154 0 0,3-1 79 0 0,7 1 49 0 0,10 1 43 0 0,11 0-110 0 0,10 0-18 0 0,7 1-103 0 0,6 0-151 0 0,2 0-26 0 0,2 0-21 0 0,0-1 13 0 0,0 0-11 0 0,-1 0 60 0 0,2-1-13 0 0,3 0 255 0 0,4-1 256 0 0,4 1 31 0 0,7-1-212 0 0,8 1-32 0 0,10 1-63 0 0,10 1 86 0 0,10 3-5 0 0,9 3-192 0 0,3 2-71 0 0,-1 2-32 0 0,-3 1-292 0 0,-8 1-237 0 0,-9-1-530 0 0,-10-1-575 0 0,-10 0-2749 0 0,-11-3-3440 0 0,-7-1 3071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22:32:15.39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8029.875"/>
      <inkml:brushProperty name="anchorY" value="-290500.1875"/>
      <inkml:brushProperty name="scaleFactor" value="0.5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6-02-03T22:32:15.885"/>
    </inkml:context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9146.625"/>
      <inkml:brushProperty name="anchorY" value="-291135.9375"/>
      <inkml:brushProperty name="scaleFactor" value="0.5"/>
    </inkml:brush>
  </inkml:definitions>
  <inkml:trace contextRef="#ctx0" brushRef="#br0">1 219 168,'0'0'0,"0"0"2140,0 0 4187,0 0-6004,0 0 1692,0 0-1018,0 0-108,0 0-142,0 0-137,0 0-56,0 0 11,7-2-43,1-1-102,1 1-111,-1 0-33,-1 1-65,-3 0-51,-2 0-19,-1 0-57,1 1-91,1 0 22,2 0-15,3-1 0,3 1 9,4 0-12,3 1 5,5-1-2,1 0 9,4 0-2,0 0-9,3 0 4,1 1-7,3 0 11,0 1 43,3 0-63,2 1-34,-1-1 50,0 0-81,-4-1 89,-2 0-32,-5-1-78,-5 0 118,-6 0-86,-5 0 83,-4 0-23,-3 0 12,-2 0 4,-2 0 46,-1 0 20,-1 0-16,1 0-11,-1 0-38,0 0 83,1 0-31,0-1 72,-1-2-101,-3-2 50,-4-4-96,-6-4 21,-7-5-104,-8-3 8,-7-2-83,-6-1 65,-2 1 51,1 2-19,3 3 16,5 3 55,7 4-2,8 3-71,7 3-191,6 3-99,4 1-62,3 1-103,1 2-411,0-1-578,0 1-1218,-2-1-2951,-2 0 1077,0 0 5418</inkml:trace>
  <inkml:trace contextRef="#ctx1" brushRef="#br1">536 202 980 0 0,'0'0'0'0'0,"0"0"468"0"0,0 0 4145 0 0,0 0-3799 0 0,0 0 369 0 0,0 0-325 0 0,0 0-390 0 0,0 0-18 0 0,0 0-56 0 0,0 0 102 0 0,0 0 72 0 0,0 0 41 0 0,6 5 55 0 0,1 3-22 0 0,-1 3-389 0 0,-4 3 196 0 0,-6 4 22 0 0,-7 4 57 0 0,-6 3-25 0 0,-6 3-115 0 0,-5 3-143 0 0,-2 0-117 0 0,-2 1-127 0 0,0-1-65 0 0,1-2-159 0 0,2-2-143 0 0,2-5-635 0 0,2-3-607 0 0,4-6-1657 0 0,3-5-4477 0 0,5-6 7326 0 0,5-2-840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2:56.11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9672.0625"/>
      <inkml:brushProperty name="anchorY" value="-29400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1110.125"/>
      <inkml:brushProperty name="anchorY" value="-294560.75"/>
      <inkml:brushProperty name="scaleFactor" value="0.5"/>
    </inkml:brush>
  </inkml:definitions>
  <inkml:trace contextRef="#ctx0" brushRef="#br0">9 299 2764 0 0,'0'0'0'0'0,"0"0"912"0"0,0 0-938 0 0,0 0 474 0 0,0 0 2364 0 0,0 0-1756 0 0,0 0 27 0 0,0 0-499 0 0,0 0-1 0 0,0 0 231 0 0,0 0 49 0 0,0 0-237 0 0,-2-1-61 0 0,0 0-15 0 0,1-1 51 0 0,-1 1-18 0 0,1 1-20 0 0,0-1-65 0 0,2 1-100 0 0,0 0-127 0 0,0 0-20 0 0,1 0-78 0 0,0 0-34 0 0,0 0-24 0 0,0 0-27 0 0,2 0 27 0 0,0 0-34 0 0,4 0 67 0 0,4 1-6 0 0,4 0 22 0 0,6 2-35 0 0,7 0-2 0 0,3 1-62 0 0,5 0 34 0 0,3 0-46 0 0,5 1 30 0 0,3-2-28 0 0,2 1-48 0 0,1-1 101 0 0,1-1-51 0 0,-2 0-10 0 0,-2 0-51 0 0,-4-1 12 0 0,-2 1-78 0 0,-5 0 80 0 0,-3 0-73 0 0,-3 0 73 0 0,-2-1-26 0 0,-2 1 13 0 0,0 0-1 0 0,-1-1-5 0 0,-1 0 6 0 0,-1 0 3 0 0,0-1 9 0 0,-1 0 2 0 0,-2 0 43 0 0,0 0-59 0 0,-4 0 20 0 0,-4 0-12 0 0,-3 0 11 0 0,-3 0 39 0 0,-4 0-7 0 0,-1 0-41 0 0,-1 0 84 0 0,0 0-37 0 0,-1 0 9 0 0,0 0 0 0 0,0 0 17 0 0,0 0-9 0 0,0 0 22 0 0,0 0 51 0 0,0 0 37 0 0,0 0 185 0 0,-1-2 51 0 0,-3-1-216 0 0,-4-4-55 0 0,-6-3-147 0 0,-7-4 20 0 0,-7-4-29 0 0,-6-5 1 0 0,-6-3-99 0 0,-2-3 14 0 0,-2-2-15 0 0,3 1-51 0 0,2 1-6 0 0,5 2-29 0 0,6 3-154 0 0,5 3-159 0 0,6 4-166 0 0,4 3-205 0 0,4 3-246 0 0,3 3-471 0 0,2 4-499 0 0,3 1-801 0 0,0 3-1407 0 0,3 5 1778 0 0,1 0-417 0 0</inkml:trace>
  <inkml:trace contextRef="#ctx0" brushRef="#br1" timeOffset="312.334">943 370 3252 0 0,'0'0'0'0'0,"0"0"2893"0"0,0 0-888 0 0,0 0-619 0 0,0 0-283 0 0,0 0 10 0 0,0 0-3 0 0,0 0-201 0 0,0 0-200 0 0,0 0-185 0 0,0 0-36 0 0,0 1 32 0 0,-3 1 6 0 0,-2 2-35 0 0,-3 3-294 0 0,-5 5-34 0 0,-6 5-169 0 0,-4 7 24 0 0,-5 6-189 0 0,-4 5-84 0 0,-2 4-192 0 0,0 3-100 0 0,0 0-133 0 0,2-2-171 0 0,4-2-731 0 0,2-5-1116 0 0,5-5-2862 0 0,5-7 991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3:36.55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8146.875"/>
      <inkml:brushProperty name="anchorY" value="-301496.65625"/>
      <inkml:brushProperty name="scaleFactor" value="0.5"/>
    </inkml:brush>
  </inkml:definitions>
  <inkml:trace contextRef="#ctx0" brushRef="#br0">428 97 1668 0 0,'0'0'0'0'0,"0"0"1188"0"0,0 0-564 0 0,0 0-250 0 0,0 0 130 0 0,0 0-58 0 0,0 0-73 0 0,0 0-104 0 0,0 0-54 0 0,0 0-70 0 0,6-12 416 0 0,2-2-137 0 0,2 0 85 0 0,1 0 43 0 0,0 3-63 0 0,0 2-127 0 0,-1 2-128 0 0,-1 1-147 0 0,-2 2-77 0 0,0 1 5 0 0,-2 2-15 0 0,-2 0 4 0 0,-1 1 4 0 0,-1 0 9 0 0,0 0-21 0 0,-2 1 82 0 0,1-1 8 0 0,0 1-92 0 0,0-1 22 0 0,-1 1 59 0 0,1 0-21 0 0,0-1-65 0 0,0 1-263 0 0,0-1 356 0 0,0 0 708 0 0,-1 0-486 0 0,0 0 173 0 0,-1 0-187 0 0,1 0 175 0 0,-3 1 164 0 0,-1 0 58 0 0,-2 1-180 0 0,-3 1-185 0 0,-1 0-61 0 0,-1 1-1 0 0,-2 1-68 0 0,-2 1 48 0 0,0 0-105 0 0,-3 2 1 0 0,0 1 10 0 0,-3 1-54 0 0,-1 2 56 0 0,-2 3-88 0 0,0 3-6 0 0,-1 3-53 0 0,-1 3 6 0 0,0 3-2 0 0,-1 4 82 0 0,2 3-102 0 0,0 2 30 0 0,1 2-15 0 0,3 2 89 0 0,0-1 49 0 0,3 1-13 0 0,3 0-3 0 0,3 0 37 0 0,4 0-72 0 0,3 1 101 0 0,3 0 6 0 0,5 0-46 0 0,5 1-107 0 0,5 0-32 0 0,7-2 0 0 0,5-1-9 0 0,5-3-5 0 0,4-4 11 0 0,3-3-8 0 0,3-6 87 0 0,2-4 96 0 0,2-6-22 0 0,2-4-189 0 0,2-4 60 0 0,3-3-208 0 0,0-4 201 0 0,0-3-40 0 0,0-3 17 0 0,-1-4 74 0 0,0-3-39 0 0,1-4-26 0 0,2-4 69 0 0,-1-5-83 0 0,1-4 21 0 0,-1-4 53 0 0,-3-3-83 0 0,-2-5 28 0 0,-6-3 46 0 0,-6-3-77 0 0,-7-3 26 0 0,-8-1-182 0 0,-9-2-53 0 0,-13-1 47 0 0,-14 1-13 0 0,-15 2-78 0 0,-14 3 324 0 0,-11 5 39 0 0,-9 5 144 0 0,-4 9-77 0 0,-2 8 31 0 0,-1 7-86 0 0,2 7-113 0 0,-1 6-145 0 0,0 6-45 0 0,1 6-176 0 0,2 6-60 0 0,1 7-182 0 0,4 7-1026 0 0,4 9-744 0 0,6 6-2600 0 0,5 13-1709 0 0,13-6 8154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2:52.21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9265.0625"/>
      <inkml:brushProperty name="anchorY" value="-292144.468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0833.875"/>
      <inkml:brushProperty name="anchorY" value="-294653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0800.25"/>
      <inkml:brushProperty name="anchorY" value="-293406.18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62162.25"/>
      <inkml:brushProperty name="anchorY" value="-294714.31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6905.25"/>
      <inkml:brushProperty name="anchorY" value="-300909.78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3512.9375"/>
      <inkml:brushProperty name="anchorY" value="-300529.78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4610.5625"/>
      <inkml:brushProperty name="anchorY" value="-301274.4375"/>
      <inkml:brushProperty name="scaleFactor" value="0.5"/>
    </inkml:brush>
  </inkml:definitions>
  <inkml:trace contextRef="#ctx0" brushRef="#br0">1268 1362 1592 0 0,'0'0'0'0'0,"0"0"404"0"0,0 0-289 0 0,0 0 2500 0 0,0 0-1190 0 0,0 0-149 0 0,0 0-218 0 0,0 0-321 0 0,0 0-10 0 0,0 0-82 0 0,-7-7-115 0 0,0-1-150 0 0,-1-1-107 0 0,2 0-88 0 0,2 1-18 0 0,1 1 21 0 0,1 1 91 0 0,2-1-86 0 0,0 2 50 0 0,0 0-18 0 0,0 0-39 0 0,1 0-6 0 0,-1-1-11 0 0,0 0-32 0 0,0-1-11 0 0,0-2-126 0 0,1-2 30 0 0,3-2 57 0 0,1-2-22 0 0,5-1 25 0 0,3-1-32 0 0,3 0-55 0 0,2 0 94 0 0,2 2 9 0 0,1 2-28 0 0,-1 3-28 0 0,0 2-38 0 0,1 2-8 0 0,1 3 148 0 0,0 1-195 0 0,2 2 60 0 0,1 1-30 0 0,2 3 16 0 0,1 3-5 0 0,-1 2-2 0 0,2 4 10 0 0,0 3 146 0 0,0 4 84 0 0,1 4-163 0 0,-1 5-52 0 0,1 5 119 0 0,-1 4-174 0 0,-3 4 38 0 0,-2 3-98 0 0,-5 2 120 0 0,-3-1-40 0 0,-2 0-42 0 0,-3-2 63 0 0,-3-3-17 0 0,-2-4-51 0 0,0-5 78 0 0,-2-4-16 0 0,0-4 52 0 0,0-5-68 0 0,0-4 37 0 0,-1-4-16 0 0,1-3 12 0 0,-1-3 34 0 0,1-2-56 0 0,0-2 18 0 0,0 0-10 0 0,-1-2 14 0 0,1-1-13 0 0,0 0 0 0 0,-1-2-5 0 0,-1 0 0 0 0,-1-3 0 0 0,0-1 0 0 0,-1-3-74 0 0,-4-2 34 0 0,-3-4-42 0 0,-4-2-18 0 0,-4-3 4 0 0,-4-2 113 0 0,-5 0 18 0 0,-2-1 20 0 0,-4 2 82 0 0,-3 1-11 0 0,-2 2 60 0 0,-1 3-65 0 0,0 4 55 0 0,0 4-63 0 0,0 4 64 0 0,0 3-197 0 0,3 3 239 0 0,2 5-11 0 0,3 4-175 0 0,4 3-19 0 0,3 3-105 0 0,7 3-24 0 0,4 0 6 0 0,4 1-51 0 0,9-1 75 0 0,7 0-42 0 0,8-1-141 0 0,9-1 66 0 0,7-1-11 0 0,5 0-286 0 0,5-1-5 0 0,1-1-90 0 0,2-1-337 0 0,-1-1-262 0 0,-2-1-616 0 0,-1-2 168 0 0,-3-3-43 0 0,-3-3-456 0 0,-1-3-1274 0 0,-8-1 2920 0 0</inkml:trace>
  <inkml:trace contextRef="#ctx0" brushRef="#br1" timeOffset="2113.561">3323 194 912 0 0,'0'0'0'0'0,"0"0"1488"0"0,0 0-1264 0 0,0 0 346 0 0,0 0 2438 0 0,0 0-1454 0 0,0 0-279 0 0,0 0-268 0 0,0 0-172 0 0,0 0 92 0 0,0 0-147 0 0,0 0-318 0 0,0-1-139 0 0,0-1-15 0 0,0 2-52 0 0,-1 0 14 0 0,-2 2-92 0 0,-1 3-67 0 0,-3 2-56 0 0,-1 3 63 0 0,-2 4-54 0 0,-2 5 63 0 0,0 2 6 0 0,0 4-85 0 0,3 2-46 0 0,2 0-52 0 0,3 0 11 0 0,1-2 32 0 0,2-2-57 0 0,3-3 65 0 0,3-4-122 0 0,3-3 152 0 0,3-3 78 0 0,3-4-145 0 0,1-2 40 0 0,1-2-4 0 0,3-2-1 0 0,0-1 164 0 0,3-3-107 0 0,0-2 40 0 0,1-3 62 0 0,-2-3-1 0 0,0-2-24 0 0,-3-3 7 0 0,-3-3 1 0 0,-4-1-62 0 0,-5-1 59 0 0,-2-1 4 0 0,-5 1 31 0 0,-6 1 41 0 0,-5 2-50 0 0,-6 3-10 0 0,-6 3 39 0 0,-6 4-98 0 0,-5 4-102 0 0,-6 4-352 0 0,-6 5-131 0 0,-3 6-187 0 0,-3 8-385 0 0,0 6-887 0 0,4 4-1367 0 0,7 8-3424 0 0,10-4 4622 0 0</inkml:trace>
  <inkml:trace contextRef="#ctx0" brushRef="#br2" timeOffset="936.546">2484 1206 1396 0 0,'0'0'0'0'0,"0"0"496"0"0,0 0-182 0 0,0 0-223 0 0,0 0 99 0 0,0 0-85 0 0,0 0 2937 0 0,0 0-2015 0 0,0 0 449 0 0,0 0-327 0 0,0 0-114 0 0,0-6 201 0 0,0 1-398 0 0,0-1-141 0 0,0 2-210 0 0,0 0-132 0 0,0 2-20 0 0,0 1 4 0 0,0 2-28 0 0,2 0 49 0 0,1 2-130 0 0,3 2-50 0 0,1 0-80 0 0,2 2-48 0 0,3 1-38 0 0,2 2 168 0 0,6 4-142 0 0,5 4 156 0 0,6 5-53 0 0,4 5-37 0 0,3 5 0 0 0,1 2-60 0 0,0 1-47 0 0,-2 0-93 0 0,-2-1 49 0 0,-3-3-19 0 0,-3-2-15 0 0,-4-4-51 0 0,-4-4-9 0 0,-3-3-81 0 0,-4-3-200 0 0,-3-3-364 0 0,-4-2-351 0 0,-3-3-714 0 0,-2-2-764 0 0,-1-1-1938 0 0,-2-2-75 0 0</inkml:trace>
  <inkml:trace contextRef="#ctx0" brushRef="#br3" timeOffset="1239.226">2901 1169 2996 0 0,'0'0'0'0'0,"0"0"236"0"0,0 0 4280 0 0,0 0-4397 0 0,0 0 1589 0 0,0 0-903 0 0,0 0 104 0 0,0 0 3 0 0,0 0-206 0 0,0 0-178 0 0,0 0-4 0 0,0 7 226 0 0,-4 9-372 0 0,-8 8 134 0 0,-8 11 34 0 0,-10 8-59 0 0,-7 7-99 0 0,-6 6-101 0 0,-4 2-116 0 0,0 2-180 0 0,1-1 10 0 0,3-1-180 0 0,4-2-136 0 0,5-3-233 0 0,6-4-254 0 0,7-4-375 0 0,6-6-931 0 0,6-7-2241 0 0,4-5-1235 0 0,3-8 3679 0 0</inkml:trace>
  <inkml:trace contextRef="#ctx0" brushRef="#br4" timeOffset="46057.857">2688 115 992 0 0,'0'0'0'0'0,"0"0"2072"0"0,0 0-574 0 0,0 0-190 0 0,0 0-392 0 0,0 0-209 0 0,0 0 123 0 0,0 0-110 0 0,0 0-170 0 0,0 0-165 0 0,0 0 1 0 0,0 0-35 0 0,-13-12-62 0 0,-1-1 394 0 0,-3 0-243 0 0,1 1-45 0 0,1 3-157 0 0,2 2-1 0 0,1 1 44 0 0,1 2-36 0 0,-1 0-19 0 0,1 1-110 0 0,-3-1-32 0 0,-1 0-79 0 0,-3 0 10 0 0,-4 0 50 0 0,-4 1-83 0 0,-6 0-108 0 0,-5 0 62 0 0,-5 0 74 0 0,-4 2-85 0 0,-5-1 36 0 0,-1 2-103 0 0,-1 0 167 0 0,0 0-104 0 0,4 2 86 0 0,2 1-88 0 0,2 0-109 0 0,-1 2 1 0 0,-2 2 64 0 0,-3 1-175 0 0,-4 2 6 0 0,-5 2 26 0 0,-2 1 160 0 0,-3 2 30 0 0,-1 2 73 0 0,1 0-9 0 0,2 2 15 0 0,3-1 77 0 0,3 1-100 0 0,4 0 38 0 0,3-1 43 0 0,2 1-76 0 0,4-1 7 0 0,1 1 16 0 0,1 1-14 0 0,2 1-4 0 0,0 1 1 0 0,2 2-1 0 0,1 2 9 0 0,1 1 3 0 0,2 2 13 0 0,1 1 118 0 0,2 0-18 0 0,2 1 102 0 0,1 1-85 0 0,1-1-86 0 0,-1 0-26 0 0,0 0 48 0 0,-1-2-12 0 0,0-1-65 0 0,-1-2 16 0 0,1-2-8 0 0,1-3-132 0 0,2-3 85 0 0,4-2-33 0 0,2-3 82 0 0,4-2-115 0 0,3-2 9 0 0,4-2-80 0 0,1 0 37 0 0,4-1 6 0 0,0-1 90 0 0,2 0-23 0 0,1 0-76 0 0,0-1 26 0 0,1-1 43 0 0,0 0 31 0 0,0 0 55 0 0,1-2-6 0 0,-1 1 2 0 0,0-1 3 0 0,0-1 4 0 0,0 1 3 0 0,0-1 69 0 0,0 0 18 0 0,0 0 65 0 0,0 0-18 0 0,0 0 16 0 0,0 0 11 0 0,0 0 67 0 0,0 0-13 0 0,0 0 36 0 0,0 0-21 0 0,0-1 22 0 0,0 0 78 0 0,0 0 86 0 0,0-3-230 0 0,0-1-143 0 0,0-4-28 0 0,-2-3-89 0 0,-2-6-58 0 0,-4-4-204 0 0,-5-5-300 0 0,-2-4 93 0 0,-4-3-420 0 0,0-1-332 0 0,1 1-304 0 0,2 3-1155 0 0,5 3-490 0 0,3 8 546 0 0</inkml:trace>
  <inkml:trace contextRef="#ctx0" brushRef="#br5" timeOffset="46363.729">330 961 3148 0 0,'0'0'0'0'0,"0"0"2725"0"0,0 0-799 0 0,0 0-593 0 0,0 0-20 0 0,0 0-324 0 0,0 0 17 0 0,0 0-151 0 0,0 0-253 0 0,0 0-255 0 0,0 0-122 0 0,0 0 59 0 0,28-10-124 0 0,7-3-178 0 0,4-1-73 0 0,-2 0-94 0 0,-3 1-348 0 0,-7 2-490 0 0,-5 1-909 0 0,-5 0-2898 0 0,-5 3-1839 0 0</inkml:trace>
  <inkml:trace contextRef="#ctx0" brushRef="#br6" timeOffset="47022.353">53 1310 28 0 0,'0'0'0'0'0,"0"0"2204"0"0,0 0-1218 0 0,0 0-137 0 0,0 0 202 0 0,0 0-104 0 0,0 0-50 0 0,0 0-189 0 0,-14 25-150 0 0,0 6-137 0 0,0 7-103 0 0,6 1-35 0 0,6 1 57 0 0,8-3-132 0 0,6-3 53 0 0,5-4 28 0 0,5-3 7 0 0,2-5 57 0 0,0-4-13 0 0,0-4-53 0 0,-1-3-61 0 0,-3-4-29 0 0,-4-3-13 0 0,-2-2-119 0 0,-2-2 69 0 0,1-3 113 0 0,0-3-81 0 0,2-5-182 0 0,2-4 45 0 0,-1-4-280 0 0,-1-4 99 0 0,-3-2 73 0 0,-4-2-25 0 0,-3-1-32 0 0,-5-1-4 0 0,-6 0-113 0 0,-6 1 80 0 0,-5 0-67 0 0,-4 3 101 0 0,-2 2 153 0 0,-2 4-40 0 0,3 6 101 0 0,1 4-97 0 0,3 7-340 0 0,2 6-152 0 0,2 8 204 0 0,2 8-322 0 0,1 8-733 0 0,3 3-1202 0 0,2 6-589 0 0,3-5 963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17.847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3171.375"/>
      <inkml:brushProperty name="anchorY" value="-298630.40625"/>
      <inkml:brushProperty name="scaleFactor" value="0.5"/>
    </inkml:brush>
  </inkml:definitions>
  <inkml:trace contextRef="#ctx0" brushRef="#br0">86 1 9461 0 0,'0'0'0'0'0,"0"0"1484"0"0,0 0-201 0 0,0 0-208 0 0,0 0-695 0 0,0 0-409 0 0,0 0-220 0 0,0 0-287 0 0,0 0-935 0 0,-29 17-359 0 0,3 2-450 0 0,7-1-181 0 0,10-4-436 0 0,6-5 1113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29.32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9470.25"/>
      <inkml:brushProperty name="anchorY" value="-293217.84375"/>
      <inkml:brushProperty name="scaleFactor" value="0.5"/>
    </inkml:brush>
  </inkml:definitions>
  <inkml:trace contextRef="#ctx0" brushRef="#br0">7 0 3860 0 0,'0'0'0'0'0,"0"0"5085"0"0,0 0-4028 0 0,0 0-21 0 0,0 0-684 0 0,0 0 160 0 0,0 0 290 0 0,0 0-159 0 0,0 0-677 0 0,0 0-569 0 0,0 0-815 0 0,-1 2-1488 0 0,-1-1-4135 0 0,0 0 6915 0 0,0 0-889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43.28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3001.25"/>
      <inkml:brushProperty name="anchorY" value="-292409.28125"/>
      <inkml:brushProperty name="scaleFactor" value="0.5"/>
    </inkml:brush>
  </inkml:definitions>
  <inkml:trace contextRef="#ctx0" brushRef="#br0">464 0 1252 0 0,'0'0'0'0'0,"0"0"1552"0"0,0 0 4817 0 0,0 0-7234 0 0,0 0 2451 0 0,0 0-770 0 0,0 0 323 0 0,0 0 48 0 0,45 7-69 0 0,10 4-355 0 0,6 5-342 0 0,-2 5-205 0 0,-7 4-50 0 0,-9 6 26 0 0,-9 3-69 0 0,-11 6 10 0 0,-8 4-139 0 0,-7 3 131 0 0,-8 2-23 0 0,-5 2-35 0 0,-4-1-18 0 0,-4 0-38 0 0,-2-2 53 0 0,1-3-65 0 0,-1-4 62 0 0,1-3-61 0 0,2-5 64 0 0,3-5-70 0 0,2-5 22 0 0,3-4-18 0 0,2-6-6 0 0,1-4 11 0 0,1-3 66 0 0,0-4-24 0 0,2-2-54 0 0,1-2 14 0 0,1-3-134 0 0,1-1 165 0 0,0-2-3 0 0,-1-3 144 0 0,-1-3 9 0 0,-1-4-81 0 0,-4-4-66 0 0,-7-4-32 0 0,-6-3 0 0 0,-9-2-7 0 0,-6-1 9 0 0,-7 2-12 0 0,-5 2 9 0 0,-4 5 100 0 0,-3 6-33 0 0,-2 6-73 0 0,-1 6 11 0 0,-1 8 107 0 0,0 7-151 0 0,1 7-53 0 0,0 5 13 0 0,3 6-71 0 0,4 4 30 0 0,6 3 16 0 0,9 2 54 0 0,10 2-17 0 0,7 0-60 0 0,9-1-23 0 0,14 0 72 0 0,12-2 72 0 0,13-2-144 0 0,15-3-235 0 0,12-2-268 0 0,13-3-478 0 0,10-5-100 0 0,7-4-732 0 0,3-6-2831 0 0,-2-4-1939 0 0,-5-5 8240 0 0,-19-2-2642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40.88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5528.125"/>
      <inkml:brushProperty name="anchorY" value="-286975.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7024.375"/>
      <inkml:brushProperty name="anchorY" value="-288699.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08719.875"/>
      <inkml:brushProperty name="anchorY" value="-288664.28125"/>
      <inkml:brushProperty name="scaleFactor" value="0.5"/>
    </inkml:brush>
    <inkml:context xml:id="ctx1">
      <inkml:inkSource xml:id="inkSrc3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6-02-03T22:34:42.343"/>
    </inkml:context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0306.0625"/>
      <inkml:brushProperty name="anchorY" value="-290139.0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2121.875"/>
      <inkml:brushProperty name="anchorY" value="-290906.1875"/>
      <inkml:brushProperty name="scaleFactor" value="0.5"/>
    </inkml:brush>
  </inkml:definitions>
  <inkml:trace contextRef="#ctx0" brushRef="#br0">246 1035 6889 0 0,'0'0'0'0'0,"0"0"2492"0"0,0 0-961 0 0,0 0-249 0 0,0 0-547 0 0,0 0 277 0 0,0 0-108 0 0,0 0-138 0 0,0 0-171 0 0,23 24-123 0 0,6 6-120 0 0,5 5-40 0 0,2 2 52 0 0,0-1-15 0 0,2 0-64 0 0,1 0 67 0 0,0 2-116 0 0,1 1-36 0 0,0 4-50 0 0,-1 2-88 0 0,-2 4-60 0 0,-1 3-79 0 0,-4 2-70 0 0,-2 0-45 0 0,-4-1-52 0 0,-2-3-67 0 0,-3-5-89 0 0,-3-7-126 0 0,-2-7-426 0 0,-4-8-288 0 0,-3-7-666 0 0,-3-6-1051 0 0,-4-5-2911 0 0,-8-5 1449 0 0,-1-1 5145 0 0</inkml:trace>
  <inkml:trace contextRef="#ctx0" brushRef="#br1" timeOffset="253.768">1 1842 952 0 0,'0'0'0'0'0,"0"0"1136"0"0,0 0 5465 0 0,0 0-7068 0 0,0 0 2041 0 0,0 0-1308 0 0,0 0 703 0 0,0 0-358 0 0,0 0-23 0 0,35-23 61 0 0,11-11-119 0 0,13-10-161 0 0,6-8-112 0 0,6-5-67 0 0,1-5 12 0 0,1-2-11 0 0,-2-2-135 0 0,-1 0-49 0 0,-6 1-186 0 0,-7 3-107 0 0,-7 2-386 0 0,-9 4-612 0 0,-9 5-1395 0 0,-10 4-2331 0 0,-9 6 423 0 0,-5 10 5428 0 0</inkml:trace>
  <inkml:trace contextRef="#ctx0" brushRef="#br2" timeOffset="824.33">1112 1 208 0 0,'0'0'0'0'0,"0"0"260"0"0,0 0 5755 0 0,0 0-6097 0 0,0 0 1823 0 0,0 0-637 0 0,0 0-110 0 0,0 0 132 0 0,0 0-98 0 0,0 0-258 0 0,0 0-401 0 0,49 21-40 0 0,8 9-207 0 0,6 10-29 0 0,-7 4 33 0 0,-11 2 74 0 0,-12 1 62 0 0,-12-1-38 0 0,-9-3 20 0 0,-7-1 38 0 0,-8-2 77 0 0,-7-2 69 0 0,-7-3-40 0 0,-5-3-176 0 0,-5-3-107 0 0,-3-3-94 0 0,-2-4 4 0 0,-2-3-14 0 0,-1-5-118 0 0,1-4-50 0 0,2-3-176 0 0,0-4-122 0 0,1-4 202 0 0,1-4-65 0 0,3-6-90 0 0,3-3 146 0 0,4-4 27 0 0,5-4 78 0 0,4-1 53 0 0,5-1-68 0 0,4 1 54 0 0,6 1 40 0 0,4 4 96 0 0,4 3 112 0 0,4 5 93 0 0,2 4-74 0 0,3 3 197 0 0,4 5 108 0 0,4 4-103 0 0,5 5-52 0 0,5 3-43 0 0,4 4-2 0 0,4 1 16 0 0,2 1-31 0 0,1 0-73 0 0,0-1-102 0 0,0-1-46 0 0,0-2-171 0 0,0-2-138 0 0,0-3-464 0 0,-2-2-356 0 0,-1-2-1210 0 0,-3-4-1635 0 0,-7 0-2183 0 0,-7-3 5801 0 0,-9-1-1122 0 0</inkml:trace>
  <inkml:trace contextRef="#ctx1" brushRef="#br3">2237 1344 628,'0'0'0,"0"0"5461,0 0-3539,0 0-701,0 0-366,0 0-285,0 0 564,0 0-30,0 0-158,0 0-108,0 0-97,0 0-85,12 0 42,5-1-32,3 0-114,3 0-97,4 1-78,7 0-66,5-1-25,9 1-71,9-1-69,8-1-66,6 0-82,4-2-54,1 1-36,-1-2-87,-5 1-181,-6-1-142,-8 0-106,-9 0-185,-9 0-682,-11 0-887,-9-1-2104,-8-1-1289,-8-2 3926,-4 2 741</inkml:trace>
  <inkml:trace contextRef="#ctx0" brushRef="#br4" timeOffset="1665.87">2844 1097 4396 0 0,'0'0'0'0'0,"0"0"5081"0"0,0 0-3039 0 0,0 0-424 0 0,0 0-341 0 0,0 25-325 0 0,0 11 215 0 0,0 10-506 0 0,0 7-264 0 0,0 5-297 0 0,0 1-65 0 0,0 0-89 0 0,-2-3-15 0 0,0-4-135 0 0,0-3-180 0 0,1-7-546 0 0,1-5-188 0 0,3-6-1046 0 0,3-8-2126 0 0,2-7-2397 0 0,4-6 6881 0 0,-1-5-2209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45.974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4159.375"/>
      <inkml:brushProperty name="anchorY" value="-294270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5816.5625"/>
      <inkml:brushProperty name="anchorY" value="-295702.96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7039.875"/>
      <inkml:brushProperty name="anchorY" value="-296941.4375"/>
      <inkml:brushProperty name="scaleFactor" value="0.5"/>
    </inkml:brush>
  </inkml:definitions>
  <inkml:trace contextRef="#ctx0" brushRef="#br0">39 254 468 0 0,'0'0'0'0'0,"0"0"276"0"0,0 0-261 0 0,0 0 606 0 0,0 0 115 0 0,0 0 450 0 0,0 0-307 0 0,0 0 479 0 0,0 0-179 0 0,0 0-44 0 0,0 0-69 0 0,-6-18-95 0 0,0-2 39 0 0,1-2-96 0 0,2 2-59 0 0,3 3-75 0 0,3 3-95 0 0,3 2-150 0 0,4 2-130 0 0,3 1-85 0 0,3 0 26 0 0,4-1-81 0 0,4-1 66 0 0,4-2-7 0 0,4-1-36 0 0,2 0-98 0 0,2 1-49 0 0,0 1-78 0 0,-1 4 55 0 0,0 2 4 0 0,1 5 26 0 0,2 5-84 0 0,0 6-66 0 0,2 7-176 0 0,-1 7-70 0 0,-3 6 134 0 0,-4 5 4 0 0,-7 4-26 0 0,-5 4 16 0 0,-6 4 24 0 0,-6 3 20 0 0,-6 3 84 0 0,-7 3-25 0 0,-9 1-52 0 0,-7 2-56 0 0,-7-1 26 0 0,-6-1 59 0 0,-2-5 28 0 0,-3-4 7 0 0,-1-7 3 0 0,1-8-82 0 0,2-8 1 0 0,3-7 13 0 0,2-8-23 0 0,2-5-63 0 0,2-6-234 0 0,2-4-647 0 0,-1-4 1179 0 0,-1-3-461 0 0,-1-4-26 0 0,-1-3-315 0 0,0-3-65 0 0,1-3 50 0 0,6-2 107 0 0,6 0 163 0 0,5 1 133 0 0,6 3 293 0 0,5 4 158 0 0,6 4-19 0 0,4 5-10 0 0,4 3 161 0 0,5 5 143 0 0,7 6-238 0 0,7 4-223 0 0,7 5 50 0 0,6 4-117 0 0,6 3 86 0 0,4 3-80 0 0,3 1 9 0 0,0 0 11 0 0,1-2-20 0 0,0-3-55 0 0,0-1-208 0 0,-3-4-290 0 0,-2-3-303 0 0,-5-4-1133 0 0,-6-2-1263 0 0,-7-2-1373 0 0,-10-2 5707 0 0</inkml:trace>
  <inkml:trace contextRef="#ctx0" brushRef="#br1" timeOffset="376.515">850 455 6453 0 0,'0'0'0'0'0,"0"0"4252"0"0,0 0-3145 0 0,0 0 497 0 0,0 0-741 0 0,0 0 69 0 0,0 0-141 0 0,27 20-367 0 0,8 7-274 0 0,5 7-121 0 0,2 2-135 0 0,0 1-76 0 0,-2-1-171 0 0,-4-2-64 0 0,-5-3-99 0 0,-4-4-107 0 0,-5-3-232 0 0,-5-4-430 0 0,-5-3-612 0 0,-4-2-878 0 0,-5-2-1339 0 0,-5-1 763 0 0,-1-4 3815 0 0</inkml:trace>
  <inkml:trace contextRef="#ctx0" brushRef="#br2" timeOffset="565.461">769 845 272 0 0,'0'0'0'0'0,"0"0"6649"0"0,0 0-4430 0 0,0 0-465 0 0,0 0-522 0 0,0 0-34 0 0,0 0 93 0 0,0 0-27 0 0,26-24-411 0 0,11-10-235 0 0,10-9-262 0 0,3-5-370 0 0,0-1 30 0 0,-3 2-252 0 0,-5 3-77 0 0,-6 5-268 0 0,-6 6-458 0 0,-7 5-651 0 0,-8 6-1421 0 0,-6 6-4082 0 0,-4 6 4083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48.99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8303.625"/>
      <inkml:brushProperty name="anchorY" value="-297351.5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6533.5"/>
      <inkml:brushProperty name="anchorY" value="-298035.71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5271.125"/>
      <inkml:brushProperty name="anchorY" value="-297417.5625"/>
      <inkml:brushProperty name="scaleFactor" value="0.5"/>
    </inkml:brush>
  </inkml:definitions>
  <inkml:trace contextRef="#ctx0" brushRef="#br0">1494 8 184 0 0,'0'0'0'0'0,"0"0"168"0"0,0 0-28 0 0,0 0 615 0 0,0 0 4886 0 0,0 0-5257 0 0,0 0 1440 0 0,0 0-886 0 0,0 0-52 0 0,0 0 41 0 0,0 0-116 0 0,0 0-206 0 0,5 0-185 0 0,2 0-87 0 0,0 0 47 0 0,0-1-255 0 0,-2 0 29 0 0,-2 0-24 0 0,-1-1-15 0 0,-1 1-16 0 0,-2 0-29 0 0,-5 0-78 0 0,-5 1-54 0 0,-7 1 69 0 0,-8 1-74 0 0,-8 2 77 0 0,-6 0-134 0 0,-7 3-6 0 0,-5 2-18 0 0,-5 1 87 0 0,-4 2 61 0 0,-3 3 20 0 0,0 0-29 0 0,0 2-75 0 0,4 1 109 0 0,2 2 18 0 0,3 0-54 0 0,3 2 13 0 0,3 3-84 0 0,2 1 12 0 0,3 4 75 0 0,1 1-109 0 0,3 2 27 0 0,0 2-42 0 0,1 2-77 0 0,2 3-12 0 0,-1 3 113 0 0,0 2 9 0 0,1 3 87 0 0,1 1-12 0 0,2 1 80 0 0,2-1 28 0 0,3-2 43 0 0,3-1-170 0 0,3-2 49 0 0,4-2-23 0 0,2-3 5 0 0,3-3-6 0 0,2-2-55 0 0,2-2 2 0 0,1-3-92 0 0,0-1 22 0 0,1-1 35 0 0,1 1-4 0 0,-1 1-1 0 0,2 1 114 0 0,2 1-18 0 0,1 1 101 0 0,1-1-66 0 0,1 0 128 0 0,3-1-92 0 0,3-3 55 0 0,2-2-44 0 0,2-3 45 0 0,2-3-98 0 0,1-2-22 0 0,2-3-58 0 0,-1-3-5 0 0,2-3 43 0 0,1-1 12 0 0,2-3 83 0 0,1 0-104 0 0,3-1 22 0 0,4 1-12 0 0,3 0 8 0 0,1 1 1 0 0,4 1 5 0 0,1 0-10 0 0,0 0-62 0 0,0 1 87 0 0,-1-1-33 0 0,-2 0-41 0 0,-3 0 19 0 0,-3-1-13 0 0,-3-1-13 0 0,-4 0-10 0 0,-3-1 30 0 0,-2 1-24 0 0,-3-1-20 0 0,0 1-54 0 0,0 0-34 0 0,0 1 37 0 0,3 1 54 0 0,3 2 32 0 0,3 1-32 0 0,2 1-74 0 0,4 1-25 0 0,2 0 29 0 0,0 1 18 0 0,0-1 22 0 0,-2-1 25 0 0,-2 0 47 0 0,-4-2 32 0 0,-3-2 9 0 0,-4 0 16 0 0,-3-2 115 0 0,-4-2 33 0 0,-1 0 13 0 0,-2 0 5 0 0,-2-1-73 0 0,0-1-11 0 0,-1 1-15 0 0,0-1 18 0 0,-1 0 20 0 0,1 0-9 0 0,0-1 37 0 0,0 1 23 0 0,0 0-23 0 0,-1-1-47 0 0,-2-2-107 0 0,-5-1-151 0 0,-4-2-74 0 0,-8-2-9 0 0,-7-5 50 0 0,-8-4-249 0 0,-5-4-522 0 0,-6-5-1044 0 0,-2-2-620 0 0,1-2-405 0 0,5 3 607 0 0,9 4 1744 0 0</inkml:trace>
  <inkml:trace contextRef="#ctx0" brushRef="#br1" timeOffset="270.856">886 1712 484 0 0,'0'0'0'0'0,"0"0"6189"0"0,0 0-5069 0 0,0 0 991 0 0,0 0-860 0 0,0 0-143 0 0,0 0 221 0 0,0 0-872 0 0,0 0-90 0 0,0 0-256 0 0,-33 24-228 0 0,-8 6 69 0 0,-8 4-250 0 0,-2 1-357 0 0,2-4-520 0 0,4-5-1025 0 0,1-6-2015 0 0,4-5-962 0 0,4-6 5780 0 0,8-4-1850 0 0</inkml:trace>
  <inkml:trace contextRef="#ctx0" brushRef="#br2" timeOffset="904.508">718 1544 12 0 0,'0'0'0'0'0,"0"0"132"0"0,0 0-93 0 0,0 0 423 0 0,0 0 1180 0 0,0 0 869 0 0,0 0-1020 0 0,0 0-115 0 0,0 0-476 0 0,0 0-58 0 0,0 0-111 0 0,6 5-71 0 0,-1-1-129 0 0,3 0-139 0 0,-1-1-117 0 0,-1-2-89 0 0,0-3-24 0 0,-2-1-47 0 0,-2-2-114 0 0,0 0 23 0 0,-1-1-24 0 0,-5-2-64 0 0,-3-2 8 0 0,-6-3-63 0 0,-5-3-125 0 0,-4-3-295 0 0,-3-2-444 0 0,-1-2-576 0 0,1-1-1411 0 0,1 2-2353 0 0,4 2 5807 0 0,5 5-1546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1.62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4272.0625"/>
      <inkml:brushProperty name="anchorY" value="-296375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5664.125"/>
      <inkml:brushProperty name="anchorY" value="-297134.84375"/>
      <inkml:brushProperty name="scaleFactor" value="0.5"/>
    </inkml:brush>
  </inkml:definitions>
  <inkml:trace contextRef="#ctx0" brushRef="#br0">1 226 132 0 0,'0'0'0'0'0,"0"0"3272"0"0,0 0-961 0 0,0 0-1046 0 0,0 0-283 0 0,0 0-310 0 0,0 0 260 0 0,0 0 32 0 0,0 0-126 0 0,0 0-113 0 0,0 0-43 0 0,0 0-172 0 0,13-2-8 0 0,2 0-16 0 0,1 0-34 0 0,-2 0-66 0 0,0 1-105 0 0,0 0-46 0 0,1 1-188 0 0,5 0-26 0 0,6 0-11 0 0,6 0-215 0 0,4 0-371 0 0,4-1-201 0 0,3-2-266 0 0,1-2-263 0 0,0-2-450 0 0,-3-3-163 0 0,-2-1-831 0 0,-7-3 136 0 0,-4 0 95 0 0,-9 1 2670 0 0</inkml:trace>
  <inkml:trace contextRef="#ctx0" brushRef="#br1" timeOffset="177.716">359 0 272 0 0,'0'0'0'0'0,"0"0"7685"0"0,0 0-7501 0 0,0 0 1346 0 0,-5 20-1063 0 0,0 8-61 0 0,-2 9-286 0 0,2 4-109 0 0,0 2-587 0 0,2 0-690 0 0,2-3-1134 0 0,3-5-1671 0 0,1-5 3286 0 0,4-8-175 0 0,-1-7 375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3.241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4804.1875"/>
      <inkml:brushProperty name="anchorY" value="-296642.125"/>
      <inkml:brushProperty name="scaleFactor" value="0.5"/>
    </inkml:brush>
  </inkml:definitions>
  <inkml:trace contextRef="#ctx0" brushRef="#br0">135 1 64 0 0,'0'0'0'0'0,"0"0"576"0"0,0 0-415 0 0,0 0 2587 0 0,0 0-676 0 0,0 0-774 0 0,0 0-83 0 0,0 0-189 0 0,0 0 20 0 0,0 0 11 0 0,0 0-142 0 0,-11 19-128 0 0,-2 3-255 0 0,-3 3-168 0 0,0 0 38 0 0,1-1-22 0 0,0-1 12 0 0,0-1-76 0 0,3 2 22 0 0,2 2-89 0 0,3 3 13 0 0,2 4-50 0 0,5 4-51 0 0,8 4-119 0 0,9 2-32 0 0,9 1-6 0 0,10 0-7 0 0,9-3-155 0 0,5-3 188 0 0,4-7-240 0 0,2-5 127 0 0,2-6-36 0 0,-2-8-26 0 0,-1-4-14 0 0,0-8-77 0 0,-3-7 108 0 0,-2-7 127 0 0,-5-9-123 0 0,-6-7 76 0 0,-7-8-136 0 0,-8-8-34 0 0,-8-6 0 0 0,-6-4-42 0 0,-11-3 116 0 0,-11 0-138 0 0,-12 4 338 0 0,-13 4-56 0 0,-10 7 240 0 0,-10 8-306 0 0,-7 8 14 0 0,-5 10-366 0 0,-2 8-196 0 0,-1 11-838 0 0,-1 12-4291 0 0,5 9 1044 0 0,3 13 4194 0 0,14-1 20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25.42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8761.5625"/>
      <inkml:brushProperty name="anchorY" value="-301241.43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8616.75"/>
      <inkml:brushProperty name="anchorY" value="-299764.87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0215"/>
      <inkml:brushProperty name="anchorY" value="-301190.5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6012"/>
      <inkml:brushProperty name="anchorY" value="-297462.87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7520.75"/>
      <inkml:brushProperty name="anchorY" value="-298246.43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1739.5"/>
      <inkml:brushProperty name="anchorY" value="-304120.406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0907.5"/>
      <inkml:brushProperty name="anchorY" value="-308115.09375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1994.3125"/>
      <inkml:brushProperty name="anchorY" value="-311696.312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6944.4375"/>
      <inkml:brushProperty name="anchorY" value="-297583.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3896.125"/>
      <inkml:brushProperty name="anchorY" value="-295931.6562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15459.1875"/>
      <inkml:brushProperty name="anchorY" value="-297519.531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59907.25"/>
      <inkml:brushProperty name="anchorY" value="-294128.531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4417.9375"/>
      <inkml:brushProperty name="anchorY" value="-294409.8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72766.125"/>
      <inkml:brushProperty name="anchorY" value="-294267.3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86854.0625"/>
      <inkml:brushProperty name="anchorY" value="-300107.593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2239.25"/>
      <inkml:brushProperty name="anchorY" value="-297861.3437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3289.3125"/>
      <inkml:brushProperty name="anchorY" value="-298755.06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8616.5"/>
      <inkml:brushProperty name="anchorY" value="-292375.625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599552.75"/>
      <inkml:brushProperty name="anchorY" value="-293102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0593.5625"/>
      <inkml:brushProperty name="anchorY" value="-302643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2612.75"/>
      <inkml:brushProperty name="anchorY" value="-306096.65625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3029.625"/>
      <inkml:brushProperty name="anchorY" value="-313374.9375"/>
      <inkml:brushProperty name="scaleFactor" value="0.5"/>
    </inkml:brush>
    <inkml:brush xml:id="br2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4167.375"/>
      <inkml:brushProperty name="anchorY" value="-314982.5"/>
      <inkml:brushProperty name="scaleFactor" value="0.5"/>
    </inkml:brush>
    <inkml:brush xml:id="br2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5478.375"/>
      <inkml:brushProperty name="anchorY" value="-316398.0625"/>
      <inkml:brushProperty name="scaleFactor" value="0.5"/>
    </inkml:brush>
    <inkml:brush xml:id="br2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4269.625"/>
      <inkml:brushProperty name="anchorY" value="-316335.25"/>
      <inkml:brushProperty name="scaleFactor" value="0.5"/>
    </inkml:brush>
    <inkml:brush xml:id="br2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5332.0625"/>
      <inkml:brushProperty name="anchorY" value="-317633.40625"/>
      <inkml:brushProperty name="scaleFactor" value="0.5"/>
    </inkml:brush>
    <inkml:brush xml:id="br2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4444.875"/>
      <inkml:brushProperty name="anchorY" value="-318470.25"/>
      <inkml:brushProperty name="scaleFactor" value="0.5"/>
    </inkml:brush>
    <inkml:brush xml:id="br2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5573.75"/>
      <inkml:brushProperty name="anchorY" value="-320779.46875"/>
      <inkml:brushProperty name="scaleFactor" value="0.5"/>
    </inkml:brush>
    <inkml:brush xml:id="br2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6428"/>
      <inkml:brushProperty name="anchorY" value="-322166.8125"/>
      <inkml:brushProperty name="scaleFactor" value="0.5"/>
    </inkml:brush>
    <inkml:brush xml:id="br2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7594.125"/>
      <inkml:brushProperty name="anchorY" value="-323062.6875"/>
      <inkml:brushProperty name="scaleFactor" value="0.5"/>
    </inkml:brush>
    <inkml:brush xml:id="br3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6741"/>
      <inkml:brushProperty name="anchorY" value="-322647.46875"/>
      <inkml:brushProperty name="scaleFactor" value="0.5"/>
    </inkml:brush>
    <inkml:brush xml:id="br3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7650.375"/>
      <inkml:brushProperty name="anchorY" value="-324608.21875"/>
      <inkml:brushProperty name="scaleFactor" value="0.5"/>
    </inkml:brush>
    <inkml:brush xml:id="br3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28817.8125"/>
      <inkml:brushProperty name="anchorY" value="-325934.8125"/>
      <inkml:brushProperty name="scaleFactor" value="0.5"/>
    </inkml:brush>
    <inkml:brush xml:id="br3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0137.25"/>
      <inkml:brushProperty name="anchorY" value="-326188.3125"/>
      <inkml:brushProperty name="scaleFactor" value="0.5"/>
    </inkml:brush>
    <inkml:brush xml:id="br3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1653.8125"/>
      <inkml:brushProperty name="anchorY" value="-327537.5625"/>
      <inkml:brushProperty name="scaleFactor" value="0.5"/>
    </inkml:brush>
    <inkml:brush xml:id="br3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0690.625"/>
      <inkml:brushProperty name="anchorY" value="-328620.6875"/>
      <inkml:brushProperty name="scaleFactor" value="0.5"/>
    </inkml:brush>
    <inkml:brush xml:id="br3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1622.125"/>
      <inkml:brushProperty name="anchorY" value="-331091.4375"/>
      <inkml:brushProperty name="scaleFactor" value="0.5"/>
    </inkml:brush>
  </inkml:definitions>
  <inkml:trace contextRef="#ctx0" brushRef="#br0">24043 3585 704 0 0,'0'0'0'0'0,"0"0"876"0"0,0 0-550 0 0,0 0 4403 0 0,0 0-4586 0 0,0 0 1324 0 0,0 0-1000 0 0,0 0 194 0 0,0 0 142 0 0,0 0 41 0 0,0 0 0 0 0,0 0-30 0 0,38 13-122 0 0,10 3-109 0 0,11 3-128 0 0,0 1-34 0 0,-2 1-159 0 0,-5 1-6 0 0,-9 3-117 0 0,-8 1-130 0 0,-10 2 183 0 0,-10 3-229 0 0,-8 2 59 0 0,-10 2-91 0 0,-8 2 80 0 0,-9 1-121 0 0,-7 1 40 0 0,-6-1 83 0 0,-4 0 29 0 0,-4-2-58 0 0,-1-2 20 0 0,-1-3-3 0 0,0-5 12 0 0,2-4-3 0 0,2-5-12 0 0,4-5-75 0 0,2-4-152 0 0,5-3-33 0 0,4-5-186 0 0,5-4 75 0 0,3-5-82 0 0,4-5 87 0 0,5-3-82 0 0,4-4 259 0 0,7-1 5 0 0,7-1 114 0 0,7 2 70 0 0,4 3 3 0 0,5 2 233 0 0,2 5 102 0 0,3 3-30 0 0,1 4-93 0 0,3 4 317 0 0,2 4-337 0 0,5 3 165 0 0,5 4-110 0 0,6 1-134 0 0,4 1-38 0 0,7 0-76 0 0,5-2-4 0 0,5-3-253 0 0,5-2-394 0 0,3-4-472 0 0,-1-2-809 0 0,-5-3-1219 0 0,-9-2-2856 0 0,-17-1 4711 0 0</inkml:trace>
  <inkml:trace contextRef="#ctx0" brushRef="#br1" timeOffset="-950.676">23005 4913 3500 0 0,'0'0'0'0'0,"0"0"1016"0"0,0 0 4038 0 0,0 0-5318 0 0,0 0 1534 0 0,0 0-916 0 0,0 0 296 0 0,0 0 32 0 0,0 0-39 0 0,0 0-97 0 0,0 0 4 0 0,0 0-210 0 0,35 25 43 0 0,12 9-30 0 0,12 6 60 0 0,5 4 66 0 0,0 0-108 0 0,-2 0-190 0 0,-5-3 5 0 0,-6-2-131 0 0,-4-2-50 0 0,-5-3-55 0 0,-4-3-105 0 0,-5-3-141 0 0,-2-3-118 0 0,-5-3-233 0 0,-2-2-33 0 0,-4-3-226 0 0,-3-3-111 0 0,-3-2-343 0 0,-4-2-369 0 0,-4-2-600 0 0,-3-2-622 0 0,-2-2-1514 0 0</inkml:trace>
  <inkml:trace contextRef="#ctx0" brushRef="#br2" timeOffset="-634.361">23766 4695 8345 0 0,'0'0'0'0'0,"0"0"2108"0"0,0 0-1059 0 0,0 0-53 0 0,0 0-156 0 0,-27 22 273 0 0,-9 9-239 0 0,-7 9-394 0 0,-2 8-238 0 0,0 5-126 0 0,4 4 13 0 0,3 2 85 0 0,3 3-44 0 0,3-1-69 0 0,2-1-98 0 0,4-4 23 0 0,2-3 47 0 0,2-4-93 0 0,2-6 31 0 0,0-4-231 0 0,1-4-170 0 0,-1-3-777 0 0,-1-3-515 0 0,0-2-1480 0 0,-2-3-3164 0 0,5-6 2674 0 0</inkml:trace>
  <inkml:trace contextRef="#ctx0" brushRef="#br3" timeOffset="-2057.397">21494 5174 1172 0 0,'0'0'0'0'0,"0"0"2572"0"0,0 0 3002 0 0,0 0-5456 0 0,0 0 1482 0 0,0 0-1064 0 0,0 0 423 0 0,0 0 17 0 0,0 0-290 0 0,0 0-239 0 0,0 0-152 0 0,0 0 30 0 0,-3 0 193 0 0,-1 0 17 0 0,0-1-200 0 0,1 0-121 0 0,1 0-77 0 0,0 0-26 0 0,3 0 21 0 0,0 0 2 0 0,4 1-28 0 0,6 0 112 0 0,5 0 38 0 0,8 0-81 0 0,9 0-52 0 0,8 0-76 0 0,6 0 18 0 0,6 0 5 0 0,2-1-79 0 0,1-1 70 0 0,-1-1-70 0 0,-2-1 20 0 0,-2-1-12 0 0,-4-1-78 0 0,-4 0-29 0 0,-6 1-94 0 0,-6 0-97 0 0,-5 0-55 0 0,-8 2-28 0 0,-6 1-57 0 0,-5 1-158 0 0,-4 0-393 0 0,-6 1-772 0 0,-5-1-2997 0 0,-9-3-3158 0 0,-1 1 8423 0 0</inkml:trace>
  <inkml:trace contextRef="#ctx0" brushRef="#br4" timeOffset="-1818.763">21871 4894 5673 0 0,'0'0'0'0'0,"0"0"4660"0"0,0 0-3122 0 0,0 0-144 0 0,0 0-686 0 0,0 0-145 0 0,0 0 316 0 0,0 0-97 0 0,0 0-396 0 0,0 0-483 0 0,1 9 197 0 0,4 5 88 0 0,7 10-226 0 0,7 9 47 0 0,7 7-2 0 0,3 7-65 0 0,4 4-160 0 0,-2 5-45 0 0,-2 2-211 0 0,-3 2-680 0 0,-8 1-386 0 0,-5-1-933 0 0,-5-2-1889 0 0,-7-1-207 0 0,-3-13 3434 0 0</inkml:trace>
  <inkml:trace contextRef="#ctx0" brushRef="#br5" timeOffset="2519.383">22143 4564 952 0 0,'0'0'0'0'0,"0"0"2700"0"0,0 0 3048 0 0,0 0-6271 0 0,0 0 1377 0 0,0 0-628 0 0,0 0 53 0 0,0 0 233 0 0,0 0-92 0 0,0 20-222 0 0,1 6-62 0 0,2 8 55 0 0,4 4 77 0 0,1 3 88 0 0,1 1 49 0 0,1 0 8 0 0,-1 2-83 0 0,-1-1-90 0 0,-2 0-31 0 0,-2 1-39 0 0,-1-1-118 0 0,-2 0-36 0 0,-3-1 1 0 0,-3-1-18 0 0,-3-2-7 0 0,-1-2-50 0 0,-2-4-15 0 0,0-3 76 0 0,0-5-114 0 0,1-3 63 0 0,2-5-20 0 0,2-5 65 0 0,2-3-13 0 0,1-4 3 0 0,2-3-87 0 0,1-1-50 0 0,0-3 186 0 0,0-3-71 0 0,2-3-303 0 0,1-5 341 0 0,3-5-156 0 0,5-3 28 0 0,5-3-1 0 0,4-3-63 0 0,3 0 125 0 0,4 0-11 0 0,2 2 82 0 0,0 3-23 0 0,0 4-34 0 0,-2 4-113 0 0,0 5-36 0 0,-2 5 243 0 0,0 5 70 0 0,-1 5 161 0 0,1 7-195 0 0,0 5 86 0 0,1 5-14 0 0,-1 4 17 0 0,-1 3 38 0 0,-1 2 94 0 0,-4 2-66 0 0,-5-1-52 0 0,-4 0 63 0 0,-5 0-53 0 0,-7 0 57 0 0,-11 0-90 0 0,-11 1-146 0 0,-9 0 6 0 0,-10 0-193 0 0,-9-2-75 0 0,-6-4-476 0 0,-6-3-565 0 0,1-6-1044 0 0,-4-6-2728 0 0,13-5-61 0 0</inkml:trace>
  <inkml:trace contextRef="#ctx0" brushRef="#br6" timeOffset="4424.732">24878 3035 928 0 0,'0'0'0'0'0,"0"0"716"0"0,0 0 3921 0 0,0 0-4164 0 0,0 0 1052 0 0,0 0-682 0 0,0 0-55 0 0,0 0 170 0 0,0 0-13 0 0,0 0-260 0 0,0 0-203 0 0,0 0-148 0 0,2-1-136 0 0,4 1 71 0 0,3 2 173 0 0,4 2-140 0 0,6 4 22 0 0,5 4-64 0 0,5 3 12 0 0,3 6-8 0 0,3 4 14 0 0,1 4-120 0 0,0 7 67 0 0,0 4-189 0 0,-1 6-9 0 0,-2 6-16 0 0,-2 5 46 0 0,-1 4-68 0 0,-1 4 37 0 0,0 2 53 0 0,-2 2-40 0 0,-2 1 59 0 0,-1 1-49 0 0,-2-1 34 0 0,-4 1-98 0 0,-4 1 37 0 0,-3 0 162 0 0,-3 1 11 0 0,-4 2 111 0 0,-2 3 50 0 0,-5 3-212 0 0,-4 3 0 0 0,-4 6-85 0 0,-4 4-58 0 0,-1 3 69 0 0,-2 0-73 0 0,2-1 8 0 0,1-5 141 0 0,2-7-28 0 0,3-8-17 0 0,1-9 2 0 0,3-8-1 0 0,2-8-7 0 0,0-6-22 0 0,0-6-26 0 0,1-4-36 0 0,-1-4 7 0 0,-2-2-20 0 0,-1-2-6 0 0,-1-3-73 0 0,0 0-27 0 0,-2-2-95 0 0,0-1-157 0 0,-1-2-350 0 0,-1-1 100 0 0,-1-2-154 0 0,-3-1-367 0 0,-2-3-223 0 0,-4-1-641 0 0,-3-2-1168 0 0,-5-3-2083 0 0,5-1 2134 0 0</inkml:trace>
  <inkml:trace contextRef="#ctx0" brushRef="#br7" timeOffset="5056.971">25553 2228 52 0 0,'0'0'0'0'0,"0"0"716"0"0,0 0 1452 0 0,0 0 140 0 0,0 0-1123 0 0,0 0-183 0 0,0 0-281 0 0,0 0 239 0 0,0 0 216 0 0,0 0 72 0 0,0 0-14 0 0,0 0-175 0 0,14 5-311 0 0,5 4-45 0 0,6 4-64 0 0,3 6-18 0 0,3 6-78 0 0,1 7-4 0 0,-2 9-190 0 0,-2 8-142 0 0,-5 8-214 0 0,-6 9-206 0 0,-5 9 9 0 0,-10 8-332 0 0,-8 7-785 0 0,-8 1-1517 0 0,-12 6-5527 0 0,0-17 4043 0 0</inkml:trace>
  <inkml:trace contextRef="#ctx0" brushRef="#br8" timeOffset="-3375.07">19952 3993 600 0 0,'0'0'0'0'0,"0"0"456"0"0,0 0-317 0 0,0 0 5233 0 0,0 0-4898 0 0,0 0 1268 0 0,0 0-869 0 0,0 0-107 0 0,0 0 0 0 0,0 0-112 0 0,0 0-8 0 0,-6-5-136 0 0,-1-1-27 0 0,1 0 11 0 0,0 0-12 0 0,3 0-63 0 0,0 0-24 0 0,2 2-57 0 0,0-1-36 0 0,1 1-112 0 0,0 0-72 0 0,1 2-123 0 0,-1-1 15 0 0,3 1-115 0 0,3-1 93 0 0,6-1-6 0 0,6 0-58 0 0,6-2 95 0 0,8 0-34 0 0,5-1-101 0 0,4 1-42 0 0,2-1 65 0 0,1 2-88 0 0,0 1-105 0 0,-4 2-46 0 0,-3 1 44 0 0,-4 4 67 0 0,-3 3 130 0 0,-6 4 86 0 0,-5 5 77 0 0,-6 5 108 0 0,-5 5-109 0 0,-8 5 102 0 0,-9 2-86 0 0,-11 3 123 0 0,-8 1-22 0 0,-8 0-88 0 0,-5-2 26 0 0,-3 0-28 0 0,0-3-38 0 0,1-3-50 0 0,5-3 10 0 0,5-4-8 0 0,7-4-14 0 0,7-6-201 0 0,8-3-88 0 0,9-4-96 0 0,15-5 468 0 0,13-4-147 0 0,18-5 52 0 0,15-5-234 0 0,14-3-50 0 0,7-2-20 0 0,4-1 110 0 0,-3 1 4 0 0,-7 4 53 0 0,-12 4-204 0 0,-13 4 110 0 0,-15 7 285 0 0,-12 5 277 0 0,-11 8 158 0 0,-13 6-248 0 0,-14 8 174 0 0,-14 5-294 0 0,-14 5 140 0 0,-14 5-215 0 0,-11 1 139 0 0,-8 3-187 0 0,-8-1 34 0 0,-1-2-179 0 0,0-1-161 0 0,3-3-385 0 0,7-4-651 0 0,10-5-1491 0 0,7-4-4145 0 0,16-8 5217 0 0</inkml:trace>
  <inkml:trace contextRef="#ctx0" brushRef="#br9" timeOffset="-4522.915">19077 4942 652 0 0,'0'0'0'0'0,"0"0"1108"0"0,0 0 2385 0 0,0 0-2478 0 0,0 0 429 0 0,0 0-411 0 0,0 0-210 0 0,0 0-81 0 0,0 0-110 0 0,0 0 1 0 0,0 0-123 0 0,8 4-101 0 0,2 3 32 0 0,4 3-93 0 0,2 6 120 0 0,5 5 51 0 0,5 6-175 0 0,7 5-15 0 0,7 6-227 0 0,8 6-90 0 0,6 6-20 0 0,5 4 16 0 0,2 3-86 0 0,-2 1 29 0 0,-3 0 49 0 0,-7-3-129 0 0,-6-5 93 0 0,-7-6 38 0 0,-8-8-86 0 0,-7-7-58 0 0,-4-8-74 0 0,-6-7-296 0 0,-4-5-540 0 0,-4-4-727 0 0,-2-2-1415 0 0,-3-3-2730 0 0,-1 0 4629 0 0</inkml:trace>
  <inkml:trace contextRef="#ctx0" brushRef="#br10" timeOffset="-4278.43">19068 5771 3252 0 0,'0'0'0'0'0,"0"0"2957"0"0,0 0-930 0 0,0 0-1335 0 0,0 0 250 0 0,0 0-72 0 0,0 0 623 0 0,0 0-467 0 0,23-20-272 0 0,10-9-450 0 0,11-8 546 0 0,5-8-548 0 0,5-4 41 0 0,2-5-56 0 0,2-4 0 0 0,1-2 58 0 0,0-2-266 0 0,-5 0-64 0 0,-6 1-573 0 0,-9 3-411 0 0,-10 3-708 0 0,-11 3-938 0 0,-7 6-3051 0 0,-7 11 252 0 0</inkml:trace>
  <inkml:trace contextRef="#ctx0" brushRef="#br11" timeOffset="-200523.048">2185 9475 4760 0 0,'0'0'0'0'0,"0"0"352"0"0,0 0 3305 0 0,0 0-2952 0 0,0 0 649 0 0,0 0-434 0 0,0 0-118 0 0,0 0-111 0 0,0 0-61 0 0,-4 1 0 0 0,5-1 210 0 0,5 0-82 0 0,9 0-299 0 0,8 0-89 0 0,11-1-24 0 0,8 1-79 0 0,11 1-42 0 0,9 1-49 0 0,7 2 17 0 0,8 1-122 0 0,7 1 215 0 0,6 2-278 0 0,6 1 123 0 0,5 0-22 0 0,5 0-130 0 0,2 1 128 0 0,1-2-127 0 0,1 0 143 0 0,-1-3 32 0 0,-1-2 23 0 0,0-1 501 0 0,0-2-395 0 0,0-4-154 0 0,0-1 2 0 0,1-1 186 0 0,-1 0-382 0 0,2 0 116 0 0,1 1 8 0 0,3 0-62 0 0,5 0 58 0 0,4 1-68 0 0,6 0 14 0 0,2 0-14 0 0,4 0 10 0 0,1-1-12 0 0,-1-1 12 0 0,1 0 2 0 0,-3-1 13 0 0,-1-1 39 0 0,0 0-66 0 0,-1-2 17 0 0,1 0-1 0 0,1-1 2 0 0,1-1-6 0 0,2-1-2 0 0,4-1-8 0 0,1-1 15 0 0,1-1-5 0 0,0 0-7 0 0,-2 0 7 0 0,-5 0-8 0 0,-5 1 8 0 0,-8 1-68 0 0,-8 1 80 0 0,-10 4-32 0 0,-9 2 20 0 0,-8 1-8 0 0,-8 3 3 0 0,-6 0-1 0 0,-3 0-5 0 0,0 0 2 0 0,3 0 13 0 0,4-2 24 0 0,6 0-29 0 0,7-1 15 0 0,6 0-10 0 0,7-1 8 0 0,8 1-8 0 0,7 0 59 0 0,6 2-22 0 0,4 1 80 0 0,3 2-77 0 0,0 1-44 0 0,-3 2 7 0 0,-4 2-8 0 0,-6 1 4 0 0,-7 2-2 0 0,-5-1 15 0 0,-6 0 57 0 0,-6-1-91 0 0,-3 0 36 0 0,-1-1-18 0 0,1-1 3 0 0,4-1 13 0 0,5-1-13 0 0,8 0-1 0 0,10-1 1 0 0,7-2-1 0 0,8-2 0 0 0,6-1 14 0 0,4-2 94 0 0,1 0-7 0 0,0-1-11 0 0,-4 0-33 0 0,-6 1-47 0 0,-9 0 1 0 0,-9 1-11 0 0,-11 1-55 0 0,-9 1 57 0 0,-7 2-20 0 0,-5 0-50 0 0,0 1 72 0 0,0 1-10 0 0,3 0-5 0 0,3 1 4 0 0,6 0 8 0 0,4 1-2 0 0,5 0 6 0 0,3-1-7 0 0,4 0-6 0 0,0-1 6 0 0,-1 1 2 0 0,-2-2-6 0 0,-1 0 8 0 0,-3-1-3 0 0,-3 1 15 0 0,-3 0 38 0 0,-3 0 32 0 0,-3 0-48 0 0,-1 1-29 0 0,-4 0 8 0 0,-2 0 40 0 0,0 0-70 0 0,-2 1 23 0 0,0 0-3 0 0,-1 1-7 0 0,0-1 12 0 0,2 2-8 0 0,0 0 3 0 0,-1 1-6 0 0,-1 0 2 0 0,-1 2-6 0 0,-5-1 7 0 0,-5 1-8 0 0,-7 1 3 0 0,-6-1-1 0 0,-5 0 5 0 0,-7-1 12 0 0,-4 0 100 0 0,-5 0-47 0 0,-4-2 7 0 0,-5 1 1 0 0,-3-2-72 0 0,-4 0 67 0 0,-1-1-80 0 0,-1 0 32 0 0,0-1 60 0 0,0 0-94 0 0,-1 0 37 0 0,-2 0-18 0 0,-2 1 8 0 0,-4-1 53 0 0,-4 1-29 0 0,-2-1 12 0 0,-2 1-2 0 0,-2-1 14 0 0,0 1 15 0 0,-2-1 5 0 0,1 0-13 0 0,-1 0 5 0 0,1 0-72 0 0,-2 0 90 0 0,-1 0-25 0 0,-3-1 3 0 0,-5-1-11 0 0,-5-1 73 0 0,-6-3-162 0 0,-5-3-25 0 0,-6-2 7 0 0,-6-4-111 0 0,-5-2 10 0 0,-4-4-87 0 0,-1-1-28 0 0,-2-3-109 0 0,-1-2 39 0 0,2-2-165 0 0,-1 0-180 0 0,4-1-466 0 0,4 3-568 0 0,5 3-802 0 0,8 3-1382 0 0,9 6-997 0 0,8 5-1518 0 0</inkml:trace>
  <inkml:trace contextRef="#ctx0" brushRef="#br12" timeOffset="-200172.319">16118 9222 1668 0 0,'0'0'0'0'0,"0"0"2924"0"0,0 0-573 0 0,0 0-416 0 0,0 0-173 0 0,0 0 14 0 0,0 0-164 0 0,0 0-187 0 0,0 0-326 0 0,0 0-42 0 0,0 0-58 0 0,0 0-253 0 0,-13 12-298 0 0,-7 6-142 0 0,-11 8-67 0 0,-7 7 6 0 0,-7 7-132 0 0,-6 6-109 0 0,-4 6 16 0 0,-5 5-145 0 0,-3 4-268 0 0,-2 2-287 0 0,-4 0-291 0 0,2-2-376 0 0,1-5-1049 0 0,6-8-2787 0 0,2-9-4261 0 0,14-10 10632 0 0</inkml:trace>
  <inkml:trace contextRef="#ctx0" brushRef="#br13" timeOffset="-197641.57">2684 3770 1368 0 0,'0'0'0'0'0,"0"0"1724"0"0,0 0-826 0 0,0 0 250 0 0,0 0-406 0 0,0 0 470 0 0,0 0-193 0 0,-9 21-288 0 0,0 7-128 0 0,-2 4-304 0 0,0 3 7 0 0,2 0-101 0 0,2 0 74 0 0,1-1 14 0 0,2-1 11 0 0,2-2-59 0 0,0-1-8 0 0,0-1 120 0 0,1-2-57 0 0,0-1-52 0 0,-2-1-144 0 0,0 1-12 0 0,0 0-98 0 0,-1 0 5 0 0,1 0-14 0 0,-1 2-70 0 0,1 0 94 0 0,0 1-102 0 0,0 1 115 0 0,0 0-34 0 0,0 0 7 0 0,1 0 2 0 0,1-1 8 0 0,0-2 3 0 0,0 0 78 0 0,1-2-110 0 0,0 0-24 0 0,0-2 66 0 0,0 1-8 0 0,0 0-16 0 0,0 0-61 0 0,0 0-2 0 0,0 0-23 0 0,1-1 110 0 0,0 0-33 0 0,0 0 20 0 0,1-1-11 0 0,-1 0-30 0 0,1-1 46 0 0,0-1 41 0 0,0 0-67 0 0,-1-1 33 0 0,0 0 9 0 0,-1-1 42 0 0,0 0-76 0 0,0 1 137 0 0,0-1-148 0 0,0 2 97 0 0,0-1-94 0 0,0 1 16 0 0,0 0 2 0 0,0 1-22 0 0,0 1-63 0 0,0 2 106 0 0,0 2 90 0 0,0 2-74 0 0,0 3-33 0 0,0 2 105 0 0,1 2-125 0 0,0 1 24 0 0,0 0 53 0 0,-1 1-20 0 0,1 0 9 0 0,-1-1 75 0 0,0-1-87 0 0,0-1 34 0 0,2 0-25 0 0,2-2 5 0 0,1 2-62 0 0,0 0 12 0 0,0 1-92 0 0,0 2 38 0 0,0 2 45 0 0,-1 2-76 0 0,-1 2 39 0 0,0 1-26 0 0,-1 1 81 0 0,0 0 70 0 0,1-1-101 0 0,0 0 29 0 0,0-3-56 0 0,1-1 58 0 0,1-2 22 0 0,0 0-47 0 0,0 0 18 0 0,-1 1 4 0 0,0 2 6 0 0,-2 1-20 0 0,0 1-8 0 0,-1 2 16 0 0,0 1 88 0 0,-1 0-119 0 0,0-1 40 0 0,-1 0-8 0 0,-2-1-11 0 0,-1-2-1 0 0,-1-1-47 0 0,-1-1-39 0 0,0-3 111 0 0,0 0-107 0 0,0 0 96 0 0,0 0-130 0 0,-1 2 154 0 0,-2 1 158 0 0,-2 3 23 0 0,-2 3 20 0 0,-1 0-64 0 0,0 0 125 0 0,-1-1-343 0 0,2-1 92 0 0,2-2-41 0 0,0 1 102 0 0,3-1 311 0 0,0 1-97 0 0,3-1 123 0 0,2-2-358 0 0,1-3-57 0 0,1-1-506 0 0,1-1 257 0 0,0 0 98 0 0,0 3 119 0 0,0 2-20 0 0,-3 3 37 0 0,-4 3 169 0 0,-2 4 50 0 0,-5 2-180 0 0,-2-1 120 0 0,0 0-199 0 0,0-3-78 0 0,1-2 14 0 0,3-3 113 0 0,0-2-24 0 0,1-1 15 0 0,0 1 105 0 0,0 2 50 0 0,-2 1-195 0 0,1 1 46 0 0,2 1-59 0 0,1 1-150 0 0,3 1-82 0 0,1-1 283 0 0,1 1-39 0 0,0 0 215 0 0,-1 0 97 0 0,-1 0-158 0 0,0-2-116 0 0,0-3 16 0 0,2-2-35 0 0,1-3-147 0 0,1-3 148 0 0,1-2 3 0 0,3-2 0 0 0,1 0 8 0 0,0-2 0 0 0,2-1-14 0 0,0-2-56 0 0,-1-2 75 0 0,0-1-12 0 0,-1-3 5 0 0,-1 0-2 0 0,0-2-56 0 0,-2-1-54 0 0,1-1 22 0 0,-1-1 5 0 0,-1-1-32 0 0,1 0-82 0 0,0-1 41 0 0,0 1 23 0 0,0-1 155 0 0,-1 0-37 0 0,-1 0 92 0 0,-1 0 23 0 0,-1-1 45 0 0,0 1 6 0 0,-2 0 36 0 0,0-1-26 0 0,0-1-5 0 0,0 0-30 0 0,0-1-22 0 0,1-2-112 0 0,2 0-74 0 0,1-2-90 0 0,1-2-121 0 0,0-1-284 0 0,1-1-1112 0 0,0-1-3346 0 0,1-5-2438 0 0,-1 0 8909 0 0</inkml:trace>
  <inkml:trace contextRef="#ctx0" brushRef="#br14" timeOffset="-192293.037">67 6357 4300 0 0,'0'0'0'0'0,"0"0"1405"0"0,0 0-333 0 0,0 0-376 0 0,0 0 190 0 0,0 0-185 0 0,0 0-175 0 0,0 0-119 0 0,0 0-118 0 0,0 0-79 0 0,13-20-96 0 0,2-2 50 0 0,3-2 92 0 0,-1 1 46 0 0,-1 5-154 0 0,0 3-50 0 0,0 3 4 0 0,2 4 52 0 0,2 1-38 0 0,2 3 15 0 0,3 1-3 0 0,-1 2 14 0 0,0 0-153 0 0,0 2 39 0 0,-3 2-10 0 0,0 4-12 0 0,0 2-2 0 0,-1 3 1 0 0,-1 4-6 0 0,1 2 11 0 0,-1 2-8 0 0,1 3-2 0 0,-3 0-55 0 0,-1 1 71 0 0,-2 0-10 0 0,-2 0 4 0 0,-2 0 63 0 0,-2 0-4 0 0,-2-2 5 0 0,-1 0-73 0 0,-2-3 115 0 0,-1-1-135 0 0,-1-3 32 0 0,0-2-21 0 0,0-2-83 0 0,2-1 28 0 0,-1-1 19 0 0,0 0 28 0 0,0-1-103 0 0,0-1 75 0 0,1 0-45 0 0,-1-2 91 0 0,1-1-11 0 0,0-1 7 0 0,-1-1 91 0 0,0-1-7 0 0,-1-1 21 0 0,0 0-6 0 0,-1 0 37 0 0,0 1-11 0 0,0-1 19 0 0,0 0-46 0 0,0 0 10 0 0,0 0-34 0 0,0 0 8 0 0,0 0 15 0 0,0 0-57 0 0,0 0-39 0 0,0-1-107 0 0,0 1 127 0 0,0-1-32 0 0,0 0 72 0 0,0 0-72 0 0,0 0 30 0 0,0-1 56 0 0,-1 1-23 0 0,0-1-41 0 0,0 1 0 0 0,-1 0-7 0 0,1 0-6 0 0,0 0-14 0 0,0 1-47 0 0,0 0 64 0 0,1 0-93 0 0,0 0 103 0 0,0 0-18 0 0,0 0 12 0 0,0 0 70 0 0,0 0 28 0 0,0 0-22 0 0,0 0 11 0 0,0 1-16 0 0,0 0-10 0 0,0 0-72 0 0,0 0 14 0 0,0 0-94 0 0,0 0 24 0 0,0 0 2 0 0,0 0-32 0 0,0 1-50 0 0,0-1 12 0 0,0 1 6 0 0,0 0 24 0 0,-1 0 55 0 0,-1 2 47 0 0,-2 2-65 0 0,-3 1 67 0 0,-1 1-20 0 0,-2 2 20 0 0,-1 0-4 0 0,0 1-2 0 0,-1-1 0 0 0,0 0 0 0 0,1 0 5 0 0,1-2-2 0 0,2 0-13 0 0,2-1-70 0 0,2 0-15 0 0,1-2 47 0 0,1-1 46 0 0,1 0-2 0 0,0-1 12 0 0,1-1 8 0 0,0 0 79 0 0,1 0-107 0 0,-1 0 83 0 0,0-1-7 0 0,0 0 1 0 0,0 0 3 0 0,0 0-60 0 0,0-1 12 0 0,0 0-8 0 0,0 0 5 0 0,0 1-2 0 0,0 0-8 0 0,0 1 58 0 0,0 0-73 0 0,0 1 24 0 0,0 0-12 0 0,0 0 0 0 0,0 0-14 0 0,0 0-52 0 0,0 0 84 0 0,1 0-23 0 0,0-1 8 0 0,0 1 1 0 0,0-1 5 0 0,-1-1-11 0 0,1 0-6 0 0,-1-1-64 0 0,0 1 78 0 0,0-1-73 0 0,1 0 7 0 0,0 0-2 0 0,0 1 68 0 0,-1 0-20 0 0,2 0 15 0 0,-1 1 8 0 0,1 0 7 0 0,0 0-20 0 0,0 0-3 0 0,0 1 5 0 0,0-1-7 0 0,-1 0-45 0 0,2 0 7 0 0,-1 0-4 0 0,0-1 46 0 0,0 0-14 0 0,0 0 21 0 0,1 0 1 0 0,-1-1 98 0 0,-1 0-8 0 0,0 0 4 0 0,0 0 97 0 0,-1 0 42 0 0,1 0 13 0 0,-1-1-14 0 0,0 0 12 0 0,-1-1 6 0 0,1-1-73 0 0,-1 0-197 0 0,-1-1 104 0 0,1-1-42 0 0,-1-1-45 0 0,-1-2 11 0 0,-1-1-11 0 0,-1-2-70 0 0,-1-2 90 0 0,-2-2 78 0 0,0 0-115 0 0,-3-1 131 0 0,-1-1-127 0 0,-1 1 33 0 0,-2 0 114 0 0,-1 2-87 0 0,0 2-52 0 0,1 2-25 0 0,0 3-135 0 0,3 3-24 0 0,0 2 109 0 0,3 2 77 0 0,0 0-130 0 0,0 3-324 0 0,-1 0 314 0 0,-3 2-42 0 0,-2 0 38 0 0,-4 1 59 0 0,-1 2 96 0 0,-3 0-19 0 0,0 1 24 0 0,-1 1 58 0 0,1 1-20 0 0,-1 1 61 0 0,1 0-34 0 0,0 0-81 0 0,3 1 90 0 0,1 0-47 0 0,4 0 42 0 0,2-1-24 0 0,5-1 50 0 0,2 0 5 0 0,3-2-46 0 0,2 0-73 0 0,5 0 23 0 0,3-2 24 0 0,6 0 111 0 0,5 0-2 0 0,6-1 10 0 0,6 0-38 0 0,4 0 96 0 0,4 0-128 0 0,4-1 8 0 0,0 0-99 0 0,1-2 22 0 0,-2-1-22 0 0,-3-1-105 0 0,-5 0-171 0 0,-3 0-449 0 0,-4-1-499 0 0,-4-1-941 0 0,-6-1-4578 0 0,-4 0 2937 0 0</inkml:trace>
  <inkml:trace contextRef="#ctx0" brushRef="#br15" timeOffset="-126163.463">2144 9189 40 0 0,'0'0'0'0'0,"0"0"144"0"0,0 0-154 0 0,0 0-63 0 0,0 0-1 0 0,0 0 71 0 0,0 0-11 0 0,0 0 4 0 0,13-5 11 0 0,2-1-2 0 0,0 1 1 0 0,-2 0 0 0 0,-4 2 0 0 0,-4 1 0 0 0,-1 1 0 0 0,-2 0 0 0 0,0 1 191 0 0,0 0 123 0 0,2 0-284 0 0,2 1-8 0 0,0-1-12 0 0,2 1-130 0 0,0 1 66 0 0,0 0-32 0 0,-1-1-7 0 0,1 1 22 0 0,0 0-82 0 0,-1 0 186 0 0,0 0-56 0 0,-2 1 23 0 0,-1 1 9 0 0,0 0 311 0 0,-1 0-108 0 0,0 1-192 0 0,0 0 67 0 0,1-1-21 0 0,-1 0-69 0 0,-1-1 11 0 0,0-1-7 0 0,0-1-136 0 0,0 0 19 0 0,0 0 141 0 0,0-1 18 0 0,-1 0 41 0 0,0-1 111 0 0,1 1 1 0 0,0-1-95 0 0,0 1 1047 0 0,-1-1-529 0 0,0 1-66 0 0,0 0-150 0 0,-1 0-197 0 0,0 0-103 0 0,0 0-99 0 0,0 0-45 0 0,0 0-92 0 0,0 0-33 0 0,0 1-55 0 0,-1-1 126 0 0,1 1 24 0 0,0 1 67 0 0,0 1-80 0 0,0 1-320 0 0,0 1 179 0 0,-1 1-304 0 0,-3 2-786 0 0,4-11 494 0 0,0-2 945 0 0</inkml:trace>
  <inkml:trace contextRef="#ctx0" brushRef="#br16" timeOffset="-124494.087">2207 9409 612 0 0,'0'0'0'0'0,"0"0"184"0"0,0 0 28 0 0,0 0 1332 0 0,0 0-576 0 0,0 0-377 0 0,0 0-442 0 0,0 0-243 0 0,0 0 153 0 0,4 2-64 0 0,1 0 74 0 0,-1 0 98 0 0,0 0 183 0 0,0-1 171 0 0,-1 0 109 0 0,-1-1 4 0 0,0 0-50 0 0,0 0-95 0 0,-1 0-177 0 0,0 0-174 0 0,-1 0-112 0 0,0 0-8 0 0,0 0-76 0 0,0 0 15 0 0,0-1 51 0 0,1 1 114 0 0,1-1 84 0 0,0-1 88 0 0,0 1 6 0 0,1 0 24 0 0,0 0-123 0 0,0 0-53 0 0,1 1-56 0 0,-1 0-93 0 0,0 0 19 0 0,0 0 0 0 0,0 0-23 0 0,0 0 3 0 0,0 0 4 0 0,2 0 72 0 0,1 0-35 0 0,1 0 71 0 0,0 0-130 0 0,0 0 115 0 0,1 0-1 0 0,0 0-36 0 0,-1 0 24 0 0,0 0 12 0 0,-1 0 4 0 0,1 0 6 0 0,0 0-15 0 0,-1 0 33 0 0,0 0-43 0 0,1 0 33 0 0,1 0 50 0 0,0 0-188 0 0,1 0 54 0 0,1-1 136 0 0,0 0 18 0 0,1-1-93 0 0,1-1 28 0 0,0 0-45 0 0,1-1-5 0 0,1 0-1 0 0,1 0-58 0 0,3 0-3 0 0,1-1 7 0 0,1 1-14 0 0,0 0 8 0 0,1 0-8 0 0,-1-1 8 0 0,0 1 48 0 0,-1-1-69 0 0,-1 0 23 0 0,-1 1 95 0 0,0-1-58 0 0,-2 1-42 0 0,0 0 5 0 0,-1 0-7 0 0,1-1 88 0 0,0 0-59 0 0,1 0-24 0 0,3-1 88 0 0,1-1-118 0 0,3-1-98 0 0,1 0 100 0 0,1-1 20 0 0,2 0-2 0 0,0 0 124 0 0,0 0-145 0 0,0 0 40 0 0,-1 0-56 0 0,-1-1 53 0 0,-1 1-4 0 0,-1 1 123 0 0,1 0-158 0 0,0 1 44 0 0,1-1-21 0 0,1 1-8 0 0,2 0-46 0 0,2 0 74 0 0,0 0 54 0 0,0 0-92 0 0,1-1-70 0 0,0 1 122 0 0,0-1 11 0 0,0 1 60 0 0,1-1-66 0 0,-1 0 39 0 0,1 0-12 0 0,0-1-3 0 0,1-1-63 0 0,1-1 69 0 0,4-1-6 0 0,0-2 2 0 0,4-1-71 0 0,3-2 20 0 0,2-1-84 0 0,1-2 95 0 0,2-1 85 0 0,0-1-139 0 0,0-1 49 0 0,0 1-16 0 0,1 0 5 0 0,-4 0-6 0 0,-1 1 6 0 0,-3 1-11 0 0,-5 2-39 0 0,-3 2 44 0 0,-4 1-2 0 0,-3 1 62 0 0,-2 2-76 0 0,-2-1 25 0 0,-1 0-8 0 0,1 0 168 0 0,2-3-206 0 0,3 0 115 0 0,2-3-92 0 0,3-1 19 0 0,1-1-59 0 0,2-1 66 0 0,1 0-69 0 0,0 0 72 0 0,-1 0-22 0 0,-1 0-52 0 0,-2 1 77 0 0,0 1-21 0 0,-1-1 91 0 0,-1 0-102 0 0,0 1 86 0 0,0-2-87 0 0,-1 1 24 0 0,1-1 6 0 0,-1-1 57 0 0,-1 0-90 0 0,1-1 34 0 0,0 0-16 0 0,0-1-3 0 0,1 0-4 0 0,-2 0 5 0 0,1 0-2 0 0,-1 1-8 0 0,-1 0 16 0 0,-1 2-65 0 0,0 0 74 0 0,-1 1-19 0 0,-1 1 81 0 0,-1 0-35 0 0,-1 0-36 0 0,0-1 17 0 0,-1 0-9 0 0,1-2-13 0 0,1-1 140 0 0,1-1-28 0 0,2-2-119 0 0,3-1 40 0 0,1-2 42 0 0,2-2-4 0 0,2 0-83 0 0,1 0 17 0 0,1 0-5 0 0,-1 0-12 0 0,0 2 13 0 0,-1 0-61 0 0,-1 2 70 0 0,-2 0-14 0 0,-1 1 4 0 0,-2-1 63 0 0,0 0-69 0 0,-1-1 131 0 0,1-1-141 0 0,0-2 49 0 0,1-2 22 0 0,2-2-57 0 0,3-3 28 0 0,2-3-24 0 0,2-1 6 0 0,1-2 110 0 0,1-1-74 0 0,1 0 42 0 0,-1 0-10 0 0,-1 0-82 0 0,-2 1 24 0 0,-2 0-2 0 0,-3 1 43 0 0,-2-1-68 0 0,-4 0 79 0 0,-2-1-14 0 0,-3-2 37 0 0,-5-2-106 0 0,-2-3 29 0 0,-3 0 42 0 0,-2-3-67 0 0,-1-1 92 0 0,0-2-13 0 0,-3 1 39 0 0,1 1 16 0 0,-2 0 2 0 0,-1 2 72 0 0,-1 2-93 0 0,-2 2-44 0 0,-1 2-55 0 0,0 1 13 0 0,-1 0-20 0 0,1 0 3 0 0,1-3-103 0 0,0-2 28 0 0,4-3-88 0 0,3-3 109 0 0,3-2 44 0 0,4-1-11 0 0,3-1 8 0 0,3-2 10 0 0,2 0-4 0 0,2-1-7 0 0,2 1 16 0 0,-1 1 37 0 0,2 2 65 0 0,-2 2-30 0 0,-3 4 48 0 0,0 1-30 0 0,-3 4-19 0 0,-2 1-22 0 0,0 1 0 0 0,-2 1 15 0 0,2-1-24 0 0,-1 1 12 0 0,2 0 38 0 0,-1-1-25 0 0,1 1 24 0 0,0 0-94 0 0,-1-1 26 0 0,0 1-26 0 0,0 0 4 0 0,0 0-104 0 0,0-1 117 0 0,0 1-156 0 0,0-1 157 0 0,0 0-99 0 0,0-1 26 0 0,-3-1-35 0 0,-1 0 36 0 0,-3-2 7 0 0,-2-2-109 0 0,-4-1-37 0 0,-2 0 122 0 0,-2 1-254 0 0,-2 0-203 0 0,-4 3-10 0 0,-8 3-52 0 0,-6 4-383 0 0,-6 3 78 0 0,-5 3-1004 0 0,-3 3-230 0 0,0 3-484 0 0,0 1-178 0 0,6 7 1251 0 0</inkml:trace>
  <inkml:trace contextRef="#ctx0" brushRef="#br17" timeOffset="-114785.39">2477 7286 144 0 0,'0'0'0'0'0,"0"0"12"0"0,0 0 168 0 0,0 0-29 0 0,0 0-47 0 0,0 0-7 0 0,0 0-48 0 0,0 0-37 0 0,0 0 343 0 0,0 0-602 0 0,0-5 657 0 0,0 0-37 0 0,0-1 173 0 0,0 1 181 0 0,0 2 34 0 0,0 1 182 0 0,0 1-16 0 0,0 0-85 0 0,0 1-331 0 0,0 0-551 0 0,0 0 71 0 0,0 1-378 0 0,0-1-75 0 0,0 0-103 0 0,1 0 35 0 0,1-1 310 0 0,3-1-120 0 0,2-1 75 0 0,2-1 60 0 0,0-1 184 0 0,0 0-38 0 0,0-1 95 0 0,-2 1-97 0 0,-1 0-84 0 0,-1 1-534 0 0,-3-1-418 0 0,0 1-87 0 0,-1-1 822 0 0,1-1-39 0 0,1-1 65 0 0,0-2 110 0 0,1 0 12 0 0,-1 1 197 0 0</inkml:trace>
  <inkml:trace contextRef="#ctx0" brushRef="#br18" timeOffset="-112722.191">2622 6973 312 0 0,'0'0'0'0'0,"0"0"68"0"0,0 0 56 0 0,0 0 31 0 0,0 0 1105 0 0,0 0 1183 0 0,0 0-1370 0 0,0 0-17 0 0,0 0-170 0 0,0 0 30 0 0,0 0-148 0 0,0 0-189 0 0,-7 5-151 0 0,-1-1-106 0 0,1 0-56 0 0,1 0-15 0 0,1-1 0 0 0,2-2-27 0 0,2 0 12 0 0,0-1 9 0 0,1 1 30 0 0,0-2-59 0 0,1 1-4 0 0,-1 0-66 0 0,0 0 62 0 0,1 0 5 0 0,0 0-15 0 0,1 0-38 0 0,0 0-74 0 0,0 0-14 0 0,0 0-69 0 0,-1 0 5 0 0,1 0-63 0 0,0 0-31 0 0,2-1 74 0 0,0 0 7 0 0,4 0 19 0 0,1-1-10 0 0,2 0 52 0 0,2-1-10 0 0,1 0-41 0 0,1 0 13 0 0,0 0-10 0 0,-1 0 5 0 0,1 0-2 0 0,-2 0-3 0 0,-1 1-9 0 0,0 0-7 0 0,-1 0-3 0 0,-2 1-61 0 0,1-1 2 0 0,0 1 10 0 0,-1 0-6 0 0,1 0 16 0 0,1 1 1 0 0,1-1 38 0 0,2 0-6 0 0,1 0 9 0 0,1 1-52 0 0,1-2 71 0 0,3 1-23 0 0,0-2 13 0 0,1 1-6 0 0,2-2-3 0 0,0 0-65 0 0,1 0 84 0 0,1-1-24 0 0,-1 0 8 0 0,2 0 6 0 0,0-1-2 0 0,3 1 11 0 0,1-2-13 0 0,1 1-84 0 0,1-1 56 0 0,0 0 30 0 0,0-1-6 0 0,0 1-96 0 0,-1-1 71 0 0,1 0 26 0 0,1-1-136 0 0,-1-1 105 0 0,0 0 34 0 0,-1-1-11 0 0,0 0 5 0 0,-2 0 2 0 0,-2 0 4 0 0,0 0-16 0 0,-1 1 19 0 0,0 0-62 0 0,-3 1 23 0 0,-2 1 37 0 0,-3 1-22 0 0,-2 1-61 0 0,-2 1 94 0 0,-2 1-32 0 0,-1 1-36 0 0,-1 0 61 0 0,-2 0-82 0 0,1 1 86 0 0,2-2-13 0 0,-1 0 5 0 0,3 0 7 0 0,1-2 7 0 0,4 0 88 0 0,1-2-128 0 0,4-2 43 0 0,2 0-10 0 0,2-1-7 0 0,0 0-6 0 0,1 0-92 0 0,-1 1 114 0 0,-3 1-86 0 0,-2 1 78 0 0,-2 1-72 0 0,-2 1 77 0 0,-2 0-18 0 0,-1 1 6 0 0,1 0 1 0 0,-1 0 5 0 0,0 0-7 0 0,1-1 3 0 0,-1 0-15 0 0,3-1 4 0 0,0 0 12 0 0,1-2 1 0 0,1 0 14 0 0,4-1-8 0 0,-1 0 51 0 0,1-1-15 0 0,-1 0-49 0 0,1 1 11 0 0,-2-1-20 0 0,1 2 3 0 0,0-1-63 0 0,0 0 79 0 0,1 0-27 0 0,-2 0 9 0 0,2 0-5 0 0,-1-1 21 0 0,2-1-2 0 0,0-1 15 0 0,1-1 53 0 0,2-1-28 0 0,-1-1 40 0 0,2 0-38 0 0,-2 0-39 0 0,1 0 5 0 0,-1 0-10 0 0,-3 2-4 0 0,-2 0-4 0 0,-1 2-8 0 0,0 0-69 0 0,-2 2 33 0 0,1 0 47 0 0,1 0-16 0 0,0 1 14 0 0,0-1-53 0 0,2 0 66 0 0,0 0-12 0 0,0-1 14 0 0,-1 0-1 0 0,0 0 66 0 0,-1-1-83 0 0,1 0 32 0 0,0-1-11 0 0,1-1 62 0 0,0 0-13 0 0,1 0-16 0 0,-1-1 12 0 0,0 0 9 0 0,-1-1 11 0 0,2-1 17 0 0,1 0 20 0 0,1-2 33 0 0,3-1-31 0 0,0-2 36 0 0,2-1-1 0 0,0-1 14 0 0,-1-1-90 0 0,-1 1-62 0 0,-1 0-2 0 0,-4 0-22 0 0,-1 2 7 0 0,-4 1 1 0 0,-2 1-10 0 0,-3 1-43 0 0,-2 2 63 0 0,-1 0-22 0 0,-2 2 8 0 0,0 0 5 0 0,0 0 3 0 0,-1 0 9 0 0,1-1-3 0 0,0-1 7 0 0,0-1-6 0 0,2-1 6 0 0,1-2 54 0 0,1 0 79 0 0,2-1-1 0 0,2-1-122 0 0,-1 0-12 0 0,2 0-13 0 0,-1 0 5 0 0,0 2 51 0 0,-1 1-70 0 0,0 1 29 0 0,-2 2-10 0 0,-1 1 71 0 0,-1 1-20 0 0,-1 0-8 0 0,-2-1-42 0 0,0 0 62 0 0,-1 0-22 0 0,-1 0-38 0 0,2-2 12 0 0,0 0-6 0 0,1-1 0 0 0,3-2 5 0 0,2 0-11 0 0,2-2 97 0 0,0 0-1 0 0,2 0-120 0 0,-1 0 40 0 0,-2 1-4 0 0,-2 0 80 0 0,-2 1-50 0 0,-2 1 34 0 0,-1 0-82 0 0,-2-1 64 0 0,0 0-3 0 0,-1-1 117 0 0,1 1-147 0 0,0-1-16 0 0,2 0 49 0 0,0 0-79 0 0,1 1 14 0 0,0-1-52 0 0,2 0 53 0 0,-1-1-92 0 0,1 0 115 0 0,1 0-22 0 0,-1 0 98 0 0,1-1-70 0 0,0 0 58 0 0,1 0-95 0 0,-1 0 18 0 0,-1 1 5 0 0,-2 1 65 0 0,-2 1-41 0 0,0 0-30 0 0,1 1 56 0 0,-2-1-76 0 0,0-1 23 0 0,0 0 90 0 0,-2 0-42 0 0,0-1-14 0 0,-2 0-36 0 0,-1 0 69 0 0,0-1-84 0 0,-1 0 16 0 0,1-2 78 0 0,0 0-53 0 0,1 0-36 0 0,1 0 22 0 0,1 0 77 0 0,1 2 18 0 0,1 0 25 0 0,-1 0-85 0 0,0 1 17 0 0,2-1-78 0 0,0 0 18 0 0,0-2 60 0 0,2 0-2 0 0,0-2-88 0 0,1 0-26 0 0,0 0 53 0 0,-1 2-18 0 0,-3 1 7 0 0,-2 2 56 0 0,-1 1-63 0 0,-1 2 31 0 0,-1 1 28 0 0,0 1-9 0 0,-1 1 65 0 0,0-1-2 0 0,2 2-24 0 0,-1-1-18 0 0,-1 0-57 0 0,1 0 56 0 0,2-1-63 0 0,0-1 78 0 0,2-1-92 0 0,1-2 28 0 0,4-2 60 0 0,2-2-95 0 0,1-1 27 0 0,1-1-19 0 0,-1 2 17 0 0,-1 0 12 0 0,-1 2 77 0 0,-1 2-58 0 0,-3 0-38 0 0,-2 2 12 0 0,0 1-9 0 0,-3 1 56 0 0,0 1 2 0 0,-2 0-57 0 0,-1 0 20 0 0,1 0-9 0 0,-1-1-14 0 0,1-1-10 0 0,1-1 6 0 0,2-3-7 0 0,2-3-64 0 0,2-2 93 0 0,1-3-21 0 0,1-1 8 0 0,1 0 10 0 0,-2 0 114 0 0,0 0-59 0 0,-1 1-9 0 0,2-2 80 0 0,0 0-39 0 0,0 1 345 0 0,0-1-330 0 0,-3 2-11 0 0,0 1-45 0 0,-2 1-56 0 0,0 0 4 0 0,-1 1-16 0 0,2-2 12 0 0,1-1 75 0 0,2-2-45 0 0,0 0-37 0 0,-1-2 12 0 0,-1 1-4 0 0,-2 2 4 0 0,-1-1 46 0 0,-2 2-64 0 0,0-1 17 0 0,-2 1-16 0 0,2-2 12 0 0,0-1-4 0 0,2-2 1 0 0,0 0 172 0 0,0-2-165 0 0,-1 1 6 0 0,-2-1 8 0 0,0 1-20 0 0,0 1 0 0 0,-1-1-56 0 0,0 2 61 0 0,0-2-25 0 0,-1 1 8 0 0,3-2 13 0 0,2 0-4 0 0,2 0-8 0 0,1 0 8 0 0,1 1-184 0 0,1 2 182 0 0,-1 1-16 0 0,0 1-60 0 0,2 0-26 0 0,0-1 43 0 0,3 0 0 0 0,2-2 66 0 0,2 0-30 0 0,-1 0 31 0 0,1 1 3 0 0,-2 2-10 0 0,-1 0-5 0 0,-1 1 11 0 0,-1 0-18 0 0,1-1-93 0 0,-2 0 77 0 0,1 0 32 0 0,1-2-5 0 0,2 1 3 0 0,-1-2-3 0 0,2 0-368 0 0,-1 1 361 0 0,-1-1-13 0 0,-1 1-90 0 0,-1-1-106 0 0,0-1 58 0 0,2-3-68 0 0,2-3-78 0 0,2-1-329 0 0,1-1 269 0 0,2-1 24 0 0,1 1 0 0 0,2 1-294 0 0,2 0-1282 0 0,3 1-333 0 0,1 1-600 0 0,1 0-1279 0 0,-6 8 800 0 0</inkml:trace>
  <inkml:trace contextRef="#ctx0" brushRef="#br19" timeOffset="1634.311">18147 5023 248 0 0,'0'0'0'0'0,"0"0"6933"0"0,0 0-5592 0 0,0 0 716 0 0,0 0-902 0 0,0 0-341 0 0,0 0 21 0 0,0 0-251 0 0,0 0-301 0 0,0 0-268 0 0,0 0-118 0 0,20-13-30 0 0,1-2 46 0 0,5 1 95 0 0,0 4-25 0 0,1 6-99 0 0,1 7 93 0 0,2 7 4 0 0,3 8-82 0 0,2 8 126 0 0,-1 6-39 0 0,0 4 14 0 0,-3 3-149 0 0,-2 2 47 0 0,-4 0 1 0 0,-3-1 105 0 0,-4-2-154 0 0,-5-2 188 0 0,-1-4-58 0 0,-3-3 81 0 0,-4-4-4 0 0,-2-4-55 0 0,-1-4 79 0 0,-2-4-26 0 0,0-4-56 0 0,0-4 84 0 0,-1-1-89 0 0,0-3 134 0 0,1 0-30 0 0,0-2-118 0 0,0 1-22 0 0,-1-3-86 0 0,-3-1-226 0 0,-4-5 131 0 0,-4-3 122 0 0,-5-5-83 0 0,-6-2 19 0 0,-4-4-103 0 0,-4 0 251 0 0,-2 1-93 0 0,-2 1 125 0 0,1 4 0 0 0,1 2-4 0 0,2 5-3 0 0,2 2-8 0 0,2 4-111 0 0,2 2-20 0 0,2 3-49 0 0,0 1 82 0 0,0 4-104 0 0,2 2 94 0 0,0 3 13 0 0,3 3 104 0 0,2 2-24 0 0,2 2 197 0 0,4 3-173 0 0,3 2-1 0 0,5 1-162 0 0,7 2-28 0 0,9 0 60 0 0,7 2-46 0 0,7 0-55 0 0,7-2-20 0 0,4-1-448 0 0,4-3-638 0 0,4-2-453 0 0,-1-5-626 0 0,3-3-1956 0 0,-10-4 5241 0 0</inkml:trace>
  <inkml:trace contextRef="#ctx0" brushRef="#br20" timeOffset="3424.199">18156 3027 1056 0 0,'0'0'0'0'0,"0"0"1200"0"0,0 0 4047 0 0,0 0-5497 0 0,0 0 1771 0 0,0 0-639 0 0,-49 11 31 0 0,-13 2 76 0 0,-7 2-372 0 0,0 1 20 0 0,5-1-187 0 0,7-2-69 0 0,6 0 15 0 0,6 0 10 0 0,3 1-34 0 0,0 3-104 0 0,0 5 10 0 0,-4 7-12 0 0,-6 8 40 0 0,-7 13-114 0 0,-5 11-3 0 0,-3 14-200 0 0,-2 11 56 0 0,0 10-48 0 0,2 8 5 0 0,4 5-137 0 0,4 3 113 0 0,8 4-185 0 0,9 0 112 0 0,9 0 18 0 0,10 0 7 0 0,10-1 28 0 0,6 0 46 0 0,7-1-12 0 0,6 0-66 0 0,5-1 81 0 0,3-3-163 0 0,5-5 66 0 0,3-6 31 0 0,4-8-171 0 0,5-9-321 0 0,3-9 28 0 0,2-10 19 0 0,4-8-551 0 0,2-7 723 0 0,3-6-475 0 0,4-2-1256 0 0,-1-5-738 0 0,4 2-2154 0 0,-10-8 3944 0 0</inkml:trace>
  <inkml:trace contextRef="#ctx0" brushRef="#br21" timeOffset="10312.839">17757 8668 1708 0 0,'0'0'0'0'0,"0"0"940"0"0,0 0-639 0 0,0 0-200 0 0,0 0 97 0 0,0 0 968 0 0,0 0 716 0 0,0 0-1047 0 0,0 0-87 0 0,0 0-354 0 0,4-1 244 0 0,2 0-65 0 0,0-1-3 0 0,3 0-57 0 0,1-1-20 0 0,2-1 0 0 0,2 0-66 0 0,2 0 18 0 0,-1 0-23 0 0,-1 0-75 0 0,-1 1-68 0 0,-2 0-15 0 0,-1 1-64 0 0,-3 1-48 0 0,2 1 50 0 0,1-1-62 0 0,3 1-70 0 0,4 1-70 0 0,2 2 31 0 0,4 1 34 0 0,1 3-36 0 0,0 3-32 0 0,1 2-79 0 0,-3 4-117 0 0,-1 4 59 0 0,-3 3 107 0 0,-4 4 17 0 0,-4 3 0 0 0,-4 4-38 0 0,-2 4 54 0 0,-3 1-22 0 0,-3 3-64 0 0,-3 2 34 0 0,-3 1 5 0 0,-1 1 48 0 0,0 0-78 0 0,0 0 96 0 0,1-2-29 0 0,2-1 15 0 0,2-4-6 0 0,2-5 1 0 0,0-5-4 0 0,2-5-56 0 0,0-7-26 0 0,0-6 32 0 0,2-4 47 0 0,0-5-9 0 0,0-2-77 0 0,1-2 119 0 0,-1-1 138 0 0,0-1-38 0 0,-1 0 87 0 0,0-3 52 0 0,0-1-155 0 0,-1-3-113 0 0,0-5 17 0 0,0-3-128 0 0,-3-5-78 0 0,-3-4 34 0 0,-4-2-53 0 0,-5-2 100 0 0,-4-1 17 0 0,-4 1-47 0 0,-3 3 33 0 0,-2 3 126 0 0,-2 4 42 0 0,0 5 52 0 0,0 6-50 0 0,1 4 170 0 0,0 4-64 0 0,0 5-198 0 0,0 3 44 0 0,0 4-98 0 0,0 4 107 0 0,1 4-31 0 0,3 4 81 0 0,3 4-19 0 0,4 3-50 0 0,5 2 2 0 0,4 2-60 0 0,6-1-18 0 0,7 0-135 0 0,10-3-171 0 0,10-1-87 0 0,10-3-91 0 0,8-4 141 0 0,8-4-24 0 0,5-3-563 0 0,3-5-1046 0 0,-1-3-500 0 0,2-4-2013 0 0,-12-2 3797 0 0</inkml:trace>
  <inkml:trace contextRef="#ctx0" brushRef="#br22" timeOffset="11025.689">18632 8765 1748 0 0,'0'0'0'0'0,"0"0"1056"0"0,0 0-975 0 0,0 0 2472 0 0,0 0 139 0 0,0 0-1200 0 0,0 0-31 0 0,0 0-446 0 0,0 0-16 0 0,0 0-5 0 0,0 0-206 0 0,0 0-222 0 0,-1 0-282 0 0,0-1-140 0 0,1 2-127 0 0,1 2 104 0 0,3 4 103 0 0,4 4-193 0 0,7 6 97 0 0,5 7-135 0 0,5 5 108 0 0,3 5-119 0 0,2 5 29 0 0,2 2-71 0 0,1 3 73 0 0,-1 0-166 0 0,2-1 105 0 0,-2-2-138 0 0,0-4-10 0 0,-3-3-114 0 0,-2-4-286 0 0,-3-4-147 0 0,-4-6-243 0 0,-4-3-172 0 0,-5-5-250 0 0,-3-4-677 0 0,-3-3-886 0 0,-4-3-2104 0 0,-1-1 5231 0 0</inkml:trace>
  <inkml:trace contextRef="#ctx0" brushRef="#br23" timeOffset="11358.847">19000 8721 1592 0 0,'0'0'0'0'0,"0"0"964"0"0,0 0 4924 0 0,0 0-6018 0 0,0 0 2138 0 0,0 0-1015 0 0,-16 25 179 0 0,-3 9 79 0 0,-4 8-265 0 0,-3 5-188 0 0,0 2-277 0 0,0 1-119 0 0,1 0-77 0 0,0 0-104 0 0,0-2-230 0 0,1 0 43 0 0,1-1-191 0 0,1-1-59 0 0,3-3-26 0 0,1-2-169 0 0,4-4-172 0 0,3-3-383 0 0,3-4-703 0 0,2-5-959 0 0,2-3-2312 0 0,2-7-400 0 0</inkml:trace>
  <inkml:trace contextRef="#ctx0" brushRef="#br24" timeOffset="12772.169">19059 7919 1120 0 0,'0'0'0'0'0,"0"0"1464"0"0,0 0 5433 0 0,0 0-7321 0 0,0 0 1897 0 0,0 0-1201 0 0,0 0 145 0 0,0 0-16 0 0,0 0-161 0 0,0 0-162 0 0,0 0-52 0 0,0 0 0 0 0,11 13 32 0 0,3 1 1 0 0,1 4-11 0 0,-2 0 34 0 0,-3-1-38 0 0,-4-1 59 0 0,-2-1 5 0 0,-2-1-22 0 0,-3-1-98 0 0,-2-1 27 0 0,-2-1-211 0 0,-1-2-61 0 0,0-2-101 0 0,0-1 46 0 0,2-3-16 0 0,2-1-100 0 0,0-1 120 0 0,3-2-27 0 0,5-3-56 0 0,1-1 463 0 0,4-2-14 0 0,4 1-78 0 0,1-2 38 0 0,1 2-13 0 0,0 1 111 0 0,1 2 407 0 0,-2 1-3 0 0,-1 2-256 0 0,-1 3-34 0 0,0 3-82 0 0,-1 3 8 0 0,0 3-32 0 0,0 2 7 0 0,-2 2 58 0 0,0 1 10 0 0,-3 1-60 0 0,-2 2-48 0 0,-3 0 6 0 0,-1 1 11 0 0,-4 1 77 0 0,-4 1-105 0 0,-2-1-24 0 0,-5-1-56 0 0,-2-1-85 0 0,0-2-5 0 0,0-4-86 0 0,0-2-126 0 0,4-4-165 0 0,3-3-404 0 0,3-3 126 0 0,2-3-90 0 0,4-3-186 0 0,4-2 48 0 0,1-1 305 0 0,4-1 180 0 0,0 1 375 0 0,0 1 77 0 0,-1 1 98 0 0,0 2 427 0 0,-3 1 408 0 0,-1 1-73 0 0,-3 0-173 0 0,0 1-217 0 0,-2 0-121 0 0,0 2-21 0 0,0 0-170 0 0,-1 2-123 0 0,-2 1-37 0 0,-1 0-80 0 0,-2 2-211 0 0,-1 1-344 0 0,-2 1-478 0 0,-1 1-1353 0 0,13-16-3617 0 0,3-2 7646 0 0</inkml:trace>
  <inkml:trace contextRef="#ctx0" brushRef="#br25" timeOffset="13485.296">17444 7755 588 0 0,'0'0'0'0'0,"0"0"1644"0"0,0 0-1250 0 0,0 0 100 0 0,0 0 277 0 0,0 0 2309 0 0,0 0-2135 0 0,0 0 305 0 0,0 0-373 0 0,0 0-389 0 0,0 0 205 0 0,0 0 25 0 0,-12 8 27 0 0,-4 3-158 0 0,-2 2-60 0 0,-3 3-33 0 0,-2 3-83 0 0,-3 3-147 0 0,-3 5-49 0 0,-2 6-120 0 0,-4 6-94 0 0,-1 8 15 0 0,-2 5 45 0 0,-2 7-8 0 0,0 5 38 0 0,1 4 25 0 0,3 3-37 0 0,3 2-75 0 0,6 1 6 0 0,5 1-12 0 0,7 1-146 0 0,5 2-16 0 0,10 2-209 0 0,12 2 36 0 0,12 3-505 0 0,13 0-90 0 0,11-1-545 0 0,9-4 47 0 0,8-8-471 0 0,6-7 1224 0 0,-3-12-1172 0 0,1-10-542 0 0,-14-13-954 0 0</inkml:trace>
  <inkml:trace contextRef="#ctx0" brushRef="#br26" timeOffset="14008.101">19630 7672 3392 0 0,'0'0'0'0'0,"0"0"52"0"0,0 0 6156 0 0,0 0-6977 0 0,0 0 2394 0 0,16 27-1004 0 0,8 11 220 0 0,8 10 128 0 0,3 9-15 0 0,0 6-365 0 0,0 6-231 0 0,-4 3-176 0 0,-2 5-61 0 0,-6 3-25 0 0,-3 3 13 0 0,-6 1-26 0 0,-3-1-95 0 0,-2-2-30 0 0,-3-4-189 0 0,-2-2-33 0 0,-1-4-280 0 0,-2-4-399 0 0,-2-2-346 0 0,-4-4-505 0 0,-3-4-760 0 0,-1-6-228 0 0,-3-7-1354 0 0,1-11 3791 0 0</inkml:trace>
  <inkml:trace contextRef="#ctx0" brushRef="#br27" timeOffset="14326.329">20324 7406 3848 0 0,'0'0'0'0'0,"0"0"52"0"0,0 0 7491 0 0,2 22-8324 0 0,0 11 2369 0 0,0 14-1220 0 0,-1 9 175 0 0,0 7-318 0 0,0 4-239 0 0,-1 2-547 0 0,0-3-1455 0 0,0 0-3429 0 0,-1-14-31 0 0</inkml:trace>
  <inkml:trace contextRef="#ctx0" brushRef="#br28" timeOffset="15011.012">21009 8752 5489 0 0,'0'0'0'0'0,"0"0"3132"0"0,0 0-1134 0 0,0 0-1431 0 0,0 0-761 0 0,0 0 208 0 0,0 0-218 0 0,0 0-323 0 0,53 11-865 0 0,12 2-862 0 0,7-1-499 0 0,-1-4-1259 0 0,-13-3 4794 0 0</inkml:trace>
  <inkml:trace contextRef="#ctx0" brushRef="#br29" timeOffset="15221.416">21045 8585 7201 0 0,'0'0'0'0'0,"0"0"6396"0"0,0 0-5791 0 0,0 0 1010 0 0,-7 22-1198 0 0,-1 7 20 0 0,-3 8-174 0 0,2 5-293 0 0,2 2-186 0 0,3 1-517 0 0,3 1-361 0 0,5 0-698 0 0,5-2-2326 0 0,5-1-2518 0 0,0-9 4952 0 0</inkml:trace>
  <inkml:trace contextRef="#ctx0" brushRef="#br30" timeOffset="16551.532">22442 8080 2464 0 0,'0'0'0'0'0,"0"0"640"0"0,0 0-396 0 0,0 0 2847 0 0,0 0-2041 0 0,0 0 188 0 0,0 0-459 0 0,0 0-106 0 0,0 0 88 0 0,0 0 79 0 0,0 0-130 0 0,0 0-105 0 0,0 4-31 0 0,1 1-108 0 0,2 2 44 0 0,0 2-50 0 0,4 1-34 0 0,1 3-94 0 0,3 3-24 0 0,1 5-39 0 0,1 4-61 0 0,0 5-19 0 0,-1 6-98 0 0,-1 5 23 0 0,-1 6-14 0 0,-2 4-28 0 0,-2 4-81 0 0,0 3-30 0 0,0 2-30 0 0,-2 0-59 0 0,0-1-6 0 0,0-3 15 0 0,0-3-21 0 0,-2-5 20 0 0,-1-4 64 0 0,0-5-19 0 0,-1-6 16 0 0,1-6-11 0 0,-2-5-20 0 0,1-6-69 0 0,0-4 36 0 0,0-4-34 0 0,0-4 12 0 0,0-3-97 0 0,0-1 130 0 0,0-2-71 0 0,0-5-33 0 0,0-3-53 0 0,0-5 132 0 0,0-5-17 0 0,0-5 29 0 0,2-5-20 0 0,5-3-25 0 0,3-1 100 0 0,5-1 71 0 0,5 1 124 0 0,3 2-34 0 0,4 3 55 0 0,2 5 3 0 0,0 4-69 0 0,1 5-29 0 0,-2 5 9 0 0,-1 4 94 0 0,-2 3 116 0 0,-1 4-41 0 0,0 4-63 0 0,-2 5-48 0 0,-3 3-24 0 0,-2 4-48 0 0,-4 4 27 0 0,-5 4-77 0 0,-3 4 12 0 0,-7 3-16 0 0,-7 2 1 0 0,-8 3-1 0 0,-8 2 10 0 0,-6 0-8 0 0,-7 0-68 0 0,-5-1 34 0 0,-3-3-9 0 0,-1-4-60 0 0,1-3-309 0 0,2-6-107 0 0,3-6-365 0 0,6-5-836 0 0,5-4-2442 0 0,8-7-1483 0 0,7-1 4363 0 0</inkml:trace>
  <inkml:trace contextRef="#ctx0" brushRef="#br31" timeOffset="16869.563">23385 8665 1448 0 0,'0'0'0'0'0,"0"0"6445"0"0,0 0-5251 0 0,0 0 1080 0 0,0 0-1055 0 0,0 0 6 0 0,0 0-96 0 0,0 0-414 0 0,0 0-195 0 0,0 0-79 0 0,0 0-116 0 0,10 23 0 0 0,7 8-11 0 0,7 7-77 0 0,5 3-67 0 0,3 0-83 0 0,3-1-83 0 0,-1-3 9 0 0,-1-1-101 0 0,-4-4-45 0 0,-3-3-371 0 0,-5-3-164 0 0,-4-3-72 0 0,-6-3-43 0 0,-3-3-219 0 0,-5-2-630 0 0,-1-4-1015 0 0,-3-2-1898 0 0,-3-2-1004 0 0,-1-3 6696 0 0</inkml:trace>
  <inkml:trace contextRef="#ctx0" brushRef="#br32" timeOffset="17059.706">23200 9196 8977 0 0,'0'0'0'0'0,"0"0"2208"0"0,0 0-957 0 0,0 0-542 0 0,0 0 35 0 0,0 0 120 0 0,0 0-226 0 0,14-23-101 0 0,8-9-350 0 0,11-11-169 0 0,8-6-80 0 0,6-6-101 0 0,4-1-90 0 0,1-1-129 0 0,-2 1-272 0 0,-4 4-486 0 0,-6 1-474 0 0,-7 6-1226 0 0,-7 3-2107 0 0,-9 9 931 0 0</inkml:trace>
  <inkml:trace contextRef="#ctx0" brushRef="#br33" timeOffset="17536.054">23676 7618 3496 0 0,'0'0'0'0'0,"0"0"6005"0"0,0 0-5363 0 0,0 0 958 0 0,0 0-803 0 0,0 0 102 0 0,0 0-4 0 0,0 0-392 0 0,38 19-173 0 0,9 9-340 0 0,6 7 76 0 0,-3 6-74 0 0,-6 2 11 0 0,-9 3-4 0 0,-11 1 1 0 0,-9 0 5 0 0,-7-2 68 0 0,-7-1 154 0 0,-6-2 82 0 0,-8-4-174 0 0,-5-2-141 0 0,-6-4 35 0 0,-4-3-117 0 0,-3-5-78 0 0,-2-4-100 0 0,0-5-10 0 0,1-4 20 0 0,3-5-194 0 0,2-3-14 0 0,3-5 139 0 0,3-4 37 0 0,2-3-1125 0 0,3-3 1705 0 0,4-1-566 0 0,3-2 284 0 0,4-1-21 0 0,5-1 71 0 0,6 1 114 0 0,4 0 78 0 0,5 2 97 0 0,4 3 67 0 0,2 2 95 0 0,5 2 132 0 0,7 4 69 0 0,5 2-66 0 0,8 2-329 0 0,6 3-270 0 0,7 1-3 0 0,4 1-152 0 0,4-2-312 0 0,1 0-554 0 0,-2-2-754 0 0,-7-2-2382 0 0,-9-4-2707 0 0,-14 1 5490 0 0</inkml:trace>
  <inkml:trace contextRef="#ctx0" brushRef="#br34" timeOffset="18076.926">22252 7535 2552 0 0,'0'0'0'0'0,"0"0"976"0"0,0 0 5204 0 0,0 0-6410 0 0,0 0 2098 0 0,-35 22-801 0 0,-9 9-21 0 0,-9 6-102 0 0,-2 6-99 0 0,3 4-250 0 0,4 3-132 0 0,7 4 3 0 0,5 5-104 0 0,6 7-95 0 0,6 8-90 0 0,2 7-88 0 0,5 8-75 0 0,3 8 6 0 0,5 4-16 0 0,4 2 47 0 0,4-1 80 0 0,6-3-156 0 0,6-7 43 0 0,6-5-147 0 0,6-6-240 0 0,5-6-243 0 0,3-3 24 0 0,3-5-125 0 0,2-4-483 0 0,0-3-428 0 0,3-6-906 0 0,-2-5-1635 0 0,3-6-1446 0 0,-8-11 6103 0 0</inkml:trace>
  <inkml:trace contextRef="#ctx0" brushRef="#br35" timeOffset="18551.672">24279 7495 3132 0 0,'0'0'0'0'0,"0"0"596"0"0,0 0 6982 0 0,0 0-7660 0 0,0 0 2125 0 0,0 0-1047 0 0,0 0-134 0 0,0 0-6 0 0,0 0-187 0 0,0 0-397 0 0,18 24-144 0 0,6 11 50 0 0,7 11-6 0 0,2 7 54 0 0,2 6 32 0 0,1 6-60 0 0,-3 3 59 0 0,-2 6 14 0 0,-4 4 11 0 0,-6 4-61 0 0,-7 4-64 0 0,-5 4-172 0 0,-6 3 28 0 0,-9 1-252 0 0,-7 1-240 0 0,-7-2-249 0 0,-5-2-106 0 0,-3-4-262 0 0,-3-6-553 0 0,0-7-588 0 0,3-10-916 0 0,1-11-2183 0 0,6-14 2034 0 0</inkml:trace>
  <inkml:trace contextRef="#ctx0" brushRef="#br36" timeOffset="18947.915">24801 7138 3604 0 0,'0'0'0'0'0,"0"0"376"0"0,0 0 7062 0 0,0 0-7316 0 0,0 0 2211 0 0,23 24-1140 0 0,9 14 203 0 0,6 13-254 0 0,-1 10-104 0 0,-4 7-399 0 0,-7 5-677 0 0,-8 1 147 0 0,-6-1-854 0 0,-7-2-283 0 0,-7-8-927 0 0,-9-2-3455 0 0,-1-15-5755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42.608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7577.1875"/>
      <inkml:brushProperty name="anchorY" value="-344954.9375"/>
      <inkml:brushProperty name="scaleFactor" value="0.5"/>
    </inkml:brush>
  </inkml:definitions>
  <inkml:trace contextRef="#ctx0" brushRef="#br0">190 65 1528 0 0,'0'0'0'0'0,"0"0"872"0"0,0 0-121 0 0,0 0-82 0 0,0 0-568 0 0,0 0 15 0 0,0 0 2 0 0,0 0 1909 0 0,0 0-880 0 0,11-3-346 0 0,1-2-85 0 0,3 0-94 0 0,1 0 118 0 0,0-1-66 0 0,1 0-96 0 0,-1 0-198 0 0,1 0-128 0 0,-2 1 124 0 0,-1 0-31 0 0,-1 0-49 0 0,-3 2-101 0 0,-1 1-34 0 0,-1 0-29 0 0,-2 2-32 0 0,0 0-112 0 0,0 0 19 0 0,-1 0-79 0 0,2 3 92 0 0,1 4-21 0 0,2 5-2 0 0,0 5-126 0 0,1 5-11 0 0,0 6-141 0 0,-2 4 163 0 0,-2 3-155 0 0,-3 2 70 0 0,-2 1-104 0 0,0 0 36 0 0,-1-1-28 0 0,0-1 126 0 0,2-3 6 0 0,0-3 131 0 0,0-2-35 0 0,1-3 20 0 0,1-3-1 0 0,-1-4 0 0 0,1-2-14 0 0,1-5-43 0 0,-2-3 59 0 0,2-3-170 0 0,-1-2-119 0 0,1-2 419 0 0,-2-1 18 0 0,-1-2 115 0 0,-1-1-8 0 0,-1-2-153 0 0,-3-2-27 0 0,-4-2 3 0 0,-3-4 43 0 0,-4-2 13 0 0,-1-3-103 0 0,-2-2 34 0 0,-1-2-164 0 0,-1 0 70 0 0,0-1 92 0 0,-2 2-30 0 0,0 2 26 0 0,-1 3 203 0 0,-1 5 41 0 0,-2 3-312 0 0,-2 4 29 0 0,-2 5-144 0 0,-4 3 98 0 0,-3 5-6 0 0,-1 4 29 0 0,-3 3-31 0 0,2 4 12 0 0,3 2-51 0 0,5 2 56 0 0,7 0-196 0 0,11-1-5 0 0,15 1 7 0 0,18-1-555 0 0,17-2-1891 0 0,25-2-81 0 0,-4-5-692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55.62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6801"/>
      <inkml:brushProperty name="anchorY" value="-346352.7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8140.25"/>
      <inkml:brushProperty name="anchorY" value="-347638.25"/>
      <inkml:brushProperty name="scaleFactor" value="0.5"/>
    </inkml:brush>
  </inkml:definitions>
  <inkml:trace contextRef="#ctx0" brushRef="#br0">2 0 2740 0 0,'0'0'0'0'0,"0"0"1904"0"0,0 0-340 0 0,0 0-71 0 0,0 0-34 0 0,0 0-140 0 0,0 0-95 0 0,0 0-108 0 0,0 0-66 0 0,0 0-162 0 0,0 0-146 0 0,0 0-168 0 0,0 2-156 0 0,-1 2-153 0 0,3 2-69 0 0,6 2 268 0 0,5 5-268 0 0,8 3-69 0 0,9 5 6 0 0,5 3-47 0 0,6 4-83 0 0,2 0 8 0 0,2 2-19 0 0,-1-1-50 0 0,-2 0 4 0 0,-4 0-79 0 0,-4-2-22 0 0,-4-2-74 0 0,-6-2-129 0 0,-6-2-119 0 0,-5-2-38 0 0,-5-3-149 0 0,-3-2-434 0 0,-4-3-649 0 0,0-3-1075 0 0,-2-3-2611 0 0,0-2 1307 0 0</inkml:trace>
  <inkml:trace contextRef="#ctx0" brushRef="#br1" timeOffset="221.948">406 0 5260 0 0,'0'0'0'0'0,"0"0"3277"0"0,0 0-1634 0 0,0 0-430 0 0,0 0-285 0 0,0 0 273 0 0,0 0-246 0 0,0 0-343 0 0,-15 20-306 0 0,-6 9-93 0 0,-4 8-2 0 0,-1 7-113 0 0,-2 4-53 0 0,0 4-41 0 0,1 1-174 0 0,1 1 15 0 0,1 0-222 0 0,0-2-109 0 0,4-3-118 0 0,1-3-386 0 0,4-4-348 0 0,4-5-827 0 0,3-5-1095 0 0,3-6-3246 0 0,2-7 7554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8:03.006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7453.125"/>
      <inkml:brushProperty name="anchorY" value="-347980.21875"/>
      <inkml:brushProperty name="scaleFactor" value="0.5"/>
    </inkml:brush>
  </inkml:definitions>
  <inkml:trace contextRef="#ctx0" brushRef="#br0">747 85 4548 0 0,'0'0'0'0'0,"0"0"1785"0"0,0 0-249 0 0,0 0-339 0 0,0 0-77 0 0,0 0-60 0 0,0 0-28 0 0,0 0-201 0 0,0 0-115 0 0,0 0-204 0 0,0 0-193 0 0,0 0-92 0 0,-31-18 125 0 0,-7-2 2 0 0,-8 1-128 0 0,-4 3-161 0 0,-3 6-48 0 0,-4 8-19 0 0,-5 10-110 0 0,-3 10 54 0 0,-3 12-199 0 0,-1 11 115 0 0,5 10-57 0 0,8 10 144 0 0,12 7-58 0 0,12 4 121 0 0,21 3-114 0 0,22-2-46 0 0,25-4 26 0 0,24-8-44 0 0,24-9 113 0 0,21-13 46 0 0,20-10-102 0 0,15-12-158 0 0,11-10-367 0 0,4-10-262 0 0,-6-7-1283 0 0,-7-8-3401 0 0,-31 0 937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8:02.260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6959.375"/>
      <inkml:brushProperty name="anchorY" value="-347485.6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8401.0625"/>
      <inkml:brushProperty name="anchorY" value="-348339.25"/>
      <inkml:brushProperty name="scaleFactor" value="0.5"/>
    </inkml:brush>
  </inkml:definitions>
  <inkml:trace contextRef="#ctx0" brushRef="#br0">1 203 4576 0 0,'0'0'0'0'0,"0"0"1501"0"0,0 0-1569 0 0,0 0 490 0 0,0 0 1878 0 0,0 0-1321 0 0,0 0 83 0 0,0 0-373 0 0,0 0-210 0 0,0 0 139 0 0,0 0-43 0 0,8 1-98 0 0,5-1-129 0 0,4 1-85 0 0,6 0-126 0 0,3 1 36 0 0,6 1 150 0 0,4 2-188 0 0,3 0-145 0 0,1 2 22 0 0,0-1-152 0 0,-2 0-73 0 0,-3 0 59 0 0,-1-3-150 0 0,-3 0-402 0 0,-2-2 16 0 0,1-1-308 0 0,-2-3-257 0 0,1-4-619 0 0,-2-2-760 0 0,-4-4-1914 0 0,-6 2 3508 0 0</inkml:trace>
  <inkml:trace contextRef="#ctx0" brushRef="#br1" timeOffset="223.849">323 0 6901 0 0,'0'0'0'0'0,"0"0"1480"0"0,0 0-593 0 0,0 0-525 0 0,0 0 183 0 0,0 0 292 0 0,0 0 144 0 0,-8 25-438 0 0,-3 7-322 0 0,-2 7-97 0 0,1 3-113 0 0,1-1-194 0 0,1 0 150 0 0,0-2-179 0 0,2-1-40 0 0,1-1-201 0 0,2-1-583 0 0,2-2-611 0 0,1-2-1366 0 0,1-3-937 0 0,1-6 2119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4.259"/>
    </inkml:context>
    <inkml:brush xml:id="br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6061.75"/>
      <inkml:brushProperty name="anchorY" value="-343661.2812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32668.1875"/>
      <inkml:brushProperty name="anchorY" value="-332641.28125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6481.75"/>
      <inkml:brushProperty name="anchorY" value="-333351.59375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47486.9375"/>
      <inkml:brushProperty name="anchorY" value="-342047.15625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8298.75"/>
      <inkml:brushProperty name="anchorY" value="-337693.2812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59682.4375"/>
      <inkml:brushProperty name="anchorY" value="-339205.7812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1142"/>
      <inkml:brushProperty name="anchorY" value="-340514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2715.375"/>
      <inkml:brushProperty name="anchorY" value="-340735.875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3598.1875"/>
      <inkml:brushProperty name="anchorY" value="-341586.0625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5192.125"/>
      <inkml:brushProperty name="anchorY" value="-342262.84375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66729.125"/>
      <inkml:brushProperty name="anchorY" value="-344605.5625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80290.375"/>
      <inkml:brushProperty name="anchorY" value="-345337.28125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5044.5"/>
      <inkml:brushProperty name="anchorY" value="-344551.6875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75925.25"/>
      <inkml:brushProperty name="anchorY" value="-345533.34375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93905.5"/>
      <inkml:brushProperty name="anchorY" value="-350351.9375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92564.6875"/>
      <inkml:brushProperty name="anchorY" value="-349039.25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91219"/>
      <inkml:brushProperty name="anchorY" value="-348731.90625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B4C3DA"/>
      <inkml:brushProperty name="inkEffects" value="silver"/>
      <inkml:brushProperty name="anchorX" value="-692711.75"/>
      <inkml:brushProperty name="anchorY" value="-350277.3125"/>
      <inkml:brushProperty name="scaleFactor" value="0.5"/>
    </inkml:brush>
  </inkml:definitions>
  <inkml:trace contextRef="#ctx0" brushRef="#br0">18099 207 4240 0 0,'0'0'0'0'0,"0"0"3109"0"0,0 0-2218 0 0,0 0 387 0 0,0 0-606 0 0,0 0 272 0 0,0 0 82 0 0,0 0-253 0 0,0 0-315 0 0,0 0-261 0 0,-9-20-86 0 0,-2-2 25 0 0,-3-1 106 0 0,-2 4 130 0 0,-1 5 47 0 0,-1 4-2 0 0,-2 5-35 0 0,-3 3 17 0 0,-3 4 63 0 0,-2 4-109 0 0,-3 3 106 0 0,-3 5 93 0 0,-4 3-40 0 0,-4 4-356 0 0,-5 5 8 0 0,-4 5-26 0 0,-3 7 84 0 0,-3 6 74 0 0,1 5 70 0 0,2 3-99 0 0,5 3-144 0 0,9-1-8 0 0,9-2 21 0 0,10-3-8 0 0,13-4 22 0 0,13-6 79 0 0,17-6-110 0 0,17-4-13 0 0,17-7-18 0 0,17-5-29 0 0,16-5-65 0 0,13-5 16 0 0,9-3-10 0 0,6-5-168 0 0,3-5 141 0 0,-3-3-129 0 0,-3-3-26 0 0,-8-3-91 0 0,-7-3-224 0 0,-12-2-518 0 0,-11-1-744 0 0,-15 0-1457 0 0,-18-2-3772 0 0,-16 4-157 0 0</inkml:trace>
  <inkml:trace contextRef="#ctx0" brushRef="#br1" timeOffset="-16164.963">3944 8034 64 0 0,'0'0'0'0'0,"0"0"1096"0"0,0 0 364 0 0,0 0-724 0 0,0 0 224 0 0,0 0-377 0 0,0 0 176 0 0,0 0-162 0 0,0 0-62 0 0,0 0-78 0 0,-5 5-20 0 0,2 2-51 0 0,1 0 9 0 0,3 0-339 0 0,2-1 35 0 0,0 0 455 0 0,2 0-586 0 0,-1-1 1805 0 0,-1-1-1204 0 0,1-1 60 0 0,-2-2-170 0 0,0 0-2 0 0,-1 0 31 0 0,-1-1-34 0 0,0 0-30 0 0,1 0-125 0 0,0-1-75 0 0,0 1-26 0 0,0 0 19 0 0,1-1 6 0 0,0 0-20 0 0,1-1-21 0 0,-1 1-26 0 0,0 0-19 0 0,0 0-16 0 0,-1 1-22 0 0,-1-1 14 0 0,0 1-34 0 0,0 0 4 0 0,0 0-72 0 0,1 0 5 0 0,1 0-16 0 0,0 0-59 0 0,2 0 25 0 0,2-1 40 0 0,2-1-88 0 0,3 0 112 0 0,5-2-43 0 0,2 0-46 0 0,3-1 6 0 0,2-1 74 0 0,1-1-6 0 0,2 0 90 0 0,0 0-114 0 0,1 0 132 0 0,0-1-12 0 0,1 0 5 0 0,-1 1 92 0 0,1 0-38 0 0,0 1 114 0 0,1 0-58 0 0,1 0-165 0 0,1 1 54 0 0,2 1-121 0 0,1 0 28 0 0,1 1-5 0 0,3-1-12 0 0,0 0 182 0 0,2 0-146 0 0,0 0 29 0 0,-1-1-11 0 0,0 1 86 0 0,-2 0-86 0 0,-2 0 118 0 0,-2 2-19 0 0,-3 0 138 0 0,-3 1 250 0 0,-2 0-104 0 0,-4 1-210 0 0,-1 2-131 0 0,-3 0-73 0 0,-1 3-8 0 0,-1 2-6 0 0,-2 0-3 0 0,-1 0-4 0 0,-2 0-7 0 0,-2-1-74 0 0,-3-1 21 0 0,-1-1-2 0 0,-2-2-26 0 0,1 0 51 0 0,-1-1-16 0 0,3 1 48 0 0,2-1 2 0 0,4 2 11 0 0,3 0-5 0 0,3 1-2 0 0,3 0-4 0 0,3-1-4 0 0,3 0 5 0 0,2-1 3 0 0,4-1 0 0 0,2 0 4 0 0,2-1 4 0 0,0-1-10 0 0,-1-2-1 0 0,0 0 4 0 0,-1-1-1 0 0,2 0 154 0 0,1 0-110 0 0,2-1-47 0 0,1-1 16 0 0,2 0-13 0 0,2-1 56 0 0,1 0-72 0 0,2-1 19 0 0,2-1-2 0 0,2 0-1 0 0,0-2 0 0 0,-1 0 4 0 0,0 0 5 0 0,-2 0-12 0 0,-2-1 5 0 0,-4 1 7 0 0,-5 1 45 0 0,-3 1-69 0 0,-4 0 18 0 0,-4 3-11 0 0,-3 0 1 0 0,-1 2 4 0 0,-3 1 3 0 0,1 1 13 0 0,-2 0-17 0 0,1 1-8 0 0,0 0 2 0 0,1 0-2 0 0,-1 1 0 0 0,2 0 4 0 0,1 0 4 0 0,3 0-10 0 0,2 0 4 0 0,3 0 2 0 0,4 0 9 0 0,2 1 7 0 0,3 1-11 0 0,3 1-9 0 0,4 0 2 0 0,1 1 12 0 0,3 1-14 0 0,2-1 10 0 0,1 0-49 0 0,2-2 65 0 0,0 0-17 0 0,1-1 2 0 0,1-1 6 0 0,0-1-1 0 0,1-2 9 0 0,1-2-7 0 0,1 0 7 0 0,-1-1 3 0 0,-2 0-5 0 0,-2-1 2 0 0,-3 2 41 0 0,-3 0-64 0 0,-4 2 17 0 0,-2 0-62 0 0,-3 1 61 0 0,-3 1-11 0 0,0 0-1 0 0,-2 1-2 0 0,1 0-4 0 0,1 0 1 0 0,0 0 13 0 0,3 0-4 0 0,1 0 16 0 0,5-1-14 0 0,3-1 6 0 0,3 0-2 0 0,3-1 9 0 0,1 1-7 0 0,2-1 63 0 0,-1 1-17 0 0,-2 0 13 0 0,-2 1-21 0 0,-4 0-40 0 0,-4 1 11 0 0,-3 0-2 0 0,-3 0 40 0 0,-1 0-67 0 0,-4 0 22 0 0,-1 1-17 0 0,-2 0 2 0 0,0 0 8 0 0,0 0 7 0 0,0 0-10 0 0,1 0 3 0 0,-1 0 4 0 0,1-1 7 0 0,2 1 55 0 0,1 0-24 0 0,3 0 19 0 0,3 0-59 0 0,1 0 59 0 0,3 1-71 0 0,2 0 15 0 0,0 0-14 0 0,3 1-4 0 0,0 0 15 0 0,1-1-5 0 0,2 1 11 0 0,2 0 59 0 0,2-1-78 0 0,2-1 78 0 0,0 0-28 0 0,2 0-33 0 0,0-1 67 0 0,0 0-87 0 0,-1 0 26 0 0,-2 0-9 0 0,-1 0 5 0 0,-2 0 3 0 0,-3-1-1 0 0,-1 0-4 0 0,-3 0-7 0 0,0 1-50 0 0,-3-1 55 0 0,0 1-19 0 0,-2 0 1 0 0,2 0 7 0 0,-1 0 2 0 0,1 0-6 0 0,1 0 12 0 0,1 0 2 0 0,1 0 4 0 0,2 0 4 0 0,1-1-6 0 0,-1-1 8 0 0,1 1 53 0 0,-1-1-85 0 0,-1 1 33 0 0,-3 0-17 0 0,-2 0-67 0 0,-3 0 5 0 0,-2 1 22 0 0,-4 0-15 0 0,-2 1 53 0 0,-1-1-57 0 0,-3 2 19 0 0,0 0 45 0 0,-1-1-14 0 0,2 1 2 0 0,0 0 2 0 0,1-1-6 0 0,0 0-40 0 0,1 0 67 0 0,2 0-22 0 0,1-1 3 0 0,2 0 7 0 0,1 0-3 0 0,1 0 6 0 0,1 0-7 0 0,0 0 3 0 0,0 0-10 0 0,-1 0 2 0 0,0 0-1 0 0,1 0 5 0 0,1 0 3 0 0,3 1 8 0 0,2-1-6 0 0,2 0 8 0 0,2 1-8 0 0,2-1-2 0 0,2-1 1 0 0,1 0 8 0 0,1-2 59 0 0,1 0-87 0 0,0 0 29 0 0,-1-1-19 0 0,-1 2 2 0 0,-2-1 8 0 0,0 1 7 0 0,-2 0-1 0 0,-2 0-4 0 0,0 1-3 0 0,-1-1-4 0 0,-1 1 1 0 0,0-1-6 0 0,0 0 7 0 0,0 1-12 0 0,1-1 3 0 0,2 0-43 0 0,0 1 68 0 0,2 0 34 0 0,1 0 6 0 0,2 1-57 0 0,2-1 67 0 0,1 1-70 0 0,1 0 12 0 0,-1 0-14 0 0,0 0-4 0 0,-1 0 10 0 0,0 1-8 0 0,1 0 3 0 0,0-1-48 0 0,2 2 56 0 0,1-2-14 0 0,3 1-1 0 0,1 0 3 0 0,1-1-71 0 0,0 0 104 0 0,1 0-25 0 0,-2 0 19 0 0,-1 0-10 0 0,-2 0 3 0 0,-1 0 46 0 0,-1 0-14 0 0,-2 0-35 0 0,-1 1 7 0 0,-2-1 1 0 0,-1 1-8 0 0,-2 0-2 0 0,-2-1 10 0 0,-2 1-8 0 0,-1-1-6 0 0,0 0 1 0 0,0 1-57 0 0,-1-1 63 0 0,0 0-27 0 0,-2 1 9 0 0,0-1 13 0 0,-2 0-4 0 0,-1 1 86 0 0,0 0-52 0 0,-4 1 25 0 0,-1-1-62 0 0,-1 2 22 0 0,-2-1-5 0 0,-1 1-6 0 0,1-1 3 0 0,1 0-10 0 0,2 1 2 0 0,2-1-15 0 0,5 1-71 0 0,1-1 99 0 0,2 1-38 0 0,1 0-57 0 0,1 1 98 0 0,0-1-27 0 0,-2 1 9 0 0,-1 0 6 0 0,0 0 49 0 0,-3 1-55 0 0,0-1 61 0 0,-1 1-60 0 0,-1 0 74 0 0,1 0-87 0 0,-2 0 21 0 0,-2 0-7 0 0,-4 0-15 0 0,-2-1-99 0 0,-6 1 5 0 0,-4-1-56 0 0,-6-1-185 0 0,-4-1-255 0 0,-5 1-276 0 0,-2-2-560 0 0,-3 1-1408 0 0</inkml:trace>
  <inkml:trace contextRef="#ctx0" brushRef="#br2" timeOffset="-13262.183">4152 215 1408 0 0,'0'0'0'0'0,"0"0"1540"0"0,0 0-914 0 0,0 0-15 0 0,0 0-294 0 0,0 0 95 0 0,0 0 30 0 0,0 0 24 0 0,0 0 57 0 0,0 0-58 0 0,0 0-6 0 0,5 1-18 0 0,1 0 6 0 0,2 1-447 0 0,-2 0 310 0 0,0 0 5 0 0,-3 0-382 0 0,-1-1 209 0 0,0 1 291 0 0,-2-1 247 0 0,0 0-404 0 0,0-1 11 0 0,-1 1-81 0 0,1-1 56 0 0,0 0 2 0 0,0 0-70 0 0,0 0-97 0 0,0 2-41 0 0,1 0 6 0 0,0 2-11 0 0,1 1 29 0 0,-1 1 25 0 0,1 1-25 0 0,-1 1 2 0 0,0-1-34 0 0,1 0 37 0 0,-1 1 1 0 0,-1-1 19 0 0,1 1-23 0 0,-1 1 14 0 0,0-2 4 0 0,0 1 18 0 0,0 0 9 0 0,0 0 13 0 0,0 1-44 0 0,0 1-51 0 0,-1 0-25 0 0,-1 2-3 0 0,0 2-5 0 0,-1 0-4 0 0,-1 1-4 0 0,0 1 70 0 0,0-1 8 0 0,1-1 7 0 0,0-1-16 0 0,2 0-9 0 0,0 0 16 0 0,1-2-6 0 0,0 1 2 0 0,0-1 0 0 0,1 0 0 0 0,-1-1-74 0 0,0 0 67 0 0,0-1-84 0 0,0-1 23 0 0,0-1-17 0 0,0 0-49 0 0,0 0 60 0 0,0-2-21 0 0,0 0-53 0 0,0 0 77 0 0,0 0-26 0 0,0 0 23 0 0,0 1 1 0 0,0 0 14 0 0,0 1 67 0 0,0 0-92 0 0,0 2 77 0 0,0 0-75 0 0,0 0 21 0 0,1 1-7 0 0,0-1 0 0 0,1 0-4 0 0,-1 0 0 0 0,2 0-4 0 0,-1-1 5 0 0,-1 1-6 0 0,2-1 1 0 0,-2 0 5 0 0,2 1 3 0 0,-2 0 9 0 0,2 0-12 0 0,-1 0 4 0 0,-1 1 4 0 0,0 0-6 0 0,0 0-8 0 0,-1 1 2 0 0,1 0-5 0 0,-1 1-9 0 0,0 1-44 0 0,1 1 58 0 0,1 0-80 0 0,1 1 37 0 0,0 0 40 0 0,1 1-4 0 0,-1 0 79 0 0,1 0-20 0 0,-2-1-49 0 0,1 0 77 0 0,0 0-26 0 0,-2 0-5 0 0,1 1-47 0 0,-2 0 3 0 0,0 1-5 0 0,0 1-19 0 0,0 0-61 0 0,0 2-7 0 0,0 1 2 0 0,0 1-51 0 0,0 1 46 0 0,0 1-2 0 0,0 0 85 0 0,0-1-3 0 0,0 0 16 0 0,-2 0-1 0 0,0-1 49 0 0,0 0-9 0 0,-2-1 47 0 0,-1-1-6 0 0,0 0-28 0 0,0-1 5 0 0,-1 0 1 0 0,1-1-62 0 0,1 0 22 0 0,-1 0-14 0 0,1 0 1 0 0,0 1-9 0 0,0 0 2 0 0,0 2-1 0 0,1 1 5 0 0,1 2 78 0 0,0 0 5 0 0,2 1 51 0 0,-1-2-24 0 0,1-1-138 0 0,0-2 31 0 0,0-3-84 0 0,1-1 87 0 0,1-1-24 0 0,0-2 18 0 0,0 1 77 0 0,0-1-96 0 0,1 1 28 0 0,1 1-19 0 0,-2 0 2 0 0,1 1-57 0 0,-1 2-2 0 0,0 0 57 0 0,0 1-113 0 0,-1 2 87 0 0,0 1-61 0 0,1 1-72 0 0,2 1-26 0 0,2-1-42 0 0,2 1 272 0 0,2 0 68 0 0,0-1 139 0 0,1 0 102 0 0,-1-1-416 0 0,0-2 118 0 0,0 0-244 0 0,0-2 24 0 0,1 0 93 0 0,-2 0 67 0 0,0 1-14 0 0,-2 0 15 0 0,0 3 5 0 0,-1 2 101 0 0,-1 2 79 0 0,0 1-217 0 0,-1 0 63 0 0,1 1-147 0 0,0-2-125 0 0,0 0-164 0 0,0-1 205 0 0,-1 0 161 0 0,-1 1 4 0 0,0-1 20 0 0,1 2-25 0 0,-1 1 55 0 0,1 1 342 0 0,0 0-87 0 0,0-1-96 0 0,1-2-182 0 0,-1-3-166 0 0,1 0-56 0 0,-1-3 125 0 0,0 1 104 0 0,-1 0-15 0 0,-1 3 23 0 0,-1 2 52 0 0,-1 3 65 0 0,0 4-142 0 0,0 1 39 0 0,1 2-170 0 0,1 1-115 0 0,0 0-202 0 0,1 2 387 0 0,0 2 61 0 0,-1 3 131 0 0,0 4 239 0 0,0 1-201 0 0,-1 3-48 0 0,-1-1-97 0 0,0-2-191 0 0,1-1 89 0 0,0-2 116 0 0,0-1 274 0 0,-1 0-309 0 0,1-1 342 0 0,-2-1-398 0 0,0-3 117 0 0,0 0-322 0 0,-1-2 211 0 0,0 0 67 0 0,-1 2-18 0 0,-2 0 197 0 0,1 1-163 0 0,1-1-7 0 0,0 1-161 0 0,2 1 187 0 0,0 0-53 0 0,0 1 28 0 0,1 1 120 0 0,0-2-94 0 0,0 0-36 0 0,1-3-76 0 0,-1-1-46 0 0,0-1-84 0 0,0 0 254 0 0,-2 2-84 0 0,-1 1 39 0 0,0 0 50 0 0,-1 1-66 0 0,1-1-66 0 0,1-1-90 0 0,1 0 60 0 0,0 0 127 0 0,1 3 172 0 0,0 0-70 0 0,0 1 160 0 0,0-2-338 0 0,0-2 56 0 0,1-2-249 0 0,-2-2 89 0 0,-3 1 193 0 0,-1 0 54 0 0,-3 1 94 0 0,-2 1 92 0 0,2-1-212 0 0,2-1-45 0 0,1 0-126 0 0,2-1 2 0 0,2 1 136 0 0,0 2 15 0 0,2 0 60 0 0,1 2 73 0 0,1-2-212 0 0,2-1-53 0 0,0-1-213 0 0,-2 0 311 0 0,0 0-32 0 0,-2 1 226 0 0,-3 0 199 0 0,-2-2-158 0 0,0 0-272 0 0,-2-2 6 0 0,-1-1-130 0 0,-2 0-145 0 0,-1 1 270 0 0,-1 0 12 0 0,-1-2 4 0 0,1-1-50 0 0,2-1-140 0 0,2-2-292 0 0,2 0 347 0 0,1 0 150 0 0,0 1 50 0 0,0 2 130 0 0,1 1 269 0 0,1-1-281 0 0,0 0-52 0 0,1-1-112 0 0,1-1-37 0 0,0 0 48 0 0,1 1-18 0 0,1 1 6 0 0,0 0-3 0 0,1 2 5 0 0,0 1 12 0 0,1-2 170 0 0,1-1-85 0 0,1-2-119 0 0,1-3 25 0 0,1-2-64 0 0,0-1 62 0 0,-1-1-87 0 0,-1 1 26 0 0,-2 2-37 0 0,-2 2-127 0 0,0 1 272 0 0,-2 3-59 0 0,0 0 59 0 0,0 0-66 0 0,0 1 17 0 0,-1 1-36 0 0,2 2 41 0 0,0 3-14 0 0,0 1 99 0 0,2 1 70 0 0,0-1 61 0 0,2 0-227 0 0,1-2 27 0 0,0-2-19 0 0,2 0-6 0 0,-2-1 10 0 0,-2 0 1 0 0,0-1 178 0 0,-2-3-46 0 0,-1-2-116 0 0,-1-3-10 0 0,0-2-10 0 0,0-2 7 0 0,-1-1-18 0 0,1-1-36 0 0,0 0 38 0 0,-3 1-4 0 0,-1-2-70 0 0,-1-1-66 0 0,0-1-210 0 0,0 0 202 0 0,1-1 148 0 0,0 0-28 0 0,0 0 33 0 0,0 1 0 0 0,0-1 132 0 0,1 1-38 0 0,0-1 75 0 0,1 0-146 0 0,0-2-2 0 0,0 1 111 0 0,0-1-152 0 0,1 0 31 0 0,0 0-21 0 0,0 0-126 0 0,0 1-53 0 0,0-1 114 0 0,0 0-76 0 0,0-1-92 0 0,0 0-228 0 0,1-2-196 0 0,0 0-328 0 0,0-3-1132 0 0,0-1-2392 0 0,0-2-109 0 0</inkml:trace>
  <inkml:trace contextRef="#ctx0" brushRef="#br3" timeOffset="-10880.815">3966 8117 1748 0 0,'0'0'0'0'0,"0"0"2412"0"0,0 0-1717 0 0,0 0 1 0 0,0 0-545 0 0,0 0 401 0 0,0 0 221 0 0,0 0-349 0 0,0 0 184 0 0,0 0-302 0 0,0 0-100 0 0,0 0-45 0 0,0-4-120 0 0,0-1 74 0 0,0 0-16 0 0,0 1 17 0 0,0 0 17 0 0,0 2 19 0 0,0 1 62 0 0,0 0-1 0 0,0 1-23 0 0,0 0-41 0 0,0 0-46 0 0,0 0 9 0 0,1 1 67 0 0,0-1 39 0 0,0 0 35 0 0,0 0 44 0 0,0 0 53 0 0,1 0 17 0 0,-1 0-60 0 0,0 0-113 0 0,-1 0-88 0 0,0 0-97 0 0,2 0 10 0 0,-1 0-14 0 0,-1 0-6 0 0,1 0 2 0 0,1 0-62 0 0,0 0 79 0 0,1-1-8 0 0,1-1 59 0 0,2 0-74 0 0,0-1 73 0 0,1-1-13 0 0,1-1 8 0 0,2-1 0 0 0,0-1-55 0 0,1-1 12 0 0,2 0 39 0 0,0-2-70 0 0,1-2 33 0 0,1 0 35 0 0,1-1-72 0 0,-1 0 23 0 0,1-1-3 0 0,-1 0-2 0 0,1 1 11 0 0,-1 0 85 0 0,0 1-5 0 0,0 1 3 0 0,0 0 22 0 0,0 1-52 0 0,0 1 1 0 0,0 0-2 0 0,1 0-67 0 0,0 0 23 0 0,2 0 36 0 0,1-1-73 0 0,1 0 23 0 0,3-2-8 0 0,2-2 0 0 0,2-1 150 0 0,5-1-62 0 0,1-2 17 0 0,3-1-51 0 0,2-1 13 0 0,2 0-77 0 0,1-1-36 0 0,2 0 2 0 0,-1 0 48 0 0,0 1-20 0 0,-1 0 8 0 0,-1-1-4 0 0,-1 1-56 0 0,-2 0 12 0 0,0 0 58 0 0,-2 0-15 0 0,0 0 13 0 0,0 0 88 0 0,0-2-99 0 0,1 0 24 0 0,3-1-8 0 0,2-2 4 0 0,2-2-2 0 0,3-1 53 0 0,2-2-67 0 0,3 0 13 0 0,1-1-65 0 0,3 0 1 0 0,0 0 1 0 0,1 1-83 0 0,0 0-5 0 0,-1 2-21 0 0,-1 1-144 0 0,-2 1 113 0 0,-2 2 75 0 0,-3 1 33 0 0,-1 1 85 0 0,0 0-6 0 0,1-1 13 0 0,-1 1 14 0 0,2 0 35 0 0,1-2-47 0 0,1 0 86 0 0,3-2-57 0 0,2 0 23 0 0,3-3 55 0 0,2-1-21 0 0,5-2 28 0 0,3-2-38 0 0,3-2 11 0 0,4-1 29 0 0,1-1-56 0 0,3-1-57 0 0,0 0 0 0 0,0 1-10 0 0,-3 0-86 0 0,-2 2 99 0 0,-3 1-122 0 0,-3 2 77 0 0,-6 2 23 0 0,-3 1 6 0 0,-3 1 13 0 0,-2 1 78 0 0,-1-1-50 0 0,-1-2 34 0 0,4-1-73 0 0,1-1 11 0 0,3-3-2 0 0,3-1 7 0 0,3-3 72 0 0,1 0-20 0 0,3-3 30 0 0,1 0 32 0 0,2-1 99 0 0,0 0-54 0 0,1 1-8 0 0,0 0 4 0 0,1 1 24 0 0,-1 1-110 0 0,0 0-24 0 0,0 1 44 0 0,0 0-66 0 0,0 0 37 0 0,0 1-77 0 0,0-1 73 0 0,1-1-71 0 0,3 0 81 0 0,2-3 60 0 0,3 0-71 0 0,2-2 28 0 0,3-2 67 0 0,-1 1 100 0 0,-1-1-34 0 0,0 2-77 0 0,-1 2 7 0 0,-4 1-50 0 0,-2 2-5 0 0,-2 2-16 0 0,-3 2-31 0 0,-1 0-2 0 0,-1 2 55 0 0,0 0-37 0 0,1 0 60 0 0,0-1-29 0 0,1-1-18 0 0,1-1-83 0 0,0-1 82 0 0,1 1 8 0 0,-1-1-26 0 0,0 0 55 0 0,0 1-2 0 0,-1 1-31 0 0,-2 0-12 0 0,-1 2-2 0 0,-2 0-72 0 0,-1 1 79 0 0,-3 2-87 0 0,0 0 26 0 0,-2 1-14 0 0,2 1 48 0 0,1 0-65 0 0,2 1 22 0 0,4-1 1 0 0,4-1 72 0 0,2 0-99 0 0,3-2 38 0 0,2-1 44 0 0,2 0-72 0 0,3-1 10 0 0,0-1-18 0 0,0 1 6 0 0,0-1 7 0 0,-3 2 7 0 0,-2 0-11 0 0,-4 1 0 0 0,-3 2 4 0 0,-6 0-1 0 0,-4 2 0 0 0,-3 0 60 0 0,-3 1-21 0 0,-1-1-37 0 0,-2 0 17 0 0,-3 1 53 0 0,-2-1-77 0 0,-3 1 110 0 0,-4 2-61 0 0,-5 0-32 0 0,-3 2 7 0 0,-4 1-6 0 0,-2 1-11 0 0,-1 0 8 0 0,0 2 100 0 0,2 1-80 0 0,-1 2 39 0 0,-6 3 148 0 0</inkml:trace>
  <inkml:trace contextRef="#ctx0" brushRef="#br4" timeOffset="-8736.52">13096 68 3676 0 0,'0'0'0'0'0,"0"0"1616"0"0,0 0-377 0 0,0 0-24 0 0,0 0-819 0 0,0 0-149 0 0,0 0 1422 0 0,0 0-457 0 0,0 0-534 0 0,0 0-284 0 0,-1 0-234 0 0,-1 0-35 0 0,0 0 104 0 0,0 0-30 0 0,2 0-59 0 0,2 0-80 0 0,3 0 32 0 0,4 0 328 0 0,5 0-116 0 0,6 0-81 0 0,3 0-24 0 0,4-1-59 0 0,3-1 22 0 0,4-2-100 0 0,2-1-2 0 0,5-3-64 0 0,2 0-48 0 0,4-2-48 0 0,-1 1-52 0 0,-1 0-38 0 0,-4 3-5 0 0,-4 2-8 0 0,-5 3-80 0 0,-4 5 340 0 0,-4 7-28 0 0,-4 7 66 0 0,-4 9-117 0 0,-5 7 38 0 0,-3 8-20 0 0,-4 5-84 0 0,-2 5 57 0 0,-1 2-115 0 0,-3 1-29 0 0,-2-1 36 0 0,0-3 160 0 0,-1-3-47 0 0,0-5 115 0 0,0-6-26 0 0,2-5-61 0 0,1-5 6 0 0,1-7-10 0 0,0-4-53 0 0,1-5-4 0 0,0-4-49 0 0,0-3-32 0 0,1-2-82 0 0,-1-2 32 0 0,0-1 12 0 0,1-2 204 0 0,0-4-65 0 0,0-2-290 0 0,0-5 21 0 0,-2-5 30 0 0,-4-3 170 0 0,-7-4 101 0 0,-7-3 0 0 0,-6-1 17 0 0,-7-2 49 0 0,-4 2 47 0 0,-1 1 31 0 0,0 4 72 0 0,1 4 63 0 0,1 5-118 0 0,2 5-155 0 0,1 4 27 0 0,1 6-108 0 0,-1 4-62 0 0,1 6 3 0 0,-1 4 18 0 0,3 5 70 0 0,3 3 52 0 0,4 4 52 0 0,6 0 6 0 0,5 2 33 0 0,7-1-99 0 0,9-1 35 0 0,9 1-29 0 0,11-2-102 0 0,11 0-42 0 0,10-2-238 0 0,9-1-379 0 0,8-2-600 0 0,3-3-435 0 0,0-4-1219 0 0,2-4-1823 0 0,-13-3 5928 0 0</inkml:trace>
  <inkml:trace contextRef="#ctx0" brushRef="#br5" timeOffset="-8122.33">14262 124 2824 0 0,'0'0'0'0'0,"0"0"2620"0"0,0 0-947 0 0,0 0-247 0 0,0 0-357 0 0,0 0 242 0 0,0 0 60 0 0,0 0-505 0 0,0 0-261 0 0,0 0-182 0 0,0 0-176 0 0,12 20 19 0 0,8 7-12 0 0,9 5-64 0 0,10 4-24 0 0,6 0 4 0 0,5-1-122 0 0,2-2-28 0 0,0-2-9 0 0,0-2-10 0 0,-2-3-5 0 0,-3-1-98 0 0,-5-3-46 0 0,-7-2-227 0 0,-5-2-331 0 0,-7-1-175 0 0,-6-1-394 0 0,-7-2-800 0 0,-4 0-3107 0 0,-4-3 295 0 0</inkml:trace>
  <inkml:trace contextRef="#ctx0" brushRef="#br6" timeOffset="-7907.853">14230 686 8977 0 0,'0'0'0'0'0,"0"0"1656"0"0,0 0-733 0 0,0 0-887 0 0,0 0 377 0 0,0 0 393 0 0,16-22 473 0 0,11-9-372 0 0,12-9-260 0 0,12-7-170 0 0,11-6-77 0 0,9-4-114 0 0,7-2-319 0 0,2-1-83 0 0,-1 1-514 0 0,-6 2-432 0 0,-10 4-741 0 0,-12 4-8757 0 0,-14 11 8878 0 0</inkml:trace>
  <inkml:trace contextRef="#ctx0" brushRef="#br7" timeOffset="-7119.687">13913 592 3756 0 0,'0'0'0'0'0,"0"0"2097"0"0,0 0-701 0 0,0 0-636 0 0,0 0-406 0 0,0 0-100 0 0,0 0-57 0 0,0 0-56 0 0,0 0-43 0 0,0 0-317 0 0,0 5 11 0 0,1 1-30 0 0,0 0 280 0 0,0-1-79 0 0,-1-1 41 0 0,1-2 70 0 0,-1-1 12 0 0,0 0 2 0 0,0-1 32 0 0,0-1 6 0 0,0 1 46 0 0,0 0 23 0 0,0 0-23 0 0,0 0-17 0 0,0-1-9 0 0,0 1-5 0 0,0 0 33 0 0,0 0 64 0 0,0 0 104 0 0,0 0-37 0 0,0 0-26 0 0,0 0-95 0 0,0 0-108 0 0,0 0-70 0 0,0 0-128 0 0,0 0-78 0 0,0 0-54 0 0,0 0 22 0 0,2 0 256 0 0,3-3-61 0 0,1-1 35 0 0,2-3-59 0 0,1-2-178 0 0,0-1-42 0 0,-1 0 217 0 0,-2 0 51 0 0,-2 2 219 0 0,-1 2 61 0 0,-2 2-73 0 0,-1 2-84 0 0,-2 3-112 0 0,-3 3-474 0 0,-1 3-395 0 0,0 3-768 0 0,0 4-3417 0 0,2-2 2565 0 0</inkml:trace>
  <inkml:trace contextRef="#ctx0" brushRef="#br8" timeOffset="-1011.76">15936 518 520 0 0,'0'0'0'0'0,"0"0"132"0"0,0 0 89 0 0,0 0 5197 0 0,0 0-5470 0 0,0 0 1760 0 0,0 0-581 0 0,0 0 19 0 0,0 0 225 0 0,0 0-280 0 0,0 0-347 0 0,-8-5-96 0 0,1-1-205 0 0,-1-1-106 0 0,1 2-36 0 0,2 1 26 0 0,1 1-48 0 0,2 1 32 0 0,1 1-56 0 0,0 1-12 0 0,1-1-4 0 0,2 2-30 0 0,2-1 21 0 0,8 0 136 0 0,7 0 102 0 0,11-1-16 0 0,10 1-344 0 0,10-2 34 0 0,7-2-135 0 0,7 0-8 0 0,0-2-49 0 0,1 0-123 0 0,-3-1 134 0 0,-4 1-52 0 0,-5-1-12 0 0,-7 1-17 0 0,-4-1-220 0 0,-7 0 22 0 0,-7 0-272 0 0,-5-1-126 0 0,-5 0-223 0 0,-7-1-481 0 0,-3-1-749 0 0,-5-1-1998 0 0,-4 0-745 0 0,-2 1 2640 0 0</inkml:trace>
  <inkml:trace contextRef="#ctx0" brushRef="#br9" timeOffset="-746.889">16135 178 1864 0 0,'0'0'0'0'0,"0"0"236"0"0,0 0 5031 0 0,0 0-5334 0 0,0 0 2103 0 0,0 0-915 0 0,0 0 282 0 0,0 0-277 0 0,8 23-105 0 0,2 10-236 0 0,3 8-292 0 0,0 6-202 0 0,-2 3-244 0 0,-3-1-17 0 0,-2-2-22 0 0,-2-1-241 0 0,-3-3-200 0 0,-3-2-344 0 0,-4-2-777 0 0,-5-4-611 0 0,-5-2-3739 0 0,0-8 1363 0 0</inkml:trace>
  <inkml:trace contextRef="#ctx0" brushRef="#br10" timeOffset="14495.82">4397 5020 732 0 0,'0'0'0'0'0,"0"0"1512"0"0,0 0-714 0 0,0 0 36 0 0,0 0 54 0 0,0 0-41 0 0,0 0-83 0 0,0 0-638 0 0,0 0-121 0 0,0 0 134 0 0,5 1-158 0 0,-1 1 224 0 0,1-1 954 0 0,-1 1-647 0 0,-1-1 45 0 0,-2 0-42 0 0,0-1 45 0 0,0 0-44 0 0,-1 0-74 0 0,1 0-70 0 0,-1 0-62 0 0,2 0 9 0 0,0 0 50 0 0,1 0 52 0 0,-1 0 97 0 0,-1 0-87 0 0,1 0-22 0 0,-1 0-72 0 0,1 0 5 0 0,-1 0-46 0 0,1 0-19 0 0,-1 0 8 0 0,1 0-85 0 0,-1 0-33 0 0,1 0-37 0 0,-2 0-42 0 0,2 0 7 0 0,-1 0-12 0 0,0 0 6 0 0,0 0-15 0 0,0 0 32 0 0,1 0 4 0 0,-1 0 0 0 0,0 0-26 0 0,1 0 8 0 0,-1 0-9 0 0,1 0-8 0 0,0 0 31 0 0,1 0 32 0 0,1 0-8 0 0,2 0-36 0 0,0 0-21 0 0,1 0 8 0 0,-1 0-38 0 0,0 0-37 0 0,1 0 9 0 0,0 0-7 0 0,0 0-5 0 0,1 0 11 0 0,0 0-8 0 0,2 0 3 0 0,1-1 3 0 0,1 1 70 0 0,2 0 68 0 0,4-1-98 0 0,2 1-48 0 0,3 0 77 0 0,0-1-96 0 0,0 1 29 0 0,-1 0-6 0 0,-1-1-10 0 0,1 1-1 0 0,-2 0 4 0 0,0 0-1 0 0,2 0 4 0 0,1 0 4 0 0,3 0 9 0 0,1 0 35 0 0,1 1-9 0 0,1-1-47 0 0,0 0 25 0 0,1 1-15 0 0,0 0 54 0 0,-1-1-67 0 0,-2 1 27 0 0,0-1-13 0 0,-2 0 48 0 0,0 0-60 0 0,0 0 71 0 0,0 0-12 0 0,-1 0-9 0 0,0 0-47 0 0,0 0 14 0 0,-2 0-8 0 0,0 0 4 0 0,-2 0 0 0 0,-1 0 4 0 0,-1 0 4 0 0,0 0-10 0 0,1 0 64 0 0,0 0-79 0 0,2 0 72 0 0,0 0-63 0 0,2 0 18 0 0,2 0-6 0 0,1-1 4 0 0,0 0 37 0 0,1 0-52 0 0,1-1 12 0 0,-2 1 0 0 0,0 0-1 0 0,-1 0-10 0 0,-1 0-1 0 0,-1-1-5 0 0,0 1-4 0 0,-1 1 1 0 0,-1-1 8 0 0,1 1-7 0 0,1-1 3 0 0,2 1-6 0 0,0 0 2 0 0,2 0-6 0 0,0-1-45 0 0,2 0 69 0 0,1 0-33 0 0,1-1 21 0 0,1 1-9 0 0,2 0 7 0 0,1 0-1 0 0,1 0-5 0 0,1 0 11 0 0,-2 1 6 0 0,-1-1 3 0 0,-1 1 61 0 0,-1-1-77 0 0,-3 0 21 0 0,-1-1 39 0 0,-1 1-55 0 0,-2 0 13 0 0,0-1-4 0 0,-2 2-1 0 0,1-2-10 0 0,-1 2 4 0 0,1-1-7 0 0,0 0 6 0 0,0 0-1 0 0,0 0 9 0 0,1 0-2 0 0,-1 0 5 0 0,2 0 46 0 0,0-1-59 0 0,0 0 20 0 0,0 1 35 0 0,1-1-64 0 0,-1 0 22 0 0,-1 0-8 0 0,0 0-5 0 0,1-1-3 0 0,-1 1-4 0 0,2 1-4 0 0,-1-1 5 0 0,2 0 8 0 0,0 1-2 0 0,2 0 5 0 0,-1 0 4 0 0,3 0 46 0 0,1 0-59 0 0,1-1 15 0 0,2 1 4 0 0,4-1-8 0 0,2 0 7 0 0,4-1 139 0 0,5-1 319 0 0,5 0-166 0 0,2-1-242 0 0,4-1 17 0 0,1 1-78 0 0,1-1-70 0 0,-1 0 90 0 0,-2 1-38 0 0,-3 0 4 0 0,-2 0 1 0 0,-2 0-1 0 0,-3 0-56 0 0,-3 2 72 0 0,-3-1-24 0 0,-3 0 13 0 0,-2 1-2 0 0,-2 0 10 0 0,-3 0 3 0 0,0 0-1 0 0,-1-1 1 0 0,0 1-5 0 0,0-1 2 0 0,1 0-10 0 0,0 0-3 0 0,1 0-41 0 0,0 1-8 0 0,0 0 65 0 0,-1 1-82 0 0,1-1 88 0 0,-2 1-27 0 0,0 1 4 0 0,-1-1 11 0 0,1 1-3 0 0,-1 1-4 0 0,-1-1 11 0 0,0 0-8 0 0,-2-1 8 0 0,0 1-8 0 0,0-1 8 0 0,0 0-8 0 0,1 0 8 0 0,0 0-8 0 0,0-1-6 0 0,1 0 1 0 0,1 0-48 0 0,2 1 65 0 0,0 0-21 0 0,3 0-40 0 0,0 1 61 0 0,2-1-26 0 0,2 1 13 0 0,0 0 8 0 0,2 1 3 0 0,0-1 3 0 0,1 1 1 0 0,1 0-5 0 0,-1 0 53 0 0,1-1-57 0 0,-1 1 19 0 0,2-1 41 0 0,0 1-65 0 0,0-2 26 0 0,1 0-9 0 0,2 0 57 0 0,0 0-30 0 0,1 0 12 0 0,1 0-39 0 0,1 1 61 0 0,2 0-19 0 0,0 0 21 0 0,2 1 15 0 0,1 0-51 0 0,1 0 17 0 0,0 1-54 0 0,1 0 75 0 0,-2 1-20 0 0,0 0-12 0 0,-2 1-35 0 0,-2 1 51 0 0,-2-1-60 0 0,-2 1 18 0 0,-1 0 36 0 0,0 1-63 0 0,-1 0 20 0 0,-1-1-2 0 0,0 1-2 0 0,0 0 66 0 0,0 0-88 0 0,-2 0 24 0 0,0 0-8 0 0,0 0-1 0 0,2-1 0 0 0,1 1 5 0 0,3 0-2 0 0,0 0-4 0 0,1 0-7 0 0,1 0 1 0 0,0 0 8 0 0,0 0 3 0 0,0-1 50 0 0,-2 1-64 0 0,-3-1 30 0 0,-2 0-14 0 0,-3 0 3 0 0,-3-1 4 0 0,-1 0-7 0 0,-2 0 3 0 0,-1-1-10 0 0,2 1 2 0 0,1-1-1 0 0,2 0-5 0 0,3 0-3 0 0,3-1 6 0 0,3 0-3 0 0,2 0 6 0 0,2 0-7 0 0,1 1 3 0 0,1-1-1 0 0,0 1 5 0 0,-1 0-2 0 0,1 0 57 0 0,-1 0-58 0 0,0 1 62 0 0,0-1-60 0 0,1-1 74 0 0,0 0-87 0 0,2-1 31 0 0,0 1 54 0 0,3-1-78 0 0,2-1 69 0 0,2 0-63 0 0,0-1 88 0 0,3-1-54 0 0,-1 0-24 0 0,0-1 50 0 0,-1 0-60 0 0,-2 0 18 0 0,-2 1-20 0 0,-4-1 4 0 0,-2 2-21 0 0,-3-1 11 0 0,-3 1 0 0 0,-3 1-48 0 0,0 0 62 0 0,0 1-21 0 0,0 0 7 0 0,2 0 5 0 0,1 0-7 0 0,-1 0 8 0 0,0 0-3 0 0,-3 0 6 0 0,0 0-2 0 0,-1 0 6 0 0,-3-1-2 0 0,0 1 6 0 0,0-1-2 0 0,0 0-4 0 0,0 0 2 0 0,-1 1 4 0 0,-1-1-2 0 0,-2 1-8 0 0,-2 0-7 0 0,-2-1 1 0 0,-2 1-62 0 0,-3 0 74 0 0,0 1-67 0 0,-1-1 67 0 0,0 0-25 0 0,1 0 23 0 0,1 0-5 0 0,2 0-3 0 0,1 0-3 0 0,3 0 6 0 0,1 0-8 0 0,0 1 8 0 0,1-1 2 0 0,1 1-1 0 0,0-1-4 0 0,0 1 2 0 0,1-1 4 0 0,-1 0 3 0 0,1 1-6 0 0,-1-1 8 0 0,1 0-3 0 0,-1 0-4 0 0,1 0 2 0 0,0 0 55 0 0,4 0-67 0 0,3 0 22 0 0,4-1-12 0 0,4 1 86 0 0,5 0-95 0 0,4-1 23 0 0,2 0-3 0 0,1-2-3 0 0,-3 0 1 0 0,-2 0-5 0 0,-5 0 7 0 0,-4-1-3 0 0,-6 2-4 0 0,-5-1-3 0 0,-7 1 1 0 0,-3 1-1 0 0,-4 0 9 0 0,-3 1 3 0 0,-1 0-1 0 0,-1 0-4 0 0,1 0 2 0 0,1 0-6 0 0,1 0 2 0 0,2 0-1 0 0,1 0 9 0 0,1 0-11 0 0,2 0 8 0 0,-1 0-8 0 0,-2 0 3 0 0,-1 0-1 0 0,-2 0 0 0 0,-3 0 0 0 0,-5 0 5 0 0,-3 0 73 0 0,-4 0-96 0 0,-4 0 24 0 0,-3 0-18 0 0,-3 1-74 0 0,-1-1 44 0 0,0 1-82 0 0,-1-1-63 0 0,-2 1-116 0 0,-3 0-189 0 0,-4 1-186 0 0,-8-1-199 0 0,-8 2-633 0 0,-7 1-3263 0 0,-17 4-5415 0 0,5-2 8619 0 0</inkml:trace>
  <inkml:trace contextRef="#ctx0" brushRef="#br11" timeOffset="16146.279">4434 5003 836 0 0,'0'0'0'0'0,"0"0"2400"0"0,0 0-1036 0 0,0 0 143 0 0,0 0-413 0 0,0 0-158 0 0,0 0-134 0 0,0 0-100 0 0,0 0-93 0 0,0 0-121 0 0,0 0-70 0 0,-9 2-86 0 0,-2 0-43 0 0,0 0 92 0 0,1-1 97 0 0,1 1-39 0 0,1-2-37 0 0,2 1-46 0 0,1-1-6 0 0,0 0-22 0 0,0 0-82 0 0,0 1 32 0 0,-2 1-118 0 0,-1 0-58 0 0,0 0-46 0 0,-4 0 32 0 0,-2 0 12 0 0,0-1 24 0 0,-1 1 15 0 0,-2-1 8 0 0,0 0-38 0 0,0 0-20 0 0,-1 0-11 0 0,1-1 0 0 0,-2 1-16 0 0,0-1-14 0 0,-2 0-49 0 0,-2 0 17 0 0,-2 0-18 0 0,-3 0 22 0 0,-2 0 73 0 0,-2 0-16 0 0,-1 0 25 0 0,-2 0-4 0 0,-2 0-12 0 0,-4 0-10 0 0,-2-1-73 0 0,-4 0 108 0 0,-1 1-54 0 0,-2-1 36 0 0,1 1 7 0 0,2-1 184 0 0,4 1 122 0 0,2 0-181 0 0,4 0-47 0 0,1 1-73 0 0,2 0-26 0 0,-1 0 2 0 0,1 1-10 0 0,-1 0 6 0 0,1 0-20 0 0,-1 1-55 0 0,-1 0 5 0 0,-2 0-5 0 0,-3 1-7 0 0,-3 0 2 0 0,-4 1-6 0 0,-2 0 6 0 0,0 1 3 0 0,1-1 4 0 0,2-1 65 0 0,4 0-14 0 0,2-1 32 0 0,3 0-16 0 0,2-1-26 0 0,0-1 54 0 0,-1 0-50 0 0,-1 0-45 0 0,-4-1 8 0 0,-2 0-3 0 0,-2 0 73 0 0,-1 0-30 0 0,-1 0-47 0 0,0-1 16 0 0,2 0 47 0 0,2-1-30 0 0,0-1-35 0 0,2 0 63 0 0,2 0-73 0 0,-1-1 23 0 0,0 1-18 0 0,-1-2 18 0 0,0 2-20 0 0,-1-1 90 0 0,2 1-96 0 0,1 0 92 0 0,4 1-31 0 0,2 0 66 0 0,2 1 72 0 0,1 0-177 0 0,0-1 8 0 0,-1 0-14 0 0,0 1-5 0 0,-2-1 8 0 0,0 0-2 0 0,-1 0-8 0 0,-1 1-7 0 0,1-1 10 0 0,1 1 67 0 0,3-1-5 0 0,4 2-64 0 0,4-1 22 0 0,5 1-19 0 0,2 0-3 0 0,1 0-4 0 0,-1 0-50 0 0,-2 0 64 0 0,-1 0-16 0 0,-3 0 5 0 0,-2 0 1 0 0,-3 0 0 0 0,0 0 0 0 0,1 0 154 0 0,2 0-81 0 0,2 0-75 0 0,3 1 16 0 0,0-1-13 0 0,2 2-15 0 0,-1-1-52 0 0,-1 0 9 0 0,-1 0 69 0 0,0 0-18 0 0,-2 0 9 0 0,-2 0-4 0 0,-4-1 7 0 0,-4 1-3 0 0,-5-1 1 0 0,-4 1-5 0 0,-5 0 11 0 0,-3 0 2 0 0,-3 0-1 0 0,1 0 57 0 0,0 1-77 0 0,4-1 73 0 0,4 0-79 0 0,4 0 23 0 0,5 1 1 0 0,4-1 3 0 0,5 0 69 0 0,6 1-89 0 0,4-2 30 0 0,5 1 37 0 0,2-1-61 0 0,3 0 16 0 0,1 0-5 0 0,-1 0-1 0 0,0 0-9 0 0,-1 0-7 0 0,0 0 10 0 0,-1 0-3 0 0,0 0 6 0 0,-1 0-7 0 0,1 0 3 0 0,-1 0-6 0 0,-1 0-49 0 0,0 0 55 0 0,1 0-10 0 0,0 0-10 0 0,3 0-46 0 0,1 0-30 0 0,1 0-98 0 0,2 0-172 0 0,1 0-365 0 0,0 0-850 0 0,3 0-659 0 0,3 2-2106 0 0,9 1-2575 0 0,-10-3 2991 0 0,-1 0 4368 0 0</inkml:trace>
  <inkml:trace contextRef="#ctx0" brushRef="#br12" timeOffset="20434.734">18820 3667 2612 0 0,'0'0'0'0'0,"0"0"1368"0"0,0 0-364 0 0,0 0-185 0 0,0 0-30 0 0,0 0-407 0 0,0 0-21 0 0,0 0 13 0 0,0 0-428 0 0,0 0 1142 0 0,-6 2-490 0 0,-2 1 4 0 0,-1 1-197 0 0,0 0-137 0 0,0 1-48 0 0,-2 0 58 0 0,0 2 15 0 0,-1 1-3 0 0,0 2 1 0 0,-1 3-82 0 0,-2 1 18 0 0,-1 3 23 0 0,0 2-25 0 0,-1 2 51 0 0,-1 4-32 0 0,2 2-32 0 0,1 4-32 0 0,3 3-54 0 0,2 3 10 0 0,4 2-68 0 0,2 3-2 0 0,6 1 15 0 0,5-1-22 0 0,7 0-7 0 0,7-2-44 0 0,4-2 85 0 0,3-3 0 0 0,3-4 22 0 0,2-3-62 0 0,2-4-41 0 0,1-5-1 0 0,-2-2-10 0 0,0-5-1 0 0,-1-3 0 0 0,0-3 103 0 0,0-2-30 0 0,1-3 15 0 0,0-3-4 0 0,1-4-98 0 0,0-3-60 0 0,0-5 10 0 0,1-3-26 0 0,-2-5 93 0 0,-1-3-88 0 0,-2-2 90 0 0,-1-4-26 0 0,-3-2 9 0 0,-3-2-121 0 0,-3-2 100 0 0,-2-2-102 0 0,-3-3 33 0 0,-4-2-76 0 0,-3-2 71 0 0,-3-1-1 0 0,-7-1 122 0 0,-8 0 57 0 0,-7 2 67 0 0,-8 1 80 0 0,-6 2-253 0 0,-5 5 277 0 0,-2 2-141 0 0,-2 6 47 0 0,0 4-23 0 0,2 5-13 0 0,1 5 35 0 0,3 6-91 0 0,2 4 65 0 0,2 4-144 0 0,1 5-137 0 0,1 5-247 0 0,0 7 69 0 0,2 6-72 0 0,0 6-158 0 0,4 7-432 0 0,4 5-1036 0 0,4 2-2083 0 0,6 3-17 0 0,2-8 2236 0 0</inkml:trace>
  <inkml:trace contextRef="#ctx0" brushRef="#br13" timeOffset="20930.162">19641 4177 1812 0 0,'0'0'0'0'0,"0"0"2532"0"0,0 0-1054 0 0,0 0-493 0 0,0 0-31 0 0,0 0-157 0 0,0 0-69 0 0,0 0-176 0 0,0 0-139 0 0,0 0-124 0 0,0 0-59 0 0,0 0-13 0 0,1 0 2 0 0,1 1-46 0 0,1 0 60 0 0,0-1-6 0 0,1 0 59 0 0,1-1-56 0 0,-2 0-129 0 0,0-1-99 0 0,-1-1-146 0 0,-1 1-6 0 0,0-2-8 0 0,-1 0-26 0 0,-2-1 124 0 0,0 1-70 0 0,-1 0 153 0 0,0 1 62 0 0,0 0-101 0 0,0 2 27 0 0,1 2 38 0 0,-1 2-63 0 0,-1 1 82 0 0,0 0-86 0 0,0 1-66 0 0,1 0-39 0 0,-1 0-25 0 0,2-1-19 0 0,0 0 198 0 0,0-2 188 0 0,2-1-187 0 0,-1 0-26 0 0,2-1 130 0 0,1 0 68 0 0,1-1 44 0 0,2 0-29 0 0,0-3-170 0 0,1 0-34 0 0,1-3-138 0 0,1 0-91 0 0,-2-1-64 0 0,1 1-126 0 0,-3 1-85 0 0,1 1-178 0 0,-2 2-359 0 0,1 2-959 0 0,0 2-831 0 0,-14 9-1937 0 0,-2 1 5819 0 0</inkml:trace>
  <inkml:trace contextRef="#ctx0" brushRef="#br14" timeOffset="147787.25">16820 7920 5388 0 0,'0'0'0'0'0,"0"0"1357"0"0,0 0-949 0 0,0 0-60 0 0,0 0 48 0 0,0 0 21 0 0,0 0-89 0 0,0 0-91 0 0,0 0-153 0 0,0 0 34 0 0,0-1 184 0 0,0-1-377 0 0,0 0 405 0 0,0 0-276 0 0,0 1 162 0 0,0 0 1096 0 0,0 0-782 0 0,0 0 36 0 0,0 0-231 0 0,0-1-43 0 0,0 1 5 0 0,0-1-20 0 0,0 0-104 0 0,0 0-40 0 0,0-2-69 0 0,0-2-55 0 0,0-2 13 0 0,-2-3 83 0 0,-1-3-17 0 0,-6-3 29 0 0,-3-2-22 0 0,-6-3 68 0 0,-4-2 200 0 0,-6-1 20 0 0,-4-1 66 0 0,-3 0-107 0 0,-2 0-1 0 0,-1 2-115 0 0,2 2-175 0 0,3 1-33 0 0,3 1-124 0 0,4 2 9 0 0,3 0 14 0 0,4 1-9 0 0,3 1-28 0 0,2 1 41 0 0,2 1-14 0 0,3 2 94 0 0,1 2-21 0 0,2 2-54 0 0,0 3-214 0 0,2 1-605 0 0,-1 3-652 0 0,1 1-1591 0 0,0 4-3528 0 0,1 0 3698 0 0</inkml:trace>
  <inkml:trace contextRef="#ctx0" brushRef="#br15" timeOffset="148277.299">16729 7876 716 0 0,'0'0'0'0'0,"0"0"3928"0"0,0 0-2291 0 0,0 0-13 0 0,0 0-99 0 0,0 0-227 0 0,0 0-106 0 0,0 0 63 0 0,-13 20-308 0 0,-3 3-84 0 0,-2 5-247 0 0,0 0-171 0 0,-1 0-57 0 0,-1-2 38 0 0,-1-1 167 0 0,-3-1-62 0 0,-2 1-263 0 0,-2 1-2 0 0,-4-1-121 0 0,-1 1-29 0 0,0 0-123 0 0,1-1 24 0 0,1-1-156 0 0,2 0-153 0 0,3-2-67 0 0,4 0-171 0 0,3-1-950 0 0,4-2-252 0 0,4 0-1307 0 0,3-1-3418 0 0,3-3 1833 0 0</inkml:trace>
  <inkml:trace contextRef="#ctx0" brushRef="#br16" timeOffset="148724.126">16893 8285 4872 0 0,'0'0'0'0'0,"0"0"1317"0"0,0 0 55 0 0,0 0-292 0 0,0 0 163 0 0,0 0-141 0 0,0 0 10 0 0,32 25-514 0 0,9 10-25 0 0,9 8-179 0 0,3 7-96 0 0,2 2-92 0 0,-2 3-6 0 0,-1 0-122 0 0,-4 0-77 0 0,-2-1-74 0 0,-3-2-79 0 0,-6-4-184 0 0,-2-4-338 0 0,-5-6-326 0 0,-5-6-517 0 0,-5-6-760 0 0,-5-5-2454 0 0,-4-7 1115 0 0</inkml:trace>
  <inkml:trace contextRef="#ctx0" brushRef="#br17" timeOffset="148958.164">16897 9192 4820 0 0,'0'0'0'0'0,"0"0"3021"0"0,0 0-2013 0 0,0 0-45 0 0,0 0-175 0 0,0 0 1292 0 0,10-25-562 0 0,7-11-165 0 0,8-12-396 0 0,9-9-293 0 0,8-6-154 0 0,10-6-190 0 0,6-3-112 0 0,6 1-96 0 0,4 1-114 0 0,0 6-32 0 0,1 7-226 0 0,-5 8-70 0 0,-4 10-318 0 0,-7 8-902 0 0,-8 9-1694 0 0,-8 7-4350 0 0,-12 7 3242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5758B-0C98-4983-B412-67F980B38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FC29CC-1D3F-48C0-AE83-6E180A07A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432F11-4DBD-42B9-A4AE-7D5310C7E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BE59F5-7006-4454-8DE7-4665A03F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8212BA-70B9-49F2-8A2B-45BEC382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47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BA0D5-1061-4973-B38C-30DFB044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022024-EA31-4A97-AFA9-31E9B3B84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7B6768-5F9A-4F5C-B9CA-1A944B03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2AB784-1E0B-4564-B87E-02F5BB87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DACCA7-581E-4A74-AD18-5B2504DE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34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760B1-832C-4005-BDE3-D831C901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8FF82C-9C70-4E74-9ECD-FF7955B1D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AF4C1C-1121-4ECC-B9F7-2F0C527A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3DDF50-94F0-41D1-933D-DD0FD6C9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F59920-14E7-42B7-9F8F-3DFF79EB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46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29583-F778-4D0B-B9B7-5ED7506C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E6399C-ACBC-4B96-A7B7-ED1F6C345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ED8679-EFA4-40DD-B734-D9A200798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745443-3E1D-4D2B-B48A-A88F8814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D35B96-8C24-4DB9-B4B3-494AC73F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45B265-785A-470D-A9AC-F9F7F135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53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699A7-7924-4078-A5B6-15BD7D61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0EFA48-D11E-4B25-A70B-1024DFB62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5B144F-21DA-4DE4-8826-4A2F483D7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C037D2-6BF9-4F04-9F34-16C45F472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60F5F3-0642-454C-9CA1-32CE2310B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7A23A12-E9F6-4193-8B9D-10D3DCE4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738861-34F0-400D-96A3-00D77CAF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426D92-201A-4856-B26D-FAA22A7F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0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21E85-AD3F-4502-AD69-2E2CFDD1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656C93-4777-4A50-BAB9-805B9EDF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36053D-86FF-4098-A99E-D90B8A72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ADF17E-74E8-4360-BFC2-3DF22EDF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65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0FD04E-BA43-459F-A102-AB1EDCA4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2882EF-DE42-4019-8C57-6126176F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085C79-D910-4B66-B85E-A6435D74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53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65EC1-EACD-40C5-B30E-409724E7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47881E-3898-4E63-9ACE-84D3AFED3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797BC9-5C83-4A88-8D71-BB27CB587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C9137C-98EE-4ACE-9E34-29E29C69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CE9513-4A06-4DCA-A000-1FFC0C5F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D6D7D4-5119-4B0C-BC5A-7C76985B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51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2EFD2-597B-4C93-8DAF-FDB1E29A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EAE97E-CC28-4811-8A97-F5F61FD28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8E6AFF-36CA-46EB-A7C7-655EEFA5C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AB1386-32D3-436F-9C39-3EA7F52A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3F6AC8-4AF8-46C6-A267-5F6118E0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8E7000-00F3-4C5C-BBB0-610BDDFF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95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F43AD-CF34-44F6-B277-FC3300F8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63D496-71F8-4789-ADF4-84C7B7F93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9A7A40-5EE8-4467-B7F4-ADD3C10E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F30B8B-C4CA-4474-9C8B-225DDB20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7FA322-633D-4C61-8FF9-D9E28DC3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65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72A2A2-A5A2-4EAF-8EDD-946D932E7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D8FED-2C5F-466A-BABF-24FC0307C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FEA24E-EC86-4ED0-A185-BF7D43AF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ED8D8A-38DC-48D2-909E-D833BB4D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4F83D5-7C91-4FFA-840F-C37A26DF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73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75A0BA-9F5A-4480-934B-F348DC46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B418E3-7AF1-4565-97D3-04763DE2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6F7AEB-1E14-4DCF-B696-A84BFD52A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35A8C-2C09-4778-BFD5-BD79DDE1FD3A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1375C9-1E0A-4B8C-9072-F214DDE3F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7CAF90-12DA-46A8-9A8A-74766FB8F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50E6B-F3F2-4876-8699-555ACF8F5C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02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1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63" Type="http://schemas.openxmlformats.org/officeDocument/2006/relationships/image" Target="../media/image3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3" Type="http://schemas.openxmlformats.org/officeDocument/2006/relationships/image" Target="../media/image2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0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customXml" Target="../ink/ink41.xml"/><Relationship Id="rId26" Type="http://schemas.openxmlformats.org/officeDocument/2006/relationships/customXml" Target="../ink/ink45.xml"/><Relationship Id="rId39" Type="http://schemas.openxmlformats.org/officeDocument/2006/relationships/image" Target="../media/image52.png"/><Relationship Id="rId21" Type="http://schemas.openxmlformats.org/officeDocument/2006/relationships/image" Target="../media/image43.png"/><Relationship Id="rId34" Type="http://schemas.openxmlformats.org/officeDocument/2006/relationships/customXml" Target="../ink/ink49.xml"/><Relationship Id="rId7" Type="http://schemas.openxmlformats.org/officeDocument/2006/relationships/image" Target="../media/image36.png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20" Type="http://schemas.openxmlformats.org/officeDocument/2006/relationships/customXml" Target="../ink/ink42.xml"/><Relationship Id="rId29" Type="http://schemas.openxmlformats.org/officeDocument/2006/relationships/image" Target="../media/image47.png"/><Relationship Id="rId41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5.xml"/><Relationship Id="rId11" Type="http://schemas.openxmlformats.org/officeDocument/2006/relationships/image" Target="../media/image38.png"/><Relationship Id="rId24" Type="http://schemas.openxmlformats.org/officeDocument/2006/relationships/customXml" Target="../ink/ink44.xml"/><Relationship Id="rId32" Type="http://schemas.openxmlformats.org/officeDocument/2006/relationships/customXml" Target="../ink/ink48.xml"/><Relationship Id="rId37" Type="http://schemas.openxmlformats.org/officeDocument/2006/relationships/image" Target="../media/image51.png"/><Relationship Id="rId40" Type="http://schemas.openxmlformats.org/officeDocument/2006/relationships/customXml" Target="../ink/ink52.xml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customXml" Target="../ink/ink46.xml"/><Relationship Id="rId36" Type="http://schemas.openxmlformats.org/officeDocument/2006/relationships/customXml" Target="../ink/ink50.xml"/><Relationship Id="rId10" Type="http://schemas.openxmlformats.org/officeDocument/2006/relationships/customXml" Target="../ink/ink37.xml"/><Relationship Id="rId19" Type="http://schemas.openxmlformats.org/officeDocument/2006/relationships/image" Target="../media/image42.png"/><Relationship Id="rId31" Type="http://schemas.openxmlformats.org/officeDocument/2006/relationships/image" Target="../media/image48.png"/><Relationship Id="rId4" Type="http://schemas.openxmlformats.org/officeDocument/2006/relationships/customXml" Target="../ink/ink34.xml"/><Relationship Id="rId9" Type="http://schemas.openxmlformats.org/officeDocument/2006/relationships/image" Target="../media/image37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image" Target="../media/image46.png"/><Relationship Id="rId30" Type="http://schemas.openxmlformats.org/officeDocument/2006/relationships/customXml" Target="../ink/ink47.xml"/><Relationship Id="rId35" Type="http://schemas.openxmlformats.org/officeDocument/2006/relationships/image" Target="../media/image50.png"/><Relationship Id="rId8" Type="http://schemas.openxmlformats.org/officeDocument/2006/relationships/customXml" Target="../ink/ink36.xml"/><Relationship Id="rId3" Type="http://schemas.openxmlformats.org/officeDocument/2006/relationships/image" Target="../media/image34.png"/><Relationship Id="rId12" Type="http://schemas.openxmlformats.org/officeDocument/2006/relationships/customXml" Target="../ink/ink38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38" Type="http://schemas.openxmlformats.org/officeDocument/2006/relationships/customXml" Target="../ink/ink5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13" Type="http://schemas.openxmlformats.org/officeDocument/2006/relationships/image" Target="../media/image59.png"/><Relationship Id="rId18" Type="http://schemas.openxmlformats.org/officeDocument/2006/relationships/customXml" Target="../ink/ink61.xml"/><Relationship Id="rId26" Type="http://schemas.openxmlformats.org/officeDocument/2006/relationships/customXml" Target="../ink/ink65.xml"/><Relationship Id="rId3" Type="http://schemas.openxmlformats.org/officeDocument/2006/relationships/image" Target="../media/image54.png"/><Relationship Id="rId21" Type="http://schemas.openxmlformats.org/officeDocument/2006/relationships/image" Target="../media/image63.png"/><Relationship Id="rId7" Type="http://schemas.openxmlformats.org/officeDocument/2006/relationships/image" Target="../media/image56.png"/><Relationship Id="rId12" Type="http://schemas.openxmlformats.org/officeDocument/2006/relationships/customXml" Target="../ink/ink58.xml"/><Relationship Id="rId17" Type="http://schemas.openxmlformats.org/officeDocument/2006/relationships/image" Target="../media/image61.png"/><Relationship Id="rId25" Type="http://schemas.openxmlformats.org/officeDocument/2006/relationships/image" Target="../media/image65.png"/><Relationship Id="rId2" Type="http://schemas.openxmlformats.org/officeDocument/2006/relationships/customXml" Target="../ink/ink53.xml"/><Relationship Id="rId16" Type="http://schemas.openxmlformats.org/officeDocument/2006/relationships/customXml" Target="../ink/ink60.xml"/><Relationship Id="rId20" Type="http://schemas.openxmlformats.org/officeDocument/2006/relationships/customXml" Target="../ink/ink62.xml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5.xml"/><Relationship Id="rId11" Type="http://schemas.openxmlformats.org/officeDocument/2006/relationships/image" Target="../media/image58.png"/><Relationship Id="rId24" Type="http://schemas.openxmlformats.org/officeDocument/2006/relationships/customXml" Target="../ink/ink64.xml"/><Relationship Id="rId5" Type="http://schemas.openxmlformats.org/officeDocument/2006/relationships/image" Target="../media/image55.png"/><Relationship Id="rId15" Type="http://schemas.openxmlformats.org/officeDocument/2006/relationships/image" Target="../media/image60.png"/><Relationship Id="rId23" Type="http://schemas.openxmlformats.org/officeDocument/2006/relationships/image" Target="../media/image64.png"/><Relationship Id="rId28" Type="http://schemas.openxmlformats.org/officeDocument/2006/relationships/customXml" Target="../ink/ink66.xml"/><Relationship Id="rId10" Type="http://schemas.openxmlformats.org/officeDocument/2006/relationships/customXml" Target="../ink/ink57.xml"/><Relationship Id="rId19" Type="http://schemas.openxmlformats.org/officeDocument/2006/relationships/image" Target="../media/image62.png"/><Relationship Id="rId31" Type="http://schemas.openxmlformats.org/officeDocument/2006/relationships/image" Target="../media/image68.png"/><Relationship Id="rId4" Type="http://schemas.openxmlformats.org/officeDocument/2006/relationships/customXml" Target="../ink/ink54.xml"/><Relationship Id="rId9" Type="http://schemas.openxmlformats.org/officeDocument/2006/relationships/image" Target="../media/image57.png"/><Relationship Id="rId14" Type="http://schemas.openxmlformats.org/officeDocument/2006/relationships/customXml" Target="../ink/ink59.xml"/><Relationship Id="rId22" Type="http://schemas.openxmlformats.org/officeDocument/2006/relationships/customXml" Target="../ink/ink63.xml"/><Relationship Id="rId27" Type="http://schemas.openxmlformats.org/officeDocument/2006/relationships/image" Target="../media/image66.png"/><Relationship Id="rId30" Type="http://schemas.openxmlformats.org/officeDocument/2006/relationships/customXml" Target="../ink/ink6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.xml"/><Relationship Id="rId13" Type="http://schemas.openxmlformats.org/officeDocument/2006/relationships/image" Target="../media/image74.png"/><Relationship Id="rId18" Type="http://schemas.openxmlformats.org/officeDocument/2006/relationships/customXml" Target="../ink/ink76.xml"/><Relationship Id="rId26" Type="http://schemas.openxmlformats.org/officeDocument/2006/relationships/customXml" Target="../ink/ink80.xml"/><Relationship Id="rId3" Type="http://schemas.openxmlformats.org/officeDocument/2006/relationships/image" Target="../media/image69.png"/><Relationship Id="rId21" Type="http://schemas.openxmlformats.org/officeDocument/2006/relationships/image" Target="../media/image78.png"/><Relationship Id="rId7" Type="http://schemas.openxmlformats.org/officeDocument/2006/relationships/image" Target="../media/image71.png"/><Relationship Id="rId12" Type="http://schemas.openxmlformats.org/officeDocument/2006/relationships/customXml" Target="../ink/ink73.xml"/><Relationship Id="rId17" Type="http://schemas.openxmlformats.org/officeDocument/2006/relationships/image" Target="../media/image76.png"/><Relationship Id="rId25" Type="http://schemas.openxmlformats.org/officeDocument/2006/relationships/image" Target="../media/image80.png"/><Relationship Id="rId2" Type="http://schemas.openxmlformats.org/officeDocument/2006/relationships/customXml" Target="../ink/ink68.xml"/><Relationship Id="rId16" Type="http://schemas.openxmlformats.org/officeDocument/2006/relationships/customXml" Target="../ink/ink75.xml"/><Relationship Id="rId20" Type="http://schemas.openxmlformats.org/officeDocument/2006/relationships/customXml" Target="../ink/ink77.xml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0.xml"/><Relationship Id="rId11" Type="http://schemas.openxmlformats.org/officeDocument/2006/relationships/image" Target="../media/image73.png"/><Relationship Id="rId24" Type="http://schemas.openxmlformats.org/officeDocument/2006/relationships/customXml" Target="../ink/ink79.xml"/><Relationship Id="rId5" Type="http://schemas.openxmlformats.org/officeDocument/2006/relationships/image" Target="../media/image70.png"/><Relationship Id="rId15" Type="http://schemas.openxmlformats.org/officeDocument/2006/relationships/image" Target="../media/image75.png"/><Relationship Id="rId23" Type="http://schemas.openxmlformats.org/officeDocument/2006/relationships/image" Target="../media/image79.png"/><Relationship Id="rId28" Type="http://schemas.openxmlformats.org/officeDocument/2006/relationships/customXml" Target="../ink/ink81.xml"/><Relationship Id="rId10" Type="http://schemas.openxmlformats.org/officeDocument/2006/relationships/customXml" Target="../ink/ink72.xml"/><Relationship Id="rId19" Type="http://schemas.openxmlformats.org/officeDocument/2006/relationships/image" Target="../media/image77.png"/><Relationship Id="rId31" Type="http://schemas.openxmlformats.org/officeDocument/2006/relationships/image" Target="../media/image83.png"/><Relationship Id="rId4" Type="http://schemas.openxmlformats.org/officeDocument/2006/relationships/customXml" Target="../ink/ink69.xml"/><Relationship Id="rId9" Type="http://schemas.openxmlformats.org/officeDocument/2006/relationships/image" Target="../media/image72.png"/><Relationship Id="rId14" Type="http://schemas.openxmlformats.org/officeDocument/2006/relationships/customXml" Target="../ink/ink74.xml"/><Relationship Id="rId22" Type="http://schemas.openxmlformats.org/officeDocument/2006/relationships/customXml" Target="../ink/ink78.xml"/><Relationship Id="rId27" Type="http://schemas.openxmlformats.org/officeDocument/2006/relationships/image" Target="../media/image81.png"/><Relationship Id="rId30" Type="http://schemas.openxmlformats.org/officeDocument/2006/relationships/customXml" Target="../ink/ink8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8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customXml" Target="../ink/ink8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88.png"/><Relationship Id="rId2" Type="http://schemas.openxmlformats.org/officeDocument/2006/relationships/customXml" Target="../ink/ink8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7.xml"/><Relationship Id="rId5" Type="http://schemas.openxmlformats.org/officeDocument/2006/relationships/image" Target="../media/image87.png"/><Relationship Id="rId4" Type="http://schemas.openxmlformats.org/officeDocument/2006/relationships/customXml" Target="../ink/ink86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18" Type="http://schemas.openxmlformats.org/officeDocument/2006/relationships/customXml" Target="../ink/ink96.xml"/><Relationship Id="rId26" Type="http://schemas.openxmlformats.org/officeDocument/2006/relationships/customXml" Target="../ink/ink100.xml"/><Relationship Id="rId39" Type="http://schemas.openxmlformats.org/officeDocument/2006/relationships/image" Target="../media/image107.png"/><Relationship Id="rId21" Type="http://schemas.openxmlformats.org/officeDocument/2006/relationships/image" Target="../media/image98.png"/><Relationship Id="rId34" Type="http://schemas.openxmlformats.org/officeDocument/2006/relationships/customXml" Target="../ink/ink104.xml"/><Relationship Id="rId42" Type="http://schemas.openxmlformats.org/officeDocument/2006/relationships/customXml" Target="../ink/ink108.xml"/><Relationship Id="rId47" Type="http://schemas.openxmlformats.org/officeDocument/2006/relationships/image" Target="../media/image111.png"/><Relationship Id="rId50" Type="http://schemas.openxmlformats.org/officeDocument/2006/relationships/customXml" Target="../ink/ink112.xml"/><Relationship Id="rId55" Type="http://schemas.openxmlformats.org/officeDocument/2006/relationships/image" Target="../media/image115.png"/><Relationship Id="rId7" Type="http://schemas.openxmlformats.org/officeDocument/2006/relationships/image" Target="../media/image91.png"/><Relationship Id="rId2" Type="http://schemas.openxmlformats.org/officeDocument/2006/relationships/customXml" Target="../ink/ink88.xml"/><Relationship Id="rId16" Type="http://schemas.openxmlformats.org/officeDocument/2006/relationships/customXml" Target="../ink/ink95.xml"/><Relationship Id="rId29" Type="http://schemas.openxmlformats.org/officeDocument/2006/relationships/image" Target="../media/image102.png"/><Relationship Id="rId11" Type="http://schemas.openxmlformats.org/officeDocument/2006/relationships/image" Target="../media/image93.png"/><Relationship Id="rId24" Type="http://schemas.openxmlformats.org/officeDocument/2006/relationships/customXml" Target="../ink/ink99.xml"/><Relationship Id="rId32" Type="http://schemas.openxmlformats.org/officeDocument/2006/relationships/customXml" Target="../ink/ink103.xml"/><Relationship Id="rId37" Type="http://schemas.openxmlformats.org/officeDocument/2006/relationships/image" Target="../media/image106.png"/><Relationship Id="rId40" Type="http://schemas.openxmlformats.org/officeDocument/2006/relationships/customXml" Target="../ink/ink107.xml"/><Relationship Id="rId45" Type="http://schemas.openxmlformats.org/officeDocument/2006/relationships/image" Target="../media/image110.png"/><Relationship Id="rId53" Type="http://schemas.openxmlformats.org/officeDocument/2006/relationships/image" Target="../media/image114.png"/><Relationship Id="rId58" Type="http://schemas.openxmlformats.org/officeDocument/2006/relationships/customXml" Target="../ink/ink116.xml"/><Relationship Id="rId5" Type="http://schemas.openxmlformats.org/officeDocument/2006/relationships/image" Target="../media/image90.png"/><Relationship Id="rId61" Type="http://schemas.openxmlformats.org/officeDocument/2006/relationships/image" Target="../media/image118.png"/><Relationship Id="rId19" Type="http://schemas.openxmlformats.org/officeDocument/2006/relationships/image" Target="../media/image97.png"/><Relationship Id="rId14" Type="http://schemas.openxmlformats.org/officeDocument/2006/relationships/customXml" Target="../ink/ink94.xml"/><Relationship Id="rId22" Type="http://schemas.openxmlformats.org/officeDocument/2006/relationships/customXml" Target="../ink/ink98.xml"/><Relationship Id="rId27" Type="http://schemas.openxmlformats.org/officeDocument/2006/relationships/image" Target="../media/image101.png"/><Relationship Id="rId30" Type="http://schemas.openxmlformats.org/officeDocument/2006/relationships/customXml" Target="../ink/ink102.xml"/><Relationship Id="rId35" Type="http://schemas.openxmlformats.org/officeDocument/2006/relationships/image" Target="../media/image105.png"/><Relationship Id="rId43" Type="http://schemas.openxmlformats.org/officeDocument/2006/relationships/image" Target="../media/image109.png"/><Relationship Id="rId48" Type="http://schemas.openxmlformats.org/officeDocument/2006/relationships/customXml" Target="../ink/ink111.xml"/><Relationship Id="rId56" Type="http://schemas.openxmlformats.org/officeDocument/2006/relationships/customXml" Target="../ink/ink115.xml"/><Relationship Id="rId8" Type="http://schemas.openxmlformats.org/officeDocument/2006/relationships/customXml" Target="../ink/ink91.xml"/><Relationship Id="rId51" Type="http://schemas.openxmlformats.org/officeDocument/2006/relationships/image" Target="../media/image113.png"/><Relationship Id="rId3" Type="http://schemas.openxmlformats.org/officeDocument/2006/relationships/image" Target="../media/image89.png"/><Relationship Id="rId12" Type="http://schemas.openxmlformats.org/officeDocument/2006/relationships/customXml" Target="../ink/ink93.xml"/><Relationship Id="rId17" Type="http://schemas.openxmlformats.org/officeDocument/2006/relationships/image" Target="../media/image96.png"/><Relationship Id="rId25" Type="http://schemas.openxmlformats.org/officeDocument/2006/relationships/image" Target="../media/image100.png"/><Relationship Id="rId33" Type="http://schemas.openxmlformats.org/officeDocument/2006/relationships/image" Target="../media/image104.png"/><Relationship Id="rId38" Type="http://schemas.openxmlformats.org/officeDocument/2006/relationships/customXml" Target="../ink/ink106.xml"/><Relationship Id="rId46" Type="http://schemas.openxmlformats.org/officeDocument/2006/relationships/customXml" Target="../ink/ink110.xml"/><Relationship Id="rId59" Type="http://schemas.openxmlformats.org/officeDocument/2006/relationships/image" Target="../media/image117.png"/><Relationship Id="rId20" Type="http://schemas.openxmlformats.org/officeDocument/2006/relationships/customXml" Target="../ink/ink97.xml"/><Relationship Id="rId41" Type="http://schemas.openxmlformats.org/officeDocument/2006/relationships/image" Target="../media/image108.png"/><Relationship Id="rId54" Type="http://schemas.openxmlformats.org/officeDocument/2006/relationships/customXml" Target="../ink/ink1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0.xml"/><Relationship Id="rId15" Type="http://schemas.openxmlformats.org/officeDocument/2006/relationships/image" Target="../media/image95.png"/><Relationship Id="rId23" Type="http://schemas.openxmlformats.org/officeDocument/2006/relationships/image" Target="../media/image99.png"/><Relationship Id="rId28" Type="http://schemas.openxmlformats.org/officeDocument/2006/relationships/customXml" Target="../ink/ink101.xml"/><Relationship Id="rId36" Type="http://schemas.openxmlformats.org/officeDocument/2006/relationships/customXml" Target="../ink/ink105.xml"/><Relationship Id="rId49" Type="http://schemas.openxmlformats.org/officeDocument/2006/relationships/image" Target="../media/image112.png"/><Relationship Id="rId57" Type="http://schemas.openxmlformats.org/officeDocument/2006/relationships/image" Target="../media/image116.png"/><Relationship Id="rId10" Type="http://schemas.openxmlformats.org/officeDocument/2006/relationships/customXml" Target="../ink/ink92.xml"/><Relationship Id="rId31" Type="http://schemas.openxmlformats.org/officeDocument/2006/relationships/image" Target="../media/image103.png"/><Relationship Id="rId44" Type="http://schemas.openxmlformats.org/officeDocument/2006/relationships/customXml" Target="../ink/ink109.xml"/><Relationship Id="rId52" Type="http://schemas.openxmlformats.org/officeDocument/2006/relationships/customXml" Target="../ink/ink113.xml"/><Relationship Id="rId60" Type="http://schemas.openxmlformats.org/officeDocument/2006/relationships/customXml" Target="../ink/ink117.xml"/><Relationship Id="rId4" Type="http://schemas.openxmlformats.org/officeDocument/2006/relationships/customXml" Target="../ink/ink89.xml"/><Relationship Id="rId9" Type="http://schemas.openxmlformats.org/officeDocument/2006/relationships/image" Target="../media/image9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customXml" Target="../ink/ink11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2.xml"/><Relationship Id="rId13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2.png"/><Relationship Id="rId12" Type="http://schemas.openxmlformats.org/officeDocument/2006/relationships/customXml" Target="../ink/ink124.xml"/><Relationship Id="rId17" Type="http://schemas.openxmlformats.org/officeDocument/2006/relationships/image" Target="../media/image127.png"/><Relationship Id="rId2" Type="http://schemas.openxmlformats.org/officeDocument/2006/relationships/customXml" Target="../ink/ink119.xml"/><Relationship Id="rId16" Type="http://schemas.openxmlformats.org/officeDocument/2006/relationships/customXml" Target="../ink/ink12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1.xml"/><Relationship Id="rId11" Type="http://schemas.openxmlformats.org/officeDocument/2006/relationships/image" Target="../media/image124.png"/><Relationship Id="rId5" Type="http://schemas.openxmlformats.org/officeDocument/2006/relationships/image" Target="../media/image121.png"/><Relationship Id="rId15" Type="http://schemas.openxmlformats.org/officeDocument/2006/relationships/image" Target="../media/image126.png"/><Relationship Id="rId10" Type="http://schemas.openxmlformats.org/officeDocument/2006/relationships/customXml" Target="../ink/ink123.xml"/><Relationship Id="rId4" Type="http://schemas.openxmlformats.org/officeDocument/2006/relationships/customXml" Target="../ink/ink120.xml"/><Relationship Id="rId9" Type="http://schemas.openxmlformats.org/officeDocument/2006/relationships/image" Target="../media/image123.png"/><Relationship Id="rId14" Type="http://schemas.openxmlformats.org/officeDocument/2006/relationships/customXml" Target="../ink/ink12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0.xml"/><Relationship Id="rId13" Type="http://schemas.openxmlformats.org/officeDocument/2006/relationships/image" Target="../media/image133.png"/><Relationship Id="rId18" Type="http://schemas.openxmlformats.org/officeDocument/2006/relationships/customXml" Target="../ink/ink135.xml"/><Relationship Id="rId26" Type="http://schemas.openxmlformats.org/officeDocument/2006/relationships/customXml" Target="../ink/ink139.xml"/><Relationship Id="rId3" Type="http://schemas.openxmlformats.org/officeDocument/2006/relationships/image" Target="../media/image128.png"/><Relationship Id="rId21" Type="http://schemas.openxmlformats.org/officeDocument/2006/relationships/image" Target="../media/image137.png"/><Relationship Id="rId7" Type="http://schemas.openxmlformats.org/officeDocument/2006/relationships/image" Target="../media/image130.png"/><Relationship Id="rId12" Type="http://schemas.openxmlformats.org/officeDocument/2006/relationships/customXml" Target="../ink/ink132.xml"/><Relationship Id="rId17" Type="http://schemas.openxmlformats.org/officeDocument/2006/relationships/image" Target="../media/image135.png"/><Relationship Id="rId25" Type="http://schemas.openxmlformats.org/officeDocument/2006/relationships/image" Target="../media/image139.png"/><Relationship Id="rId2" Type="http://schemas.openxmlformats.org/officeDocument/2006/relationships/customXml" Target="../ink/ink127.xml"/><Relationship Id="rId16" Type="http://schemas.openxmlformats.org/officeDocument/2006/relationships/customXml" Target="../ink/ink134.xml"/><Relationship Id="rId20" Type="http://schemas.openxmlformats.org/officeDocument/2006/relationships/customXml" Target="../ink/ink136.xml"/><Relationship Id="rId29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9.xml"/><Relationship Id="rId11" Type="http://schemas.openxmlformats.org/officeDocument/2006/relationships/image" Target="../media/image132.png"/><Relationship Id="rId24" Type="http://schemas.openxmlformats.org/officeDocument/2006/relationships/customXml" Target="../ink/ink138.xml"/><Relationship Id="rId5" Type="http://schemas.openxmlformats.org/officeDocument/2006/relationships/image" Target="../media/image129.png"/><Relationship Id="rId15" Type="http://schemas.openxmlformats.org/officeDocument/2006/relationships/image" Target="../media/image134.png"/><Relationship Id="rId23" Type="http://schemas.openxmlformats.org/officeDocument/2006/relationships/image" Target="../media/image138.png"/><Relationship Id="rId28" Type="http://schemas.openxmlformats.org/officeDocument/2006/relationships/customXml" Target="../ink/ink140.xml"/><Relationship Id="rId10" Type="http://schemas.openxmlformats.org/officeDocument/2006/relationships/customXml" Target="../ink/ink131.xml"/><Relationship Id="rId19" Type="http://schemas.openxmlformats.org/officeDocument/2006/relationships/image" Target="../media/image136.png"/><Relationship Id="rId31" Type="http://schemas.openxmlformats.org/officeDocument/2006/relationships/image" Target="../media/image142.png"/><Relationship Id="rId4" Type="http://schemas.openxmlformats.org/officeDocument/2006/relationships/customXml" Target="../ink/ink128.xml"/><Relationship Id="rId9" Type="http://schemas.openxmlformats.org/officeDocument/2006/relationships/image" Target="../media/image131.png"/><Relationship Id="rId14" Type="http://schemas.openxmlformats.org/officeDocument/2006/relationships/customXml" Target="../ink/ink133.xml"/><Relationship Id="rId22" Type="http://schemas.openxmlformats.org/officeDocument/2006/relationships/customXml" Target="../ink/ink137.xml"/><Relationship Id="rId27" Type="http://schemas.openxmlformats.org/officeDocument/2006/relationships/image" Target="../media/image140.png"/><Relationship Id="rId30" Type="http://schemas.openxmlformats.org/officeDocument/2006/relationships/customXml" Target="../ink/ink14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5.xml"/><Relationship Id="rId13" Type="http://schemas.openxmlformats.org/officeDocument/2006/relationships/image" Target="../media/image148.png"/><Relationship Id="rId3" Type="http://schemas.openxmlformats.org/officeDocument/2006/relationships/image" Target="../media/image143.png"/><Relationship Id="rId7" Type="http://schemas.openxmlformats.org/officeDocument/2006/relationships/image" Target="../media/image145.png"/><Relationship Id="rId12" Type="http://schemas.openxmlformats.org/officeDocument/2006/relationships/customXml" Target="../ink/ink147.xml"/><Relationship Id="rId2" Type="http://schemas.openxmlformats.org/officeDocument/2006/relationships/customXml" Target="../ink/ink14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4.xml"/><Relationship Id="rId11" Type="http://schemas.openxmlformats.org/officeDocument/2006/relationships/image" Target="../media/image147.png"/><Relationship Id="rId5" Type="http://schemas.openxmlformats.org/officeDocument/2006/relationships/image" Target="../media/image144.png"/><Relationship Id="rId10" Type="http://schemas.openxmlformats.org/officeDocument/2006/relationships/customXml" Target="../ink/ink146.xml"/><Relationship Id="rId4" Type="http://schemas.openxmlformats.org/officeDocument/2006/relationships/customXml" Target="../ink/ink143.xml"/><Relationship Id="rId9" Type="http://schemas.openxmlformats.org/officeDocument/2006/relationships/image" Target="../media/image1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customXml" Target="../ink/ink14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.png"/><Relationship Id="rId18" Type="http://schemas.openxmlformats.org/officeDocument/2006/relationships/customXml" Target="../ink/ink157.xml"/><Relationship Id="rId26" Type="http://schemas.openxmlformats.org/officeDocument/2006/relationships/customXml" Target="../ink/ink161.xml"/><Relationship Id="rId39" Type="http://schemas.openxmlformats.org/officeDocument/2006/relationships/image" Target="../media/image168.png"/><Relationship Id="rId21" Type="http://schemas.openxmlformats.org/officeDocument/2006/relationships/image" Target="../media/image159.png"/><Relationship Id="rId34" Type="http://schemas.openxmlformats.org/officeDocument/2006/relationships/customXml" Target="../ink/ink165.xml"/><Relationship Id="rId42" Type="http://schemas.openxmlformats.org/officeDocument/2006/relationships/customXml" Target="../ink/ink169.xml"/><Relationship Id="rId47" Type="http://schemas.openxmlformats.org/officeDocument/2006/relationships/image" Target="../media/image172.png"/><Relationship Id="rId50" Type="http://schemas.openxmlformats.org/officeDocument/2006/relationships/customXml" Target="../ink/ink173.xml"/><Relationship Id="rId55" Type="http://schemas.openxmlformats.org/officeDocument/2006/relationships/image" Target="../media/image176.png"/><Relationship Id="rId7" Type="http://schemas.openxmlformats.org/officeDocument/2006/relationships/image" Target="../media/image152.png"/><Relationship Id="rId2" Type="http://schemas.openxmlformats.org/officeDocument/2006/relationships/customXml" Target="../ink/ink149.xml"/><Relationship Id="rId16" Type="http://schemas.openxmlformats.org/officeDocument/2006/relationships/customXml" Target="../ink/ink156.xml"/><Relationship Id="rId29" Type="http://schemas.openxmlformats.org/officeDocument/2006/relationships/image" Target="../media/image163.png"/><Relationship Id="rId11" Type="http://schemas.openxmlformats.org/officeDocument/2006/relationships/image" Target="../media/image154.png"/><Relationship Id="rId24" Type="http://schemas.openxmlformats.org/officeDocument/2006/relationships/customXml" Target="../ink/ink160.xml"/><Relationship Id="rId32" Type="http://schemas.openxmlformats.org/officeDocument/2006/relationships/customXml" Target="../ink/ink164.xml"/><Relationship Id="rId37" Type="http://schemas.openxmlformats.org/officeDocument/2006/relationships/image" Target="../media/image167.png"/><Relationship Id="rId40" Type="http://schemas.openxmlformats.org/officeDocument/2006/relationships/customXml" Target="../ink/ink168.xml"/><Relationship Id="rId45" Type="http://schemas.openxmlformats.org/officeDocument/2006/relationships/image" Target="../media/image171.png"/><Relationship Id="rId53" Type="http://schemas.openxmlformats.org/officeDocument/2006/relationships/image" Target="../media/image175.png"/><Relationship Id="rId5" Type="http://schemas.openxmlformats.org/officeDocument/2006/relationships/image" Target="../media/image151.png"/><Relationship Id="rId19" Type="http://schemas.openxmlformats.org/officeDocument/2006/relationships/image" Target="../media/image158.png"/><Relationship Id="rId4" Type="http://schemas.openxmlformats.org/officeDocument/2006/relationships/customXml" Target="../ink/ink150.xml"/><Relationship Id="rId9" Type="http://schemas.openxmlformats.org/officeDocument/2006/relationships/image" Target="../media/image153.png"/><Relationship Id="rId14" Type="http://schemas.openxmlformats.org/officeDocument/2006/relationships/customXml" Target="../ink/ink155.xml"/><Relationship Id="rId22" Type="http://schemas.openxmlformats.org/officeDocument/2006/relationships/customXml" Target="../ink/ink159.xml"/><Relationship Id="rId27" Type="http://schemas.openxmlformats.org/officeDocument/2006/relationships/image" Target="../media/image162.png"/><Relationship Id="rId30" Type="http://schemas.openxmlformats.org/officeDocument/2006/relationships/customXml" Target="../ink/ink163.xml"/><Relationship Id="rId35" Type="http://schemas.openxmlformats.org/officeDocument/2006/relationships/image" Target="../media/image166.png"/><Relationship Id="rId43" Type="http://schemas.openxmlformats.org/officeDocument/2006/relationships/image" Target="../media/image170.png"/><Relationship Id="rId48" Type="http://schemas.openxmlformats.org/officeDocument/2006/relationships/customXml" Target="../ink/ink172.xml"/><Relationship Id="rId56" Type="http://schemas.openxmlformats.org/officeDocument/2006/relationships/customXml" Target="../ink/ink176.xml"/><Relationship Id="rId8" Type="http://schemas.openxmlformats.org/officeDocument/2006/relationships/customXml" Target="../ink/ink152.xml"/><Relationship Id="rId51" Type="http://schemas.openxmlformats.org/officeDocument/2006/relationships/image" Target="../media/image174.png"/><Relationship Id="rId3" Type="http://schemas.openxmlformats.org/officeDocument/2006/relationships/image" Target="../media/image150.png"/><Relationship Id="rId12" Type="http://schemas.openxmlformats.org/officeDocument/2006/relationships/customXml" Target="../ink/ink154.xml"/><Relationship Id="rId17" Type="http://schemas.openxmlformats.org/officeDocument/2006/relationships/image" Target="../media/image157.png"/><Relationship Id="rId25" Type="http://schemas.openxmlformats.org/officeDocument/2006/relationships/image" Target="../media/image161.png"/><Relationship Id="rId33" Type="http://schemas.openxmlformats.org/officeDocument/2006/relationships/image" Target="../media/image165.png"/><Relationship Id="rId38" Type="http://schemas.openxmlformats.org/officeDocument/2006/relationships/customXml" Target="../ink/ink167.xml"/><Relationship Id="rId46" Type="http://schemas.openxmlformats.org/officeDocument/2006/relationships/customXml" Target="../ink/ink171.xml"/><Relationship Id="rId20" Type="http://schemas.openxmlformats.org/officeDocument/2006/relationships/customXml" Target="../ink/ink158.xml"/><Relationship Id="rId41" Type="http://schemas.openxmlformats.org/officeDocument/2006/relationships/image" Target="../media/image169.png"/><Relationship Id="rId54" Type="http://schemas.openxmlformats.org/officeDocument/2006/relationships/customXml" Target="../ink/ink17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1.xml"/><Relationship Id="rId15" Type="http://schemas.openxmlformats.org/officeDocument/2006/relationships/image" Target="../media/image156.png"/><Relationship Id="rId23" Type="http://schemas.openxmlformats.org/officeDocument/2006/relationships/image" Target="../media/image160.png"/><Relationship Id="rId28" Type="http://schemas.openxmlformats.org/officeDocument/2006/relationships/customXml" Target="../ink/ink162.xml"/><Relationship Id="rId36" Type="http://schemas.openxmlformats.org/officeDocument/2006/relationships/customXml" Target="../ink/ink166.xml"/><Relationship Id="rId49" Type="http://schemas.openxmlformats.org/officeDocument/2006/relationships/image" Target="../media/image173.png"/><Relationship Id="rId57" Type="http://schemas.openxmlformats.org/officeDocument/2006/relationships/image" Target="../media/image177.png"/><Relationship Id="rId10" Type="http://schemas.openxmlformats.org/officeDocument/2006/relationships/customXml" Target="../ink/ink153.xml"/><Relationship Id="rId31" Type="http://schemas.openxmlformats.org/officeDocument/2006/relationships/image" Target="../media/image164.png"/><Relationship Id="rId44" Type="http://schemas.openxmlformats.org/officeDocument/2006/relationships/customXml" Target="../ink/ink170.xml"/><Relationship Id="rId52" Type="http://schemas.openxmlformats.org/officeDocument/2006/relationships/customXml" Target="../ink/ink17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0.xml"/><Relationship Id="rId13" Type="http://schemas.openxmlformats.org/officeDocument/2006/relationships/image" Target="../media/image183.png"/><Relationship Id="rId18" Type="http://schemas.openxmlformats.org/officeDocument/2006/relationships/customXml" Target="../ink/ink185.xml"/><Relationship Id="rId26" Type="http://schemas.openxmlformats.org/officeDocument/2006/relationships/customXml" Target="../ink/ink190.xml"/><Relationship Id="rId3" Type="http://schemas.openxmlformats.org/officeDocument/2006/relationships/image" Target="../media/image178.png"/><Relationship Id="rId21" Type="http://schemas.openxmlformats.org/officeDocument/2006/relationships/image" Target="../media/image186.png"/><Relationship Id="rId7" Type="http://schemas.openxmlformats.org/officeDocument/2006/relationships/image" Target="../media/image180.png"/><Relationship Id="rId12" Type="http://schemas.openxmlformats.org/officeDocument/2006/relationships/customXml" Target="../ink/ink182.xml"/><Relationship Id="rId17" Type="http://schemas.openxmlformats.org/officeDocument/2006/relationships/image" Target="../media/image185.png"/><Relationship Id="rId25" Type="http://schemas.openxmlformats.org/officeDocument/2006/relationships/image" Target="../media/image188.png"/><Relationship Id="rId2" Type="http://schemas.openxmlformats.org/officeDocument/2006/relationships/customXml" Target="../ink/ink177.xml"/><Relationship Id="rId16" Type="http://schemas.openxmlformats.org/officeDocument/2006/relationships/customXml" Target="../ink/ink184.xml"/><Relationship Id="rId20" Type="http://schemas.openxmlformats.org/officeDocument/2006/relationships/customXml" Target="../ink/ink187.xml"/><Relationship Id="rId29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9.xml"/><Relationship Id="rId11" Type="http://schemas.openxmlformats.org/officeDocument/2006/relationships/image" Target="../media/image182.png"/><Relationship Id="rId24" Type="http://schemas.openxmlformats.org/officeDocument/2006/relationships/customXml" Target="../ink/ink189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7.png"/><Relationship Id="rId28" Type="http://schemas.openxmlformats.org/officeDocument/2006/relationships/customXml" Target="../ink/ink191.xml"/><Relationship Id="rId10" Type="http://schemas.openxmlformats.org/officeDocument/2006/relationships/customXml" Target="../ink/ink181.xml"/><Relationship Id="rId19" Type="http://schemas.openxmlformats.org/officeDocument/2006/relationships/customXml" Target="../ink/ink186.xml"/><Relationship Id="rId4" Type="http://schemas.openxmlformats.org/officeDocument/2006/relationships/customXml" Target="../ink/ink178.xml"/><Relationship Id="rId9" Type="http://schemas.openxmlformats.org/officeDocument/2006/relationships/image" Target="../media/image181.png"/><Relationship Id="rId14" Type="http://schemas.openxmlformats.org/officeDocument/2006/relationships/customXml" Target="../ink/ink183.xml"/><Relationship Id="rId22" Type="http://schemas.openxmlformats.org/officeDocument/2006/relationships/customXml" Target="../ink/ink188.xml"/><Relationship Id="rId27" Type="http://schemas.openxmlformats.org/officeDocument/2006/relationships/image" Target="../media/image189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6.xml"/><Relationship Id="rId21" Type="http://schemas.openxmlformats.org/officeDocument/2006/relationships/image" Target="../media/image199.png"/><Relationship Id="rId34" Type="http://schemas.openxmlformats.org/officeDocument/2006/relationships/customXml" Target="../ink/ink200.xml"/><Relationship Id="rId42" Type="http://schemas.openxmlformats.org/officeDocument/2006/relationships/customXml" Target="../ink/ink204.xml"/><Relationship Id="rId47" Type="http://schemas.openxmlformats.org/officeDocument/2006/relationships/image" Target="../media/image212.png"/><Relationship Id="rId50" Type="http://schemas.openxmlformats.org/officeDocument/2006/relationships/customXml" Target="../ink/ink208.xml"/><Relationship Id="rId55" Type="http://schemas.openxmlformats.org/officeDocument/2006/relationships/image" Target="../media/image216.png"/><Relationship Id="rId63" Type="http://schemas.openxmlformats.org/officeDocument/2006/relationships/image" Target="../media/image220.png"/><Relationship Id="rId68" Type="http://schemas.openxmlformats.org/officeDocument/2006/relationships/customXml" Target="../ink/ink217.xml"/><Relationship Id="rId76" Type="http://schemas.openxmlformats.org/officeDocument/2006/relationships/customXml" Target="../ink/ink221.xml"/><Relationship Id="rId71" Type="http://schemas.openxmlformats.org/officeDocument/2006/relationships/image" Target="../media/image224.png"/><Relationship Id="rId2" Type="http://schemas.openxmlformats.org/officeDocument/2006/relationships/customXml" Target="../ink/ink192.xml"/><Relationship Id="rId29" Type="http://schemas.openxmlformats.org/officeDocument/2006/relationships/image" Target="../media/image203.png"/><Relationship Id="rId24" Type="http://schemas.openxmlformats.org/officeDocument/2006/relationships/customXml" Target="../ink/ink195.xml"/><Relationship Id="rId32" Type="http://schemas.openxmlformats.org/officeDocument/2006/relationships/customXml" Target="../ink/ink199.xml"/><Relationship Id="rId37" Type="http://schemas.openxmlformats.org/officeDocument/2006/relationships/image" Target="../media/image207.png"/><Relationship Id="rId40" Type="http://schemas.openxmlformats.org/officeDocument/2006/relationships/customXml" Target="../ink/ink203.xml"/><Relationship Id="rId45" Type="http://schemas.openxmlformats.org/officeDocument/2006/relationships/image" Target="../media/image211.png"/><Relationship Id="rId53" Type="http://schemas.openxmlformats.org/officeDocument/2006/relationships/image" Target="../media/image215.png"/><Relationship Id="rId58" Type="http://schemas.openxmlformats.org/officeDocument/2006/relationships/customXml" Target="../ink/ink212.xml"/><Relationship Id="rId66" Type="http://schemas.openxmlformats.org/officeDocument/2006/relationships/customXml" Target="../ink/ink216.xml"/><Relationship Id="rId74" Type="http://schemas.openxmlformats.org/officeDocument/2006/relationships/customXml" Target="../ink/ink220.xml"/><Relationship Id="rId79" Type="http://schemas.openxmlformats.org/officeDocument/2006/relationships/image" Target="../media/image228.png"/><Relationship Id="rId61" Type="http://schemas.openxmlformats.org/officeDocument/2006/relationships/image" Target="../media/image219.png"/><Relationship Id="rId19" Type="http://schemas.openxmlformats.org/officeDocument/2006/relationships/image" Target="../media/image184.png"/><Relationship Id="rId22" Type="http://schemas.openxmlformats.org/officeDocument/2006/relationships/customXml" Target="../ink/ink194.xml"/><Relationship Id="rId27" Type="http://schemas.openxmlformats.org/officeDocument/2006/relationships/image" Target="../media/image202.png"/><Relationship Id="rId30" Type="http://schemas.openxmlformats.org/officeDocument/2006/relationships/customXml" Target="../ink/ink198.xml"/><Relationship Id="rId35" Type="http://schemas.openxmlformats.org/officeDocument/2006/relationships/image" Target="../media/image206.png"/><Relationship Id="rId43" Type="http://schemas.openxmlformats.org/officeDocument/2006/relationships/image" Target="../media/image210.png"/><Relationship Id="rId48" Type="http://schemas.openxmlformats.org/officeDocument/2006/relationships/customXml" Target="../ink/ink207.xml"/><Relationship Id="rId56" Type="http://schemas.openxmlformats.org/officeDocument/2006/relationships/customXml" Target="../ink/ink211.xml"/><Relationship Id="rId64" Type="http://schemas.openxmlformats.org/officeDocument/2006/relationships/customXml" Target="../ink/ink215.xml"/><Relationship Id="rId69" Type="http://schemas.openxmlformats.org/officeDocument/2006/relationships/image" Target="../media/image223.png"/><Relationship Id="rId77" Type="http://schemas.openxmlformats.org/officeDocument/2006/relationships/image" Target="../media/image227.png"/><Relationship Id="rId51" Type="http://schemas.openxmlformats.org/officeDocument/2006/relationships/image" Target="../media/image214.png"/><Relationship Id="rId72" Type="http://schemas.openxmlformats.org/officeDocument/2006/relationships/customXml" Target="../ink/ink219.xml"/><Relationship Id="rId80" Type="http://schemas.openxmlformats.org/officeDocument/2006/relationships/customXml" Target="../ink/ink223.xml"/><Relationship Id="rId25" Type="http://schemas.openxmlformats.org/officeDocument/2006/relationships/image" Target="../media/image201.png"/><Relationship Id="rId33" Type="http://schemas.openxmlformats.org/officeDocument/2006/relationships/image" Target="../media/image205.png"/><Relationship Id="rId38" Type="http://schemas.openxmlformats.org/officeDocument/2006/relationships/customXml" Target="../ink/ink202.xml"/><Relationship Id="rId46" Type="http://schemas.openxmlformats.org/officeDocument/2006/relationships/customXml" Target="../ink/ink206.xml"/><Relationship Id="rId59" Type="http://schemas.openxmlformats.org/officeDocument/2006/relationships/image" Target="../media/image218.png"/><Relationship Id="rId67" Type="http://schemas.openxmlformats.org/officeDocument/2006/relationships/image" Target="../media/image222.png"/><Relationship Id="rId20" Type="http://schemas.openxmlformats.org/officeDocument/2006/relationships/customXml" Target="../ink/ink193.xml"/><Relationship Id="rId41" Type="http://schemas.openxmlformats.org/officeDocument/2006/relationships/image" Target="../media/image209.png"/><Relationship Id="rId54" Type="http://schemas.openxmlformats.org/officeDocument/2006/relationships/customXml" Target="../ink/ink210.xml"/><Relationship Id="rId62" Type="http://schemas.openxmlformats.org/officeDocument/2006/relationships/customXml" Target="../ink/ink214.xml"/><Relationship Id="rId70" Type="http://schemas.openxmlformats.org/officeDocument/2006/relationships/customXml" Target="../ink/ink218.xml"/><Relationship Id="rId75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23" Type="http://schemas.openxmlformats.org/officeDocument/2006/relationships/image" Target="../media/image200.png"/><Relationship Id="rId28" Type="http://schemas.openxmlformats.org/officeDocument/2006/relationships/customXml" Target="../ink/ink197.xml"/><Relationship Id="rId36" Type="http://schemas.openxmlformats.org/officeDocument/2006/relationships/customXml" Target="../ink/ink201.xml"/><Relationship Id="rId49" Type="http://schemas.openxmlformats.org/officeDocument/2006/relationships/image" Target="../media/image213.png"/><Relationship Id="rId57" Type="http://schemas.openxmlformats.org/officeDocument/2006/relationships/image" Target="../media/image217.png"/><Relationship Id="rId31" Type="http://schemas.openxmlformats.org/officeDocument/2006/relationships/image" Target="../media/image204.png"/><Relationship Id="rId44" Type="http://schemas.openxmlformats.org/officeDocument/2006/relationships/customXml" Target="../ink/ink205.xml"/><Relationship Id="rId52" Type="http://schemas.openxmlformats.org/officeDocument/2006/relationships/customXml" Target="../ink/ink209.xml"/><Relationship Id="rId60" Type="http://schemas.openxmlformats.org/officeDocument/2006/relationships/customXml" Target="../ink/ink213.xml"/><Relationship Id="rId65" Type="http://schemas.openxmlformats.org/officeDocument/2006/relationships/image" Target="../media/image221.png"/><Relationship Id="rId73" Type="http://schemas.openxmlformats.org/officeDocument/2006/relationships/image" Target="../media/image225.png"/><Relationship Id="rId78" Type="http://schemas.openxmlformats.org/officeDocument/2006/relationships/customXml" Target="../ink/ink222.xml"/><Relationship Id="rId81" Type="http://schemas.openxmlformats.org/officeDocument/2006/relationships/image" Target="../media/image229.png"/><Relationship Id="rId39" Type="http://schemas.openxmlformats.org/officeDocument/2006/relationships/image" Target="../media/image208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5.png"/><Relationship Id="rId18" Type="http://schemas.openxmlformats.org/officeDocument/2006/relationships/customXml" Target="../ink/ink232.xml"/><Relationship Id="rId26" Type="http://schemas.openxmlformats.org/officeDocument/2006/relationships/customXml" Target="../ink/ink236.xml"/><Relationship Id="rId39" Type="http://schemas.openxmlformats.org/officeDocument/2006/relationships/image" Target="../media/image248.png"/><Relationship Id="rId21" Type="http://schemas.openxmlformats.org/officeDocument/2006/relationships/image" Target="../media/image239.png"/><Relationship Id="rId34" Type="http://schemas.openxmlformats.org/officeDocument/2006/relationships/customXml" Target="../ink/ink240.xml"/><Relationship Id="rId42" Type="http://schemas.openxmlformats.org/officeDocument/2006/relationships/customXml" Target="../ink/ink244.xml"/><Relationship Id="rId47" Type="http://schemas.openxmlformats.org/officeDocument/2006/relationships/image" Target="../media/image252.png"/><Relationship Id="rId50" Type="http://schemas.openxmlformats.org/officeDocument/2006/relationships/customXml" Target="../ink/ink248.xml"/><Relationship Id="rId55" Type="http://schemas.openxmlformats.org/officeDocument/2006/relationships/image" Target="../media/image256.png"/><Relationship Id="rId7" Type="http://schemas.openxmlformats.org/officeDocument/2006/relationships/image" Target="../media/image232.png"/><Relationship Id="rId2" Type="http://schemas.openxmlformats.org/officeDocument/2006/relationships/customXml" Target="../ink/ink224.xml"/><Relationship Id="rId16" Type="http://schemas.openxmlformats.org/officeDocument/2006/relationships/customXml" Target="../ink/ink231.xml"/><Relationship Id="rId29" Type="http://schemas.openxmlformats.org/officeDocument/2006/relationships/image" Target="../media/image243.png"/><Relationship Id="rId11" Type="http://schemas.openxmlformats.org/officeDocument/2006/relationships/image" Target="../media/image234.png"/><Relationship Id="rId24" Type="http://schemas.openxmlformats.org/officeDocument/2006/relationships/customXml" Target="../ink/ink235.xml"/><Relationship Id="rId32" Type="http://schemas.openxmlformats.org/officeDocument/2006/relationships/customXml" Target="../ink/ink239.xml"/><Relationship Id="rId37" Type="http://schemas.openxmlformats.org/officeDocument/2006/relationships/image" Target="../media/image247.png"/><Relationship Id="rId40" Type="http://schemas.openxmlformats.org/officeDocument/2006/relationships/customXml" Target="../ink/ink243.xml"/><Relationship Id="rId45" Type="http://schemas.openxmlformats.org/officeDocument/2006/relationships/image" Target="../media/image251.png"/><Relationship Id="rId53" Type="http://schemas.openxmlformats.org/officeDocument/2006/relationships/image" Target="../media/image255.png"/><Relationship Id="rId5" Type="http://schemas.openxmlformats.org/officeDocument/2006/relationships/image" Target="../media/image231.png"/><Relationship Id="rId10" Type="http://schemas.openxmlformats.org/officeDocument/2006/relationships/customXml" Target="../ink/ink228.xml"/><Relationship Id="rId19" Type="http://schemas.openxmlformats.org/officeDocument/2006/relationships/image" Target="../media/image238.png"/><Relationship Id="rId31" Type="http://schemas.openxmlformats.org/officeDocument/2006/relationships/image" Target="../media/image244.png"/><Relationship Id="rId44" Type="http://schemas.openxmlformats.org/officeDocument/2006/relationships/customXml" Target="../ink/ink245.xml"/><Relationship Id="rId52" Type="http://schemas.openxmlformats.org/officeDocument/2006/relationships/customXml" Target="../ink/ink249.xml"/><Relationship Id="rId4" Type="http://schemas.openxmlformats.org/officeDocument/2006/relationships/customXml" Target="../ink/ink225.xml"/><Relationship Id="rId9" Type="http://schemas.openxmlformats.org/officeDocument/2006/relationships/image" Target="../media/image233.png"/><Relationship Id="rId14" Type="http://schemas.openxmlformats.org/officeDocument/2006/relationships/customXml" Target="../ink/ink230.xml"/><Relationship Id="rId22" Type="http://schemas.openxmlformats.org/officeDocument/2006/relationships/customXml" Target="../ink/ink234.xml"/><Relationship Id="rId27" Type="http://schemas.openxmlformats.org/officeDocument/2006/relationships/image" Target="../media/image242.png"/><Relationship Id="rId30" Type="http://schemas.openxmlformats.org/officeDocument/2006/relationships/customXml" Target="../ink/ink238.xml"/><Relationship Id="rId35" Type="http://schemas.openxmlformats.org/officeDocument/2006/relationships/image" Target="../media/image246.png"/><Relationship Id="rId43" Type="http://schemas.openxmlformats.org/officeDocument/2006/relationships/image" Target="../media/image250.png"/><Relationship Id="rId48" Type="http://schemas.openxmlformats.org/officeDocument/2006/relationships/customXml" Target="../ink/ink247.xml"/><Relationship Id="rId8" Type="http://schemas.openxmlformats.org/officeDocument/2006/relationships/customXml" Target="../ink/ink227.xml"/><Relationship Id="rId51" Type="http://schemas.openxmlformats.org/officeDocument/2006/relationships/image" Target="../media/image254.png"/><Relationship Id="rId3" Type="http://schemas.openxmlformats.org/officeDocument/2006/relationships/image" Target="../media/image230.png"/><Relationship Id="rId12" Type="http://schemas.openxmlformats.org/officeDocument/2006/relationships/customXml" Target="../ink/ink229.xml"/><Relationship Id="rId17" Type="http://schemas.openxmlformats.org/officeDocument/2006/relationships/image" Target="../media/image237.png"/><Relationship Id="rId25" Type="http://schemas.openxmlformats.org/officeDocument/2006/relationships/image" Target="../media/image241.png"/><Relationship Id="rId33" Type="http://schemas.openxmlformats.org/officeDocument/2006/relationships/image" Target="../media/image245.png"/><Relationship Id="rId38" Type="http://schemas.openxmlformats.org/officeDocument/2006/relationships/customXml" Target="../ink/ink242.xml"/><Relationship Id="rId46" Type="http://schemas.openxmlformats.org/officeDocument/2006/relationships/customXml" Target="../ink/ink246.xml"/><Relationship Id="rId20" Type="http://schemas.openxmlformats.org/officeDocument/2006/relationships/customXml" Target="../ink/ink233.xml"/><Relationship Id="rId41" Type="http://schemas.openxmlformats.org/officeDocument/2006/relationships/image" Target="../media/image249.png"/><Relationship Id="rId54" Type="http://schemas.openxmlformats.org/officeDocument/2006/relationships/customXml" Target="../ink/ink25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26.xml"/><Relationship Id="rId15" Type="http://schemas.openxmlformats.org/officeDocument/2006/relationships/image" Target="../media/image236.png"/><Relationship Id="rId23" Type="http://schemas.openxmlformats.org/officeDocument/2006/relationships/image" Target="../media/image240.png"/><Relationship Id="rId28" Type="http://schemas.openxmlformats.org/officeDocument/2006/relationships/customXml" Target="../ink/ink237.xml"/><Relationship Id="rId36" Type="http://schemas.openxmlformats.org/officeDocument/2006/relationships/customXml" Target="../ink/ink241.xml"/><Relationship Id="rId49" Type="http://schemas.openxmlformats.org/officeDocument/2006/relationships/image" Target="../media/image2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4.xml"/><Relationship Id="rId13" Type="http://schemas.openxmlformats.org/officeDocument/2006/relationships/image" Target="../media/image262.png"/><Relationship Id="rId18" Type="http://schemas.openxmlformats.org/officeDocument/2006/relationships/customXml" Target="../ink/ink259.xml"/><Relationship Id="rId26" Type="http://schemas.openxmlformats.org/officeDocument/2006/relationships/customXml" Target="../ink/ink263.xml"/><Relationship Id="rId3" Type="http://schemas.openxmlformats.org/officeDocument/2006/relationships/image" Target="../media/image257.png"/><Relationship Id="rId21" Type="http://schemas.openxmlformats.org/officeDocument/2006/relationships/image" Target="../media/image266.png"/><Relationship Id="rId7" Type="http://schemas.openxmlformats.org/officeDocument/2006/relationships/image" Target="../media/image259.png"/><Relationship Id="rId12" Type="http://schemas.openxmlformats.org/officeDocument/2006/relationships/customXml" Target="../ink/ink256.xml"/><Relationship Id="rId17" Type="http://schemas.openxmlformats.org/officeDocument/2006/relationships/image" Target="../media/image264.png"/><Relationship Id="rId25" Type="http://schemas.openxmlformats.org/officeDocument/2006/relationships/image" Target="../media/image268.png"/><Relationship Id="rId2" Type="http://schemas.openxmlformats.org/officeDocument/2006/relationships/customXml" Target="../ink/ink251.xml"/><Relationship Id="rId16" Type="http://schemas.openxmlformats.org/officeDocument/2006/relationships/customXml" Target="../ink/ink258.xml"/><Relationship Id="rId20" Type="http://schemas.openxmlformats.org/officeDocument/2006/relationships/customXml" Target="../ink/ink260.xml"/><Relationship Id="rId29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53.xml"/><Relationship Id="rId11" Type="http://schemas.openxmlformats.org/officeDocument/2006/relationships/image" Target="../media/image261.png"/><Relationship Id="rId24" Type="http://schemas.openxmlformats.org/officeDocument/2006/relationships/customXml" Target="../ink/ink262.xml"/><Relationship Id="rId5" Type="http://schemas.openxmlformats.org/officeDocument/2006/relationships/image" Target="../media/image258.png"/><Relationship Id="rId15" Type="http://schemas.openxmlformats.org/officeDocument/2006/relationships/image" Target="../media/image263.png"/><Relationship Id="rId23" Type="http://schemas.openxmlformats.org/officeDocument/2006/relationships/image" Target="../media/image267.png"/><Relationship Id="rId28" Type="http://schemas.openxmlformats.org/officeDocument/2006/relationships/customXml" Target="../ink/ink264.xml"/><Relationship Id="rId10" Type="http://schemas.openxmlformats.org/officeDocument/2006/relationships/customXml" Target="../ink/ink255.xml"/><Relationship Id="rId19" Type="http://schemas.openxmlformats.org/officeDocument/2006/relationships/image" Target="../media/image265.png"/><Relationship Id="rId4" Type="http://schemas.openxmlformats.org/officeDocument/2006/relationships/customXml" Target="../ink/ink252.xml"/><Relationship Id="rId9" Type="http://schemas.openxmlformats.org/officeDocument/2006/relationships/image" Target="../media/image260.png"/><Relationship Id="rId14" Type="http://schemas.openxmlformats.org/officeDocument/2006/relationships/customXml" Target="../ink/ink257.xml"/><Relationship Id="rId22" Type="http://schemas.openxmlformats.org/officeDocument/2006/relationships/customXml" Target="../ink/ink261.xml"/><Relationship Id="rId27" Type="http://schemas.openxmlformats.org/officeDocument/2006/relationships/image" Target="../media/image2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8.xml"/><Relationship Id="rId13" Type="http://schemas.openxmlformats.org/officeDocument/2006/relationships/image" Target="../media/image276.png"/><Relationship Id="rId18" Type="http://schemas.openxmlformats.org/officeDocument/2006/relationships/customXml" Target="../ink/ink273.xml"/><Relationship Id="rId3" Type="http://schemas.openxmlformats.org/officeDocument/2006/relationships/image" Target="../media/image271.png"/><Relationship Id="rId21" Type="http://schemas.openxmlformats.org/officeDocument/2006/relationships/image" Target="../media/image280.png"/><Relationship Id="rId7" Type="http://schemas.openxmlformats.org/officeDocument/2006/relationships/image" Target="../media/image273.png"/><Relationship Id="rId12" Type="http://schemas.openxmlformats.org/officeDocument/2006/relationships/customXml" Target="../ink/ink270.xml"/><Relationship Id="rId17" Type="http://schemas.openxmlformats.org/officeDocument/2006/relationships/image" Target="../media/image278.png"/><Relationship Id="rId2" Type="http://schemas.openxmlformats.org/officeDocument/2006/relationships/customXml" Target="../ink/ink265.xml"/><Relationship Id="rId16" Type="http://schemas.openxmlformats.org/officeDocument/2006/relationships/customXml" Target="../ink/ink272.xml"/><Relationship Id="rId20" Type="http://schemas.openxmlformats.org/officeDocument/2006/relationships/customXml" Target="../ink/ink27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7.xml"/><Relationship Id="rId11" Type="http://schemas.openxmlformats.org/officeDocument/2006/relationships/image" Target="../media/image275.png"/><Relationship Id="rId5" Type="http://schemas.openxmlformats.org/officeDocument/2006/relationships/image" Target="../media/image272.png"/><Relationship Id="rId15" Type="http://schemas.openxmlformats.org/officeDocument/2006/relationships/image" Target="../media/image277.png"/><Relationship Id="rId23" Type="http://schemas.openxmlformats.org/officeDocument/2006/relationships/image" Target="../media/image281.png"/><Relationship Id="rId10" Type="http://schemas.openxmlformats.org/officeDocument/2006/relationships/customXml" Target="../ink/ink269.xml"/><Relationship Id="rId19" Type="http://schemas.openxmlformats.org/officeDocument/2006/relationships/image" Target="../media/image279.png"/><Relationship Id="rId4" Type="http://schemas.openxmlformats.org/officeDocument/2006/relationships/customXml" Target="../ink/ink266.xml"/><Relationship Id="rId9" Type="http://schemas.openxmlformats.org/officeDocument/2006/relationships/image" Target="../media/image274.png"/><Relationship Id="rId14" Type="http://schemas.openxmlformats.org/officeDocument/2006/relationships/customXml" Target="../ink/ink271.xml"/><Relationship Id="rId22" Type="http://schemas.openxmlformats.org/officeDocument/2006/relationships/customXml" Target="../ink/ink27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9.xml"/><Relationship Id="rId13" Type="http://schemas.openxmlformats.org/officeDocument/2006/relationships/image" Target="../media/image287.png"/><Relationship Id="rId18" Type="http://schemas.openxmlformats.org/officeDocument/2006/relationships/customXml" Target="../ink/ink284.xml"/><Relationship Id="rId3" Type="http://schemas.openxmlformats.org/officeDocument/2006/relationships/image" Target="../media/image282.png"/><Relationship Id="rId21" Type="http://schemas.openxmlformats.org/officeDocument/2006/relationships/image" Target="../media/image291.png"/><Relationship Id="rId7" Type="http://schemas.openxmlformats.org/officeDocument/2006/relationships/image" Target="../media/image284.png"/><Relationship Id="rId12" Type="http://schemas.openxmlformats.org/officeDocument/2006/relationships/customXml" Target="../ink/ink281.xml"/><Relationship Id="rId17" Type="http://schemas.openxmlformats.org/officeDocument/2006/relationships/image" Target="../media/image289.png"/><Relationship Id="rId2" Type="http://schemas.openxmlformats.org/officeDocument/2006/relationships/customXml" Target="../ink/ink276.xml"/><Relationship Id="rId16" Type="http://schemas.openxmlformats.org/officeDocument/2006/relationships/customXml" Target="../ink/ink283.xml"/><Relationship Id="rId20" Type="http://schemas.openxmlformats.org/officeDocument/2006/relationships/customXml" Target="../ink/ink28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78.xml"/><Relationship Id="rId11" Type="http://schemas.openxmlformats.org/officeDocument/2006/relationships/image" Target="../media/image286.png"/><Relationship Id="rId5" Type="http://schemas.openxmlformats.org/officeDocument/2006/relationships/image" Target="../media/image283.png"/><Relationship Id="rId15" Type="http://schemas.openxmlformats.org/officeDocument/2006/relationships/image" Target="../media/image288.png"/><Relationship Id="rId10" Type="http://schemas.openxmlformats.org/officeDocument/2006/relationships/customXml" Target="../ink/ink280.xml"/><Relationship Id="rId19" Type="http://schemas.openxmlformats.org/officeDocument/2006/relationships/image" Target="../media/image290.png"/><Relationship Id="rId4" Type="http://schemas.openxmlformats.org/officeDocument/2006/relationships/customXml" Target="../ink/ink277.xml"/><Relationship Id="rId9" Type="http://schemas.openxmlformats.org/officeDocument/2006/relationships/image" Target="../media/image285.png"/><Relationship Id="rId14" Type="http://schemas.openxmlformats.org/officeDocument/2006/relationships/customXml" Target="../ink/ink28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9.xml"/><Relationship Id="rId13" Type="http://schemas.openxmlformats.org/officeDocument/2006/relationships/image" Target="../media/image297.png"/><Relationship Id="rId18" Type="http://schemas.openxmlformats.org/officeDocument/2006/relationships/customXml" Target="../ink/ink294.xml"/><Relationship Id="rId26" Type="http://schemas.openxmlformats.org/officeDocument/2006/relationships/customXml" Target="../ink/ink298.xml"/><Relationship Id="rId3" Type="http://schemas.openxmlformats.org/officeDocument/2006/relationships/image" Target="../media/image292.png"/><Relationship Id="rId21" Type="http://schemas.openxmlformats.org/officeDocument/2006/relationships/image" Target="../media/image301.png"/><Relationship Id="rId7" Type="http://schemas.openxmlformats.org/officeDocument/2006/relationships/image" Target="../media/image294.png"/><Relationship Id="rId12" Type="http://schemas.openxmlformats.org/officeDocument/2006/relationships/customXml" Target="../ink/ink291.xml"/><Relationship Id="rId17" Type="http://schemas.openxmlformats.org/officeDocument/2006/relationships/image" Target="../media/image299.png"/><Relationship Id="rId25" Type="http://schemas.openxmlformats.org/officeDocument/2006/relationships/image" Target="../media/image303.png"/><Relationship Id="rId2" Type="http://schemas.openxmlformats.org/officeDocument/2006/relationships/customXml" Target="../ink/ink286.xml"/><Relationship Id="rId16" Type="http://schemas.openxmlformats.org/officeDocument/2006/relationships/customXml" Target="../ink/ink293.xml"/><Relationship Id="rId20" Type="http://schemas.openxmlformats.org/officeDocument/2006/relationships/customXml" Target="../ink/ink295.xml"/><Relationship Id="rId29" Type="http://schemas.openxmlformats.org/officeDocument/2006/relationships/image" Target="../media/image30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88.xml"/><Relationship Id="rId11" Type="http://schemas.openxmlformats.org/officeDocument/2006/relationships/image" Target="../media/image296.png"/><Relationship Id="rId24" Type="http://schemas.openxmlformats.org/officeDocument/2006/relationships/customXml" Target="../ink/ink297.xml"/><Relationship Id="rId5" Type="http://schemas.openxmlformats.org/officeDocument/2006/relationships/image" Target="../media/image293.png"/><Relationship Id="rId15" Type="http://schemas.openxmlformats.org/officeDocument/2006/relationships/image" Target="../media/image298.png"/><Relationship Id="rId23" Type="http://schemas.openxmlformats.org/officeDocument/2006/relationships/image" Target="../media/image302.png"/><Relationship Id="rId28" Type="http://schemas.openxmlformats.org/officeDocument/2006/relationships/customXml" Target="../ink/ink299.xml"/><Relationship Id="rId10" Type="http://schemas.openxmlformats.org/officeDocument/2006/relationships/customXml" Target="../ink/ink290.xml"/><Relationship Id="rId19" Type="http://schemas.openxmlformats.org/officeDocument/2006/relationships/image" Target="../media/image300.png"/><Relationship Id="rId31" Type="http://schemas.openxmlformats.org/officeDocument/2006/relationships/image" Target="../media/image306.png"/><Relationship Id="rId4" Type="http://schemas.openxmlformats.org/officeDocument/2006/relationships/customXml" Target="../ink/ink287.xml"/><Relationship Id="rId9" Type="http://schemas.openxmlformats.org/officeDocument/2006/relationships/image" Target="../media/image295.png"/><Relationship Id="rId14" Type="http://schemas.openxmlformats.org/officeDocument/2006/relationships/customXml" Target="../ink/ink292.xml"/><Relationship Id="rId22" Type="http://schemas.openxmlformats.org/officeDocument/2006/relationships/customXml" Target="../ink/ink296.xml"/><Relationship Id="rId27" Type="http://schemas.openxmlformats.org/officeDocument/2006/relationships/image" Target="../media/image304.png"/><Relationship Id="rId30" Type="http://schemas.openxmlformats.org/officeDocument/2006/relationships/customXml" Target="../ink/ink300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2.png"/><Relationship Id="rId18" Type="http://schemas.openxmlformats.org/officeDocument/2006/relationships/customXml" Target="../ink/ink309.xml"/><Relationship Id="rId26" Type="http://schemas.openxmlformats.org/officeDocument/2006/relationships/customXml" Target="../ink/ink313.xml"/><Relationship Id="rId39" Type="http://schemas.openxmlformats.org/officeDocument/2006/relationships/image" Target="../media/image325.png"/><Relationship Id="rId21" Type="http://schemas.openxmlformats.org/officeDocument/2006/relationships/image" Target="../media/image316.png"/><Relationship Id="rId34" Type="http://schemas.openxmlformats.org/officeDocument/2006/relationships/customXml" Target="../ink/ink317.xml"/><Relationship Id="rId7" Type="http://schemas.openxmlformats.org/officeDocument/2006/relationships/image" Target="../media/image309.png"/><Relationship Id="rId12" Type="http://schemas.openxmlformats.org/officeDocument/2006/relationships/customXml" Target="../ink/ink306.xml"/><Relationship Id="rId17" Type="http://schemas.openxmlformats.org/officeDocument/2006/relationships/image" Target="../media/image314.png"/><Relationship Id="rId25" Type="http://schemas.openxmlformats.org/officeDocument/2006/relationships/image" Target="../media/image318.png"/><Relationship Id="rId33" Type="http://schemas.openxmlformats.org/officeDocument/2006/relationships/image" Target="../media/image322.png"/><Relationship Id="rId38" Type="http://schemas.openxmlformats.org/officeDocument/2006/relationships/customXml" Target="../ink/ink319.xml"/><Relationship Id="rId2" Type="http://schemas.openxmlformats.org/officeDocument/2006/relationships/customXml" Target="../ink/ink301.xml"/><Relationship Id="rId16" Type="http://schemas.openxmlformats.org/officeDocument/2006/relationships/customXml" Target="../ink/ink308.xml"/><Relationship Id="rId20" Type="http://schemas.openxmlformats.org/officeDocument/2006/relationships/customXml" Target="../ink/ink310.xml"/><Relationship Id="rId29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03.xml"/><Relationship Id="rId11" Type="http://schemas.openxmlformats.org/officeDocument/2006/relationships/image" Target="../media/image311.png"/><Relationship Id="rId24" Type="http://schemas.openxmlformats.org/officeDocument/2006/relationships/customXml" Target="../ink/ink312.xml"/><Relationship Id="rId32" Type="http://schemas.openxmlformats.org/officeDocument/2006/relationships/customXml" Target="../ink/ink316.xml"/><Relationship Id="rId37" Type="http://schemas.openxmlformats.org/officeDocument/2006/relationships/image" Target="../media/image324.png"/><Relationship Id="rId5" Type="http://schemas.openxmlformats.org/officeDocument/2006/relationships/image" Target="../media/image308.png"/><Relationship Id="rId15" Type="http://schemas.openxmlformats.org/officeDocument/2006/relationships/image" Target="../media/image313.png"/><Relationship Id="rId23" Type="http://schemas.openxmlformats.org/officeDocument/2006/relationships/image" Target="../media/image317.png"/><Relationship Id="rId28" Type="http://schemas.openxmlformats.org/officeDocument/2006/relationships/customXml" Target="../ink/ink314.xml"/><Relationship Id="rId36" Type="http://schemas.openxmlformats.org/officeDocument/2006/relationships/customXml" Target="../ink/ink318.xml"/><Relationship Id="rId10" Type="http://schemas.openxmlformats.org/officeDocument/2006/relationships/customXml" Target="../ink/ink305.xml"/><Relationship Id="rId19" Type="http://schemas.openxmlformats.org/officeDocument/2006/relationships/image" Target="../media/image315.png"/><Relationship Id="rId31" Type="http://schemas.openxmlformats.org/officeDocument/2006/relationships/image" Target="../media/image321.png"/><Relationship Id="rId4" Type="http://schemas.openxmlformats.org/officeDocument/2006/relationships/customXml" Target="../ink/ink302.xml"/><Relationship Id="rId9" Type="http://schemas.openxmlformats.org/officeDocument/2006/relationships/image" Target="../media/image310.png"/><Relationship Id="rId14" Type="http://schemas.openxmlformats.org/officeDocument/2006/relationships/customXml" Target="../ink/ink307.xml"/><Relationship Id="rId22" Type="http://schemas.openxmlformats.org/officeDocument/2006/relationships/customXml" Target="../ink/ink311.xml"/><Relationship Id="rId27" Type="http://schemas.openxmlformats.org/officeDocument/2006/relationships/image" Target="../media/image319.png"/><Relationship Id="rId30" Type="http://schemas.openxmlformats.org/officeDocument/2006/relationships/customXml" Target="../ink/ink315.xml"/><Relationship Id="rId35" Type="http://schemas.openxmlformats.org/officeDocument/2006/relationships/image" Target="../media/image323.png"/><Relationship Id="rId8" Type="http://schemas.openxmlformats.org/officeDocument/2006/relationships/customXml" Target="../ink/ink304.xml"/><Relationship Id="rId3" Type="http://schemas.openxmlformats.org/officeDocument/2006/relationships/image" Target="../media/image30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3.xml"/><Relationship Id="rId13" Type="http://schemas.openxmlformats.org/officeDocument/2006/relationships/image" Target="../media/image331.png"/><Relationship Id="rId3" Type="http://schemas.openxmlformats.org/officeDocument/2006/relationships/image" Target="../media/image326.png"/><Relationship Id="rId7" Type="http://schemas.openxmlformats.org/officeDocument/2006/relationships/image" Target="../media/image328.png"/><Relationship Id="rId12" Type="http://schemas.openxmlformats.org/officeDocument/2006/relationships/customXml" Target="../ink/ink325.xml"/><Relationship Id="rId2" Type="http://schemas.openxmlformats.org/officeDocument/2006/relationships/customXml" Target="../ink/ink32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22.xml"/><Relationship Id="rId11" Type="http://schemas.openxmlformats.org/officeDocument/2006/relationships/image" Target="../media/image330.png"/><Relationship Id="rId5" Type="http://schemas.openxmlformats.org/officeDocument/2006/relationships/image" Target="../media/image327.png"/><Relationship Id="rId10" Type="http://schemas.openxmlformats.org/officeDocument/2006/relationships/customXml" Target="../ink/ink324.xml"/><Relationship Id="rId4" Type="http://schemas.openxmlformats.org/officeDocument/2006/relationships/customXml" Target="../ink/ink321.xml"/><Relationship Id="rId9" Type="http://schemas.openxmlformats.org/officeDocument/2006/relationships/image" Target="../media/image329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7.png"/><Relationship Id="rId18" Type="http://schemas.openxmlformats.org/officeDocument/2006/relationships/customXml" Target="../ink/ink334.xml"/><Relationship Id="rId26" Type="http://schemas.openxmlformats.org/officeDocument/2006/relationships/customXml" Target="../ink/ink338.xml"/><Relationship Id="rId39" Type="http://schemas.openxmlformats.org/officeDocument/2006/relationships/image" Target="../media/image350.png"/><Relationship Id="rId21" Type="http://schemas.openxmlformats.org/officeDocument/2006/relationships/image" Target="../media/image341.png"/><Relationship Id="rId34" Type="http://schemas.openxmlformats.org/officeDocument/2006/relationships/customXml" Target="../ink/ink342.xml"/><Relationship Id="rId7" Type="http://schemas.openxmlformats.org/officeDocument/2006/relationships/image" Target="../media/image334.png"/><Relationship Id="rId2" Type="http://schemas.openxmlformats.org/officeDocument/2006/relationships/customXml" Target="../ink/ink326.xml"/><Relationship Id="rId16" Type="http://schemas.openxmlformats.org/officeDocument/2006/relationships/customXml" Target="../ink/ink333.xml"/><Relationship Id="rId20" Type="http://schemas.openxmlformats.org/officeDocument/2006/relationships/customXml" Target="../ink/ink335.xml"/><Relationship Id="rId29" Type="http://schemas.openxmlformats.org/officeDocument/2006/relationships/image" Target="../media/image345.png"/><Relationship Id="rId41" Type="http://schemas.openxmlformats.org/officeDocument/2006/relationships/image" Target="../media/image35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28.xml"/><Relationship Id="rId11" Type="http://schemas.openxmlformats.org/officeDocument/2006/relationships/image" Target="../media/image336.png"/><Relationship Id="rId24" Type="http://schemas.openxmlformats.org/officeDocument/2006/relationships/customXml" Target="../ink/ink337.xml"/><Relationship Id="rId32" Type="http://schemas.openxmlformats.org/officeDocument/2006/relationships/customXml" Target="../ink/ink341.xml"/><Relationship Id="rId37" Type="http://schemas.openxmlformats.org/officeDocument/2006/relationships/image" Target="../media/image349.png"/><Relationship Id="rId40" Type="http://schemas.openxmlformats.org/officeDocument/2006/relationships/customXml" Target="../ink/ink345.xml"/><Relationship Id="rId5" Type="http://schemas.openxmlformats.org/officeDocument/2006/relationships/image" Target="../media/image333.png"/><Relationship Id="rId15" Type="http://schemas.openxmlformats.org/officeDocument/2006/relationships/image" Target="../media/image338.png"/><Relationship Id="rId23" Type="http://schemas.openxmlformats.org/officeDocument/2006/relationships/image" Target="../media/image342.png"/><Relationship Id="rId28" Type="http://schemas.openxmlformats.org/officeDocument/2006/relationships/customXml" Target="../ink/ink339.xml"/><Relationship Id="rId36" Type="http://schemas.openxmlformats.org/officeDocument/2006/relationships/customXml" Target="../ink/ink343.xml"/><Relationship Id="rId10" Type="http://schemas.openxmlformats.org/officeDocument/2006/relationships/customXml" Target="../ink/ink330.xml"/><Relationship Id="rId19" Type="http://schemas.openxmlformats.org/officeDocument/2006/relationships/image" Target="../media/image340.png"/><Relationship Id="rId31" Type="http://schemas.openxmlformats.org/officeDocument/2006/relationships/image" Target="../media/image346.png"/><Relationship Id="rId4" Type="http://schemas.openxmlformats.org/officeDocument/2006/relationships/customXml" Target="../ink/ink327.xml"/><Relationship Id="rId9" Type="http://schemas.openxmlformats.org/officeDocument/2006/relationships/image" Target="../media/image335.png"/><Relationship Id="rId14" Type="http://schemas.openxmlformats.org/officeDocument/2006/relationships/customXml" Target="../ink/ink332.xml"/><Relationship Id="rId22" Type="http://schemas.openxmlformats.org/officeDocument/2006/relationships/customXml" Target="../ink/ink336.xml"/><Relationship Id="rId27" Type="http://schemas.openxmlformats.org/officeDocument/2006/relationships/image" Target="../media/image344.png"/><Relationship Id="rId30" Type="http://schemas.openxmlformats.org/officeDocument/2006/relationships/customXml" Target="../ink/ink340.xml"/><Relationship Id="rId35" Type="http://schemas.openxmlformats.org/officeDocument/2006/relationships/image" Target="../media/image348.png"/><Relationship Id="rId8" Type="http://schemas.openxmlformats.org/officeDocument/2006/relationships/customXml" Target="../ink/ink329.xml"/><Relationship Id="rId3" Type="http://schemas.openxmlformats.org/officeDocument/2006/relationships/image" Target="../media/image332.png"/><Relationship Id="rId12" Type="http://schemas.openxmlformats.org/officeDocument/2006/relationships/customXml" Target="../ink/ink331.xml"/><Relationship Id="rId17" Type="http://schemas.openxmlformats.org/officeDocument/2006/relationships/image" Target="../media/image339.png"/><Relationship Id="rId25" Type="http://schemas.openxmlformats.org/officeDocument/2006/relationships/image" Target="../media/image343.png"/><Relationship Id="rId33" Type="http://schemas.openxmlformats.org/officeDocument/2006/relationships/image" Target="../media/image347.png"/><Relationship Id="rId38" Type="http://schemas.openxmlformats.org/officeDocument/2006/relationships/customXml" Target="../ink/ink344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8.xml"/><Relationship Id="rId21" Type="http://schemas.openxmlformats.org/officeDocument/2006/relationships/image" Target="../media/image361.png"/><Relationship Id="rId42" Type="http://schemas.openxmlformats.org/officeDocument/2006/relationships/customXml" Target="../ink/ink366.xml"/><Relationship Id="rId47" Type="http://schemas.openxmlformats.org/officeDocument/2006/relationships/image" Target="../media/image374.png"/><Relationship Id="rId63" Type="http://schemas.openxmlformats.org/officeDocument/2006/relationships/image" Target="../media/image382.png"/><Relationship Id="rId68" Type="http://schemas.openxmlformats.org/officeDocument/2006/relationships/customXml" Target="../ink/ink379.xml"/><Relationship Id="rId84" Type="http://schemas.openxmlformats.org/officeDocument/2006/relationships/customXml" Target="../ink/ink387.xml"/><Relationship Id="rId89" Type="http://schemas.openxmlformats.org/officeDocument/2006/relationships/image" Target="../media/image395.png"/><Relationship Id="rId16" Type="http://schemas.openxmlformats.org/officeDocument/2006/relationships/customXml" Target="../ink/ink353.xml"/><Relationship Id="rId107" Type="http://schemas.openxmlformats.org/officeDocument/2006/relationships/image" Target="../media/image404.png"/><Relationship Id="rId11" Type="http://schemas.openxmlformats.org/officeDocument/2006/relationships/image" Target="../media/image356.png"/><Relationship Id="rId32" Type="http://schemas.openxmlformats.org/officeDocument/2006/relationships/customXml" Target="../ink/ink361.xml"/><Relationship Id="rId37" Type="http://schemas.openxmlformats.org/officeDocument/2006/relationships/image" Target="../media/image369.png"/><Relationship Id="rId53" Type="http://schemas.openxmlformats.org/officeDocument/2006/relationships/image" Target="../media/image377.png"/><Relationship Id="rId58" Type="http://schemas.openxmlformats.org/officeDocument/2006/relationships/customXml" Target="../ink/ink374.xml"/><Relationship Id="rId74" Type="http://schemas.openxmlformats.org/officeDocument/2006/relationships/customXml" Target="../ink/ink382.xml"/><Relationship Id="rId79" Type="http://schemas.openxmlformats.org/officeDocument/2006/relationships/image" Target="../media/image390.png"/><Relationship Id="rId102" Type="http://schemas.openxmlformats.org/officeDocument/2006/relationships/customXml" Target="../ink/ink396.xml"/><Relationship Id="rId5" Type="http://schemas.openxmlformats.org/officeDocument/2006/relationships/image" Target="../media/image353.png"/><Relationship Id="rId90" Type="http://schemas.openxmlformats.org/officeDocument/2006/relationships/customXml" Target="../ink/ink390.xml"/><Relationship Id="rId95" Type="http://schemas.openxmlformats.org/officeDocument/2006/relationships/image" Target="../media/image398.png"/><Relationship Id="rId22" Type="http://schemas.openxmlformats.org/officeDocument/2006/relationships/customXml" Target="../ink/ink356.xml"/><Relationship Id="rId27" Type="http://schemas.openxmlformats.org/officeDocument/2006/relationships/image" Target="../media/image364.png"/><Relationship Id="rId43" Type="http://schemas.openxmlformats.org/officeDocument/2006/relationships/image" Target="../media/image372.png"/><Relationship Id="rId48" Type="http://schemas.openxmlformats.org/officeDocument/2006/relationships/customXml" Target="../ink/ink369.xml"/><Relationship Id="rId64" Type="http://schemas.openxmlformats.org/officeDocument/2006/relationships/customXml" Target="../ink/ink377.xml"/><Relationship Id="rId69" Type="http://schemas.openxmlformats.org/officeDocument/2006/relationships/image" Target="../media/image385.png"/><Relationship Id="rId80" Type="http://schemas.openxmlformats.org/officeDocument/2006/relationships/customXml" Target="../ink/ink385.xml"/><Relationship Id="rId85" Type="http://schemas.openxmlformats.org/officeDocument/2006/relationships/image" Target="../media/image393.png"/><Relationship Id="rId12" Type="http://schemas.openxmlformats.org/officeDocument/2006/relationships/customXml" Target="../ink/ink351.xml"/><Relationship Id="rId17" Type="http://schemas.openxmlformats.org/officeDocument/2006/relationships/image" Target="../media/image359.png"/><Relationship Id="rId33" Type="http://schemas.openxmlformats.org/officeDocument/2006/relationships/image" Target="../media/image367.png"/><Relationship Id="rId38" Type="http://schemas.openxmlformats.org/officeDocument/2006/relationships/customXml" Target="../ink/ink364.xml"/><Relationship Id="rId59" Type="http://schemas.openxmlformats.org/officeDocument/2006/relationships/image" Target="../media/image380.png"/><Relationship Id="rId103" Type="http://schemas.openxmlformats.org/officeDocument/2006/relationships/image" Target="../media/image402.png"/><Relationship Id="rId108" Type="http://schemas.openxmlformats.org/officeDocument/2006/relationships/customXml" Target="../ink/ink399.xml"/><Relationship Id="rId54" Type="http://schemas.openxmlformats.org/officeDocument/2006/relationships/customXml" Target="../ink/ink372.xml"/><Relationship Id="rId70" Type="http://schemas.openxmlformats.org/officeDocument/2006/relationships/customXml" Target="../ink/ink380.xml"/><Relationship Id="rId75" Type="http://schemas.openxmlformats.org/officeDocument/2006/relationships/image" Target="../media/image388.png"/><Relationship Id="rId91" Type="http://schemas.openxmlformats.org/officeDocument/2006/relationships/image" Target="../media/image396.png"/><Relationship Id="rId96" Type="http://schemas.openxmlformats.org/officeDocument/2006/relationships/customXml" Target="../ink/ink39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48.xml"/><Relationship Id="rId15" Type="http://schemas.openxmlformats.org/officeDocument/2006/relationships/image" Target="../media/image358.png"/><Relationship Id="rId23" Type="http://schemas.openxmlformats.org/officeDocument/2006/relationships/image" Target="../media/image362.png"/><Relationship Id="rId28" Type="http://schemas.openxmlformats.org/officeDocument/2006/relationships/customXml" Target="../ink/ink359.xml"/><Relationship Id="rId36" Type="http://schemas.openxmlformats.org/officeDocument/2006/relationships/customXml" Target="../ink/ink363.xml"/><Relationship Id="rId49" Type="http://schemas.openxmlformats.org/officeDocument/2006/relationships/image" Target="../media/image375.png"/><Relationship Id="rId57" Type="http://schemas.openxmlformats.org/officeDocument/2006/relationships/image" Target="../media/image379.png"/><Relationship Id="rId106" Type="http://schemas.openxmlformats.org/officeDocument/2006/relationships/customXml" Target="../ink/ink398.xml"/><Relationship Id="rId10" Type="http://schemas.openxmlformats.org/officeDocument/2006/relationships/customXml" Target="../ink/ink350.xml"/><Relationship Id="rId31" Type="http://schemas.openxmlformats.org/officeDocument/2006/relationships/image" Target="../media/image366.png"/><Relationship Id="rId44" Type="http://schemas.openxmlformats.org/officeDocument/2006/relationships/customXml" Target="../ink/ink367.xml"/><Relationship Id="rId52" Type="http://schemas.openxmlformats.org/officeDocument/2006/relationships/customXml" Target="../ink/ink371.xml"/><Relationship Id="rId60" Type="http://schemas.openxmlformats.org/officeDocument/2006/relationships/customXml" Target="../ink/ink375.xml"/><Relationship Id="rId65" Type="http://schemas.openxmlformats.org/officeDocument/2006/relationships/image" Target="../media/image383.png"/><Relationship Id="rId73" Type="http://schemas.openxmlformats.org/officeDocument/2006/relationships/image" Target="../media/image387.png"/><Relationship Id="rId78" Type="http://schemas.openxmlformats.org/officeDocument/2006/relationships/customXml" Target="../ink/ink384.xml"/><Relationship Id="rId81" Type="http://schemas.openxmlformats.org/officeDocument/2006/relationships/image" Target="../media/image391.png"/><Relationship Id="rId86" Type="http://schemas.openxmlformats.org/officeDocument/2006/relationships/customXml" Target="../ink/ink388.xml"/><Relationship Id="rId94" Type="http://schemas.openxmlformats.org/officeDocument/2006/relationships/customXml" Target="../ink/ink392.xml"/><Relationship Id="rId99" Type="http://schemas.openxmlformats.org/officeDocument/2006/relationships/image" Target="../media/image400.png"/><Relationship Id="rId101" Type="http://schemas.openxmlformats.org/officeDocument/2006/relationships/image" Target="../media/image401.png"/><Relationship Id="rId4" Type="http://schemas.openxmlformats.org/officeDocument/2006/relationships/customXml" Target="../ink/ink347.xml"/><Relationship Id="rId9" Type="http://schemas.openxmlformats.org/officeDocument/2006/relationships/image" Target="../media/image355.png"/><Relationship Id="rId13" Type="http://schemas.openxmlformats.org/officeDocument/2006/relationships/image" Target="../media/image357.png"/><Relationship Id="rId18" Type="http://schemas.openxmlformats.org/officeDocument/2006/relationships/customXml" Target="../ink/ink354.xml"/><Relationship Id="rId39" Type="http://schemas.openxmlformats.org/officeDocument/2006/relationships/image" Target="../media/image370.png"/><Relationship Id="rId109" Type="http://schemas.openxmlformats.org/officeDocument/2006/relationships/image" Target="../media/image405.png"/><Relationship Id="rId34" Type="http://schemas.openxmlformats.org/officeDocument/2006/relationships/customXml" Target="../ink/ink362.xml"/><Relationship Id="rId50" Type="http://schemas.openxmlformats.org/officeDocument/2006/relationships/customXml" Target="../ink/ink370.xml"/><Relationship Id="rId55" Type="http://schemas.openxmlformats.org/officeDocument/2006/relationships/image" Target="../media/image378.png"/><Relationship Id="rId76" Type="http://schemas.openxmlformats.org/officeDocument/2006/relationships/customXml" Target="../ink/ink383.xml"/><Relationship Id="rId97" Type="http://schemas.openxmlformats.org/officeDocument/2006/relationships/image" Target="../media/image399.png"/><Relationship Id="rId104" Type="http://schemas.openxmlformats.org/officeDocument/2006/relationships/customXml" Target="../ink/ink397.xml"/><Relationship Id="rId7" Type="http://schemas.openxmlformats.org/officeDocument/2006/relationships/image" Target="../media/image354.png"/><Relationship Id="rId71" Type="http://schemas.openxmlformats.org/officeDocument/2006/relationships/image" Target="../media/image386.png"/><Relationship Id="rId92" Type="http://schemas.openxmlformats.org/officeDocument/2006/relationships/customXml" Target="../ink/ink391.xml"/><Relationship Id="rId2" Type="http://schemas.openxmlformats.org/officeDocument/2006/relationships/customXml" Target="../ink/ink346.xml"/><Relationship Id="rId29" Type="http://schemas.openxmlformats.org/officeDocument/2006/relationships/image" Target="../media/image365.png"/><Relationship Id="rId24" Type="http://schemas.openxmlformats.org/officeDocument/2006/relationships/customXml" Target="../ink/ink357.xml"/><Relationship Id="rId40" Type="http://schemas.openxmlformats.org/officeDocument/2006/relationships/customXml" Target="../ink/ink365.xml"/><Relationship Id="rId45" Type="http://schemas.openxmlformats.org/officeDocument/2006/relationships/image" Target="../media/image373.png"/><Relationship Id="rId66" Type="http://schemas.openxmlformats.org/officeDocument/2006/relationships/customXml" Target="../ink/ink378.xml"/><Relationship Id="rId87" Type="http://schemas.openxmlformats.org/officeDocument/2006/relationships/image" Target="../media/image394.png"/><Relationship Id="rId61" Type="http://schemas.openxmlformats.org/officeDocument/2006/relationships/image" Target="../media/image381.png"/><Relationship Id="rId82" Type="http://schemas.openxmlformats.org/officeDocument/2006/relationships/customXml" Target="../ink/ink386.xml"/><Relationship Id="rId19" Type="http://schemas.openxmlformats.org/officeDocument/2006/relationships/image" Target="../media/image360.png"/><Relationship Id="rId14" Type="http://schemas.openxmlformats.org/officeDocument/2006/relationships/customXml" Target="../ink/ink352.xml"/><Relationship Id="rId30" Type="http://schemas.openxmlformats.org/officeDocument/2006/relationships/customXml" Target="../ink/ink360.xml"/><Relationship Id="rId35" Type="http://schemas.openxmlformats.org/officeDocument/2006/relationships/image" Target="../media/image368.png"/><Relationship Id="rId56" Type="http://schemas.openxmlformats.org/officeDocument/2006/relationships/customXml" Target="../ink/ink373.xml"/><Relationship Id="rId77" Type="http://schemas.openxmlformats.org/officeDocument/2006/relationships/image" Target="../media/image389.png"/><Relationship Id="rId100" Type="http://schemas.openxmlformats.org/officeDocument/2006/relationships/customXml" Target="../ink/ink395.xml"/><Relationship Id="rId105" Type="http://schemas.openxmlformats.org/officeDocument/2006/relationships/image" Target="../media/image403.png"/><Relationship Id="rId8" Type="http://schemas.openxmlformats.org/officeDocument/2006/relationships/customXml" Target="../ink/ink349.xml"/><Relationship Id="rId51" Type="http://schemas.openxmlformats.org/officeDocument/2006/relationships/image" Target="../media/image376.png"/><Relationship Id="rId72" Type="http://schemas.openxmlformats.org/officeDocument/2006/relationships/customXml" Target="../ink/ink381.xml"/><Relationship Id="rId93" Type="http://schemas.openxmlformats.org/officeDocument/2006/relationships/image" Target="../media/image397.png"/><Relationship Id="rId98" Type="http://schemas.openxmlformats.org/officeDocument/2006/relationships/customXml" Target="../ink/ink394.xml"/><Relationship Id="rId3" Type="http://schemas.openxmlformats.org/officeDocument/2006/relationships/image" Target="../media/image352.png"/><Relationship Id="rId25" Type="http://schemas.openxmlformats.org/officeDocument/2006/relationships/image" Target="../media/image363.png"/><Relationship Id="rId46" Type="http://schemas.openxmlformats.org/officeDocument/2006/relationships/customXml" Target="../ink/ink368.xml"/><Relationship Id="rId67" Type="http://schemas.openxmlformats.org/officeDocument/2006/relationships/image" Target="../media/image384.png"/><Relationship Id="rId20" Type="http://schemas.openxmlformats.org/officeDocument/2006/relationships/customXml" Target="../ink/ink355.xml"/><Relationship Id="rId41" Type="http://schemas.openxmlformats.org/officeDocument/2006/relationships/image" Target="../media/image371.png"/><Relationship Id="rId62" Type="http://schemas.openxmlformats.org/officeDocument/2006/relationships/customXml" Target="../ink/ink376.xml"/><Relationship Id="rId83" Type="http://schemas.openxmlformats.org/officeDocument/2006/relationships/image" Target="../media/image392.png"/><Relationship Id="rId88" Type="http://schemas.openxmlformats.org/officeDocument/2006/relationships/customXml" Target="../ink/ink38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3.xml"/><Relationship Id="rId13" Type="http://schemas.openxmlformats.org/officeDocument/2006/relationships/image" Target="../media/image411.png"/><Relationship Id="rId3" Type="http://schemas.openxmlformats.org/officeDocument/2006/relationships/image" Target="../media/image406.png"/><Relationship Id="rId7" Type="http://schemas.openxmlformats.org/officeDocument/2006/relationships/image" Target="../media/image408.png"/><Relationship Id="rId12" Type="http://schemas.openxmlformats.org/officeDocument/2006/relationships/customXml" Target="../ink/ink405.xml"/><Relationship Id="rId17" Type="http://schemas.openxmlformats.org/officeDocument/2006/relationships/image" Target="../media/image413.png"/><Relationship Id="rId2" Type="http://schemas.openxmlformats.org/officeDocument/2006/relationships/customXml" Target="../ink/ink400.xml"/><Relationship Id="rId16" Type="http://schemas.openxmlformats.org/officeDocument/2006/relationships/customXml" Target="../ink/ink40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02.xml"/><Relationship Id="rId11" Type="http://schemas.openxmlformats.org/officeDocument/2006/relationships/image" Target="../media/image410.png"/><Relationship Id="rId5" Type="http://schemas.openxmlformats.org/officeDocument/2006/relationships/image" Target="../media/image407.png"/><Relationship Id="rId15" Type="http://schemas.openxmlformats.org/officeDocument/2006/relationships/image" Target="../media/image412.png"/><Relationship Id="rId10" Type="http://schemas.openxmlformats.org/officeDocument/2006/relationships/customXml" Target="../ink/ink404.xml"/><Relationship Id="rId4" Type="http://schemas.openxmlformats.org/officeDocument/2006/relationships/customXml" Target="../ink/ink401.xml"/><Relationship Id="rId9" Type="http://schemas.openxmlformats.org/officeDocument/2006/relationships/image" Target="../media/image409.png"/><Relationship Id="rId14" Type="http://schemas.openxmlformats.org/officeDocument/2006/relationships/customXml" Target="../ink/ink406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9.png"/><Relationship Id="rId18" Type="http://schemas.openxmlformats.org/officeDocument/2006/relationships/customXml" Target="../ink/ink416.xml"/><Relationship Id="rId26" Type="http://schemas.openxmlformats.org/officeDocument/2006/relationships/customXml" Target="../ink/ink420.xml"/><Relationship Id="rId39" Type="http://schemas.openxmlformats.org/officeDocument/2006/relationships/image" Target="../media/image432.png"/><Relationship Id="rId21" Type="http://schemas.openxmlformats.org/officeDocument/2006/relationships/image" Target="../media/image423.png"/><Relationship Id="rId34" Type="http://schemas.openxmlformats.org/officeDocument/2006/relationships/customXml" Target="../ink/ink424.xml"/><Relationship Id="rId42" Type="http://schemas.openxmlformats.org/officeDocument/2006/relationships/customXml" Target="../ink/ink428.xml"/><Relationship Id="rId47" Type="http://schemas.openxmlformats.org/officeDocument/2006/relationships/image" Target="../media/image436.png"/><Relationship Id="rId50" Type="http://schemas.openxmlformats.org/officeDocument/2006/relationships/customXml" Target="../ink/ink432.xml"/><Relationship Id="rId7" Type="http://schemas.openxmlformats.org/officeDocument/2006/relationships/image" Target="../media/image416.png"/><Relationship Id="rId2" Type="http://schemas.openxmlformats.org/officeDocument/2006/relationships/customXml" Target="../ink/ink408.xml"/><Relationship Id="rId16" Type="http://schemas.openxmlformats.org/officeDocument/2006/relationships/customXml" Target="../ink/ink415.xml"/><Relationship Id="rId29" Type="http://schemas.openxmlformats.org/officeDocument/2006/relationships/image" Target="../media/image427.png"/><Relationship Id="rId11" Type="http://schemas.openxmlformats.org/officeDocument/2006/relationships/image" Target="../media/image418.png"/><Relationship Id="rId24" Type="http://schemas.openxmlformats.org/officeDocument/2006/relationships/customXml" Target="../ink/ink419.xml"/><Relationship Id="rId32" Type="http://schemas.openxmlformats.org/officeDocument/2006/relationships/customXml" Target="../ink/ink423.xml"/><Relationship Id="rId37" Type="http://schemas.openxmlformats.org/officeDocument/2006/relationships/image" Target="../media/image431.png"/><Relationship Id="rId40" Type="http://schemas.openxmlformats.org/officeDocument/2006/relationships/customXml" Target="../ink/ink427.xml"/><Relationship Id="rId45" Type="http://schemas.openxmlformats.org/officeDocument/2006/relationships/image" Target="../media/image435.png"/><Relationship Id="rId5" Type="http://schemas.openxmlformats.org/officeDocument/2006/relationships/image" Target="../media/image415.png"/><Relationship Id="rId15" Type="http://schemas.openxmlformats.org/officeDocument/2006/relationships/image" Target="../media/image420.png"/><Relationship Id="rId23" Type="http://schemas.openxmlformats.org/officeDocument/2006/relationships/image" Target="../media/image424.png"/><Relationship Id="rId28" Type="http://schemas.openxmlformats.org/officeDocument/2006/relationships/customXml" Target="../ink/ink421.xml"/><Relationship Id="rId36" Type="http://schemas.openxmlformats.org/officeDocument/2006/relationships/customXml" Target="../ink/ink425.xml"/><Relationship Id="rId49" Type="http://schemas.openxmlformats.org/officeDocument/2006/relationships/image" Target="../media/image437.png"/><Relationship Id="rId10" Type="http://schemas.openxmlformats.org/officeDocument/2006/relationships/customXml" Target="../ink/ink412.xml"/><Relationship Id="rId19" Type="http://schemas.openxmlformats.org/officeDocument/2006/relationships/image" Target="../media/image422.png"/><Relationship Id="rId31" Type="http://schemas.openxmlformats.org/officeDocument/2006/relationships/image" Target="../media/image428.png"/><Relationship Id="rId44" Type="http://schemas.openxmlformats.org/officeDocument/2006/relationships/customXml" Target="../ink/ink429.xml"/><Relationship Id="rId4" Type="http://schemas.openxmlformats.org/officeDocument/2006/relationships/customXml" Target="../ink/ink409.xml"/><Relationship Id="rId9" Type="http://schemas.openxmlformats.org/officeDocument/2006/relationships/image" Target="../media/image417.png"/><Relationship Id="rId14" Type="http://schemas.openxmlformats.org/officeDocument/2006/relationships/customXml" Target="../ink/ink414.xml"/><Relationship Id="rId22" Type="http://schemas.openxmlformats.org/officeDocument/2006/relationships/customXml" Target="../ink/ink418.xml"/><Relationship Id="rId27" Type="http://schemas.openxmlformats.org/officeDocument/2006/relationships/image" Target="../media/image426.png"/><Relationship Id="rId30" Type="http://schemas.openxmlformats.org/officeDocument/2006/relationships/customXml" Target="../ink/ink422.xml"/><Relationship Id="rId35" Type="http://schemas.openxmlformats.org/officeDocument/2006/relationships/image" Target="../media/image430.png"/><Relationship Id="rId43" Type="http://schemas.openxmlformats.org/officeDocument/2006/relationships/image" Target="../media/image434.png"/><Relationship Id="rId48" Type="http://schemas.openxmlformats.org/officeDocument/2006/relationships/customXml" Target="../ink/ink431.xml"/><Relationship Id="rId8" Type="http://schemas.openxmlformats.org/officeDocument/2006/relationships/customXml" Target="../ink/ink411.xml"/><Relationship Id="rId51" Type="http://schemas.openxmlformats.org/officeDocument/2006/relationships/image" Target="../media/image438.png"/><Relationship Id="rId3" Type="http://schemas.openxmlformats.org/officeDocument/2006/relationships/image" Target="../media/image414.png"/><Relationship Id="rId12" Type="http://schemas.openxmlformats.org/officeDocument/2006/relationships/customXml" Target="../ink/ink413.xml"/><Relationship Id="rId17" Type="http://schemas.openxmlformats.org/officeDocument/2006/relationships/image" Target="../media/image421.png"/><Relationship Id="rId25" Type="http://schemas.openxmlformats.org/officeDocument/2006/relationships/image" Target="../media/image425.png"/><Relationship Id="rId33" Type="http://schemas.openxmlformats.org/officeDocument/2006/relationships/image" Target="../media/image429.png"/><Relationship Id="rId38" Type="http://schemas.openxmlformats.org/officeDocument/2006/relationships/customXml" Target="../ink/ink426.xml"/><Relationship Id="rId46" Type="http://schemas.openxmlformats.org/officeDocument/2006/relationships/customXml" Target="../ink/ink430.xml"/><Relationship Id="rId20" Type="http://schemas.openxmlformats.org/officeDocument/2006/relationships/customXml" Target="../ink/ink417.xml"/><Relationship Id="rId41" Type="http://schemas.openxmlformats.org/officeDocument/2006/relationships/image" Target="../media/image43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6.xml"/><Relationship Id="rId13" Type="http://schemas.openxmlformats.org/officeDocument/2006/relationships/image" Target="../media/image438.png"/><Relationship Id="rId18" Type="http://schemas.openxmlformats.org/officeDocument/2006/relationships/customXml" Target="../ink/ink441.xml"/><Relationship Id="rId3" Type="http://schemas.openxmlformats.org/officeDocument/2006/relationships/image" Target="../media/image433.png"/><Relationship Id="rId21" Type="http://schemas.openxmlformats.org/officeDocument/2006/relationships/image" Target="../media/image442.png"/><Relationship Id="rId7" Type="http://schemas.openxmlformats.org/officeDocument/2006/relationships/image" Target="../media/image435.png"/><Relationship Id="rId12" Type="http://schemas.openxmlformats.org/officeDocument/2006/relationships/customXml" Target="../ink/ink438.xml"/><Relationship Id="rId17" Type="http://schemas.openxmlformats.org/officeDocument/2006/relationships/image" Target="../media/image440.png"/><Relationship Id="rId2" Type="http://schemas.openxmlformats.org/officeDocument/2006/relationships/customXml" Target="../ink/ink433.xml"/><Relationship Id="rId16" Type="http://schemas.openxmlformats.org/officeDocument/2006/relationships/customXml" Target="../ink/ink440.xml"/><Relationship Id="rId20" Type="http://schemas.openxmlformats.org/officeDocument/2006/relationships/customXml" Target="../ink/ink44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35.xml"/><Relationship Id="rId11" Type="http://schemas.openxmlformats.org/officeDocument/2006/relationships/image" Target="../media/image437.png"/><Relationship Id="rId5" Type="http://schemas.openxmlformats.org/officeDocument/2006/relationships/image" Target="../media/image434.png"/><Relationship Id="rId15" Type="http://schemas.openxmlformats.org/officeDocument/2006/relationships/image" Target="../media/image439.png"/><Relationship Id="rId10" Type="http://schemas.openxmlformats.org/officeDocument/2006/relationships/customXml" Target="../ink/ink437.xml"/><Relationship Id="rId19" Type="http://schemas.openxmlformats.org/officeDocument/2006/relationships/image" Target="../media/image441.png"/><Relationship Id="rId4" Type="http://schemas.openxmlformats.org/officeDocument/2006/relationships/customXml" Target="../ink/ink434.xml"/><Relationship Id="rId9" Type="http://schemas.openxmlformats.org/officeDocument/2006/relationships/image" Target="../media/image436.png"/><Relationship Id="rId14" Type="http://schemas.openxmlformats.org/officeDocument/2006/relationships/customXml" Target="../ink/ink439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5.xml"/><Relationship Id="rId21" Type="http://schemas.openxmlformats.org/officeDocument/2006/relationships/image" Target="../media/image452.png"/><Relationship Id="rId42" Type="http://schemas.openxmlformats.org/officeDocument/2006/relationships/customXml" Target="../ink/ink463.xml"/><Relationship Id="rId47" Type="http://schemas.openxmlformats.org/officeDocument/2006/relationships/image" Target="../media/image465.png"/><Relationship Id="rId63" Type="http://schemas.openxmlformats.org/officeDocument/2006/relationships/image" Target="../media/image473.png"/><Relationship Id="rId68" Type="http://schemas.openxmlformats.org/officeDocument/2006/relationships/customXml" Target="../ink/ink476.xml"/><Relationship Id="rId84" Type="http://schemas.openxmlformats.org/officeDocument/2006/relationships/customXml" Target="../ink/ink484.xml"/><Relationship Id="rId89" Type="http://schemas.openxmlformats.org/officeDocument/2006/relationships/image" Target="../media/image486.png"/><Relationship Id="rId16" Type="http://schemas.openxmlformats.org/officeDocument/2006/relationships/customXml" Target="../ink/ink450.xml"/><Relationship Id="rId11" Type="http://schemas.openxmlformats.org/officeDocument/2006/relationships/image" Target="../media/image447.png"/><Relationship Id="rId32" Type="http://schemas.openxmlformats.org/officeDocument/2006/relationships/customXml" Target="../ink/ink458.xml"/><Relationship Id="rId37" Type="http://schemas.openxmlformats.org/officeDocument/2006/relationships/image" Target="../media/image460.png"/><Relationship Id="rId53" Type="http://schemas.openxmlformats.org/officeDocument/2006/relationships/image" Target="../media/image468.png"/><Relationship Id="rId58" Type="http://schemas.openxmlformats.org/officeDocument/2006/relationships/customXml" Target="../ink/ink471.xml"/><Relationship Id="rId74" Type="http://schemas.openxmlformats.org/officeDocument/2006/relationships/customXml" Target="../ink/ink479.xml"/><Relationship Id="rId79" Type="http://schemas.openxmlformats.org/officeDocument/2006/relationships/image" Target="../media/image481.png"/><Relationship Id="rId5" Type="http://schemas.openxmlformats.org/officeDocument/2006/relationships/image" Target="../media/image444.png"/><Relationship Id="rId90" Type="http://schemas.openxmlformats.org/officeDocument/2006/relationships/customXml" Target="../ink/ink487.xml"/><Relationship Id="rId95" Type="http://schemas.openxmlformats.org/officeDocument/2006/relationships/customXml" Target="../ink/ink490.xml"/><Relationship Id="rId22" Type="http://schemas.openxmlformats.org/officeDocument/2006/relationships/customXml" Target="../ink/ink453.xml"/><Relationship Id="rId27" Type="http://schemas.openxmlformats.org/officeDocument/2006/relationships/image" Target="../media/image455.png"/><Relationship Id="rId43" Type="http://schemas.openxmlformats.org/officeDocument/2006/relationships/image" Target="../media/image463.png"/><Relationship Id="rId48" Type="http://schemas.openxmlformats.org/officeDocument/2006/relationships/customXml" Target="../ink/ink466.xml"/><Relationship Id="rId64" Type="http://schemas.openxmlformats.org/officeDocument/2006/relationships/customXml" Target="../ink/ink474.xml"/><Relationship Id="rId69" Type="http://schemas.openxmlformats.org/officeDocument/2006/relationships/image" Target="../media/image476.png"/><Relationship Id="rId8" Type="http://schemas.openxmlformats.org/officeDocument/2006/relationships/customXml" Target="../ink/ink446.xml"/><Relationship Id="rId51" Type="http://schemas.openxmlformats.org/officeDocument/2006/relationships/image" Target="../media/image467.png"/><Relationship Id="rId72" Type="http://schemas.openxmlformats.org/officeDocument/2006/relationships/customXml" Target="../ink/ink478.xml"/><Relationship Id="rId80" Type="http://schemas.openxmlformats.org/officeDocument/2006/relationships/customXml" Target="../ink/ink482.xml"/><Relationship Id="rId85" Type="http://schemas.openxmlformats.org/officeDocument/2006/relationships/image" Target="../media/image484.png"/><Relationship Id="rId93" Type="http://schemas.openxmlformats.org/officeDocument/2006/relationships/customXml" Target="../ink/ink489.xml"/><Relationship Id="rId3" Type="http://schemas.openxmlformats.org/officeDocument/2006/relationships/image" Target="../media/image443.png"/><Relationship Id="rId12" Type="http://schemas.openxmlformats.org/officeDocument/2006/relationships/customXml" Target="../ink/ink448.xml"/><Relationship Id="rId17" Type="http://schemas.openxmlformats.org/officeDocument/2006/relationships/image" Target="../media/image450.png"/><Relationship Id="rId25" Type="http://schemas.openxmlformats.org/officeDocument/2006/relationships/image" Target="../media/image454.png"/><Relationship Id="rId33" Type="http://schemas.openxmlformats.org/officeDocument/2006/relationships/image" Target="../media/image458.png"/><Relationship Id="rId38" Type="http://schemas.openxmlformats.org/officeDocument/2006/relationships/customXml" Target="../ink/ink461.xml"/><Relationship Id="rId46" Type="http://schemas.openxmlformats.org/officeDocument/2006/relationships/customXml" Target="../ink/ink465.xml"/><Relationship Id="rId59" Type="http://schemas.openxmlformats.org/officeDocument/2006/relationships/image" Target="../media/image471.png"/><Relationship Id="rId67" Type="http://schemas.openxmlformats.org/officeDocument/2006/relationships/image" Target="../media/image475.png"/><Relationship Id="rId20" Type="http://schemas.openxmlformats.org/officeDocument/2006/relationships/customXml" Target="../ink/ink452.xml"/><Relationship Id="rId41" Type="http://schemas.openxmlformats.org/officeDocument/2006/relationships/image" Target="../media/image462.png"/><Relationship Id="rId54" Type="http://schemas.openxmlformats.org/officeDocument/2006/relationships/customXml" Target="../ink/ink469.xml"/><Relationship Id="rId62" Type="http://schemas.openxmlformats.org/officeDocument/2006/relationships/customXml" Target="../ink/ink473.xml"/><Relationship Id="rId70" Type="http://schemas.openxmlformats.org/officeDocument/2006/relationships/customXml" Target="../ink/ink477.xml"/><Relationship Id="rId75" Type="http://schemas.openxmlformats.org/officeDocument/2006/relationships/image" Target="../media/image479.png"/><Relationship Id="rId83" Type="http://schemas.openxmlformats.org/officeDocument/2006/relationships/image" Target="../media/image483.png"/><Relationship Id="rId88" Type="http://schemas.openxmlformats.org/officeDocument/2006/relationships/customXml" Target="../ink/ink486.xml"/><Relationship Id="rId91" Type="http://schemas.openxmlformats.org/officeDocument/2006/relationships/image" Target="../media/image487.png"/><Relationship Id="rId96" Type="http://schemas.openxmlformats.org/officeDocument/2006/relationships/image" Target="../media/image48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45.xml"/><Relationship Id="rId15" Type="http://schemas.openxmlformats.org/officeDocument/2006/relationships/image" Target="../media/image449.png"/><Relationship Id="rId23" Type="http://schemas.openxmlformats.org/officeDocument/2006/relationships/image" Target="../media/image453.png"/><Relationship Id="rId28" Type="http://schemas.openxmlformats.org/officeDocument/2006/relationships/customXml" Target="../ink/ink456.xml"/><Relationship Id="rId36" Type="http://schemas.openxmlformats.org/officeDocument/2006/relationships/customXml" Target="../ink/ink460.xml"/><Relationship Id="rId49" Type="http://schemas.openxmlformats.org/officeDocument/2006/relationships/image" Target="../media/image466.png"/><Relationship Id="rId57" Type="http://schemas.openxmlformats.org/officeDocument/2006/relationships/image" Target="../media/image470.png"/><Relationship Id="rId10" Type="http://schemas.openxmlformats.org/officeDocument/2006/relationships/customXml" Target="../ink/ink447.xml"/><Relationship Id="rId31" Type="http://schemas.openxmlformats.org/officeDocument/2006/relationships/image" Target="../media/image457.png"/><Relationship Id="rId44" Type="http://schemas.openxmlformats.org/officeDocument/2006/relationships/customXml" Target="../ink/ink464.xml"/><Relationship Id="rId52" Type="http://schemas.openxmlformats.org/officeDocument/2006/relationships/customXml" Target="../ink/ink468.xml"/><Relationship Id="rId60" Type="http://schemas.openxmlformats.org/officeDocument/2006/relationships/customXml" Target="../ink/ink472.xml"/><Relationship Id="rId65" Type="http://schemas.openxmlformats.org/officeDocument/2006/relationships/image" Target="../media/image474.png"/><Relationship Id="rId73" Type="http://schemas.openxmlformats.org/officeDocument/2006/relationships/image" Target="../media/image478.png"/><Relationship Id="rId78" Type="http://schemas.openxmlformats.org/officeDocument/2006/relationships/customXml" Target="../ink/ink481.xml"/><Relationship Id="rId81" Type="http://schemas.openxmlformats.org/officeDocument/2006/relationships/image" Target="../media/image482.png"/><Relationship Id="rId86" Type="http://schemas.openxmlformats.org/officeDocument/2006/relationships/customXml" Target="../ink/ink485.xml"/><Relationship Id="rId94" Type="http://schemas.openxmlformats.org/officeDocument/2006/relationships/image" Target="../media/image488.png"/><Relationship Id="rId4" Type="http://schemas.openxmlformats.org/officeDocument/2006/relationships/customXml" Target="../ink/ink444.xml"/><Relationship Id="rId9" Type="http://schemas.openxmlformats.org/officeDocument/2006/relationships/image" Target="../media/image446.png"/><Relationship Id="rId13" Type="http://schemas.openxmlformats.org/officeDocument/2006/relationships/image" Target="../media/image448.png"/><Relationship Id="rId18" Type="http://schemas.openxmlformats.org/officeDocument/2006/relationships/customXml" Target="../ink/ink451.xml"/><Relationship Id="rId39" Type="http://schemas.openxmlformats.org/officeDocument/2006/relationships/image" Target="../media/image461.png"/><Relationship Id="rId34" Type="http://schemas.openxmlformats.org/officeDocument/2006/relationships/customXml" Target="../ink/ink459.xml"/><Relationship Id="rId50" Type="http://schemas.openxmlformats.org/officeDocument/2006/relationships/customXml" Target="../ink/ink467.xml"/><Relationship Id="rId55" Type="http://schemas.openxmlformats.org/officeDocument/2006/relationships/image" Target="../media/image469.png"/><Relationship Id="rId76" Type="http://schemas.openxmlformats.org/officeDocument/2006/relationships/customXml" Target="../ink/ink480.xml"/><Relationship Id="rId7" Type="http://schemas.openxmlformats.org/officeDocument/2006/relationships/image" Target="../media/image445.png"/><Relationship Id="rId71" Type="http://schemas.openxmlformats.org/officeDocument/2006/relationships/image" Target="../media/image477.png"/><Relationship Id="rId92" Type="http://schemas.openxmlformats.org/officeDocument/2006/relationships/customXml" Target="../ink/ink488.xml"/><Relationship Id="rId2" Type="http://schemas.openxmlformats.org/officeDocument/2006/relationships/customXml" Target="../ink/ink443.xml"/><Relationship Id="rId29" Type="http://schemas.openxmlformats.org/officeDocument/2006/relationships/image" Target="../media/image456.png"/><Relationship Id="rId24" Type="http://schemas.openxmlformats.org/officeDocument/2006/relationships/customXml" Target="../ink/ink454.xml"/><Relationship Id="rId40" Type="http://schemas.openxmlformats.org/officeDocument/2006/relationships/customXml" Target="../ink/ink462.xml"/><Relationship Id="rId45" Type="http://schemas.openxmlformats.org/officeDocument/2006/relationships/image" Target="../media/image464.png"/><Relationship Id="rId66" Type="http://schemas.openxmlformats.org/officeDocument/2006/relationships/customXml" Target="../ink/ink475.xml"/><Relationship Id="rId87" Type="http://schemas.openxmlformats.org/officeDocument/2006/relationships/image" Target="../media/image485.png"/><Relationship Id="rId61" Type="http://schemas.openxmlformats.org/officeDocument/2006/relationships/image" Target="../media/image472.png"/><Relationship Id="rId82" Type="http://schemas.openxmlformats.org/officeDocument/2006/relationships/customXml" Target="../ink/ink483.xml"/><Relationship Id="rId19" Type="http://schemas.openxmlformats.org/officeDocument/2006/relationships/image" Target="../media/image451.png"/><Relationship Id="rId14" Type="http://schemas.openxmlformats.org/officeDocument/2006/relationships/customXml" Target="../ink/ink449.xml"/><Relationship Id="rId30" Type="http://schemas.openxmlformats.org/officeDocument/2006/relationships/customXml" Target="../ink/ink457.xml"/><Relationship Id="rId35" Type="http://schemas.openxmlformats.org/officeDocument/2006/relationships/image" Target="../media/image459.png"/><Relationship Id="rId56" Type="http://schemas.openxmlformats.org/officeDocument/2006/relationships/customXml" Target="../ink/ink470.xml"/><Relationship Id="rId77" Type="http://schemas.openxmlformats.org/officeDocument/2006/relationships/image" Target="../media/image480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03.xml"/><Relationship Id="rId21" Type="http://schemas.openxmlformats.org/officeDocument/2006/relationships/image" Target="../media/image498.png"/><Relationship Id="rId42" Type="http://schemas.openxmlformats.org/officeDocument/2006/relationships/customXml" Target="../ink/ink511.xml"/><Relationship Id="rId47" Type="http://schemas.openxmlformats.org/officeDocument/2006/relationships/image" Target="../media/image511.png"/><Relationship Id="rId63" Type="http://schemas.openxmlformats.org/officeDocument/2006/relationships/image" Target="../media/image519.png"/><Relationship Id="rId68" Type="http://schemas.openxmlformats.org/officeDocument/2006/relationships/customXml" Target="../ink/ink524.xml"/><Relationship Id="rId16" Type="http://schemas.openxmlformats.org/officeDocument/2006/relationships/customXml" Target="../ink/ink498.xml"/><Relationship Id="rId11" Type="http://schemas.openxmlformats.org/officeDocument/2006/relationships/image" Target="../media/image494.png"/><Relationship Id="rId24" Type="http://schemas.openxmlformats.org/officeDocument/2006/relationships/customXml" Target="../ink/ink502.xml"/><Relationship Id="rId32" Type="http://schemas.openxmlformats.org/officeDocument/2006/relationships/customXml" Target="../ink/ink506.xml"/><Relationship Id="rId37" Type="http://schemas.openxmlformats.org/officeDocument/2006/relationships/image" Target="../media/image506.png"/><Relationship Id="rId40" Type="http://schemas.openxmlformats.org/officeDocument/2006/relationships/customXml" Target="../ink/ink510.xml"/><Relationship Id="rId45" Type="http://schemas.openxmlformats.org/officeDocument/2006/relationships/image" Target="../media/image510.png"/><Relationship Id="rId53" Type="http://schemas.openxmlformats.org/officeDocument/2006/relationships/image" Target="../media/image514.png"/><Relationship Id="rId58" Type="http://schemas.openxmlformats.org/officeDocument/2006/relationships/customXml" Target="../ink/ink519.xml"/><Relationship Id="rId66" Type="http://schemas.openxmlformats.org/officeDocument/2006/relationships/customXml" Target="../ink/ink523.xml"/><Relationship Id="rId74" Type="http://schemas.openxmlformats.org/officeDocument/2006/relationships/customXml" Target="../ink/ink527.xml"/><Relationship Id="rId79" Type="http://schemas.openxmlformats.org/officeDocument/2006/relationships/image" Target="../media/image527.png"/><Relationship Id="rId5" Type="http://schemas.openxmlformats.org/officeDocument/2006/relationships/image" Target="../media/image491.png"/><Relationship Id="rId61" Type="http://schemas.openxmlformats.org/officeDocument/2006/relationships/image" Target="../media/image518.png"/><Relationship Id="rId19" Type="http://schemas.openxmlformats.org/officeDocument/2006/relationships/image" Target="../media/image497.png"/><Relationship Id="rId14" Type="http://schemas.openxmlformats.org/officeDocument/2006/relationships/customXml" Target="../ink/ink497.xml"/><Relationship Id="rId22" Type="http://schemas.openxmlformats.org/officeDocument/2006/relationships/customXml" Target="../ink/ink501.xml"/><Relationship Id="rId27" Type="http://schemas.openxmlformats.org/officeDocument/2006/relationships/image" Target="../media/image501.png"/><Relationship Id="rId30" Type="http://schemas.openxmlformats.org/officeDocument/2006/relationships/customXml" Target="../ink/ink505.xml"/><Relationship Id="rId35" Type="http://schemas.openxmlformats.org/officeDocument/2006/relationships/image" Target="../media/image505.png"/><Relationship Id="rId43" Type="http://schemas.openxmlformats.org/officeDocument/2006/relationships/image" Target="../media/image509.png"/><Relationship Id="rId48" Type="http://schemas.openxmlformats.org/officeDocument/2006/relationships/customXml" Target="../ink/ink514.xml"/><Relationship Id="rId56" Type="http://schemas.openxmlformats.org/officeDocument/2006/relationships/customXml" Target="../ink/ink518.xml"/><Relationship Id="rId64" Type="http://schemas.openxmlformats.org/officeDocument/2006/relationships/customXml" Target="../ink/ink522.xml"/><Relationship Id="rId69" Type="http://schemas.openxmlformats.org/officeDocument/2006/relationships/image" Target="../media/image522.png"/><Relationship Id="rId77" Type="http://schemas.openxmlformats.org/officeDocument/2006/relationships/image" Target="../media/image526.png"/><Relationship Id="rId8" Type="http://schemas.openxmlformats.org/officeDocument/2006/relationships/customXml" Target="../ink/ink494.xml"/><Relationship Id="rId51" Type="http://schemas.openxmlformats.org/officeDocument/2006/relationships/image" Target="../media/image513.png"/><Relationship Id="rId72" Type="http://schemas.openxmlformats.org/officeDocument/2006/relationships/customXml" Target="../ink/ink526.xml"/><Relationship Id="rId3" Type="http://schemas.openxmlformats.org/officeDocument/2006/relationships/image" Target="../media/image490.png"/><Relationship Id="rId12" Type="http://schemas.openxmlformats.org/officeDocument/2006/relationships/customXml" Target="../ink/ink496.xml"/><Relationship Id="rId17" Type="http://schemas.openxmlformats.org/officeDocument/2006/relationships/image" Target="../media/image496.png"/><Relationship Id="rId25" Type="http://schemas.openxmlformats.org/officeDocument/2006/relationships/image" Target="../media/image500.png"/><Relationship Id="rId33" Type="http://schemas.openxmlformats.org/officeDocument/2006/relationships/image" Target="../media/image504.png"/><Relationship Id="rId38" Type="http://schemas.openxmlformats.org/officeDocument/2006/relationships/customXml" Target="../ink/ink509.xml"/><Relationship Id="rId46" Type="http://schemas.openxmlformats.org/officeDocument/2006/relationships/customXml" Target="../ink/ink513.xml"/><Relationship Id="rId59" Type="http://schemas.openxmlformats.org/officeDocument/2006/relationships/image" Target="../media/image517.png"/><Relationship Id="rId67" Type="http://schemas.openxmlformats.org/officeDocument/2006/relationships/image" Target="../media/image521.png"/><Relationship Id="rId20" Type="http://schemas.openxmlformats.org/officeDocument/2006/relationships/customXml" Target="../ink/ink500.xml"/><Relationship Id="rId41" Type="http://schemas.openxmlformats.org/officeDocument/2006/relationships/image" Target="../media/image508.png"/><Relationship Id="rId54" Type="http://schemas.openxmlformats.org/officeDocument/2006/relationships/customXml" Target="../ink/ink517.xml"/><Relationship Id="rId62" Type="http://schemas.openxmlformats.org/officeDocument/2006/relationships/customXml" Target="../ink/ink521.xml"/><Relationship Id="rId70" Type="http://schemas.openxmlformats.org/officeDocument/2006/relationships/customXml" Target="../ink/ink525.xml"/><Relationship Id="rId75" Type="http://schemas.openxmlformats.org/officeDocument/2006/relationships/image" Target="../media/image52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93.xml"/><Relationship Id="rId15" Type="http://schemas.openxmlformats.org/officeDocument/2006/relationships/image" Target="../media/image495.png"/><Relationship Id="rId23" Type="http://schemas.openxmlformats.org/officeDocument/2006/relationships/image" Target="../media/image499.png"/><Relationship Id="rId28" Type="http://schemas.openxmlformats.org/officeDocument/2006/relationships/customXml" Target="../ink/ink504.xml"/><Relationship Id="rId36" Type="http://schemas.openxmlformats.org/officeDocument/2006/relationships/customXml" Target="../ink/ink508.xml"/><Relationship Id="rId49" Type="http://schemas.openxmlformats.org/officeDocument/2006/relationships/image" Target="../media/image512.png"/><Relationship Id="rId57" Type="http://schemas.openxmlformats.org/officeDocument/2006/relationships/image" Target="../media/image516.png"/><Relationship Id="rId10" Type="http://schemas.openxmlformats.org/officeDocument/2006/relationships/customXml" Target="../ink/ink495.xml"/><Relationship Id="rId31" Type="http://schemas.openxmlformats.org/officeDocument/2006/relationships/image" Target="../media/image503.png"/><Relationship Id="rId44" Type="http://schemas.openxmlformats.org/officeDocument/2006/relationships/customXml" Target="../ink/ink512.xml"/><Relationship Id="rId52" Type="http://schemas.openxmlformats.org/officeDocument/2006/relationships/customXml" Target="../ink/ink516.xml"/><Relationship Id="rId60" Type="http://schemas.openxmlformats.org/officeDocument/2006/relationships/customXml" Target="../ink/ink520.xml"/><Relationship Id="rId65" Type="http://schemas.openxmlformats.org/officeDocument/2006/relationships/image" Target="../media/image520.png"/><Relationship Id="rId73" Type="http://schemas.openxmlformats.org/officeDocument/2006/relationships/image" Target="../media/image524.png"/><Relationship Id="rId78" Type="http://schemas.openxmlformats.org/officeDocument/2006/relationships/customXml" Target="../ink/ink529.xml"/><Relationship Id="rId4" Type="http://schemas.openxmlformats.org/officeDocument/2006/relationships/customXml" Target="../ink/ink492.xml"/><Relationship Id="rId9" Type="http://schemas.openxmlformats.org/officeDocument/2006/relationships/image" Target="../media/image493.png"/><Relationship Id="rId13" Type="http://schemas.openxmlformats.org/officeDocument/2006/relationships/image" Target="../media/image487.png"/><Relationship Id="rId18" Type="http://schemas.openxmlformats.org/officeDocument/2006/relationships/customXml" Target="../ink/ink499.xml"/><Relationship Id="rId39" Type="http://schemas.openxmlformats.org/officeDocument/2006/relationships/image" Target="../media/image507.png"/><Relationship Id="rId34" Type="http://schemas.openxmlformats.org/officeDocument/2006/relationships/customXml" Target="../ink/ink507.xml"/><Relationship Id="rId50" Type="http://schemas.openxmlformats.org/officeDocument/2006/relationships/customXml" Target="../ink/ink515.xml"/><Relationship Id="rId55" Type="http://schemas.openxmlformats.org/officeDocument/2006/relationships/image" Target="../media/image515.png"/><Relationship Id="rId76" Type="http://schemas.openxmlformats.org/officeDocument/2006/relationships/customXml" Target="../ink/ink528.xml"/><Relationship Id="rId7" Type="http://schemas.openxmlformats.org/officeDocument/2006/relationships/image" Target="../media/image492.png"/><Relationship Id="rId71" Type="http://schemas.openxmlformats.org/officeDocument/2006/relationships/image" Target="../media/image523.png"/><Relationship Id="rId2" Type="http://schemas.openxmlformats.org/officeDocument/2006/relationships/customXml" Target="../ink/ink491.xml"/><Relationship Id="rId29" Type="http://schemas.openxmlformats.org/officeDocument/2006/relationships/image" Target="../media/image502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3.png"/><Relationship Id="rId18" Type="http://schemas.openxmlformats.org/officeDocument/2006/relationships/customXml" Target="../ink/ink538.xml"/><Relationship Id="rId26" Type="http://schemas.openxmlformats.org/officeDocument/2006/relationships/customXml" Target="../ink/ink542.xml"/><Relationship Id="rId39" Type="http://schemas.openxmlformats.org/officeDocument/2006/relationships/image" Target="../media/image546.png"/><Relationship Id="rId21" Type="http://schemas.openxmlformats.org/officeDocument/2006/relationships/image" Target="../media/image537.png"/><Relationship Id="rId34" Type="http://schemas.openxmlformats.org/officeDocument/2006/relationships/customXml" Target="../ink/ink546.xml"/><Relationship Id="rId42" Type="http://schemas.openxmlformats.org/officeDocument/2006/relationships/customXml" Target="../ink/ink550.xml"/><Relationship Id="rId47" Type="http://schemas.openxmlformats.org/officeDocument/2006/relationships/image" Target="../media/image192.png"/><Relationship Id="rId7" Type="http://schemas.openxmlformats.org/officeDocument/2006/relationships/image" Target="../media/image530.png"/><Relationship Id="rId2" Type="http://schemas.openxmlformats.org/officeDocument/2006/relationships/customXml" Target="../ink/ink530.xml"/><Relationship Id="rId16" Type="http://schemas.openxmlformats.org/officeDocument/2006/relationships/customXml" Target="../ink/ink537.xml"/><Relationship Id="rId29" Type="http://schemas.openxmlformats.org/officeDocument/2006/relationships/image" Target="../media/image54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32.xml"/><Relationship Id="rId11" Type="http://schemas.openxmlformats.org/officeDocument/2006/relationships/image" Target="../media/image532.png"/><Relationship Id="rId24" Type="http://schemas.openxmlformats.org/officeDocument/2006/relationships/customXml" Target="../ink/ink541.xml"/><Relationship Id="rId32" Type="http://schemas.openxmlformats.org/officeDocument/2006/relationships/customXml" Target="../ink/ink545.xml"/><Relationship Id="rId37" Type="http://schemas.openxmlformats.org/officeDocument/2006/relationships/image" Target="../media/image545.png"/><Relationship Id="rId40" Type="http://schemas.openxmlformats.org/officeDocument/2006/relationships/customXml" Target="../ink/ink549.xml"/><Relationship Id="rId45" Type="http://schemas.openxmlformats.org/officeDocument/2006/relationships/image" Target="../media/image191.png"/><Relationship Id="rId5" Type="http://schemas.openxmlformats.org/officeDocument/2006/relationships/image" Target="../media/image529.png"/><Relationship Id="rId15" Type="http://schemas.openxmlformats.org/officeDocument/2006/relationships/image" Target="../media/image534.png"/><Relationship Id="rId23" Type="http://schemas.openxmlformats.org/officeDocument/2006/relationships/image" Target="../media/image538.png"/><Relationship Id="rId28" Type="http://schemas.openxmlformats.org/officeDocument/2006/relationships/customXml" Target="../ink/ink543.xml"/><Relationship Id="rId36" Type="http://schemas.openxmlformats.org/officeDocument/2006/relationships/customXml" Target="../ink/ink547.xml"/><Relationship Id="rId10" Type="http://schemas.openxmlformats.org/officeDocument/2006/relationships/customXml" Target="../ink/ink534.xml"/><Relationship Id="rId19" Type="http://schemas.openxmlformats.org/officeDocument/2006/relationships/image" Target="../media/image536.png"/><Relationship Id="rId31" Type="http://schemas.openxmlformats.org/officeDocument/2006/relationships/image" Target="../media/image542.png"/><Relationship Id="rId44" Type="http://schemas.openxmlformats.org/officeDocument/2006/relationships/customXml" Target="../ink/ink551.xml"/><Relationship Id="rId4" Type="http://schemas.openxmlformats.org/officeDocument/2006/relationships/customXml" Target="../ink/ink531.xml"/><Relationship Id="rId9" Type="http://schemas.openxmlformats.org/officeDocument/2006/relationships/image" Target="../media/image531.png"/><Relationship Id="rId14" Type="http://schemas.openxmlformats.org/officeDocument/2006/relationships/customXml" Target="../ink/ink536.xml"/><Relationship Id="rId22" Type="http://schemas.openxmlformats.org/officeDocument/2006/relationships/customXml" Target="../ink/ink540.xml"/><Relationship Id="rId27" Type="http://schemas.openxmlformats.org/officeDocument/2006/relationships/image" Target="../media/image540.png"/><Relationship Id="rId30" Type="http://schemas.openxmlformats.org/officeDocument/2006/relationships/customXml" Target="../ink/ink544.xml"/><Relationship Id="rId35" Type="http://schemas.openxmlformats.org/officeDocument/2006/relationships/image" Target="../media/image544.png"/><Relationship Id="rId43" Type="http://schemas.openxmlformats.org/officeDocument/2006/relationships/image" Target="../media/image548.png"/><Relationship Id="rId8" Type="http://schemas.openxmlformats.org/officeDocument/2006/relationships/customXml" Target="../ink/ink533.xml"/><Relationship Id="rId3" Type="http://schemas.openxmlformats.org/officeDocument/2006/relationships/image" Target="../media/image528.png"/><Relationship Id="rId12" Type="http://schemas.openxmlformats.org/officeDocument/2006/relationships/customXml" Target="../ink/ink535.xml"/><Relationship Id="rId17" Type="http://schemas.openxmlformats.org/officeDocument/2006/relationships/image" Target="../media/image535.png"/><Relationship Id="rId25" Type="http://schemas.openxmlformats.org/officeDocument/2006/relationships/image" Target="../media/image539.png"/><Relationship Id="rId33" Type="http://schemas.openxmlformats.org/officeDocument/2006/relationships/image" Target="../media/image543.png"/><Relationship Id="rId38" Type="http://schemas.openxmlformats.org/officeDocument/2006/relationships/customXml" Target="../ink/ink548.xml"/><Relationship Id="rId46" Type="http://schemas.openxmlformats.org/officeDocument/2006/relationships/customXml" Target="../ink/ink552.xml"/><Relationship Id="rId20" Type="http://schemas.openxmlformats.org/officeDocument/2006/relationships/customXml" Target="../ink/ink539.xml"/><Relationship Id="rId41" Type="http://schemas.openxmlformats.org/officeDocument/2006/relationships/image" Target="../media/image547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3.png"/><Relationship Id="rId18" Type="http://schemas.openxmlformats.org/officeDocument/2006/relationships/customXml" Target="../ink/ink559.xml"/><Relationship Id="rId26" Type="http://schemas.openxmlformats.org/officeDocument/2006/relationships/customXml" Target="../ink/ink563.xml"/><Relationship Id="rId3" Type="http://schemas.openxmlformats.org/officeDocument/2006/relationships/image" Target="../media/image567.png"/><Relationship Id="rId21" Type="http://schemas.openxmlformats.org/officeDocument/2006/relationships/image" Target="../media/image577.png"/><Relationship Id="rId34" Type="http://schemas.openxmlformats.org/officeDocument/2006/relationships/customXml" Target="../ink/ink567.xml"/><Relationship Id="rId7" Type="http://schemas.openxmlformats.org/officeDocument/2006/relationships/image" Target="../media/image570.png"/><Relationship Id="rId12" Type="http://schemas.openxmlformats.org/officeDocument/2006/relationships/customXml" Target="../ink/ink556.xml"/><Relationship Id="rId17" Type="http://schemas.openxmlformats.org/officeDocument/2006/relationships/image" Target="../media/image575.png"/><Relationship Id="rId25" Type="http://schemas.openxmlformats.org/officeDocument/2006/relationships/image" Target="../media/image579.png"/><Relationship Id="rId33" Type="http://schemas.openxmlformats.org/officeDocument/2006/relationships/image" Target="../media/image583.png"/><Relationship Id="rId2" Type="http://schemas.openxmlformats.org/officeDocument/2006/relationships/image" Target="../media/image566.png"/><Relationship Id="rId16" Type="http://schemas.openxmlformats.org/officeDocument/2006/relationships/customXml" Target="../ink/ink558.xml"/><Relationship Id="rId20" Type="http://schemas.openxmlformats.org/officeDocument/2006/relationships/customXml" Target="../ink/ink560.xml"/><Relationship Id="rId29" Type="http://schemas.openxmlformats.org/officeDocument/2006/relationships/image" Target="../media/image58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53.xml"/><Relationship Id="rId11" Type="http://schemas.openxmlformats.org/officeDocument/2006/relationships/image" Target="../media/image572.png"/><Relationship Id="rId24" Type="http://schemas.openxmlformats.org/officeDocument/2006/relationships/customXml" Target="../ink/ink562.xml"/><Relationship Id="rId32" Type="http://schemas.openxmlformats.org/officeDocument/2006/relationships/customXml" Target="../ink/ink566.xml"/><Relationship Id="rId5" Type="http://schemas.openxmlformats.org/officeDocument/2006/relationships/image" Target="../media/image569.png"/><Relationship Id="rId15" Type="http://schemas.openxmlformats.org/officeDocument/2006/relationships/image" Target="../media/image574.png"/><Relationship Id="rId23" Type="http://schemas.openxmlformats.org/officeDocument/2006/relationships/image" Target="../media/image578.png"/><Relationship Id="rId28" Type="http://schemas.openxmlformats.org/officeDocument/2006/relationships/customXml" Target="../ink/ink564.xml"/><Relationship Id="rId10" Type="http://schemas.openxmlformats.org/officeDocument/2006/relationships/customXml" Target="../ink/ink555.xml"/><Relationship Id="rId19" Type="http://schemas.openxmlformats.org/officeDocument/2006/relationships/image" Target="../media/image576.png"/><Relationship Id="rId31" Type="http://schemas.openxmlformats.org/officeDocument/2006/relationships/image" Target="../media/image582.png"/><Relationship Id="rId4" Type="http://schemas.openxmlformats.org/officeDocument/2006/relationships/image" Target="../media/image568.png"/><Relationship Id="rId9" Type="http://schemas.openxmlformats.org/officeDocument/2006/relationships/image" Target="../media/image571.png"/><Relationship Id="rId14" Type="http://schemas.openxmlformats.org/officeDocument/2006/relationships/customXml" Target="../ink/ink557.xml"/><Relationship Id="rId22" Type="http://schemas.openxmlformats.org/officeDocument/2006/relationships/customXml" Target="../ink/ink561.xml"/><Relationship Id="rId27" Type="http://schemas.openxmlformats.org/officeDocument/2006/relationships/image" Target="../media/image580.png"/><Relationship Id="rId30" Type="http://schemas.openxmlformats.org/officeDocument/2006/relationships/customXml" Target="../ink/ink565.xml"/><Relationship Id="rId35" Type="http://schemas.openxmlformats.org/officeDocument/2006/relationships/image" Target="../media/image584.png"/><Relationship Id="rId8" Type="http://schemas.openxmlformats.org/officeDocument/2006/relationships/customXml" Target="../ink/ink554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5.png"/><Relationship Id="rId18" Type="http://schemas.openxmlformats.org/officeDocument/2006/relationships/customXml" Target="../ink/ink576.xml"/><Relationship Id="rId26" Type="http://schemas.openxmlformats.org/officeDocument/2006/relationships/customXml" Target="../ink/ink580.xml"/><Relationship Id="rId3" Type="http://schemas.openxmlformats.org/officeDocument/2006/relationships/image" Target="../media/image550.png"/><Relationship Id="rId21" Type="http://schemas.openxmlformats.org/officeDocument/2006/relationships/image" Target="../media/image559.png"/><Relationship Id="rId7" Type="http://schemas.openxmlformats.org/officeDocument/2006/relationships/image" Target="../media/image552.png"/><Relationship Id="rId12" Type="http://schemas.openxmlformats.org/officeDocument/2006/relationships/customXml" Target="../ink/ink573.xml"/><Relationship Id="rId17" Type="http://schemas.openxmlformats.org/officeDocument/2006/relationships/image" Target="../media/image557.png"/><Relationship Id="rId25" Type="http://schemas.openxmlformats.org/officeDocument/2006/relationships/image" Target="../media/image561.png"/><Relationship Id="rId33" Type="http://schemas.openxmlformats.org/officeDocument/2006/relationships/image" Target="../media/image565.png"/><Relationship Id="rId2" Type="http://schemas.openxmlformats.org/officeDocument/2006/relationships/customXml" Target="../ink/ink568.xml"/><Relationship Id="rId16" Type="http://schemas.openxmlformats.org/officeDocument/2006/relationships/customXml" Target="../ink/ink575.xml"/><Relationship Id="rId20" Type="http://schemas.openxmlformats.org/officeDocument/2006/relationships/customXml" Target="../ink/ink577.xml"/><Relationship Id="rId29" Type="http://schemas.openxmlformats.org/officeDocument/2006/relationships/image" Target="../media/image56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70.xml"/><Relationship Id="rId11" Type="http://schemas.openxmlformats.org/officeDocument/2006/relationships/image" Target="../media/image554.png"/><Relationship Id="rId24" Type="http://schemas.openxmlformats.org/officeDocument/2006/relationships/customXml" Target="../ink/ink579.xml"/><Relationship Id="rId32" Type="http://schemas.openxmlformats.org/officeDocument/2006/relationships/customXml" Target="../ink/ink583.xml"/><Relationship Id="rId5" Type="http://schemas.openxmlformats.org/officeDocument/2006/relationships/image" Target="../media/image551.png"/><Relationship Id="rId15" Type="http://schemas.openxmlformats.org/officeDocument/2006/relationships/image" Target="../media/image556.png"/><Relationship Id="rId23" Type="http://schemas.openxmlformats.org/officeDocument/2006/relationships/image" Target="../media/image560.png"/><Relationship Id="rId28" Type="http://schemas.openxmlformats.org/officeDocument/2006/relationships/customXml" Target="../ink/ink581.xml"/><Relationship Id="rId10" Type="http://schemas.openxmlformats.org/officeDocument/2006/relationships/customXml" Target="../ink/ink572.xml"/><Relationship Id="rId19" Type="http://schemas.openxmlformats.org/officeDocument/2006/relationships/image" Target="../media/image558.png"/><Relationship Id="rId31" Type="http://schemas.openxmlformats.org/officeDocument/2006/relationships/image" Target="../media/image564.png"/><Relationship Id="rId4" Type="http://schemas.openxmlformats.org/officeDocument/2006/relationships/customXml" Target="../ink/ink569.xml"/><Relationship Id="rId9" Type="http://schemas.openxmlformats.org/officeDocument/2006/relationships/image" Target="../media/image553.png"/><Relationship Id="rId14" Type="http://schemas.openxmlformats.org/officeDocument/2006/relationships/customXml" Target="../ink/ink574.xml"/><Relationship Id="rId22" Type="http://schemas.openxmlformats.org/officeDocument/2006/relationships/customXml" Target="../ink/ink578.xml"/><Relationship Id="rId27" Type="http://schemas.openxmlformats.org/officeDocument/2006/relationships/image" Target="../media/image562.png"/><Relationship Id="rId30" Type="http://schemas.openxmlformats.org/officeDocument/2006/relationships/customXml" Target="../ink/ink582.xml"/><Relationship Id="rId8" Type="http://schemas.openxmlformats.org/officeDocument/2006/relationships/customXml" Target="../ink/ink57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5.png"/><Relationship Id="rId2" Type="http://schemas.openxmlformats.org/officeDocument/2006/relationships/customXml" Target="../ink/ink58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88.xml"/><Relationship Id="rId3" Type="http://schemas.openxmlformats.org/officeDocument/2006/relationships/image" Target="../media/image586.png"/><Relationship Id="rId7" Type="http://schemas.openxmlformats.org/officeDocument/2006/relationships/image" Target="../media/image588.png"/><Relationship Id="rId2" Type="http://schemas.openxmlformats.org/officeDocument/2006/relationships/customXml" Target="../ink/ink58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87.xml"/><Relationship Id="rId5" Type="http://schemas.openxmlformats.org/officeDocument/2006/relationships/image" Target="../media/image587.png"/><Relationship Id="rId4" Type="http://schemas.openxmlformats.org/officeDocument/2006/relationships/customXml" Target="../ink/ink586.xml"/><Relationship Id="rId9" Type="http://schemas.openxmlformats.org/officeDocument/2006/relationships/image" Target="../media/image589.png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01.xml"/><Relationship Id="rId21" Type="http://schemas.openxmlformats.org/officeDocument/2006/relationships/image" Target="../media/image599.png"/><Relationship Id="rId42" Type="http://schemas.openxmlformats.org/officeDocument/2006/relationships/customXml" Target="../ink/ink609.xml"/><Relationship Id="rId47" Type="http://schemas.openxmlformats.org/officeDocument/2006/relationships/image" Target="../media/image612.png"/><Relationship Id="rId63" Type="http://schemas.openxmlformats.org/officeDocument/2006/relationships/image" Target="../media/image620.png"/><Relationship Id="rId68" Type="http://schemas.openxmlformats.org/officeDocument/2006/relationships/customXml" Target="../ink/ink622.xml"/><Relationship Id="rId84" Type="http://schemas.openxmlformats.org/officeDocument/2006/relationships/customXml" Target="../ink/ink630.xml"/><Relationship Id="rId89" Type="http://schemas.openxmlformats.org/officeDocument/2006/relationships/image" Target="../media/image633.png"/><Relationship Id="rId16" Type="http://schemas.openxmlformats.org/officeDocument/2006/relationships/customXml" Target="../ink/ink596.xml"/><Relationship Id="rId11" Type="http://schemas.openxmlformats.org/officeDocument/2006/relationships/image" Target="../media/image594.png"/><Relationship Id="rId32" Type="http://schemas.openxmlformats.org/officeDocument/2006/relationships/customXml" Target="../ink/ink604.xml"/><Relationship Id="rId37" Type="http://schemas.openxmlformats.org/officeDocument/2006/relationships/image" Target="../media/image607.png"/><Relationship Id="rId53" Type="http://schemas.openxmlformats.org/officeDocument/2006/relationships/image" Target="../media/image615.png"/><Relationship Id="rId58" Type="http://schemas.openxmlformats.org/officeDocument/2006/relationships/customXml" Target="../ink/ink617.xml"/><Relationship Id="rId74" Type="http://schemas.openxmlformats.org/officeDocument/2006/relationships/customXml" Target="../ink/ink625.xml"/><Relationship Id="rId79" Type="http://schemas.openxmlformats.org/officeDocument/2006/relationships/image" Target="../media/image628.png"/><Relationship Id="rId5" Type="http://schemas.openxmlformats.org/officeDocument/2006/relationships/image" Target="../media/image591.png"/><Relationship Id="rId14" Type="http://schemas.openxmlformats.org/officeDocument/2006/relationships/customXml" Target="../ink/ink595.xml"/><Relationship Id="rId22" Type="http://schemas.openxmlformats.org/officeDocument/2006/relationships/customXml" Target="../ink/ink599.xml"/><Relationship Id="rId27" Type="http://schemas.openxmlformats.org/officeDocument/2006/relationships/image" Target="../media/image602.png"/><Relationship Id="rId30" Type="http://schemas.openxmlformats.org/officeDocument/2006/relationships/customXml" Target="../ink/ink603.xml"/><Relationship Id="rId35" Type="http://schemas.openxmlformats.org/officeDocument/2006/relationships/image" Target="../media/image606.png"/><Relationship Id="rId43" Type="http://schemas.openxmlformats.org/officeDocument/2006/relationships/image" Target="../media/image610.png"/><Relationship Id="rId48" Type="http://schemas.openxmlformats.org/officeDocument/2006/relationships/customXml" Target="../ink/ink612.xml"/><Relationship Id="rId56" Type="http://schemas.openxmlformats.org/officeDocument/2006/relationships/customXml" Target="../ink/ink616.xml"/><Relationship Id="rId64" Type="http://schemas.openxmlformats.org/officeDocument/2006/relationships/customXml" Target="../ink/ink620.xml"/><Relationship Id="rId69" Type="http://schemas.openxmlformats.org/officeDocument/2006/relationships/image" Target="../media/image623.png"/><Relationship Id="rId77" Type="http://schemas.openxmlformats.org/officeDocument/2006/relationships/image" Target="../media/image627.png"/><Relationship Id="rId8" Type="http://schemas.openxmlformats.org/officeDocument/2006/relationships/customXml" Target="../ink/ink592.xml"/><Relationship Id="rId51" Type="http://schemas.openxmlformats.org/officeDocument/2006/relationships/image" Target="../media/image614.png"/><Relationship Id="rId72" Type="http://schemas.openxmlformats.org/officeDocument/2006/relationships/customXml" Target="../ink/ink624.xml"/><Relationship Id="rId80" Type="http://schemas.openxmlformats.org/officeDocument/2006/relationships/customXml" Target="../ink/ink628.xml"/><Relationship Id="rId85" Type="http://schemas.openxmlformats.org/officeDocument/2006/relationships/image" Target="../media/image631.png"/><Relationship Id="rId3" Type="http://schemas.openxmlformats.org/officeDocument/2006/relationships/image" Target="../media/image590.png"/><Relationship Id="rId12" Type="http://schemas.openxmlformats.org/officeDocument/2006/relationships/customXml" Target="../ink/ink594.xml"/><Relationship Id="rId17" Type="http://schemas.openxmlformats.org/officeDocument/2006/relationships/image" Target="../media/image597.png"/><Relationship Id="rId25" Type="http://schemas.openxmlformats.org/officeDocument/2006/relationships/image" Target="../media/image601.png"/><Relationship Id="rId33" Type="http://schemas.openxmlformats.org/officeDocument/2006/relationships/image" Target="../media/image605.png"/><Relationship Id="rId38" Type="http://schemas.openxmlformats.org/officeDocument/2006/relationships/customXml" Target="../ink/ink607.xml"/><Relationship Id="rId46" Type="http://schemas.openxmlformats.org/officeDocument/2006/relationships/customXml" Target="../ink/ink611.xml"/><Relationship Id="rId59" Type="http://schemas.openxmlformats.org/officeDocument/2006/relationships/image" Target="../media/image618.png"/><Relationship Id="rId67" Type="http://schemas.openxmlformats.org/officeDocument/2006/relationships/image" Target="../media/image622.png"/><Relationship Id="rId20" Type="http://schemas.openxmlformats.org/officeDocument/2006/relationships/customXml" Target="../ink/ink598.xml"/><Relationship Id="rId41" Type="http://schemas.openxmlformats.org/officeDocument/2006/relationships/image" Target="../media/image609.png"/><Relationship Id="rId54" Type="http://schemas.openxmlformats.org/officeDocument/2006/relationships/customXml" Target="../ink/ink615.xml"/><Relationship Id="rId62" Type="http://schemas.openxmlformats.org/officeDocument/2006/relationships/customXml" Target="../ink/ink619.xml"/><Relationship Id="rId70" Type="http://schemas.openxmlformats.org/officeDocument/2006/relationships/customXml" Target="../ink/ink623.xml"/><Relationship Id="rId75" Type="http://schemas.openxmlformats.org/officeDocument/2006/relationships/image" Target="../media/image626.png"/><Relationship Id="rId83" Type="http://schemas.openxmlformats.org/officeDocument/2006/relationships/image" Target="../media/image630.png"/><Relationship Id="rId88" Type="http://schemas.openxmlformats.org/officeDocument/2006/relationships/customXml" Target="../ink/ink63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91.xml"/><Relationship Id="rId15" Type="http://schemas.openxmlformats.org/officeDocument/2006/relationships/image" Target="../media/image596.png"/><Relationship Id="rId23" Type="http://schemas.openxmlformats.org/officeDocument/2006/relationships/image" Target="../media/image600.png"/><Relationship Id="rId28" Type="http://schemas.openxmlformats.org/officeDocument/2006/relationships/customXml" Target="../ink/ink602.xml"/><Relationship Id="rId36" Type="http://schemas.openxmlformats.org/officeDocument/2006/relationships/customXml" Target="../ink/ink606.xml"/><Relationship Id="rId49" Type="http://schemas.openxmlformats.org/officeDocument/2006/relationships/image" Target="../media/image613.png"/><Relationship Id="rId57" Type="http://schemas.openxmlformats.org/officeDocument/2006/relationships/image" Target="../media/image617.png"/><Relationship Id="rId10" Type="http://schemas.openxmlformats.org/officeDocument/2006/relationships/customXml" Target="../ink/ink593.xml"/><Relationship Id="rId31" Type="http://schemas.openxmlformats.org/officeDocument/2006/relationships/image" Target="../media/image604.png"/><Relationship Id="rId44" Type="http://schemas.openxmlformats.org/officeDocument/2006/relationships/customXml" Target="../ink/ink610.xml"/><Relationship Id="rId52" Type="http://schemas.openxmlformats.org/officeDocument/2006/relationships/customXml" Target="../ink/ink614.xml"/><Relationship Id="rId60" Type="http://schemas.openxmlformats.org/officeDocument/2006/relationships/customXml" Target="../ink/ink618.xml"/><Relationship Id="rId65" Type="http://schemas.openxmlformats.org/officeDocument/2006/relationships/image" Target="../media/image621.png"/><Relationship Id="rId73" Type="http://schemas.openxmlformats.org/officeDocument/2006/relationships/image" Target="../media/image625.png"/><Relationship Id="rId78" Type="http://schemas.openxmlformats.org/officeDocument/2006/relationships/customXml" Target="../ink/ink627.xml"/><Relationship Id="rId81" Type="http://schemas.openxmlformats.org/officeDocument/2006/relationships/image" Target="../media/image629.png"/><Relationship Id="rId86" Type="http://schemas.openxmlformats.org/officeDocument/2006/relationships/customXml" Target="../ink/ink631.xml"/><Relationship Id="rId4" Type="http://schemas.openxmlformats.org/officeDocument/2006/relationships/customXml" Target="../ink/ink590.xml"/><Relationship Id="rId9" Type="http://schemas.openxmlformats.org/officeDocument/2006/relationships/image" Target="../media/image593.png"/><Relationship Id="rId13" Type="http://schemas.openxmlformats.org/officeDocument/2006/relationships/image" Target="../media/image595.png"/><Relationship Id="rId18" Type="http://schemas.openxmlformats.org/officeDocument/2006/relationships/customXml" Target="../ink/ink597.xml"/><Relationship Id="rId39" Type="http://schemas.openxmlformats.org/officeDocument/2006/relationships/image" Target="../media/image608.png"/><Relationship Id="rId34" Type="http://schemas.openxmlformats.org/officeDocument/2006/relationships/customXml" Target="../ink/ink605.xml"/><Relationship Id="rId50" Type="http://schemas.openxmlformats.org/officeDocument/2006/relationships/customXml" Target="../ink/ink613.xml"/><Relationship Id="rId55" Type="http://schemas.openxmlformats.org/officeDocument/2006/relationships/image" Target="../media/image616.png"/><Relationship Id="rId76" Type="http://schemas.openxmlformats.org/officeDocument/2006/relationships/customXml" Target="../ink/ink626.xml"/><Relationship Id="rId7" Type="http://schemas.openxmlformats.org/officeDocument/2006/relationships/image" Target="../media/image592.png"/><Relationship Id="rId71" Type="http://schemas.openxmlformats.org/officeDocument/2006/relationships/image" Target="../media/image624.png"/><Relationship Id="rId2" Type="http://schemas.openxmlformats.org/officeDocument/2006/relationships/customXml" Target="../ink/ink589.xml"/><Relationship Id="rId29" Type="http://schemas.openxmlformats.org/officeDocument/2006/relationships/image" Target="../media/image603.png"/><Relationship Id="rId24" Type="http://schemas.openxmlformats.org/officeDocument/2006/relationships/customXml" Target="../ink/ink600.xml"/><Relationship Id="rId40" Type="http://schemas.openxmlformats.org/officeDocument/2006/relationships/customXml" Target="../ink/ink608.xml"/><Relationship Id="rId45" Type="http://schemas.openxmlformats.org/officeDocument/2006/relationships/image" Target="../media/image611.png"/><Relationship Id="rId66" Type="http://schemas.openxmlformats.org/officeDocument/2006/relationships/customXml" Target="../ink/ink621.xml"/><Relationship Id="rId87" Type="http://schemas.openxmlformats.org/officeDocument/2006/relationships/image" Target="../media/image632.png"/><Relationship Id="rId61" Type="http://schemas.openxmlformats.org/officeDocument/2006/relationships/image" Target="../media/image619.png"/><Relationship Id="rId82" Type="http://schemas.openxmlformats.org/officeDocument/2006/relationships/customXml" Target="../ink/ink629.xml"/><Relationship Id="rId19" Type="http://schemas.openxmlformats.org/officeDocument/2006/relationships/image" Target="../media/image59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6.xml"/><Relationship Id="rId13" Type="http://schemas.openxmlformats.org/officeDocument/2006/relationships/image" Target="../media/image639.png"/><Relationship Id="rId18" Type="http://schemas.openxmlformats.org/officeDocument/2006/relationships/customXml" Target="../ink/ink641.xml"/><Relationship Id="rId3" Type="http://schemas.openxmlformats.org/officeDocument/2006/relationships/image" Target="../media/image634.png"/><Relationship Id="rId21" Type="http://schemas.openxmlformats.org/officeDocument/2006/relationships/image" Target="../media/image643.png"/><Relationship Id="rId7" Type="http://schemas.openxmlformats.org/officeDocument/2006/relationships/image" Target="../media/image636.png"/><Relationship Id="rId12" Type="http://schemas.openxmlformats.org/officeDocument/2006/relationships/customXml" Target="../ink/ink638.xml"/><Relationship Id="rId17" Type="http://schemas.openxmlformats.org/officeDocument/2006/relationships/image" Target="../media/image641.png"/><Relationship Id="rId2" Type="http://schemas.openxmlformats.org/officeDocument/2006/relationships/customXml" Target="../ink/ink633.xml"/><Relationship Id="rId16" Type="http://schemas.openxmlformats.org/officeDocument/2006/relationships/customXml" Target="../ink/ink640.xml"/><Relationship Id="rId20" Type="http://schemas.openxmlformats.org/officeDocument/2006/relationships/customXml" Target="../ink/ink64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35.xml"/><Relationship Id="rId11" Type="http://schemas.openxmlformats.org/officeDocument/2006/relationships/image" Target="../media/image638.png"/><Relationship Id="rId5" Type="http://schemas.openxmlformats.org/officeDocument/2006/relationships/image" Target="../media/image635.png"/><Relationship Id="rId15" Type="http://schemas.openxmlformats.org/officeDocument/2006/relationships/image" Target="../media/image640.png"/><Relationship Id="rId10" Type="http://schemas.openxmlformats.org/officeDocument/2006/relationships/customXml" Target="../ink/ink637.xml"/><Relationship Id="rId19" Type="http://schemas.openxmlformats.org/officeDocument/2006/relationships/image" Target="../media/image642.png"/><Relationship Id="rId4" Type="http://schemas.openxmlformats.org/officeDocument/2006/relationships/customXml" Target="../ink/ink634.xml"/><Relationship Id="rId9" Type="http://schemas.openxmlformats.org/officeDocument/2006/relationships/image" Target="../media/image637.png"/><Relationship Id="rId14" Type="http://schemas.openxmlformats.org/officeDocument/2006/relationships/customXml" Target="../ink/ink639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9.png"/><Relationship Id="rId18" Type="http://schemas.openxmlformats.org/officeDocument/2006/relationships/customXml" Target="../ink/ink651.xml"/><Relationship Id="rId26" Type="http://schemas.openxmlformats.org/officeDocument/2006/relationships/customXml" Target="../ink/ink655.xml"/><Relationship Id="rId39" Type="http://schemas.openxmlformats.org/officeDocument/2006/relationships/image" Target="../media/image662.png"/><Relationship Id="rId21" Type="http://schemas.openxmlformats.org/officeDocument/2006/relationships/image" Target="../media/image653.png"/><Relationship Id="rId34" Type="http://schemas.openxmlformats.org/officeDocument/2006/relationships/customXml" Target="../ink/ink659.xml"/><Relationship Id="rId42" Type="http://schemas.openxmlformats.org/officeDocument/2006/relationships/customXml" Target="../ink/ink663.xml"/><Relationship Id="rId47" Type="http://schemas.openxmlformats.org/officeDocument/2006/relationships/image" Target="../media/image666.png"/><Relationship Id="rId50" Type="http://schemas.openxmlformats.org/officeDocument/2006/relationships/customXml" Target="../ink/ink667.xml"/><Relationship Id="rId55" Type="http://schemas.openxmlformats.org/officeDocument/2006/relationships/image" Target="../media/image670.png"/><Relationship Id="rId7" Type="http://schemas.openxmlformats.org/officeDocument/2006/relationships/image" Target="../media/image646.png"/><Relationship Id="rId2" Type="http://schemas.openxmlformats.org/officeDocument/2006/relationships/customXml" Target="../ink/ink643.xml"/><Relationship Id="rId16" Type="http://schemas.openxmlformats.org/officeDocument/2006/relationships/customXml" Target="../ink/ink650.xml"/><Relationship Id="rId29" Type="http://schemas.openxmlformats.org/officeDocument/2006/relationships/image" Target="../media/image657.png"/><Relationship Id="rId11" Type="http://schemas.openxmlformats.org/officeDocument/2006/relationships/image" Target="../media/image648.png"/><Relationship Id="rId24" Type="http://schemas.openxmlformats.org/officeDocument/2006/relationships/customXml" Target="../ink/ink654.xml"/><Relationship Id="rId32" Type="http://schemas.openxmlformats.org/officeDocument/2006/relationships/customXml" Target="../ink/ink658.xml"/><Relationship Id="rId37" Type="http://schemas.openxmlformats.org/officeDocument/2006/relationships/image" Target="../media/image661.png"/><Relationship Id="rId40" Type="http://schemas.openxmlformats.org/officeDocument/2006/relationships/customXml" Target="../ink/ink662.xml"/><Relationship Id="rId45" Type="http://schemas.openxmlformats.org/officeDocument/2006/relationships/image" Target="../media/image665.png"/><Relationship Id="rId53" Type="http://schemas.openxmlformats.org/officeDocument/2006/relationships/image" Target="../media/image669.png"/><Relationship Id="rId5" Type="http://schemas.openxmlformats.org/officeDocument/2006/relationships/image" Target="../media/image645.png"/><Relationship Id="rId10" Type="http://schemas.openxmlformats.org/officeDocument/2006/relationships/customXml" Target="../ink/ink647.xml"/><Relationship Id="rId19" Type="http://schemas.openxmlformats.org/officeDocument/2006/relationships/image" Target="../media/image652.png"/><Relationship Id="rId31" Type="http://schemas.openxmlformats.org/officeDocument/2006/relationships/image" Target="../media/image658.png"/><Relationship Id="rId44" Type="http://schemas.openxmlformats.org/officeDocument/2006/relationships/customXml" Target="../ink/ink664.xml"/><Relationship Id="rId52" Type="http://schemas.openxmlformats.org/officeDocument/2006/relationships/customXml" Target="../ink/ink668.xml"/><Relationship Id="rId4" Type="http://schemas.openxmlformats.org/officeDocument/2006/relationships/customXml" Target="../ink/ink644.xml"/><Relationship Id="rId9" Type="http://schemas.openxmlformats.org/officeDocument/2006/relationships/image" Target="../media/image647.png"/><Relationship Id="rId14" Type="http://schemas.openxmlformats.org/officeDocument/2006/relationships/customXml" Target="../ink/ink649.xml"/><Relationship Id="rId22" Type="http://schemas.openxmlformats.org/officeDocument/2006/relationships/customXml" Target="../ink/ink653.xml"/><Relationship Id="rId27" Type="http://schemas.openxmlformats.org/officeDocument/2006/relationships/image" Target="../media/image656.png"/><Relationship Id="rId30" Type="http://schemas.openxmlformats.org/officeDocument/2006/relationships/customXml" Target="../ink/ink657.xml"/><Relationship Id="rId35" Type="http://schemas.openxmlformats.org/officeDocument/2006/relationships/image" Target="../media/image660.png"/><Relationship Id="rId43" Type="http://schemas.openxmlformats.org/officeDocument/2006/relationships/image" Target="../media/image664.png"/><Relationship Id="rId48" Type="http://schemas.openxmlformats.org/officeDocument/2006/relationships/customXml" Target="../ink/ink666.xml"/><Relationship Id="rId8" Type="http://schemas.openxmlformats.org/officeDocument/2006/relationships/customXml" Target="../ink/ink646.xml"/><Relationship Id="rId51" Type="http://schemas.openxmlformats.org/officeDocument/2006/relationships/image" Target="../media/image668.png"/><Relationship Id="rId3" Type="http://schemas.openxmlformats.org/officeDocument/2006/relationships/image" Target="../media/image644.png"/><Relationship Id="rId12" Type="http://schemas.openxmlformats.org/officeDocument/2006/relationships/customXml" Target="../ink/ink648.xml"/><Relationship Id="rId17" Type="http://schemas.openxmlformats.org/officeDocument/2006/relationships/image" Target="../media/image651.png"/><Relationship Id="rId25" Type="http://schemas.openxmlformats.org/officeDocument/2006/relationships/image" Target="../media/image655.png"/><Relationship Id="rId33" Type="http://schemas.openxmlformats.org/officeDocument/2006/relationships/image" Target="../media/image659.png"/><Relationship Id="rId38" Type="http://schemas.openxmlformats.org/officeDocument/2006/relationships/customXml" Target="../ink/ink661.xml"/><Relationship Id="rId46" Type="http://schemas.openxmlformats.org/officeDocument/2006/relationships/customXml" Target="../ink/ink665.xml"/><Relationship Id="rId20" Type="http://schemas.openxmlformats.org/officeDocument/2006/relationships/customXml" Target="../ink/ink652.xml"/><Relationship Id="rId41" Type="http://schemas.openxmlformats.org/officeDocument/2006/relationships/image" Target="../media/image663.png"/><Relationship Id="rId54" Type="http://schemas.openxmlformats.org/officeDocument/2006/relationships/customXml" Target="../ink/ink66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45.xml"/><Relationship Id="rId15" Type="http://schemas.openxmlformats.org/officeDocument/2006/relationships/image" Target="../media/image650.png"/><Relationship Id="rId23" Type="http://schemas.openxmlformats.org/officeDocument/2006/relationships/image" Target="../media/image654.png"/><Relationship Id="rId28" Type="http://schemas.openxmlformats.org/officeDocument/2006/relationships/customXml" Target="../ink/ink656.xml"/><Relationship Id="rId36" Type="http://schemas.openxmlformats.org/officeDocument/2006/relationships/customXml" Target="../ink/ink660.xml"/><Relationship Id="rId49" Type="http://schemas.openxmlformats.org/officeDocument/2006/relationships/image" Target="../media/image667.png"/></Relationships>
</file>

<file path=ppt/slides/_rels/slide3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82.xml"/><Relationship Id="rId21" Type="http://schemas.openxmlformats.org/officeDocument/2006/relationships/image" Target="../media/image680.png"/><Relationship Id="rId34" Type="http://schemas.openxmlformats.org/officeDocument/2006/relationships/customXml" Target="../ink/ink686.xml"/><Relationship Id="rId42" Type="http://schemas.openxmlformats.org/officeDocument/2006/relationships/customXml" Target="../ink/ink690.xml"/><Relationship Id="rId47" Type="http://schemas.openxmlformats.org/officeDocument/2006/relationships/image" Target="../media/image693.png"/><Relationship Id="rId50" Type="http://schemas.openxmlformats.org/officeDocument/2006/relationships/customXml" Target="../ink/ink694.xml"/><Relationship Id="rId55" Type="http://schemas.openxmlformats.org/officeDocument/2006/relationships/image" Target="../media/image697.png"/><Relationship Id="rId63" Type="http://schemas.openxmlformats.org/officeDocument/2006/relationships/image" Target="../media/image701.png"/><Relationship Id="rId7" Type="http://schemas.openxmlformats.org/officeDocument/2006/relationships/image" Target="../media/image673.png"/><Relationship Id="rId2" Type="http://schemas.openxmlformats.org/officeDocument/2006/relationships/customXml" Target="../ink/ink670.xml"/><Relationship Id="rId16" Type="http://schemas.openxmlformats.org/officeDocument/2006/relationships/customXml" Target="../ink/ink677.xml"/><Relationship Id="rId29" Type="http://schemas.openxmlformats.org/officeDocument/2006/relationships/image" Target="../media/image684.png"/><Relationship Id="rId11" Type="http://schemas.openxmlformats.org/officeDocument/2006/relationships/image" Target="../media/image675.png"/><Relationship Id="rId24" Type="http://schemas.openxmlformats.org/officeDocument/2006/relationships/customXml" Target="../ink/ink681.xml"/><Relationship Id="rId32" Type="http://schemas.openxmlformats.org/officeDocument/2006/relationships/customXml" Target="../ink/ink685.xml"/><Relationship Id="rId37" Type="http://schemas.openxmlformats.org/officeDocument/2006/relationships/image" Target="../media/image688.png"/><Relationship Id="rId40" Type="http://schemas.openxmlformats.org/officeDocument/2006/relationships/customXml" Target="../ink/ink689.xml"/><Relationship Id="rId45" Type="http://schemas.openxmlformats.org/officeDocument/2006/relationships/image" Target="../media/image692.png"/><Relationship Id="rId53" Type="http://schemas.openxmlformats.org/officeDocument/2006/relationships/image" Target="../media/image696.png"/><Relationship Id="rId58" Type="http://schemas.openxmlformats.org/officeDocument/2006/relationships/customXml" Target="../ink/ink698.xml"/><Relationship Id="rId66" Type="http://schemas.openxmlformats.org/officeDocument/2006/relationships/customXml" Target="../ink/ink702.xml"/><Relationship Id="rId5" Type="http://schemas.openxmlformats.org/officeDocument/2006/relationships/image" Target="../media/image672.png"/><Relationship Id="rId61" Type="http://schemas.openxmlformats.org/officeDocument/2006/relationships/image" Target="../media/image700.png"/><Relationship Id="rId19" Type="http://schemas.openxmlformats.org/officeDocument/2006/relationships/image" Target="../media/image679.png"/><Relationship Id="rId14" Type="http://schemas.openxmlformats.org/officeDocument/2006/relationships/customXml" Target="../ink/ink676.xml"/><Relationship Id="rId22" Type="http://schemas.openxmlformats.org/officeDocument/2006/relationships/customXml" Target="../ink/ink680.xml"/><Relationship Id="rId27" Type="http://schemas.openxmlformats.org/officeDocument/2006/relationships/image" Target="../media/image683.png"/><Relationship Id="rId30" Type="http://schemas.openxmlformats.org/officeDocument/2006/relationships/customXml" Target="../ink/ink684.xml"/><Relationship Id="rId35" Type="http://schemas.openxmlformats.org/officeDocument/2006/relationships/image" Target="../media/image687.png"/><Relationship Id="rId43" Type="http://schemas.openxmlformats.org/officeDocument/2006/relationships/image" Target="../media/image691.png"/><Relationship Id="rId48" Type="http://schemas.openxmlformats.org/officeDocument/2006/relationships/customXml" Target="../ink/ink693.xml"/><Relationship Id="rId56" Type="http://schemas.openxmlformats.org/officeDocument/2006/relationships/customXml" Target="../ink/ink697.xml"/><Relationship Id="rId64" Type="http://schemas.openxmlformats.org/officeDocument/2006/relationships/customXml" Target="../ink/ink701.xml"/><Relationship Id="rId8" Type="http://schemas.openxmlformats.org/officeDocument/2006/relationships/customXml" Target="../ink/ink673.xml"/><Relationship Id="rId51" Type="http://schemas.openxmlformats.org/officeDocument/2006/relationships/image" Target="../media/image695.png"/><Relationship Id="rId3" Type="http://schemas.openxmlformats.org/officeDocument/2006/relationships/image" Target="../media/image671.png"/><Relationship Id="rId12" Type="http://schemas.openxmlformats.org/officeDocument/2006/relationships/customXml" Target="../ink/ink675.xml"/><Relationship Id="rId17" Type="http://schemas.openxmlformats.org/officeDocument/2006/relationships/image" Target="../media/image678.png"/><Relationship Id="rId25" Type="http://schemas.openxmlformats.org/officeDocument/2006/relationships/image" Target="../media/image682.png"/><Relationship Id="rId33" Type="http://schemas.openxmlformats.org/officeDocument/2006/relationships/image" Target="../media/image686.png"/><Relationship Id="rId38" Type="http://schemas.openxmlformats.org/officeDocument/2006/relationships/customXml" Target="../ink/ink688.xml"/><Relationship Id="rId46" Type="http://schemas.openxmlformats.org/officeDocument/2006/relationships/customXml" Target="../ink/ink692.xml"/><Relationship Id="rId59" Type="http://schemas.openxmlformats.org/officeDocument/2006/relationships/image" Target="../media/image699.png"/><Relationship Id="rId67" Type="http://schemas.openxmlformats.org/officeDocument/2006/relationships/image" Target="../media/image703.png"/><Relationship Id="rId20" Type="http://schemas.openxmlformats.org/officeDocument/2006/relationships/customXml" Target="../ink/ink679.xml"/><Relationship Id="rId41" Type="http://schemas.openxmlformats.org/officeDocument/2006/relationships/image" Target="../media/image690.png"/><Relationship Id="rId54" Type="http://schemas.openxmlformats.org/officeDocument/2006/relationships/customXml" Target="../ink/ink696.xml"/><Relationship Id="rId62" Type="http://schemas.openxmlformats.org/officeDocument/2006/relationships/customXml" Target="../ink/ink70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72.xml"/><Relationship Id="rId15" Type="http://schemas.openxmlformats.org/officeDocument/2006/relationships/image" Target="../media/image677.png"/><Relationship Id="rId23" Type="http://schemas.openxmlformats.org/officeDocument/2006/relationships/image" Target="../media/image681.png"/><Relationship Id="rId28" Type="http://schemas.openxmlformats.org/officeDocument/2006/relationships/customXml" Target="../ink/ink683.xml"/><Relationship Id="rId36" Type="http://schemas.openxmlformats.org/officeDocument/2006/relationships/customXml" Target="../ink/ink687.xml"/><Relationship Id="rId49" Type="http://schemas.openxmlformats.org/officeDocument/2006/relationships/image" Target="../media/image694.png"/><Relationship Id="rId57" Type="http://schemas.openxmlformats.org/officeDocument/2006/relationships/image" Target="../media/image698.png"/><Relationship Id="rId10" Type="http://schemas.openxmlformats.org/officeDocument/2006/relationships/customXml" Target="../ink/ink674.xml"/><Relationship Id="rId31" Type="http://schemas.openxmlformats.org/officeDocument/2006/relationships/image" Target="../media/image685.png"/><Relationship Id="rId44" Type="http://schemas.openxmlformats.org/officeDocument/2006/relationships/customXml" Target="../ink/ink691.xml"/><Relationship Id="rId52" Type="http://schemas.openxmlformats.org/officeDocument/2006/relationships/customXml" Target="../ink/ink695.xml"/><Relationship Id="rId60" Type="http://schemas.openxmlformats.org/officeDocument/2006/relationships/customXml" Target="../ink/ink699.xml"/><Relationship Id="rId65" Type="http://schemas.openxmlformats.org/officeDocument/2006/relationships/image" Target="../media/image702.png"/><Relationship Id="rId4" Type="http://schemas.openxmlformats.org/officeDocument/2006/relationships/customXml" Target="../ink/ink671.xml"/><Relationship Id="rId9" Type="http://schemas.openxmlformats.org/officeDocument/2006/relationships/image" Target="../media/image674.png"/><Relationship Id="rId13" Type="http://schemas.openxmlformats.org/officeDocument/2006/relationships/image" Target="../media/image676.png"/><Relationship Id="rId18" Type="http://schemas.openxmlformats.org/officeDocument/2006/relationships/customXml" Target="../ink/ink678.xml"/><Relationship Id="rId39" Type="http://schemas.openxmlformats.org/officeDocument/2006/relationships/image" Target="../media/image68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06.xml"/><Relationship Id="rId13" Type="http://schemas.openxmlformats.org/officeDocument/2006/relationships/image" Target="../media/image709.png"/><Relationship Id="rId18" Type="http://schemas.openxmlformats.org/officeDocument/2006/relationships/customXml" Target="../ink/ink711.xml"/><Relationship Id="rId3" Type="http://schemas.openxmlformats.org/officeDocument/2006/relationships/image" Target="../media/image704.png"/><Relationship Id="rId7" Type="http://schemas.openxmlformats.org/officeDocument/2006/relationships/image" Target="../media/image706.png"/><Relationship Id="rId12" Type="http://schemas.openxmlformats.org/officeDocument/2006/relationships/customXml" Target="../ink/ink708.xml"/><Relationship Id="rId17" Type="http://schemas.openxmlformats.org/officeDocument/2006/relationships/image" Target="../media/image711.png"/><Relationship Id="rId2" Type="http://schemas.openxmlformats.org/officeDocument/2006/relationships/customXml" Target="../ink/ink703.xml"/><Relationship Id="rId16" Type="http://schemas.openxmlformats.org/officeDocument/2006/relationships/customXml" Target="../ink/ink7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05.xml"/><Relationship Id="rId11" Type="http://schemas.openxmlformats.org/officeDocument/2006/relationships/image" Target="../media/image708.png"/><Relationship Id="rId5" Type="http://schemas.openxmlformats.org/officeDocument/2006/relationships/image" Target="../media/image705.png"/><Relationship Id="rId15" Type="http://schemas.openxmlformats.org/officeDocument/2006/relationships/image" Target="../media/image710.png"/><Relationship Id="rId10" Type="http://schemas.openxmlformats.org/officeDocument/2006/relationships/customXml" Target="../ink/ink707.xml"/><Relationship Id="rId19" Type="http://schemas.openxmlformats.org/officeDocument/2006/relationships/image" Target="../media/image712.png"/><Relationship Id="rId4" Type="http://schemas.openxmlformats.org/officeDocument/2006/relationships/customXml" Target="../ink/ink704.xml"/><Relationship Id="rId9" Type="http://schemas.openxmlformats.org/officeDocument/2006/relationships/image" Target="../media/image707.png"/><Relationship Id="rId14" Type="http://schemas.openxmlformats.org/officeDocument/2006/relationships/customXml" Target="../ink/ink709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5.xml"/><Relationship Id="rId13" Type="http://schemas.openxmlformats.org/officeDocument/2006/relationships/image" Target="../media/image718.png"/><Relationship Id="rId3" Type="http://schemas.openxmlformats.org/officeDocument/2006/relationships/image" Target="../media/image713.png"/><Relationship Id="rId7" Type="http://schemas.openxmlformats.org/officeDocument/2006/relationships/image" Target="../media/image715.png"/><Relationship Id="rId2" Type="http://schemas.openxmlformats.org/officeDocument/2006/relationships/customXml" Target="../ink/ink7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14.xml"/><Relationship Id="rId5" Type="http://schemas.openxmlformats.org/officeDocument/2006/relationships/image" Target="../media/image714.png"/><Relationship Id="rId10" Type="http://schemas.openxmlformats.org/officeDocument/2006/relationships/customXml" Target="../ink/ink716.xml"/><Relationship Id="rId4" Type="http://schemas.openxmlformats.org/officeDocument/2006/relationships/customXml" Target="../ink/ink713.xml"/><Relationship Id="rId9" Type="http://schemas.openxmlformats.org/officeDocument/2006/relationships/image" Target="../media/image71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5D448E4E-C65E-4119-81CA-710BAFCC40C8}"/>
                  </a:ext>
                </a:extLst>
              </p14:cNvPr>
              <p14:cNvContentPartPr/>
              <p14:nvPr/>
            </p14:nvContentPartPr>
            <p14:xfrm>
              <a:off x="3142821" y="574334"/>
              <a:ext cx="1972800" cy="54540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5D448E4E-C65E-4119-81CA-710BAFCC40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4821" y="556694"/>
                <a:ext cx="2008440" cy="5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436FE4D6-8243-4CA2-A008-6A8FCC91F7C3}"/>
                  </a:ext>
                </a:extLst>
              </p14:cNvPr>
              <p14:cNvContentPartPr/>
              <p14:nvPr/>
            </p14:nvContentPartPr>
            <p14:xfrm>
              <a:off x="1766133" y="1881413"/>
              <a:ext cx="264600" cy="5004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436FE4D6-8243-4CA2-A008-6A8FCC91F7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7133" y="1872413"/>
                <a:ext cx="28224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DE00AD0F-3682-41ED-AD93-ED3F1725FC39}"/>
                  </a:ext>
                </a:extLst>
              </p14:cNvPr>
              <p14:cNvContentPartPr/>
              <p14:nvPr/>
            </p14:nvContentPartPr>
            <p14:xfrm>
              <a:off x="3039093" y="1971773"/>
              <a:ext cx="831240" cy="4903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DE00AD0F-3682-41ED-AD93-ED3F1725FC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1445" y="1953786"/>
                <a:ext cx="866895" cy="525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57603FE9-A1C2-4CE1-9872-323AB83050C6}"/>
                  </a:ext>
                </a:extLst>
              </p14:cNvPr>
              <p14:cNvContentPartPr/>
              <p14:nvPr/>
            </p14:nvContentPartPr>
            <p14:xfrm>
              <a:off x="1896453" y="1876013"/>
              <a:ext cx="925560" cy="56844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57603FE9-A1C2-4CE1-9872-323AB83050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78813" y="1858013"/>
                <a:ext cx="96120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B57F2A5F-AAD4-4FE4-914C-CF0FF9340A3E}"/>
                  </a:ext>
                </a:extLst>
              </p14:cNvPr>
              <p14:cNvContentPartPr/>
              <p14:nvPr/>
            </p14:nvContentPartPr>
            <p14:xfrm>
              <a:off x="4238973" y="2395493"/>
              <a:ext cx="53640" cy="2444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B57F2A5F-AAD4-4FE4-914C-CF0FF9340A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1333" y="2377853"/>
                <a:ext cx="892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CA69ECAF-3F8F-467E-BA50-226544C72201}"/>
                  </a:ext>
                </a:extLst>
              </p14:cNvPr>
              <p14:cNvContentPartPr/>
              <p14:nvPr/>
            </p14:nvContentPartPr>
            <p14:xfrm>
              <a:off x="5201253" y="2077973"/>
              <a:ext cx="244800" cy="60840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CA69ECAF-3F8F-467E-BA50-226544C7220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3613" y="2060333"/>
                <a:ext cx="280440" cy="6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5F27E728-B0F7-46F7-93A8-220991C15AC1}"/>
                  </a:ext>
                </a:extLst>
              </p14:cNvPr>
              <p14:cNvContentPartPr/>
              <p14:nvPr/>
            </p14:nvContentPartPr>
            <p14:xfrm>
              <a:off x="4584573" y="2171933"/>
              <a:ext cx="392760" cy="59904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5F27E728-B0F7-46F7-93A8-220991C15A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66573" y="2153933"/>
                <a:ext cx="42840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E083FF44-FAB4-4163-A509-044A41FD0D0C}"/>
                  </a:ext>
                </a:extLst>
              </p14:cNvPr>
              <p14:cNvContentPartPr/>
              <p14:nvPr/>
            </p14:nvContentPartPr>
            <p14:xfrm>
              <a:off x="3042333" y="2972573"/>
              <a:ext cx="59400" cy="3708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E083FF44-FAB4-4163-A509-044A41FD0D0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24333" y="2954933"/>
                <a:ext cx="950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4F7E5852-8711-491A-996E-1564BF26B8CD}"/>
                  </a:ext>
                </a:extLst>
              </p14:cNvPr>
              <p14:cNvContentPartPr/>
              <p14:nvPr/>
            </p14:nvContentPartPr>
            <p14:xfrm>
              <a:off x="3341133" y="2994893"/>
              <a:ext cx="5760" cy="720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4F7E5852-8711-491A-996E-1564BF26B8C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23493" y="2976893"/>
                <a:ext cx="41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058F036D-0EAD-4DD0-BE30-26AC1B5E1013}"/>
                  </a:ext>
                </a:extLst>
              </p14:cNvPr>
              <p14:cNvContentPartPr/>
              <p14:nvPr/>
            </p14:nvContentPartPr>
            <p14:xfrm>
              <a:off x="3667293" y="3024413"/>
              <a:ext cx="360" cy="36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058F036D-0EAD-4DD0-BE30-26AC1B5E101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49293" y="300677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0EFD33D0-CB37-4DA2-91CA-B9E7AF26B371}"/>
                  </a:ext>
                </a:extLst>
              </p14:cNvPr>
              <p14:cNvContentPartPr/>
              <p14:nvPr/>
            </p14:nvContentPartPr>
            <p14:xfrm>
              <a:off x="4038813" y="3006773"/>
              <a:ext cx="360" cy="36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0EFD33D0-CB37-4DA2-91CA-B9E7AF26B37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21173" y="298877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166B4C0F-0822-4603-9659-4D8175219C7D}"/>
                  </a:ext>
                </a:extLst>
              </p14:cNvPr>
              <p14:cNvContentPartPr/>
              <p14:nvPr/>
            </p14:nvContentPartPr>
            <p14:xfrm>
              <a:off x="4601493" y="2973293"/>
              <a:ext cx="24120" cy="1584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166B4C0F-0822-4603-9659-4D8175219C7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83493" y="2955293"/>
                <a:ext cx="597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0F78809B-6306-4725-8089-E7185AF98D30}"/>
                  </a:ext>
                </a:extLst>
              </p14:cNvPr>
              <p14:cNvContentPartPr/>
              <p14:nvPr/>
            </p14:nvContentPartPr>
            <p14:xfrm>
              <a:off x="3022893" y="3410693"/>
              <a:ext cx="14760" cy="288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0F78809B-6306-4725-8089-E7185AF98D3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04893" y="3392693"/>
                <a:ext cx="504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21E91EFF-A185-4210-BD5B-CD511EF02F43}"/>
                  </a:ext>
                </a:extLst>
              </p14:cNvPr>
              <p14:cNvContentPartPr/>
              <p14:nvPr/>
            </p14:nvContentPartPr>
            <p14:xfrm>
              <a:off x="3517893" y="3431213"/>
              <a:ext cx="360" cy="36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21E91EFF-A185-4210-BD5B-CD511EF02F4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99893" y="34132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BF5E276F-8348-4AEA-86B8-96E2F63450B3}"/>
                  </a:ext>
                </a:extLst>
              </p14:cNvPr>
              <p14:cNvContentPartPr/>
              <p14:nvPr/>
            </p14:nvContentPartPr>
            <p14:xfrm>
              <a:off x="4095333" y="3363173"/>
              <a:ext cx="187200" cy="29880"/>
            </p14:xfrm>
          </p:contentPart>
        </mc:Choice>
        <mc:Fallback xmlns=""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BF5E276F-8348-4AEA-86B8-96E2F63450B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77693" y="3345173"/>
                <a:ext cx="2228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7AFD8B77-854D-4BB8-B170-CA5A4F106527}"/>
                  </a:ext>
                </a:extLst>
              </p14:cNvPr>
              <p14:cNvContentPartPr/>
              <p14:nvPr/>
            </p14:nvContentPartPr>
            <p14:xfrm>
              <a:off x="4619493" y="3408893"/>
              <a:ext cx="360" cy="36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7AFD8B77-854D-4BB8-B170-CA5A4F10652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01493" y="33908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22D7AC18-AD27-4A3A-BD48-004CAB4ACED1}"/>
                  </a:ext>
                </a:extLst>
              </p14:cNvPr>
              <p14:cNvContentPartPr/>
              <p14:nvPr/>
            </p14:nvContentPartPr>
            <p14:xfrm>
              <a:off x="3470013" y="3960413"/>
              <a:ext cx="1091520" cy="44712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22D7AC18-AD27-4A3A-BD48-004CAB4ACED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52019" y="3942773"/>
                <a:ext cx="1127148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7C9AA89B-068D-45A4-A395-CA5BF762EF9E}"/>
                  </a:ext>
                </a:extLst>
              </p14:cNvPr>
              <p14:cNvContentPartPr/>
              <p14:nvPr/>
            </p14:nvContentPartPr>
            <p14:xfrm>
              <a:off x="2790693" y="4120613"/>
              <a:ext cx="564120" cy="25236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7C9AA89B-068D-45A4-A395-CA5BF762EF9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72693" y="4102973"/>
                <a:ext cx="5997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AB45CA32-7501-4927-ABA4-B05488B023CA}"/>
                  </a:ext>
                </a:extLst>
              </p14:cNvPr>
              <p14:cNvContentPartPr/>
              <p14:nvPr/>
            </p14:nvContentPartPr>
            <p14:xfrm>
              <a:off x="5243373" y="4138973"/>
              <a:ext cx="1120680" cy="36936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AB45CA32-7501-4927-ABA4-B05488B023C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25733" y="4121333"/>
                <a:ext cx="11563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13AA5E2A-AD71-4B08-957E-F6AD25E4A72E}"/>
                  </a:ext>
                </a:extLst>
              </p14:cNvPr>
              <p14:cNvContentPartPr/>
              <p14:nvPr/>
            </p14:nvContentPartPr>
            <p14:xfrm>
              <a:off x="2916693" y="5955533"/>
              <a:ext cx="151920" cy="35964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13AA5E2A-AD71-4B08-957E-F6AD25E4A72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899053" y="5937533"/>
                <a:ext cx="18756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0C6C01A8-085E-44F3-AC77-77C9A3F5E294}"/>
                  </a:ext>
                </a:extLst>
              </p14:cNvPr>
              <p14:cNvContentPartPr/>
              <p14:nvPr/>
            </p14:nvContentPartPr>
            <p14:xfrm>
              <a:off x="2385693" y="5837093"/>
              <a:ext cx="403560" cy="42984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0C6C01A8-085E-44F3-AC77-77C9A3F5E29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68053" y="5819093"/>
                <a:ext cx="43920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09CDEBFF-3135-4040-AA0D-6E1A4A8991A1}"/>
                  </a:ext>
                </a:extLst>
              </p14:cNvPr>
              <p14:cNvContentPartPr/>
              <p14:nvPr/>
            </p14:nvContentPartPr>
            <p14:xfrm>
              <a:off x="3304413" y="5796773"/>
              <a:ext cx="520920" cy="55368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09CDEBFF-3135-4040-AA0D-6E1A4A8991A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286773" y="5779133"/>
                <a:ext cx="55656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2DAE418B-A0CB-452F-BA75-FCCC1FA8AF90}"/>
                  </a:ext>
                </a:extLst>
              </p14:cNvPr>
              <p14:cNvContentPartPr/>
              <p14:nvPr/>
            </p14:nvContentPartPr>
            <p14:xfrm>
              <a:off x="4175253" y="6157853"/>
              <a:ext cx="272520" cy="1944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2DAE418B-A0CB-452F-BA75-FCCC1FA8AF9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57253" y="6140213"/>
                <a:ext cx="3081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E05329DE-E8F6-4A9E-9D97-D54A629E310E}"/>
                  </a:ext>
                </a:extLst>
              </p14:cNvPr>
              <p14:cNvContentPartPr/>
              <p14:nvPr/>
            </p14:nvContentPartPr>
            <p14:xfrm>
              <a:off x="4241853" y="6052373"/>
              <a:ext cx="323640" cy="504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E05329DE-E8F6-4A9E-9D97-D54A629E310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24213" y="6034733"/>
                <a:ext cx="359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13CCA023-E875-4C0D-BD7E-A31BA4665913}"/>
                  </a:ext>
                </a:extLst>
              </p14:cNvPr>
              <p14:cNvContentPartPr/>
              <p14:nvPr/>
            </p14:nvContentPartPr>
            <p14:xfrm>
              <a:off x="4765653" y="6031853"/>
              <a:ext cx="353880" cy="31644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13CCA023-E875-4C0D-BD7E-A31BA466591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47995" y="6014213"/>
                <a:ext cx="389556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4B26D7E1-5486-40C2-8C2D-DFE9122138AD}"/>
                  </a:ext>
                </a:extLst>
              </p14:cNvPr>
              <p14:cNvContentPartPr/>
              <p14:nvPr/>
            </p14:nvContentPartPr>
            <p14:xfrm>
              <a:off x="5400333" y="6023213"/>
              <a:ext cx="330120" cy="297720"/>
            </p14:xfrm>
          </p:contentPart>
        </mc:Choice>
        <mc:Fallback xmlns=""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4B26D7E1-5486-40C2-8C2D-DFE9122138A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82333" y="6005573"/>
                <a:ext cx="3657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5665421E-F6CB-4F20-B447-893AC536BEC4}"/>
                  </a:ext>
                </a:extLst>
              </p14:cNvPr>
              <p14:cNvContentPartPr/>
              <p14:nvPr/>
            </p14:nvContentPartPr>
            <p14:xfrm>
              <a:off x="6044733" y="5897213"/>
              <a:ext cx="487800" cy="47628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5665421E-F6CB-4F20-B447-893AC536BEC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026733" y="5879213"/>
                <a:ext cx="52344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DF1CF9FD-1CB7-4DF4-BC58-BC52A6010AAE}"/>
                  </a:ext>
                </a:extLst>
              </p14:cNvPr>
              <p14:cNvContentPartPr/>
              <p14:nvPr/>
            </p14:nvContentPartPr>
            <p14:xfrm>
              <a:off x="8970813" y="2175893"/>
              <a:ext cx="231480" cy="306720"/>
            </p14:xfrm>
          </p:contentPart>
        </mc:Choice>
        <mc:Fallback xmlns=""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DF1CF9FD-1CB7-4DF4-BC58-BC52A6010AA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953173" y="2158253"/>
                <a:ext cx="2671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7E8A246E-4BC4-4130-9722-B7F754B072F7}"/>
                  </a:ext>
                </a:extLst>
              </p14:cNvPr>
              <p14:cNvContentPartPr/>
              <p14:nvPr/>
            </p14:nvContentPartPr>
            <p14:xfrm>
              <a:off x="8815293" y="2572253"/>
              <a:ext cx="468360" cy="33840"/>
            </p14:xfrm>
          </p:contentPart>
        </mc:Choice>
        <mc:Fallback xmlns=""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7E8A246E-4BC4-4130-9722-B7F754B072F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97293" y="2554613"/>
                <a:ext cx="5040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4D25E8A4-73F4-4F59-BA14-5C55ADC98FC2}"/>
                  </a:ext>
                </a:extLst>
              </p14:cNvPr>
              <p14:cNvContentPartPr/>
              <p14:nvPr/>
            </p14:nvContentPartPr>
            <p14:xfrm>
              <a:off x="8827173" y="2771333"/>
              <a:ext cx="343440" cy="363240"/>
            </p14:xfrm>
          </p:contentPart>
        </mc:Choice>
        <mc:Fallback xmlns=""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4D25E8A4-73F4-4F59-BA14-5C55ADC98FC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809533" y="2753333"/>
                <a:ext cx="3790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AB7FBD2A-DD9B-4E69-9F8A-9CCA76FFDF8C}"/>
                  </a:ext>
                </a:extLst>
              </p14:cNvPr>
              <p14:cNvContentPartPr/>
              <p14:nvPr/>
            </p14:nvContentPartPr>
            <p14:xfrm>
              <a:off x="8819613" y="5067053"/>
              <a:ext cx="516960" cy="545760"/>
            </p14:xfrm>
          </p:contentPart>
        </mc:Choice>
        <mc:Fallback xmlns=""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AB7FBD2A-DD9B-4E69-9F8A-9CCA76FFDF8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01973" y="5049401"/>
                <a:ext cx="552600" cy="581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0E7B38E5-50CB-4A2A-A166-705AE6FB5375}"/>
                  </a:ext>
                </a:extLst>
              </p14:cNvPr>
              <p14:cNvContentPartPr/>
              <p14:nvPr/>
            </p14:nvContentPartPr>
            <p14:xfrm>
              <a:off x="8617293" y="4089653"/>
              <a:ext cx="1134000" cy="51228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0E7B38E5-50CB-4A2A-A166-705AE6FB537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99653" y="4071666"/>
                <a:ext cx="1169640" cy="5478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5269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C37F6AAB-1C51-401C-90E5-FD42A87A2E55}"/>
                  </a:ext>
                </a:extLst>
              </p14:cNvPr>
              <p14:cNvContentPartPr/>
              <p14:nvPr/>
            </p14:nvContentPartPr>
            <p14:xfrm>
              <a:off x="3841533" y="896093"/>
              <a:ext cx="141120" cy="38952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C37F6AAB-1C51-401C-90E5-FD42A87A2E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3533" y="878453"/>
                <a:ext cx="17676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37E2EBCC-E639-42DB-8B68-A79C45CD2B97}"/>
                  </a:ext>
                </a:extLst>
              </p14:cNvPr>
              <p14:cNvContentPartPr/>
              <p14:nvPr/>
            </p14:nvContentPartPr>
            <p14:xfrm>
              <a:off x="2743893" y="631853"/>
              <a:ext cx="957600" cy="56916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37E2EBCC-E639-42DB-8B68-A79C45CD2B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6253" y="614213"/>
                <a:ext cx="99324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5040C02B-3989-4E30-A2F3-1B9AF90B3167}"/>
                  </a:ext>
                </a:extLst>
              </p14:cNvPr>
              <p14:cNvContentPartPr/>
              <p14:nvPr/>
            </p14:nvContentPartPr>
            <p14:xfrm>
              <a:off x="4308813" y="1114973"/>
              <a:ext cx="349560" cy="360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5040C02B-3989-4E30-A2F3-1B9AF90B31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90813" y="1096973"/>
                <a:ext cx="385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6CB842B8-C693-474B-8526-0F763CACC16D}"/>
                  </a:ext>
                </a:extLst>
              </p14:cNvPr>
              <p14:cNvContentPartPr/>
              <p14:nvPr/>
            </p14:nvContentPartPr>
            <p14:xfrm>
              <a:off x="4288293" y="980333"/>
              <a:ext cx="266040" cy="4464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6CB842B8-C693-474B-8526-0F763CACC1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0653" y="962693"/>
                <a:ext cx="3016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87389A37-9575-485C-B663-5AF54C0BD053}"/>
                  </a:ext>
                </a:extLst>
              </p14:cNvPr>
              <p14:cNvContentPartPr/>
              <p14:nvPr/>
            </p14:nvContentPartPr>
            <p14:xfrm>
              <a:off x="5506173" y="842453"/>
              <a:ext cx="934200" cy="38916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87389A37-9575-485C-B663-5AF54C0BD05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88180" y="824453"/>
                <a:ext cx="969826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1EE63C55-A696-4EC6-8270-D35835767ADE}"/>
                  </a:ext>
                </a:extLst>
              </p14:cNvPr>
              <p14:cNvContentPartPr/>
              <p14:nvPr/>
            </p14:nvContentPartPr>
            <p14:xfrm>
              <a:off x="4925493" y="911213"/>
              <a:ext cx="419040" cy="35640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1EE63C55-A696-4EC6-8270-D35835767A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07853" y="893573"/>
                <a:ext cx="4546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2CC820BD-C7F5-4E65-AB4B-DA26C36DF504}"/>
                  </a:ext>
                </a:extLst>
              </p14:cNvPr>
              <p14:cNvContentPartPr/>
              <p14:nvPr/>
            </p14:nvContentPartPr>
            <p14:xfrm>
              <a:off x="9021933" y="663893"/>
              <a:ext cx="1323000" cy="58968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2CC820BD-C7F5-4E65-AB4B-DA26C36DF5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04293" y="645904"/>
                <a:ext cx="1358640" cy="625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C56F476A-AFDA-4A58-AF4B-86B9EDEF2FA2}"/>
                  </a:ext>
                </a:extLst>
              </p14:cNvPr>
              <p14:cNvContentPartPr/>
              <p14:nvPr/>
            </p14:nvContentPartPr>
            <p14:xfrm>
              <a:off x="8324613" y="860453"/>
              <a:ext cx="477000" cy="24948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C56F476A-AFDA-4A58-AF4B-86B9EDEF2FA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06973" y="842453"/>
                <a:ext cx="5126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DA04AC8D-CE52-45BA-A499-01C78AF2AACC}"/>
                  </a:ext>
                </a:extLst>
              </p14:cNvPr>
              <p14:cNvContentPartPr/>
              <p14:nvPr/>
            </p14:nvContentPartPr>
            <p14:xfrm>
              <a:off x="2217213" y="2203973"/>
              <a:ext cx="290160" cy="17748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DA04AC8D-CE52-45BA-A499-01C78AF2AA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99573" y="2186333"/>
                <a:ext cx="3258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F6606550-250B-4EC4-A5B0-C2D08B461927}"/>
                  </a:ext>
                </a:extLst>
              </p14:cNvPr>
              <p14:cNvContentPartPr/>
              <p14:nvPr/>
            </p14:nvContentPartPr>
            <p14:xfrm>
              <a:off x="1471293" y="1982213"/>
              <a:ext cx="494280" cy="49932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F6606550-250B-4EC4-A5B0-C2D08B46192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53640" y="1964213"/>
                <a:ext cx="529946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1F3F54B0-FABB-4E73-B975-99F6FC3A539D}"/>
                  </a:ext>
                </a:extLst>
              </p14:cNvPr>
              <p14:cNvContentPartPr/>
              <p14:nvPr/>
            </p14:nvContentPartPr>
            <p14:xfrm>
              <a:off x="2838213" y="1943333"/>
              <a:ext cx="1754640" cy="63972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1F3F54B0-FABB-4E73-B975-99F6FC3A539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20213" y="1925683"/>
                <a:ext cx="1790280" cy="6753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D01DE103-B5A5-4146-B48C-5D358140F9EA}"/>
                  </a:ext>
                </a:extLst>
              </p14:cNvPr>
              <p14:cNvContentPartPr/>
              <p14:nvPr/>
            </p14:nvContentPartPr>
            <p14:xfrm>
              <a:off x="2868813" y="3441653"/>
              <a:ext cx="1338120" cy="89928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D01DE103-B5A5-4146-B48C-5D358140F9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51173" y="3424013"/>
                <a:ext cx="1373760" cy="9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99BE9A3A-5260-4E93-AC83-4F20A2BBAE77}"/>
                  </a:ext>
                </a:extLst>
              </p14:cNvPr>
              <p14:cNvContentPartPr/>
              <p14:nvPr/>
            </p14:nvContentPartPr>
            <p14:xfrm>
              <a:off x="3045933" y="5144453"/>
              <a:ext cx="547200" cy="40572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99BE9A3A-5260-4E93-AC83-4F20A2BBAE7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28293" y="5126813"/>
                <a:ext cx="58284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1C7B15D7-27C8-4886-9C5A-2870BBDE11D6}"/>
                  </a:ext>
                </a:extLst>
              </p14:cNvPr>
              <p14:cNvContentPartPr/>
              <p14:nvPr/>
            </p14:nvContentPartPr>
            <p14:xfrm>
              <a:off x="3892293" y="5129693"/>
              <a:ext cx="356040" cy="35640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1C7B15D7-27C8-4886-9C5A-2870BBDE11D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74293" y="5111693"/>
                <a:ext cx="3916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AD639139-F589-4DE0-BCFB-9FB685FD2B9F}"/>
                  </a:ext>
                </a:extLst>
              </p14:cNvPr>
              <p14:cNvContentPartPr/>
              <p14:nvPr/>
            </p14:nvContentPartPr>
            <p14:xfrm>
              <a:off x="4674573" y="5264693"/>
              <a:ext cx="322200" cy="22212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AD639139-F589-4DE0-BCFB-9FB685FD2B9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656573" y="5246693"/>
                <a:ext cx="3578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3FDDEA43-CCBA-4C4E-B5F8-6487480DD21C}"/>
                  </a:ext>
                </a:extLst>
              </p14:cNvPr>
              <p14:cNvContentPartPr/>
              <p14:nvPr/>
            </p14:nvContentPartPr>
            <p14:xfrm>
              <a:off x="5351013" y="5100173"/>
              <a:ext cx="995400" cy="35064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3FDDEA43-CCBA-4C4E-B5F8-6487480DD21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33020" y="5082533"/>
                <a:ext cx="1031027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E04E1A87-E54E-406A-A72E-A307890527D2}"/>
                  </a:ext>
                </a:extLst>
              </p14:cNvPr>
              <p14:cNvContentPartPr/>
              <p14:nvPr/>
            </p14:nvContentPartPr>
            <p14:xfrm>
              <a:off x="4516173" y="4082093"/>
              <a:ext cx="319680" cy="41400"/>
            </p14:xfrm>
          </p:contentPart>
        </mc:Choice>
        <mc:Fallback xmlns=""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E04E1A87-E54E-406A-A72E-A307890527D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98533" y="4064453"/>
                <a:ext cx="355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ED56ABCE-3982-497D-B767-AACE24491900}"/>
                  </a:ext>
                </a:extLst>
              </p14:cNvPr>
              <p14:cNvContentPartPr/>
              <p14:nvPr/>
            </p14:nvContentPartPr>
            <p14:xfrm>
              <a:off x="4588893" y="3957173"/>
              <a:ext cx="352080" cy="28440"/>
            </p14:xfrm>
          </p:contentPart>
        </mc:Choice>
        <mc:Fallback xmlns=""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ED56ABCE-3982-497D-B767-AACE2449190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70893" y="3939533"/>
                <a:ext cx="3877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8F17E81B-6552-46B3-8288-26D1B02D7901}"/>
                  </a:ext>
                </a:extLst>
              </p14:cNvPr>
              <p14:cNvContentPartPr/>
              <p14:nvPr/>
            </p14:nvContentPartPr>
            <p14:xfrm>
              <a:off x="5382333" y="3926573"/>
              <a:ext cx="9720" cy="219240"/>
            </p14:xfrm>
          </p:contentPart>
        </mc:Choice>
        <mc:Fallback xmlns=""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8F17E81B-6552-46B3-8288-26D1B02D790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64333" y="3908573"/>
                <a:ext cx="453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7531642C-FDD1-4E7E-ADB5-F20F7DF5B12A}"/>
                  </a:ext>
                </a:extLst>
              </p14:cNvPr>
              <p14:cNvContentPartPr/>
              <p14:nvPr/>
            </p14:nvContentPartPr>
            <p14:xfrm>
              <a:off x="5413293" y="3826493"/>
              <a:ext cx="2160" cy="3312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7531642C-FDD1-4E7E-ADB5-F20F7DF5B1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395293" y="3808493"/>
                <a:ext cx="37800" cy="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32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B30CB8B2-F29B-45BD-AE62-D9F3AA15030A}"/>
                  </a:ext>
                </a:extLst>
              </p14:cNvPr>
              <p14:cNvContentPartPr/>
              <p14:nvPr/>
            </p14:nvContentPartPr>
            <p14:xfrm>
              <a:off x="6427773" y="775493"/>
              <a:ext cx="490320" cy="42624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B30CB8B2-F29B-45BD-AE62-D9F3AA1503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9773" y="757853"/>
                <a:ext cx="52596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712B1676-F158-4A48-80F9-57049AD6B9FD}"/>
                  </a:ext>
                </a:extLst>
              </p14:cNvPr>
              <p14:cNvContentPartPr/>
              <p14:nvPr/>
            </p14:nvContentPartPr>
            <p14:xfrm>
              <a:off x="5261013" y="830213"/>
              <a:ext cx="970200" cy="3207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712B1676-F158-4A48-80F9-57049AD6B9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3020" y="812573"/>
                <a:ext cx="1005827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98DFF99D-8DCA-4959-98FB-82D527B7AF59}"/>
                  </a:ext>
                </a:extLst>
              </p14:cNvPr>
              <p14:cNvContentPartPr/>
              <p14:nvPr/>
            </p14:nvContentPartPr>
            <p14:xfrm>
              <a:off x="4321773" y="830573"/>
              <a:ext cx="681120" cy="43848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98DFF99D-8DCA-4959-98FB-82D527B7AF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04133" y="812933"/>
                <a:ext cx="71676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B26C97DD-2E0D-4E81-A84E-B09D417D066B}"/>
                  </a:ext>
                </a:extLst>
              </p14:cNvPr>
              <p14:cNvContentPartPr/>
              <p14:nvPr/>
            </p14:nvContentPartPr>
            <p14:xfrm>
              <a:off x="2900853" y="690533"/>
              <a:ext cx="1147680" cy="56340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B26C97DD-2E0D-4E81-A84E-B09D417D06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83213" y="672533"/>
                <a:ext cx="1183320" cy="5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AE61F544-5B7E-4FAE-959F-4BDC995209FD}"/>
                  </a:ext>
                </a:extLst>
              </p14:cNvPr>
              <p14:cNvContentPartPr/>
              <p14:nvPr/>
            </p14:nvContentPartPr>
            <p14:xfrm>
              <a:off x="8416053" y="669293"/>
              <a:ext cx="2039400" cy="74376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AE61F544-5B7E-4FAE-959F-4BDC995209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98413" y="651302"/>
                <a:ext cx="2075040" cy="779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B5EE2CE6-0E9E-4F4E-86DB-9A637F8E51BF}"/>
                  </a:ext>
                </a:extLst>
              </p14:cNvPr>
              <p14:cNvContentPartPr/>
              <p14:nvPr/>
            </p14:nvContentPartPr>
            <p14:xfrm>
              <a:off x="2170773" y="5064533"/>
              <a:ext cx="135360" cy="1116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B5EE2CE6-0E9E-4F4E-86DB-9A637F8E51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52773" y="5046533"/>
                <a:ext cx="171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6FAE7F1A-EB02-49C8-A9BA-8875BE80F4C8}"/>
                  </a:ext>
                </a:extLst>
              </p14:cNvPr>
              <p14:cNvContentPartPr/>
              <p14:nvPr/>
            </p14:nvContentPartPr>
            <p14:xfrm>
              <a:off x="1660293" y="5085413"/>
              <a:ext cx="143640" cy="1368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6FAE7F1A-EB02-49C8-A9BA-8875BE80F4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42653" y="5067773"/>
                <a:ext cx="1792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039D6CC4-3449-4A53-88FF-9FFB80C608AB}"/>
                  </a:ext>
                </a:extLst>
              </p14:cNvPr>
              <p14:cNvContentPartPr/>
              <p14:nvPr/>
            </p14:nvContentPartPr>
            <p14:xfrm>
              <a:off x="1305693" y="5137613"/>
              <a:ext cx="147240" cy="936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039D6CC4-3449-4A53-88FF-9FFB80C608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87693" y="5119973"/>
                <a:ext cx="1828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BFE9C7F5-AA98-49BB-A368-174D5F0A9770}"/>
                  </a:ext>
                </a:extLst>
              </p14:cNvPr>
              <p14:cNvContentPartPr/>
              <p14:nvPr/>
            </p14:nvContentPartPr>
            <p14:xfrm>
              <a:off x="734013" y="5111333"/>
              <a:ext cx="264600" cy="2952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BFE9C7F5-AA98-49BB-A368-174D5F0A977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6373" y="5093693"/>
                <a:ext cx="300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8434F8C7-8E77-4EB9-8450-FEB34EB0C83E}"/>
                  </a:ext>
                </a:extLst>
              </p14:cNvPr>
              <p14:cNvContentPartPr/>
              <p14:nvPr/>
            </p14:nvContentPartPr>
            <p14:xfrm>
              <a:off x="4958973" y="6007373"/>
              <a:ext cx="1416960" cy="41976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8434F8C7-8E77-4EB9-8450-FEB34EB0C83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41329" y="5989373"/>
                <a:ext cx="1452609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179F6CA5-BA35-4313-A1AB-2E05F7EB33DB}"/>
                  </a:ext>
                </a:extLst>
              </p14:cNvPr>
              <p14:cNvContentPartPr/>
              <p14:nvPr/>
            </p14:nvContentPartPr>
            <p14:xfrm>
              <a:off x="6688413" y="6004853"/>
              <a:ext cx="593640" cy="29124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179F6CA5-BA35-4313-A1AB-2E05F7EB33D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70773" y="5986853"/>
                <a:ext cx="62928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08C4585F-847E-42D6-8A32-22A2D2C35DC6}"/>
                  </a:ext>
                </a:extLst>
              </p14:cNvPr>
              <p14:cNvContentPartPr/>
              <p14:nvPr/>
            </p14:nvContentPartPr>
            <p14:xfrm>
              <a:off x="8183853" y="5959493"/>
              <a:ext cx="284400" cy="34308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08C4585F-847E-42D6-8A32-22A2D2C35DC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66213" y="5941853"/>
                <a:ext cx="3200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7D2AD197-EB77-4187-B3C5-46E495428967}"/>
                  </a:ext>
                </a:extLst>
              </p14:cNvPr>
              <p14:cNvContentPartPr/>
              <p14:nvPr/>
            </p14:nvContentPartPr>
            <p14:xfrm>
              <a:off x="7412733" y="5959133"/>
              <a:ext cx="658800" cy="35388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7D2AD197-EB77-4187-B3C5-46E49542896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95103" y="5941133"/>
                <a:ext cx="694421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1074F4A0-537B-4313-A3CF-5C0779D96B0E}"/>
                  </a:ext>
                </a:extLst>
              </p14:cNvPr>
              <p14:cNvContentPartPr/>
              <p14:nvPr/>
            </p14:nvContentPartPr>
            <p14:xfrm>
              <a:off x="2526453" y="2183093"/>
              <a:ext cx="6681960" cy="3438000"/>
            </p14:xfrm>
          </p:contentPart>
        </mc:Choice>
        <mc:Fallback xmlns=""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1074F4A0-537B-4313-A3CF-5C0779D96B0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08813" y="2165093"/>
                <a:ext cx="6717600" cy="34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09D76AC0-ECFF-4F1D-91B9-B0FB97E050E5}"/>
                  </a:ext>
                </a:extLst>
              </p14:cNvPr>
              <p14:cNvContentPartPr/>
              <p14:nvPr/>
            </p14:nvContentPartPr>
            <p14:xfrm>
              <a:off x="2806533" y="3077693"/>
              <a:ext cx="2300760" cy="2018520"/>
            </p14:xfrm>
          </p:contentPart>
        </mc:Choice>
        <mc:Fallback xmlns=""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09D76AC0-ECFF-4F1D-91B9-B0FB97E050E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88893" y="3059693"/>
                <a:ext cx="2336400" cy="205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77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DB10E116-846E-489C-B6CF-0144AD420103}"/>
                  </a:ext>
                </a:extLst>
              </p14:cNvPr>
              <p14:cNvContentPartPr/>
              <p14:nvPr/>
            </p14:nvContentPartPr>
            <p14:xfrm>
              <a:off x="5543973" y="4414733"/>
              <a:ext cx="45000" cy="95400"/>
            </p14:xfrm>
          </p:contentPart>
        </mc:Choice>
        <mc:Fallback xmlns=""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DB10E116-846E-489C-B6CF-0144AD4201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26333" y="4396733"/>
                <a:ext cx="806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9DF75F71-6B8B-46F1-B186-296BEAA3700C}"/>
                  </a:ext>
                </a:extLst>
              </p14:cNvPr>
              <p14:cNvContentPartPr/>
              <p14:nvPr/>
            </p14:nvContentPartPr>
            <p14:xfrm>
              <a:off x="5565573" y="4697693"/>
              <a:ext cx="49320" cy="18936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9DF75F71-6B8B-46F1-B186-296BEAA370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7933" y="4679693"/>
                <a:ext cx="849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854F09FC-B270-47C8-9CCB-EA26165446ED}"/>
                  </a:ext>
                </a:extLst>
              </p14:cNvPr>
              <p14:cNvContentPartPr/>
              <p14:nvPr/>
            </p14:nvContentPartPr>
            <p14:xfrm>
              <a:off x="3236373" y="4424453"/>
              <a:ext cx="26280" cy="2232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854F09FC-B270-47C8-9CCB-EA26165446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8373" y="4406813"/>
                <a:ext cx="619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3C41C250-3A68-4B48-A890-2DE3CB17C53C}"/>
                  </a:ext>
                </a:extLst>
              </p14:cNvPr>
              <p14:cNvContentPartPr/>
              <p14:nvPr/>
            </p14:nvContentPartPr>
            <p14:xfrm>
              <a:off x="3224853" y="4624613"/>
              <a:ext cx="84240" cy="28656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3C41C250-3A68-4B48-A890-2DE3CB17C5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07213" y="4606973"/>
                <a:ext cx="11988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2638CA7F-74CF-4CBB-9A28-C3001227ECBF}"/>
                  </a:ext>
                </a:extLst>
              </p14:cNvPr>
              <p14:cNvContentPartPr/>
              <p14:nvPr/>
            </p14:nvContentPartPr>
            <p14:xfrm>
              <a:off x="3657213" y="5039333"/>
              <a:ext cx="36720" cy="1404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2638CA7F-74CF-4CBB-9A28-C3001227ECB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39213" y="5021333"/>
                <a:ext cx="723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AD1BAEDE-5728-4E62-ABBF-C8829120A69C}"/>
                  </a:ext>
                </a:extLst>
              </p14:cNvPr>
              <p14:cNvContentPartPr/>
              <p14:nvPr/>
            </p14:nvContentPartPr>
            <p14:xfrm>
              <a:off x="4089573" y="5017373"/>
              <a:ext cx="360" cy="36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AD1BAEDE-5728-4E62-ABBF-C8829120A6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71933" y="49997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43D2272D-8A64-4A5A-88E1-70B6EE29097E}"/>
                  </a:ext>
                </a:extLst>
              </p14:cNvPr>
              <p14:cNvContentPartPr/>
              <p14:nvPr/>
            </p14:nvContentPartPr>
            <p14:xfrm>
              <a:off x="4452453" y="4932773"/>
              <a:ext cx="48240" cy="5832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43D2272D-8A64-4A5A-88E1-70B6EE2909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34813" y="4915133"/>
                <a:ext cx="838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D82C61B3-72CB-4B39-8E51-38F35154DC8D}"/>
                  </a:ext>
                </a:extLst>
              </p14:cNvPr>
              <p14:cNvContentPartPr/>
              <p14:nvPr/>
            </p14:nvContentPartPr>
            <p14:xfrm>
              <a:off x="4716693" y="4941413"/>
              <a:ext cx="25200" cy="6948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D82C61B3-72CB-4B39-8E51-38F35154DC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98693" y="4923773"/>
                <a:ext cx="6084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5229A983-3988-4141-8693-6E47ECF2F2A1}"/>
                  </a:ext>
                </a:extLst>
              </p14:cNvPr>
              <p14:cNvContentPartPr/>
              <p14:nvPr/>
            </p14:nvContentPartPr>
            <p14:xfrm>
              <a:off x="5123133" y="4993973"/>
              <a:ext cx="58320" cy="468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5229A983-3988-4141-8693-6E47ECF2F2A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05133" y="4976333"/>
                <a:ext cx="939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01EA96CC-7DDE-49A3-94C3-5E6626BC191C}"/>
                  </a:ext>
                </a:extLst>
              </p14:cNvPr>
              <p14:cNvContentPartPr/>
              <p14:nvPr/>
            </p14:nvContentPartPr>
            <p14:xfrm>
              <a:off x="5414733" y="4950053"/>
              <a:ext cx="80280" cy="2556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01EA96CC-7DDE-49A3-94C3-5E6626BC19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96733" y="4932413"/>
                <a:ext cx="1159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DF7FBD62-6063-40ED-B4DC-08884CA690B4}"/>
                  </a:ext>
                </a:extLst>
              </p14:cNvPr>
              <p14:cNvContentPartPr/>
              <p14:nvPr/>
            </p14:nvContentPartPr>
            <p14:xfrm>
              <a:off x="3310173" y="5019533"/>
              <a:ext cx="51120" cy="9972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DF7FBD62-6063-40ED-B4DC-08884CA690B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92533" y="5001893"/>
                <a:ext cx="867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3E2B51F6-AE7B-4A8A-95DF-BE431C862E8D}"/>
                  </a:ext>
                </a:extLst>
              </p14:cNvPr>
              <p14:cNvContentPartPr/>
              <p14:nvPr/>
            </p14:nvContentPartPr>
            <p14:xfrm>
              <a:off x="1261053" y="691973"/>
              <a:ext cx="7236720" cy="4967640"/>
            </p14:xfrm>
          </p:contentPart>
        </mc:Choice>
        <mc:Fallback xmlns=""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3E2B51F6-AE7B-4A8A-95DF-BE431C862E8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43053" y="673973"/>
                <a:ext cx="7272360" cy="50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8E2420B2-B9E5-4726-889B-B0BFA164C81D}"/>
                  </a:ext>
                </a:extLst>
              </p14:cNvPr>
              <p14:cNvContentPartPr/>
              <p14:nvPr/>
            </p14:nvContentPartPr>
            <p14:xfrm>
              <a:off x="3355173" y="1969973"/>
              <a:ext cx="2307960" cy="227988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8E2420B2-B9E5-4726-889B-B0BFA164C81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37533" y="1951973"/>
                <a:ext cx="2343600" cy="23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B8D0AE95-907C-4092-A3D6-B651C0E24D96}"/>
                  </a:ext>
                </a:extLst>
              </p14:cNvPr>
              <p14:cNvContentPartPr/>
              <p14:nvPr/>
            </p14:nvContentPartPr>
            <p14:xfrm>
              <a:off x="7240653" y="665693"/>
              <a:ext cx="118800" cy="9540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B8D0AE95-907C-4092-A3D6-B651C0E24D9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23013" y="647693"/>
                <a:ext cx="1544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3C1462F4-C684-4C0F-9FEB-A086F309CC76}"/>
                  </a:ext>
                </a:extLst>
              </p14:cNvPr>
              <p14:cNvContentPartPr/>
              <p14:nvPr/>
            </p14:nvContentPartPr>
            <p14:xfrm>
              <a:off x="7012773" y="4978133"/>
              <a:ext cx="148320" cy="11124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3C1462F4-C684-4C0F-9FEB-A086F309CC7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94773" y="4960133"/>
                <a:ext cx="183960" cy="14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00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D3DA576F-9DBA-4A89-AB49-64AFE635678B}"/>
                  </a:ext>
                </a:extLst>
              </p14:cNvPr>
              <p14:cNvContentPartPr/>
              <p14:nvPr/>
            </p14:nvContentPartPr>
            <p14:xfrm>
              <a:off x="2617173" y="1290653"/>
              <a:ext cx="5502600" cy="305064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D3DA576F-9DBA-4A89-AB49-64AFE6356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9533" y="1272653"/>
                <a:ext cx="5538240" cy="308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4320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3857F278-BDA5-4481-A047-BAB29C3A5D7C}"/>
                  </a:ext>
                </a:extLst>
              </p14:cNvPr>
              <p14:cNvContentPartPr/>
              <p14:nvPr/>
            </p14:nvContentPartPr>
            <p14:xfrm>
              <a:off x="1203453" y="367973"/>
              <a:ext cx="7588080" cy="3829320"/>
            </p14:xfrm>
          </p:contentPart>
        </mc:Choice>
        <mc:Fallback xmlns=""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3857F278-BDA5-4481-A047-BAB29C3A5D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5813" y="350331"/>
                <a:ext cx="7623720" cy="3864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9978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3D25ABA9-2F9F-4579-8966-005D698ED8DC}"/>
                  </a:ext>
                </a:extLst>
              </p14:cNvPr>
              <p14:cNvContentPartPr/>
              <p14:nvPr/>
            </p14:nvContentPartPr>
            <p14:xfrm>
              <a:off x="2446173" y="452933"/>
              <a:ext cx="7377120" cy="388404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3D25ABA9-2F9F-4579-8966-005D698ED8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8533" y="435291"/>
                <a:ext cx="7412760" cy="39196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D89CEA59-2196-4B08-BAE1-B43950B400C4}"/>
                  </a:ext>
                </a:extLst>
              </p14:cNvPr>
              <p14:cNvContentPartPr/>
              <p14:nvPr/>
            </p14:nvContentPartPr>
            <p14:xfrm>
              <a:off x="6119973" y="241613"/>
              <a:ext cx="39240" cy="5544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D89CEA59-2196-4B08-BAE1-B43950B400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02333" y="223973"/>
                <a:ext cx="748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B8CEBC0A-260E-4DA2-ACB5-63E7370E42F4}"/>
                  </a:ext>
                </a:extLst>
              </p14:cNvPr>
              <p14:cNvContentPartPr/>
              <p14:nvPr/>
            </p14:nvContentPartPr>
            <p14:xfrm>
              <a:off x="3632373" y="1220453"/>
              <a:ext cx="7710480" cy="1936080"/>
            </p14:xfrm>
          </p:contentPart>
        </mc:Choice>
        <mc:Fallback xmlns=""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B8CEBC0A-260E-4DA2-ACB5-63E7370E42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4733" y="1202453"/>
                <a:ext cx="7746120" cy="197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666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C5BAA288-F9F2-44F2-9378-F276CDB3090C}"/>
                  </a:ext>
                </a:extLst>
              </p14:cNvPr>
              <p14:cNvContentPartPr/>
              <p14:nvPr/>
            </p14:nvContentPartPr>
            <p14:xfrm>
              <a:off x="4597533" y="1664693"/>
              <a:ext cx="360720" cy="2088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C5BAA288-F9F2-44F2-9378-F276CDB309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9893" y="1647053"/>
                <a:ext cx="3963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A576BCA3-44C4-46E7-AD36-FA3B7F5E6281}"/>
                  </a:ext>
                </a:extLst>
              </p14:cNvPr>
              <p14:cNvContentPartPr/>
              <p14:nvPr/>
            </p14:nvContentPartPr>
            <p14:xfrm>
              <a:off x="4623813" y="1548773"/>
              <a:ext cx="353880" cy="2016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A576BCA3-44C4-46E7-AD36-FA3B7F5E62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5813" y="1530773"/>
                <a:ext cx="3895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F96987F6-2A0B-4BB1-8A21-6280BC8B0CDE}"/>
                  </a:ext>
                </a:extLst>
              </p14:cNvPr>
              <p14:cNvContentPartPr/>
              <p14:nvPr/>
            </p14:nvContentPartPr>
            <p14:xfrm>
              <a:off x="6289893" y="1393973"/>
              <a:ext cx="549720" cy="3819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F96987F6-2A0B-4BB1-8A21-6280BC8B0C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71893" y="1375973"/>
                <a:ext cx="58536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AB252BB2-1A78-46EC-B889-B1C51A76B343}"/>
                  </a:ext>
                </a:extLst>
              </p14:cNvPr>
              <p14:cNvContentPartPr/>
              <p14:nvPr/>
            </p14:nvContentPartPr>
            <p14:xfrm>
              <a:off x="5272533" y="1433573"/>
              <a:ext cx="411120" cy="24228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AB252BB2-1A78-46EC-B889-B1C51A76B3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54533" y="1415933"/>
                <a:ext cx="4467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0DA0FB02-75AC-4FBC-8BB5-FE7E644D10AA}"/>
                  </a:ext>
                </a:extLst>
              </p14:cNvPr>
              <p14:cNvContentPartPr/>
              <p14:nvPr/>
            </p14:nvContentPartPr>
            <p14:xfrm>
              <a:off x="3716613" y="1527173"/>
              <a:ext cx="279000" cy="65700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0DA0FB02-75AC-4FBC-8BB5-FE7E644D10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98613" y="1509173"/>
                <a:ext cx="314640" cy="6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84E5992D-1507-4A5B-9785-F25DF94EED02}"/>
                  </a:ext>
                </a:extLst>
              </p14:cNvPr>
              <p14:cNvContentPartPr/>
              <p14:nvPr/>
            </p14:nvContentPartPr>
            <p14:xfrm>
              <a:off x="6050493" y="713573"/>
              <a:ext cx="451440" cy="18144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84E5992D-1507-4A5B-9785-F25DF94EED0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32507" y="695573"/>
                <a:ext cx="487052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A35C3D81-F6A0-436F-A6CF-43A76EA34630}"/>
                  </a:ext>
                </a:extLst>
              </p14:cNvPr>
              <p14:cNvContentPartPr/>
              <p14:nvPr/>
            </p14:nvContentPartPr>
            <p14:xfrm>
              <a:off x="3992373" y="803573"/>
              <a:ext cx="397800" cy="20268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A35C3D81-F6A0-436F-A6CF-43A76EA346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74733" y="785573"/>
                <a:ext cx="4334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6D53E178-6382-4B97-A957-9A696F86ABEB}"/>
                  </a:ext>
                </a:extLst>
              </p14:cNvPr>
              <p14:cNvContentPartPr/>
              <p14:nvPr/>
            </p14:nvContentPartPr>
            <p14:xfrm>
              <a:off x="3796533" y="2498813"/>
              <a:ext cx="657720" cy="47880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6D53E178-6382-4B97-A957-9A696F86AB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78533" y="2480813"/>
                <a:ext cx="69336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D6E61BBE-1A4A-45DC-A32C-8915CB590065}"/>
                  </a:ext>
                </a:extLst>
              </p14:cNvPr>
              <p14:cNvContentPartPr/>
              <p14:nvPr/>
            </p14:nvContentPartPr>
            <p14:xfrm>
              <a:off x="3298653" y="2489453"/>
              <a:ext cx="217440" cy="259560"/>
            </p14:xfrm>
          </p:contentPart>
        </mc:Choice>
        <mc:Fallback xmlns=""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D6E61BBE-1A4A-45DC-A32C-8915CB5900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80653" y="2471813"/>
                <a:ext cx="2530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845CD470-EA91-459E-B127-CE6CE4CCF2B6}"/>
                  </a:ext>
                </a:extLst>
              </p14:cNvPr>
              <p14:cNvContentPartPr/>
              <p14:nvPr/>
            </p14:nvContentPartPr>
            <p14:xfrm>
              <a:off x="4742613" y="3679253"/>
              <a:ext cx="281880" cy="1764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845CD470-EA91-459E-B127-CE6CE4CCF2B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24973" y="3661613"/>
                <a:ext cx="3175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B48DCCA4-F54F-40EA-975B-B59A239930F3}"/>
                  </a:ext>
                </a:extLst>
              </p14:cNvPr>
              <p14:cNvContentPartPr/>
              <p14:nvPr/>
            </p14:nvContentPartPr>
            <p14:xfrm>
              <a:off x="4727853" y="3526253"/>
              <a:ext cx="330480" cy="2124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B48DCCA4-F54F-40EA-975B-B59A239930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09853" y="3508253"/>
                <a:ext cx="3661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4538EF9A-3614-4CE1-958B-83CDD7C83556}"/>
                  </a:ext>
                </a:extLst>
              </p14:cNvPr>
              <p14:cNvContentPartPr/>
              <p14:nvPr/>
            </p14:nvContentPartPr>
            <p14:xfrm>
              <a:off x="5279733" y="3393413"/>
              <a:ext cx="371880" cy="27684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4538EF9A-3614-4CE1-958B-83CDD7C8355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62093" y="3375413"/>
                <a:ext cx="4075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88267C16-BA02-41B6-9769-611009A89C1D}"/>
                  </a:ext>
                </a:extLst>
              </p14:cNvPr>
              <p14:cNvContentPartPr/>
              <p14:nvPr/>
            </p14:nvContentPartPr>
            <p14:xfrm>
              <a:off x="10710693" y="3093893"/>
              <a:ext cx="338400" cy="187560"/>
            </p14:xfrm>
          </p:contentPart>
        </mc:Choice>
        <mc:Fallback xmlns=""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88267C16-BA02-41B6-9769-611009A89C1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693053" y="3075893"/>
                <a:ext cx="3740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963619BB-1D98-40C4-A1F9-5FEADBC8B1AE}"/>
                  </a:ext>
                </a:extLst>
              </p14:cNvPr>
              <p14:cNvContentPartPr/>
              <p14:nvPr/>
            </p14:nvContentPartPr>
            <p14:xfrm>
              <a:off x="10664253" y="2058893"/>
              <a:ext cx="392400" cy="236520"/>
            </p14:xfrm>
          </p:contentPart>
        </mc:Choice>
        <mc:Fallback xmlns=""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963619BB-1D98-40C4-A1F9-5FEADBC8B1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46613" y="2041253"/>
                <a:ext cx="428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20788BF1-B29D-4A76-850D-ADF434E97B8A}"/>
                  </a:ext>
                </a:extLst>
              </p14:cNvPr>
              <p14:cNvContentPartPr/>
              <p14:nvPr/>
            </p14:nvContentPartPr>
            <p14:xfrm>
              <a:off x="6410493" y="6284933"/>
              <a:ext cx="14760" cy="32760"/>
            </p14:xfrm>
          </p:contentPart>
        </mc:Choice>
        <mc:Fallback xmlns=""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20788BF1-B29D-4A76-850D-ADF434E97B8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92493" y="6267293"/>
                <a:ext cx="50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1D15F066-D66B-4CD5-B3E5-30EF5FB7FE31}"/>
                  </a:ext>
                </a:extLst>
              </p14:cNvPr>
              <p14:cNvContentPartPr/>
              <p14:nvPr/>
            </p14:nvContentPartPr>
            <p14:xfrm>
              <a:off x="5893893" y="1581533"/>
              <a:ext cx="232560" cy="24840"/>
            </p14:xfrm>
          </p:contentPart>
        </mc:Choice>
        <mc:Fallback xmlns=""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1D15F066-D66B-4CD5-B3E5-30EF5FB7FE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76253" y="1563533"/>
                <a:ext cx="2682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1B0A6358-13E9-43A2-B0CA-8189C048F227}"/>
                  </a:ext>
                </a:extLst>
              </p14:cNvPr>
              <p14:cNvContentPartPr/>
              <p14:nvPr/>
            </p14:nvContentPartPr>
            <p14:xfrm>
              <a:off x="4710933" y="2368853"/>
              <a:ext cx="1174320" cy="407160"/>
            </p14:xfrm>
          </p:contentPart>
        </mc:Choice>
        <mc:Fallback xmlns=""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1B0A6358-13E9-43A2-B0CA-8189C048F22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92939" y="2351213"/>
                <a:ext cx="1209949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7C927297-0B08-4CE3-A5C2-D12B6F0246B7}"/>
                  </a:ext>
                </a:extLst>
              </p14:cNvPr>
              <p14:cNvContentPartPr/>
              <p14:nvPr/>
            </p14:nvContentPartPr>
            <p14:xfrm>
              <a:off x="1428453" y="3386213"/>
              <a:ext cx="5603040" cy="3342240"/>
            </p14:xfrm>
          </p:contentPart>
        </mc:Choice>
        <mc:Fallback xmlns=""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7C927297-0B08-4CE3-A5C2-D12B6F0246B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10813" y="3368573"/>
                <a:ext cx="5638680" cy="33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670C66D4-1815-40D6-BC43-5299F2D37482}"/>
                  </a:ext>
                </a:extLst>
              </p14:cNvPr>
              <p14:cNvContentPartPr/>
              <p14:nvPr/>
            </p14:nvContentPartPr>
            <p14:xfrm>
              <a:off x="11267973" y="3117293"/>
              <a:ext cx="479520" cy="351720"/>
            </p14:xfrm>
          </p:contentPart>
        </mc:Choice>
        <mc:Fallback xmlns=""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670C66D4-1815-40D6-BC43-5299F2D3748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250320" y="3099293"/>
                <a:ext cx="515187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77AC12CA-C24C-4EDD-B0EB-2D17BAB74F8C}"/>
                  </a:ext>
                </a:extLst>
              </p14:cNvPr>
              <p14:cNvContentPartPr/>
              <p14:nvPr/>
            </p14:nvContentPartPr>
            <p14:xfrm>
              <a:off x="11255013" y="2116853"/>
              <a:ext cx="500400" cy="255960"/>
            </p14:xfrm>
          </p:contentPart>
        </mc:Choice>
        <mc:Fallback xmlns=""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77AC12CA-C24C-4EDD-B0EB-2D17BAB74F8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237013" y="2099213"/>
                <a:ext cx="53604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1" name="Tinta 170">
                <a:extLst>
                  <a:ext uri="{FF2B5EF4-FFF2-40B4-BE49-F238E27FC236}">
                    <a16:creationId xmlns:a16="http://schemas.microsoft.com/office/drawing/2014/main" id="{A44F84D6-8CAD-477F-9232-00A6D044598C}"/>
                  </a:ext>
                </a:extLst>
              </p14:cNvPr>
              <p14:cNvContentPartPr/>
              <p14:nvPr/>
            </p14:nvContentPartPr>
            <p14:xfrm>
              <a:off x="8362773" y="1813013"/>
              <a:ext cx="2121840" cy="2045880"/>
            </p14:xfrm>
          </p:contentPart>
        </mc:Choice>
        <mc:Fallback xmlns="">
          <p:pic>
            <p:nvPicPr>
              <p:cNvPr id="171" name="Tinta 170">
                <a:extLst>
                  <a:ext uri="{FF2B5EF4-FFF2-40B4-BE49-F238E27FC236}">
                    <a16:creationId xmlns:a16="http://schemas.microsoft.com/office/drawing/2014/main" id="{A44F84D6-8CAD-477F-9232-00A6D044598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44773" y="1795373"/>
                <a:ext cx="2157480" cy="20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0" name="Tinta 179">
                <a:extLst>
                  <a:ext uri="{FF2B5EF4-FFF2-40B4-BE49-F238E27FC236}">
                    <a16:creationId xmlns:a16="http://schemas.microsoft.com/office/drawing/2014/main" id="{16F92D82-C49D-42F3-B16F-7FE9DF79AB02}"/>
                  </a:ext>
                </a:extLst>
              </p14:cNvPr>
              <p14:cNvContentPartPr/>
              <p14:nvPr/>
            </p14:nvContentPartPr>
            <p14:xfrm>
              <a:off x="3835773" y="3567653"/>
              <a:ext cx="586440" cy="407880"/>
            </p14:xfrm>
          </p:contentPart>
        </mc:Choice>
        <mc:Fallback xmlns="">
          <p:pic>
            <p:nvPicPr>
              <p:cNvPr id="180" name="Tinta 179">
                <a:extLst>
                  <a:ext uri="{FF2B5EF4-FFF2-40B4-BE49-F238E27FC236}">
                    <a16:creationId xmlns:a16="http://schemas.microsoft.com/office/drawing/2014/main" id="{16F92D82-C49D-42F3-B16F-7FE9DF79AB0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17784" y="3550013"/>
                <a:ext cx="622058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8FF88B2E-8451-45CF-9ED4-089506776155}"/>
                  </a:ext>
                </a:extLst>
              </p14:cNvPr>
              <p14:cNvContentPartPr/>
              <p14:nvPr/>
            </p14:nvContentPartPr>
            <p14:xfrm>
              <a:off x="3188493" y="3491693"/>
              <a:ext cx="464760" cy="217080"/>
            </p14:xfrm>
          </p:contentPart>
        </mc:Choice>
        <mc:Fallback xmlns=""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8FF88B2E-8451-45CF-9ED4-0895067761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70493" y="3473693"/>
                <a:ext cx="500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4" name="Tinta 183">
                <a:extLst>
                  <a:ext uri="{FF2B5EF4-FFF2-40B4-BE49-F238E27FC236}">
                    <a16:creationId xmlns:a16="http://schemas.microsoft.com/office/drawing/2014/main" id="{D7AA4A5D-27B2-4809-95F4-CAACF1845CA9}"/>
                  </a:ext>
                </a:extLst>
              </p14:cNvPr>
              <p14:cNvContentPartPr/>
              <p14:nvPr/>
            </p14:nvContentPartPr>
            <p14:xfrm>
              <a:off x="8368173" y="4545053"/>
              <a:ext cx="311400" cy="32760"/>
            </p14:xfrm>
          </p:contentPart>
        </mc:Choice>
        <mc:Fallback xmlns="">
          <p:pic>
            <p:nvPicPr>
              <p:cNvPr id="184" name="Tinta 183">
                <a:extLst>
                  <a:ext uri="{FF2B5EF4-FFF2-40B4-BE49-F238E27FC236}">
                    <a16:creationId xmlns:a16="http://schemas.microsoft.com/office/drawing/2014/main" id="{D7AA4A5D-27B2-4809-95F4-CAACF1845CA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59533" y="4536053"/>
                <a:ext cx="3290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5" name="Tinta 184">
                <a:extLst>
                  <a:ext uri="{FF2B5EF4-FFF2-40B4-BE49-F238E27FC236}">
                    <a16:creationId xmlns:a16="http://schemas.microsoft.com/office/drawing/2014/main" id="{CA8D7E0B-AF41-4C11-9921-A293AA2113DB}"/>
                  </a:ext>
                </a:extLst>
              </p14:cNvPr>
              <p14:cNvContentPartPr/>
              <p14:nvPr/>
            </p14:nvContentPartPr>
            <p14:xfrm>
              <a:off x="8369613" y="4413293"/>
              <a:ext cx="350280" cy="51840"/>
            </p14:xfrm>
          </p:contentPart>
        </mc:Choice>
        <mc:Fallback xmlns="">
          <p:pic>
            <p:nvPicPr>
              <p:cNvPr id="185" name="Tinta 184">
                <a:extLst>
                  <a:ext uri="{FF2B5EF4-FFF2-40B4-BE49-F238E27FC236}">
                    <a16:creationId xmlns:a16="http://schemas.microsoft.com/office/drawing/2014/main" id="{CA8D7E0B-AF41-4C11-9921-A293AA2113D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973" y="4404653"/>
                <a:ext cx="3679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6" name="Tinta 185">
                <a:extLst>
                  <a:ext uri="{FF2B5EF4-FFF2-40B4-BE49-F238E27FC236}">
                    <a16:creationId xmlns:a16="http://schemas.microsoft.com/office/drawing/2014/main" id="{4AF6A47B-D917-4D59-9CDE-117CD7DCE0B6}"/>
                  </a:ext>
                </a:extLst>
              </p14:cNvPr>
              <p14:cNvContentPartPr/>
              <p14:nvPr/>
            </p14:nvContentPartPr>
            <p14:xfrm>
              <a:off x="7999533" y="4466933"/>
              <a:ext cx="215280" cy="290160"/>
            </p14:xfrm>
          </p:contentPart>
        </mc:Choice>
        <mc:Fallback xmlns="">
          <p:pic>
            <p:nvPicPr>
              <p:cNvPr id="186" name="Tinta 185">
                <a:extLst>
                  <a:ext uri="{FF2B5EF4-FFF2-40B4-BE49-F238E27FC236}">
                    <a16:creationId xmlns:a16="http://schemas.microsoft.com/office/drawing/2014/main" id="{4AF6A47B-D917-4D59-9CDE-117CD7DCE0B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990893" y="4458293"/>
                <a:ext cx="2329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12935012-31D8-414D-8693-92571B26CB3C}"/>
                  </a:ext>
                </a:extLst>
              </p14:cNvPr>
              <p14:cNvContentPartPr/>
              <p14:nvPr/>
            </p14:nvContentPartPr>
            <p14:xfrm>
              <a:off x="8902773" y="4203413"/>
              <a:ext cx="442440" cy="483840"/>
            </p14:xfrm>
          </p:contentPart>
        </mc:Choice>
        <mc:Fallback xmlns=""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12935012-31D8-414D-8693-92571B26CB3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94133" y="4194773"/>
                <a:ext cx="46008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0D748E1D-D35F-4F21-A698-D36F15243248}"/>
                  </a:ext>
                </a:extLst>
              </p14:cNvPr>
              <p14:cNvContentPartPr/>
              <p14:nvPr/>
            </p14:nvContentPartPr>
            <p14:xfrm>
              <a:off x="8391573" y="5438933"/>
              <a:ext cx="762840" cy="340920"/>
            </p14:xfrm>
          </p:contentPart>
        </mc:Choice>
        <mc:Fallback xmlns=""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0D748E1D-D35F-4F21-A698-D36F1524324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82573" y="5429933"/>
                <a:ext cx="7804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103DD662-D283-4E97-9452-C0FCF6D93F28}"/>
                  </a:ext>
                </a:extLst>
              </p14:cNvPr>
              <p14:cNvContentPartPr/>
              <p14:nvPr/>
            </p14:nvContentPartPr>
            <p14:xfrm>
              <a:off x="7943013" y="5507333"/>
              <a:ext cx="286200" cy="395280"/>
            </p14:xfrm>
          </p:contentPart>
        </mc:Choice>
        <mc:Fallback xmlns=""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103DD662-D283-4E97-9452-C0FCF6D93F2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34013" y="5498693"/>
                <a:ext cx="30384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3EE6951F-A60E-4F04-BBCA-183FCDEDDF81}"/>
                  </a:ext>
                </a:extLst>
              </p14:cNvPr>
              <p14:cNvContentPartPr/>
              <p14:nvPr/>
            </p14:nvContentPartPr>
            <p14:xfrm>
              <a:off x="2534013" y="4653413"/>
              <a:ext cx="2730960" cy="1722600"/>
            </p14:xfrm>
          </p:contentPart>
        </mc:Choice>
        <mc:Fallback xmlns=""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3EE6951F-A60E-4F04-BBCA-183FCDEDDF8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16013" y="4635413"/>
                <a:ext cx="2766600" cy="175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9493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19E6A594-4B3E-4891-AC06-2263F252925A}"/>
                  </a:ext>
                </a:extLst>
              </p14:cNvPr>
              <p14:cNvContentPartPr/>
              <p14:nvPr/>
            </p14:nvContentPartPr>
            <p14:xfrm>
              <a:off x="934533" y="785213"/>
              <a:ext cx="7902720" cy="6090694"/>
            </p14:xfrm>
          </p:contentPart>
        </mc:Choice>
        <mc:Fallback xmlns=""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19E6A594-4B3E-4891-AC06-2263F25292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6534" y="767214"/>
                <a:ext cx="7938358" cy="61263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161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748A531A-BC1A-4D73-9953-787064D56D62}"/>
                  </a:ext>
                </a:extLst>
              </p14:cNvPr>
              <p14:cNvContentPartPr/>
              <p14:nvPr/>
            </p14:nvContentPartPr>
            <p14:xfrm>
              <a:off x="426213" y="922013"/>
              <a:ext cx="8735400" cy="5841720"/>
            </p14:xfrm>
          </p:contentPart>
        </mc:Choice>
        <mc:Fallback xmlns=""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748A531A-BC1A-4D73-9953-787064D56D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213" y="904373"/>
                <a:ext cx="8771040" cy="58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3CE832F9-9A14-4D6D-ADB1-9A60C9CDE563}"/>
                  </a:ext>
                </a:extLst>
              </p14:cNvPr>
              <p14:cNvContentPartPr/>
              <p14:nvPr/>
            </p14:nvContentPartPr>
            <p14:xfrm>
              <a:off x="9883413" y="4774013"/>
              <a:ext cx="1790640" cy="203940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3CE832F9-9A14-4D6D-ADB1-9A60C9CDE5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65413" y="4756373"/>
                <a:ext cx="1826280" cy="20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31FFD9D1-BFF3-4B46-9D7B-37F702B227ED}"/>
                  </a:ext>
                </a:extLst>
              </p14:cNvPr>
              <p14:cNvContentPartPr/>
              <p14:nvPr/>
            </p14:nvContentPartPr>
            <p14:xfrm>
              <a:off x="3956013" y="5431373"/>
              <a:ext cx="7189560" cy="1079280"/>
            </p14:xfrm>
          </p:contentPart>
        </mc:Choice>
        <mc:Fallback xmlns=""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31FFD9D1-BFF3-4B46-9D7B-37F702B227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8373" y="5413373"/>
                <a:ext cx="7225200" cy="11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4E4F8F1A-83E7-49B4-9513-6E4F639AB00C}"/>
                  </a:ext>
                </a:extLst>
              </p14:cNvPr>
              <p14:cNvContentPartPr/>
              <p14:nvPr/>
            </p14:nvContentPartPr>
            <p14:xfrm>
              <a:off x="3952773" y="5325173"/>
              <a:ext cx="3999960" cy="1289160"/>
            </p14:xfrm>
          </p:contentPart>
        </mc:Choice>
        <mc:Fallback xmlns=""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4E4F8F1A-83E7-49B4-9513-6E4F639AB0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5133" y="5307173"/>
                <a:ext cx="4035600" cy="13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4ACBC50A-DC44-408B-96D0-9431A548F7FA}"/>
                  </a:ext>
                </a:extLst>
              </p14:cNvPr>
              <p14:cNvContentPartPr/>
              <p14:nvPr/>
            </p14:nvContentPartPr>
            <p14:xfrm>
              <a:off x="10238373" y="6298973"/>
              <a:ext cx="957960" cy="50652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4ACBC50A-DC44-408B-96D0-9431A548F7F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20733" y="6281333"/>
                <a:ext cx="99360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CC5E02C2-FD32-46F7-941D-EA3E02627542}"/>
                  </a:ext>
                </a:extLst>
              </p14:cNvPr>
              <p14:cNvContentPartPr/>
              <p14:nvPr/>
            </p14:nvContentPartPr>
            <p14:xfrm>
              <a:off x="4316013" y="4451453"/>
              <a:ext cx="524160" cy="389880"/>
            </p14:xfrm>
          </p:contentPart>
        </mc:Choice>
        <mc:Fallback xmlns=""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CC5E02C2-FD32-46F7-941D-EA3E026275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98373" y="4433453"/>
                <a:ext cx="55980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BF8EC21B-86B9-491C-BDCB-E22053E2CCA2}"/>
                  </a:ext>
                </a:extLst>
              </p14:cNvPr>
              <p14:cNvContentPartPr/>
              <p14:nvPr/>
            </p14:nvContentPartPr>
            <p14:xfrm>
              <a:off x="8231733" y="4233293"/>
              <a:ext cx="398520" cy="245880"/>
            </p14:xfrm>
          </p:contentPart>
        </mc:Choice>
        <mc:Fallback xmlns=""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BF8EC21B-86B9-491C-BDCB-E22053E2CCA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14093" y="4215293"/>
                <a:ext cx="43416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11363CB9-AF71-47ED-98A9-7797A1D7EABC}"/>
                  </a:ext>
                </a:extLst>
              </p14:cNvPr>
              <p14:cNvContentPartPr/>
              <p14:nvPr/>
            </p14:nvContentPartPr>
            <p14:xfrm>
              <a:off x="10479933" y="3798053"/>
              <a:ext cx="454680" cy="578160"/>
            </p14:xfrm>
          </p:contentPart>
        </mc:Choice>
        <mc:Fallback xmlns=""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11363CB9-AF71-47ED-98A9-7797A1D7EA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62293" y="3780053"/>
                <a:ext cx="490320" cy="6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834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7A357728-F83B-4718-B0BD-49222033C4ED}"/>
                  </a:ext>
                </a:extLst>
              </p14:cNvPr>
              <p14:cNvContentPartPr/>
              <p14:nvPr/>
            </p14:nvContentPartPr>
            <p14:xfrm>
              <a:off x="4378293" y="2383613"/>
              <a:ext cx="302040" cy="2304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7A357728-F83B-4718-B0BD-49222033C4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0653" y="2365973"/>
                <a:ext cx="3376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430F15BE-99C3-41A1-B3D5-2C609EA0121D}"/>
                  </a:ext>
                </a:extLst>
              </p14:cNvPr>
              <p14:cNvContentPartPr/>
              <p14:nvPr/>
            </p14:nvContentPartPr>
            <p14:xfrm>
              <a:off x="4523733" y="2283173"/>
              <a:ext cx="233640" cy="72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430F15BE-99C3-41A1-B3D5-2C609EA012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5733" y="2265533"/>
                <a:ext cx="2692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1895F765-4025-463E-977B-C80E09884D69}"/>
                  </a:ext>
                </a:extLst>
              </p14:cNvPr>
              <p14:cNvContentPartPr/>
              <p14:nvPr/>
            </p14:nvContentPartPr>
            <p14:xfrm>
              <a:off x="5204853" y="1952333"/>
              <a:ext cx="538560" cy="43092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1895F765-4025-463E-977B-C80E09884D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86853" y="1934693"/>
                <a:ext cx="57420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C0F7C438-8A90-450A-9133-71E67B77AE97}"/>
                  </a:ext>
                </a:extLst>
              </p14:cNvPr>
              <p14:cNvContentPartPr/>
              <p14:nvPr/>
            </p14:nvContentPartPr>
            <p14:xfrm>
              <a:off x="5967693" y="1974293"/>
              <a:ext cx="419760" cy="62244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C0F7C438-8A90-450A-9133-71E67B77AE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49693" y="1956653"/>
                <a:ext cx="455400" cy="6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EA614CBD-8F3C-44A0-B0E4-2E06C3D0C5BD}"/>
                  </a:ext>
                </a:extLst>
              </p14:cNvPr>
              <p14:cNvContentPartPr/>
              <p14:nvPr/>
            </p14:nvContentPartPr>
            <p14:xfrm>
              <a:off x="3662973" y="2278853"/>
              <a:ext cx="390600" cy="23004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EA614CBD-8F3C-44A0-B0E4-2E06C3D0C5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44973" y="2261213"/>
                <a:ext cx="4262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C2DABCD6-E982-4808-A4F9-F5A43A0246B8}"/>
                  </a:ext>
                </a:extLst>
              </p14:cNvPr>
              <p14:cNvContentPartPr/>
              <p14:nvPr/>
            </p14:nvContentPartPr>
            <p14:xfrm>
              <a:off x="3388653" y="2934413"/>
              <a:ext cx="941400" cy="86364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C2DABCD6-E982-4808-A4F9-F5A43A0246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70653" y="2916766"/>
                <a:ext cx="977040" cy="899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6361BCCD-A2A6-4A59-B4A6-D563EE5CB2EE}"/>
                  </a:ext>
                </a:extLst>
              </p14:cNvPr>
              <p14:cNvContentPartPr/>
              <p14:nvPr/>
            </p14:nvContentPartPr>
            <p14:xfrm>
              <a:off x="2051973" y="3264173"/>
              <a:ext cx="1094760" cy="47124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6361BCCD-A2A6-4A59-B4A6-D563EE5CB2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4327" y="3246533"/>
                <a:ext cx="1130412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741696F7-9D92-4F9E-9280-4A17CD29680E}"/>
                  </a:ext>
                </a:extLst>
              </p14:cNvPr>
              <p14:cNvContentPartPr/>
              <p14:nvPr/>
            </p14:nvContentPartPr>
            <p14:xfrm>
              <a:off x="4523733" y="4768973"/>
              <a:ext cx="475200" cy="15516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741696F7-9D92-4F9E-9280-4A17CD2968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05733" y="4750973"/>
                <a:ext cx="5108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6DF13A51-C456-4FFC-BD5D-D41F5472B726}"/>
                  </a:ext>
                </a:extLst>
              </p14:cNvPr>
              <p14:cNvContentPartPr/>
              <p14:nvPr/>
            </p14:nvContentPartPr>
            <p14:xfrm>
              <a:off x="5510493" y="4359653"/>
              <a:ext cx="486000" cy="64260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6DF13A51-C456-4FFC-BD5D-D41F5472B7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92853" y="4342013"/>
                <a:ext cx="521640" cy="6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B9D671B8-20C2-4833-9FF0-A06A51310751}"/>
                  </a:ext>
                </a:extLst>
              </p14:cNvPr>
              <p14:cNvContentPartPr/>
              <p14:nvPr/>
            </p14:nvContentPartPr>
            <p14:xfrm>
              <a:off x="6797853" y="4394933"/>
              <a:ext cx="524160" cy="808200"/>
            </p14:xfrm>
          </p:contentPart>
        </mc:Choice>
        <mc:Fallback xmlns=""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B9D671B8-20C2-4833-9FF0-A06A5131075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80213" y="4376933"/>
                <a:ext cx="559800" cy="84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0863759B-AA1C-4CEC-A5A2-CAD6CA2E088C}"/>
                  </a:ext>
                </a:extLst>
              </p14:cNvPr>
              <p14:cNvContentPartPr/>
              <p14:nvPr/>
            </p14:nvContentPartPr>
            <p14:xfrm>
              <a:off x="4870053" y="5454773"/>
              <a:ext cx="2907360" cy="1006560"/>
            </p14:xfrm>
          </p:contentPart>
        </mc:Choice>
        <mc:Fallback xmlns=""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0863759B-AA1C-4CEC-A5A2-CAD6CA2E088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52413" y="5437133"/>
                <a:ext cx="2943000" cy="10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0D5C645D-DE4B-4D4A-9C31-40E9012808F6}"/>
                  </a:ext>
                </a:extLst>
              </p14:cNvPr>
              <p14:cNvContentPartPr/>
              <p14:nvPr/>
            </p14:nvContentPartPr>
            <p14:xfrm>
              <a:off x="5964813" y="3908573"/>
              <a:ext cx="556560" cy="323280"/>
            </p14:xfrm>
          </p:contentPart>
        </mc:Choice>
        <mc:Fallback xmlns=""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0D5C645D-DE4B-4D4A-9C31-40E9012808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46813" y="3890933"/>
                <a:ext cx="59220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70B083AC-0495-44DF-ABA8-E770066ADF59}"/>
                  </a:ext>
                </a:extLst>
              </p14:cNvPr>
              <p14:cNvContentPartPr/>
              <p14:nvPr/>
            </p14:nvContentPartPr>
            <p14:xfrm>
              <a:off x="3647133" y="4583213"/>
              <a:ext cx="556560" cy="426240"/>
            </p14:xfrm>
          </p:contentPart>
        </mc:Choice>
        <mc:Fallback xmlns=""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70B083AC-0495-44DF-ABA8-E770066ADF5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29133" y="4565558"/>
                <a:ext cx="592200" cy="461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C3593B6D-80AF-476F-A331-E8FAAFA8272E}"/>
                  </a:ext>
                </a:extLst>
              </p14:cNvPr>
              <p14:cNvContentPartPr/>
              <p14:nvPr/>
            </p14:nvContentPartPr>
            <p14:xfrm>
              <a:off x="1408293" y="501173"/>
              <a:ext cx="4929120" cy="93420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C3593B6D-80AF-476F-A331-E8FAAFA8272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90293" y="483173"/>
                <a:ext cx="4964760" cy="9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A2F6AFAC-149A-41E2-8CE4-97440D44010D}"/>
                  </a:ext>
                </a:extLst>
              </p14:cNvPr>
              <p14:cNvContentPartPr/>
              <p14:nvPr/>
            </p14:nvContentPartPr>
            <p14:xfrm>
              <a:off x="6548373" y="1028933"/>
              <a:ext cx="331200" cy="45504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A2F6AFAC-149A-41E2-8CE4-97440D44010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30733" y="1011293"/>
                <a:ext cx="366840" cy="49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821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D4A208EE-035A-4F4E-B070-DDB64FCD0C9D}"/>
                  </a:ext>
                </a:extLst>
              </p14:cNvPr>
              <p14:cNvContentPartPr/>
              <p14:nvPr/>
            </p14:nvContentPartPr>
            <p14:xfrm>
              <a:off x="8504613" y="5405453"/>
              <a:ext cx="332280" cy="4356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D4A208EE-035A-4F4E-B070-DDB64FCD0C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86992" y="5387813"/>
                <a:ext cx="367881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BD27F366-16AD-412B-B726-4A0B63586A63}"/>
                  </a:ext>
                </a:extLst>
              </p14:cNvPr>
              <p14:cNvContentPartPr/>
              <p14:nvPr/>
            </p14:nvContentPartPr>
            <p14:xfrm>
              <a:off x="2359413" y="1279133"/>
              <a:ext cx="6050880" cy="394668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BD27F366-16AD-412B-B726-4A0B63586A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1413" y="1261493"/>
                <a:ext cx="6086520" cy="39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B9AD72BE-96BA-42D9-BA86-B1FBF0841701}"/>
                  </a:ext>
                </a:extLst>
              </p14:cNvPr>
              <p14:cNvContentPartPr/>
              <p14:nvPr/>
            </p14:nvContentPartPr>
            <p14:xfrm>
              <a:off x="8677413" y="2875733"/>
              <a:ext cx="650160" cy="40644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B9AD72BE-96BA-42D9-BA86-B1FBF08417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59423" y="2857733"/>
                <a:ext cx="68578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61A72AFB-A759-4803-A841-0DE0B74D6D56}"/>
                  </a:ext>
                </a:extLst>
              </p14:cNvPr>
              <p14:cNvContentPartPr/>
              <p14:nvPr/>
            </p14:nvContentPartPr>
            <p14:xfrm>
              <a:off x="9647613" y="2994893"/>
              <a:ext cx="337680" cy="24804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61A72AFB-A759-4803-A841-0DE0B74D6D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9613" y="2977253"/>
                <a:ext cx="3733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D4BC432B-A2EE-4074-98B3-A49B317C389D}"/>
                  </a:ext>
                </a:extLst>
              </p14:cNvPr>
              <p14:cNvContentPartPr/>
              <p14:nvPr/>
            </p14:nvContentPartPr>
            <p14:xfrm>
              <a:off x="10142253" y="3145013"/>
              <a:ext cx="56880" cy="4356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D4BC432B-A2EE-4074-98B3-A49B317C38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24613" y="3127373"/>
                <a:ext cx="925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B1A4AF4B-7397-4042-80F3-874C5CE7BD64}"/>
                  </a:ext>
                </a:extLst>
              </p14:cNvPr>
              <p14:cNvContentPartPr/>
              <p14:nvPr/>
            </p14:nvContentPartPr>
            <p14:xfrm>
              <a:off x="10501173" y="2905613"/>
              <a:ext cx="456120" cy="40968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B1A4AF4B-7397-4042-80F3-874C5CE7BD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83187" y="2887973"/>
                <a:ext cx="491732" cy="44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2905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A8D489F8-E93B-48BF-885B-25BD027BE3EB}"/>
                  </a:ext>
                </a:extLst>
              </p14:cNvPr>
              <p14:cNvContentPartPr/>
              <p14:nvPr/>
            </p14:nvContentPartPr>
            <p14:xfrm>
              <a:off x="1627533" y="475973"/>
              <a:ext cx="10414080" cy="516888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A8D489F8-E93B-48BF-885B-25BD027BE3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9532" y="458334"/>
                <a:ext cx="10449721" cy="52045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756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01C276D1-A273-4D9A-8BB4-9D533F8949F8}"/>
                  </a:ext>
                </a:extLst>
              </p14:cNvPr>
              <p14:cNvContentPartPr/>
              <p14:nvPr/>
            </p14:nvContentPartPr>
            <p14:xfrm>
              <a:off x="3797973" y="2123333"/>
              <a:ext cx="461160" cy="13356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01C276D1-A273-4D9A-8BB4-9D533F8949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9973" y="2105333"/>
                <a:ext cx="4968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00BBDF10-C9C2-476D-87F5-66D33163C866}"/>
                  </a:ext>
                </a:extLst>
              </p14:cNvPr>
              <p14:cNvContentPartPr/>
              <p14:nvPr/>
            </p14:nvContentPartPr>
            <p14:xfrm>
              <a:off x="4925133" y="1972853"/>
              <a:ext cx="329760" cy="37548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00BBDF10-C9C2-476D-87F5-66D33163C8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7133" y="1954853"/>
                <a:ext cx="3654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432C69F4-F93D-4FF6-929B-3B0E1E748C55}"/>
                  </a:ext>
                </a:extLst>
              </p14:cNvPr>
              <p14:cNvContentPartPr/>
              <p14:nvPr/>
            </p14:nvContentPartPr>
            <p14:xfrm>
              <a:off x="5493213" y="2234213"/>
              <a:ext cx="99000" cy="7308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432C69F4-F93D-4FF6-929B-3B0E1E748C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5213" y="2216213"/>
                <a:ext cx="1346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A614B05F-CF74-49BC-8909-D5558441F936}"/>
                  </a:ext>
                </a:extLst>
              </p14:cNvPr>
              <p14:cNvContentPartPr/>
              <p14:nvPr/>
            </p14:nvContentPartPr>
            <p14:xfrm>
              <a:off x="7558533" y="1752533"/>
              <a:ext cx="529200" cy="54360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A614B05F-CF74-49BC-8909-D5558441F9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40533" y="1734533"/>
                <a:ext cx="56484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004EF732-ADBA-4C09-92E2-5950D00FAD7C}"/>
                  </a:ext>
                </a:extLst>
              </p14:cNvPr>
              <p14:cNvContentPartPr/>
              <p14:nvPr/>
            </p14:nvContentPartPr>
            <p14:xfrm>
              <a:off x="6619293" y="2060693"/>
              <a:ext cx="351000" cy="25056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004EF732-ADBA-4C09-92E2-5950D00FAD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01653" y="2043053"/>
                <a:ext cx="3866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060043F2-6D49-4F9E-8A5F-993AD9236143}"/>
                  </a:ext>
                </a:extLst>
              </p14:cNvPr>
              <p14:cNvContentPartPr/>
              <p14:nvPr/>
            </p14:nvContentPartPr>
            <p14:xfrm>
              <a:off x="5798853" y="2012453"/>
              <a:ext cx="365760" cy="37512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060043F2-6D49-4F9E-8A5F-993AD92361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81213" y="1994453"/>
                <a:ext cx="40140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CF208032-6279-4012-9615-4ECF9D27D575}"/>
                  </a:ext>
                </a:extLst>
              </p14:cNvPr>
              <p14:cNvContentPartPr/>
              <p14:nvPr/>
            </p14:nvContentPartPr>
            <p14:xfrm>
              <a:off x="3080853" y="3677813"/>
              <a:ext cx="382680" cy="44496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CF208032-6279-4012-9615-4ECF9D27D5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63213" y="3659813"/>
                <a:ext cx="41832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1B8890FB-B7D5-4FD9-9351-4DA81E562A78}"/>
                  </a:ext>
                </a:extLst>
              </p14:cNvPr>
              <p14:cNvContentPartPr/>
              <p14:nvPr/>
            </p14:nvContentPartPr>
            <p14:xfrm>
              <a:off x="3024333" y="4436333"/>
              <a:ext cx="696960" cy="412560"/>
            </p14:xfrm>
          </p:contentPart>
        </mc:Choice>
        <mc:Fallback xmlns=""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1B8890FB-B7D5-4FD9-9351-4DA81E562A7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06342" y="4418333"/>
                <a:ext cx="732582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B2F8ACB2-C164-4F52-B714-50272BDF5BD9}"/>
                  </a:ext>
                </a:extLst>
              </p14:cNvPr>
              <p14:cNvContentPartPr/>
              <p14:nvPr/>
            </p14:nvContentPartPr>
            <p14:xfrm>
              <a:off x="4845933" y="4654133"/>
              <a:ext cx="804960" cy="42480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B2F8ACB2-C164-4F52-B714-50272BDF5B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27941" y="4636478"/>
                <a:ext cx="840584" cy="4604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229510CC-E97D-45CF-9F7B-AFEFC3285D42}"/>
                  </a:ext>
                </a:extLst>
              </p14:cNvPr>
              <p14:cNvContentPartPr/>
              <p14:nvPr/>
            </p14:nvContentPartPr>
            <p14:xfrm>
              <a:off x="3960333" y="4406813"/>
              <a:ext cx="414360" cy="29340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229510CC-E97D-45CF-9F7B-AFEFC3285D4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42693" y="4388835"/>
                <a:ext cx="450000" cy="328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FACEEBFD-6EDC-4093-A061-8E8904D8560A}"/>
                  </a:ext>
                </a:extLst>
              </p14:cNvPr>
              <p14:cNvContentPartPr/>
              <p14:nvPr/>
            </p14:nvContentPartPr>
            <p14:xfrm>
              <a:off x="4009653" y="3727133"/>
              <a:ext cx="492480" cy="36360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FACEEBFD-6EDC-4093-A061-8E8904D8560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91666" y="3709133"/>
                <a:ext cx="528094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05407D19-4F1F-40CF-BF87-C11C90DEBC62}"/>
                  </a:ext>
                </a:extLst>
              </p14:cNvPr>
              <p14:cNvContentPartPr/>
              <p14:nvPr/>
            </p14:nvContentPartPr>
            <p14:xfrm>
              <a:off x="4827933" y="4488533"/>
              <a:ext cx="448560" cy="7776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05407D19-4F1F-40CF-BF87-C11C90DEBC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09933" y="4470533"/>
                <a:ext cx="484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21E55B17-814A-4F7F-BA06-3DC14F5D2A37}"/>
                  </a:ext>
                </a:extLst>
              </p14:cNvPr>
              <p14:cNvContentPartPr/>
              <p14:nvPr/>
            </p14:nvContentPartPr>
            <p14:xfrm>
              <a:off x="4908213" y="3617333"/>
              <a:ext cx="614880" cy="55044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21E55B17-814A-4F7F-BA06-3DC14F5D2A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90213" y="3599693"/>
                <a:ext cx="65052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29BA1343-E316-40ED-8588-07DA1BB21857}"/>
                  </a:ext>
                </a:extLst>
              </p14:cNvPr>
              <p14:cNvContentPartPr/>
              <p14:nvPr/>
            </p14:nvContentPartPr>
            <p14:xfrm>
              <a:off x="1839933" y="4584653"/>
              <a:ext cx="816480" cy="49068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29BA1343-E316-40ED-8588-07DA1BB2185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22293" y="4566653"/>
                <a:ext cx="85212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B8449CD0-A1B1-415D-B51B-ECA325DE31A5}"/>
                  </a:ext>
                </a:extLst>
              </p14:cNvPr>
              <p14:cNvContentPartPr/>
              <p14:nvPr/>
            </p14:nvContentPartPr>
            <p14:xfrm>
              <a:off x="2507733" y="3838373"/>
              <a:ext cx="193680" cy="22680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B8449CD0-A1B1-415D-B51B-ECA325DE31A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89733" y="3820761"/>
                <a:ext cx="229320" cy="262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576CD3A0-F44F-43AC-AE0C-615D62D26E35}"/>
                  </a:ext>
                </a:extLst>
              </p14:cNvPr>
              <p14:cNvContentPartPr/>
              <p14:nvPr/>
            </p14:nvContentPartPr>
            <p14:xfrm>
              <a:off x="1909773" y="3685733"/>
              <a:ext cx="367560" cy="432720"/>
            </p14:xfrm>
          </p:contentPart>
        </mc:Choice>
        <mc:Fallback xmlns=""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576CD3A0-F44F-43AC-AE0C-615D62D26E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91773" y="3667733"/>
                <a:ext cx="4032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6739522F-1E04-49FF-A867-48522CE80D51}"/>
                  </a:ext>
                </a:extLst>
              </p14:cNvPr>
              <p14:cNvContentPartPr/>
              <p14:nvPr/>
            </p14:nvContentPartPr>
            <p14:xfrm>
              <a:off x="4013613" y="3133853"/>
              <a:ext cx="337320" cy="370080"/>
            </p14:xfrm>
          </p:contentPart>
        </mc:Choice>
        <mc:Fallback xmlns=""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6739522F-1E04-49FF-A867-48522CE80D5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95613" y="3115853"/>
                <a:ext cx="3729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AA9DC7A8-BEFF-473B-90F7-69D17ADD7A13}"/>
                  </a:ext>
                </a:extLst>
              </p14:cNvPr>
              <p14:cNvContentPartPr/>
              <p14:nvPr/>
            </p14:nvContentPartPr>
            <p14:xfrm>
              <a:off x="3219813" y="1705373"/>
              <a:ext cx="546480" cy="11520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AA9DC7A8-BEFF-473B-90F7-69D17ADD7A1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02173" y="1687373"/>
                <a:ext cx="5821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BC79041D-87C9-490A-95BB-9E876E4FEEF5}"/>
                  </a:ext>
                </a:extLst>
              </p14:cNvPr>
              <p14:cNvContentPartPr/>
              <p14:nvPr/>
            </p14:nvContentPartPr>
            <p14:xfrm>
              <a:off x="8202933" y="3588893"/>
              <a:ext cx="436680" cy="10260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BC79041D-87C9-490A-95BB-9E876E4FEEF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184933" y="3570893"/>
                <a:ext cx="4723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A21FB93D-F969-4951-9845-6A3E0F3B3283}"/>
                  </a:ext>
                </a:extLst>
              </p14:cNvPr>
              <p14:cNvContentPartPr/>
              <p14:nvPr/>
            </p14:nvContentPartPr>
            <p14:xfrm>
              <a:off x="8069373" y="3784733"/>
              <a:ext cx="581040" cy="43704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A21FB93D-F969-4951-9845-6A3E0F3B32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51373" y="3766718"/>
                <a:ext cx="616680" cy="472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88EE574D-3F24-426C-9188-5B245ED6A8C3}"/>
                  </a:ext>
                </a:extLst>
              </p14:cNvPr>
              <p14:cNvContentPartPr/>
              <p14:nvPr/>
            </p14:nvContentPartPr>
            <p14:xfrm>
              <a:off x="8871813" y="3891293"/>
              <a:ext cx="254520" cy="1332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88EE574D-3F24-426C-9188-5B245ED6A8C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54173" y="3873653"/>
                <a:ext cx="2901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9524795A-DA4D-4E3F-888F-344145A8188C}"/>
                  </a:ext>
                </a:extLst>
              </p14:cNvPr>
              <p14:cNvContentPartPr/>
              <p14:nvPr/>
            </p14:nvContentPartPr>
            <p14:xfrm>
              <a:off x="9346293" y="3155093"/>
              <a:ext cx="1442880" cy="121500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9524795A-DA4D-4E3F-888F-344145A8188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328649" y="3137453"/>
                <a:ext cx="1478529" cy="12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B3A0758E-FF0A-4B1F-8C5E-9DB7D6342139}"/>
                  </a:ext>
                </a:extLst>
              </p14:cNvPr>
              <p14:cNvContentPartPr/>
              <p14:nvPr/>
            </p14:nvContentPartPr>
            <p14:xfrm>
              <a:off x="8012853" y="4567373"/>
              <a:ext cx="2659320" cy="90036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B3A0758E-FF0A-4B1F-8C5E-9DB7D634213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95213" y="4549373"/>
                <a:ext cx="2694960" cy="9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555F0AF9-684E-4F2F-A5CB-E455CE3BA03C}"/>
                  </a:ext>
                </a:extLst>
              </p14:cNvPr>
              <p14:cNvContentPartPr/>
              <p14:nvPr/>
            </p14:nvContentPartPr>
            <p14:xfrm>
              <a:off x="2936853" y="2086613"/>
              <a:ext cx="681840" cy="538560"/>
            </p14:xfrm>
          </p:contentPart>
        </mc:Choice>
        <mc:Fallback xmlns=""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555F0AF9-684E-4F2F-A5CB-E455CE3BA03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919213" y="2068613"/>
                <a:ext cx="717480" cy="5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F6EDF827-861B-4316-9B14-866135F4F72E}"/>
                  </a:ext>
                </a:extLst>
              </p14:cNvPr>
              <p14:cNvContentPartPr/>
              <p14:nvPr/>
            </p14:nvContentPartPr>
            <p14:xfrm>
              <a:off x="7335333" y="5919173"/>
              <a:ext cx="1309320" cy="377280"/>
            </p14:xfrm>
          </p:contentPart>
        </mc:Choice>
        <mc:Fallback xmlns=""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F6EDF827-861B-4316-9B14-866135F4F72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317693" y="5901533"/>
                <a:ext cx="134496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58E6461D-AE2A-4E9D-ACC9-E00FF8665051}"/>
                  </a:ext>
                </a:extLst>
              </p14:cNvPr>
              <p14:cNvContentPartPr/>
              <p14:nvPr/>
            </p14:nvContentPartPr>
            <p14:xfrm>
              <a:off x="6827733" y="3136013"/>
              <a:ext cx="1027080" cy="250812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58E6461D-AE2A-4E9D-ACC9-E00FF866505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09733" y="3118013"/>
                <a:ext cx="1062720" cy="254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CEDBF02E-8F18-4103-91EE-ACEAFFDABE91}"/>
                  </a:ext>
                </a:extLst>
              </p14:cNvPr>
              <p14:cNvContentPartPr/>
              <p14:nvPr/>
            </p14:nvContentPartPr>
            <p14:xfrm>
              <a:off x="4911813" y="1408013"/>
              <a:ext cx="408960" cy="16632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CEDBF02E-8F18-4103-91EE-ACEAFFDABE9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894173" y="1390373"/>
                <a:ext cx="4446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BFDD2128-020A-4CB7-9B98-3A79BFC50600}"/>
                  </a:ext>
                </a:extLst>
              </p14:cNvPr>
              <p14:cNvContentPartPr/>
              <p14:nvPr/>
            </p14:nvContentPartPr>
            <p14:xfrm>
              <a:off x="7573653" y="1351133"/>
              <a:ext cx="407880" cy="159840"/>
            </p14:xfrm>
          </p:contentPart>
        </mc:Choice>
        <mc:Fallback xmlns=""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BFDD2128-020A-4CB7-9B98-3A79BFC5060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55653" y="1333493"/>
                <a:ext cx="44352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3295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5C199B9B-CCF7-45E1-8515-7A56C29706C1}"/>
                  </a:ext>
                </a:extLst>
              </p14:cNvPr>
              <p14:cNvContentPartPr/>
              <p14:nvPr/>
            </p14:nvContentPartPr>
            <p14:xfrm>
              <a:off x="8807373" y="5677253"/>
              <a:ext cx="606600" cy="50292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5C199B9B-CCF7-45E1-8515-7A56C29706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89384" y="5659600"/>
                <a:ext cx="642219" cy="5385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4BE3E6EC-C7D9-482F-8BA8-D3BEC6F0CB42}"/>
                  </a:ext>
                </a:extLst>
              </p14:cNvPr>
              <p14:cNvContentPartPr/>
              <p14:nvPr/>
            </p14:nvContentPartPr>
            <p14:xfrm>
              <a:off x="1887453" y="972773"/>
              <a:ext cx="7383960" cy="452664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4BE3E6EC-C7D9-482F-8BA8-D3BEC6F0CB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9812" y="955132"/>
                <a:ext cx="7419602" cy="4562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D84AAEEC-36C3-45D4-98CB-544F5C6ED52A}"/>
                  </a:ext>
                </a:extLst>
              </p14:cNvPr>
              <p14:cNvContentPartPr/>
              <p14:nvPr/>
            </p14:nvContentPartPr>
            <p14:xfrm>
              <a:off x="7324173" y="4140773"/>
              <a:ext cx="455760" cy="11376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D84AAEEC-36C3-45D4-98CB-544F5C6ED5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06533" y="4123133"/>
                <a:ext cx="4914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4AD29532-E19A-4EEE-80BB-BAE0A6FD3CEC}"/>
                  </a:ext>
                </a:extLst>
              </p14:cNvPr>
              <p14:cNvContentPartPr/>
              <p14:nvPr/>
            </p14:nvContentPartPr>
            <p14:xfrm>
              <a:off x="6789933" y="3594293"/>
              <a:ext cx="57240" cy="3852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4AD29532-E19A-4EEE-80BB-BAE0A6FD3C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71933" y="3576653"/>
                <a:ext cx="928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C2977622-D92F-49E8-A0F8-DDA129DF2346}"/>
                  </a:ext>
                </a:extLst>
              </p14:cNvPr>
              <p14:cNvContentPartPr/>
              <p14:nvPr/>
            </p14:nvContentPartPr>
            <p14:xfrm>
              <a:off x="3991653" y="3693653"/>
              <a:ext cx="109440" cy="9396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C2977622-D92F-49E8-A0F8-DDA129DF23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74013" y="3675653"/>
                <a:ext cx="1450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3EAC444F-BD36-459F-AE01-F008461D1258}"/>
                  </a:ext>
                </a:extLst>
              </p14:cNvPr>
              <p14:cNvContentPartPr/>
              <p14:nvPr/>
            </p14:nvContentPartPr>
            <p14:xfrm>
              <a:off x="2331333" y="2710853"/>
              <a:ext cx="265680" cy="10548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3EAC444F-BD36-459F-AE01-F008461D125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13357" y="2693213"/>
                <a:ext cx="301272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51E4A762-B078-4622-975F-DD6FCC72A6D9}"/>
                  </a:ext>
                </a:extLst>
              </p14:cNvPr>
              <p14:cNvContentPartPr/>
              <p14:nvPr/>
            </p14:nvContentPartPr>
            <p14:xfrm>
              <a:off x="2832093" y="3059333"/>
              <a:ext cx="360" cy="36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51E4A762-B078-4622-975F-DD6FCC72A6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14093" y="30416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B857ECCC-8C5B-490B-802F-EFDBFEB8C12B}"/>
                  </a:ext>
                </a:extLst>
              </p14:cNvPr>
              <p14:cNvContentPartPr/>
              <p14:nvPr/>
            </p14:nvContentPartPr>
            <p14:xfrm>
              <a:off x="3579453" y="3459653"/>
              <a:ext cx="73080" cy="2448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B857ECCC-8C5B-490B-802F-EFDBFEB8C12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61813" y="3441653"/>
                <a:ext cx="1087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C06A1985-E123-4879-8D39-3770CB618D74}"/>
                  </a:ext>
                </a:extLst>
              </p14:cNvPr>
              <p14:cNvContentPartPr/>
              <p14:nvPr/>
            </p14:nvContentPartPr>
            <p14:xfrm>
              <a:off x="3731733" y="3453893"/>
              <a:ext cx="360" cy="360"/>
            </p14:xfrm>
          </p:contentPart>
        </mc:Choice>
        <mc:Fallback xmlns=""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C06A1985-E123-4879-8D39-3770CB618D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14093" y="343625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A48DA0EB-D175-4CA5-96E8-1C3375CE39E2}"/>
                  </a:ext>
                </a:extLst>
              </p14:cNvPr>
              <p14:cNvContentPartPr/>
              <p14:nvPr/>
            </p14:nvContentPartPr>
            <p14:xfrm>
              <a:off x="6580773" y="3604733"/>
              <a:ext cx="360" cy="36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A48DA0EB-D175-4CA5-96E8-1C3375CE39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63133" y="35867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11D739A6-A9DB-47B2-BD4F-8E9AD0C42F22}"/>
                  </a:ext>
                </a:extLst>
              </p14:cNvPr>
              <p14:cNvContentPartPr/>
              <p14:nvPr/>
            </p14:nvContentPartPr>
            <p14:xfrm>
              <a:off x="5900373" y="4645493"/>
              <a:ext cx="75960" cy="17064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11D739A6-A9DB-47B2-BD4F-8E9AD0C42F2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82373" y="4627493"/>
                <a:ext cx="1116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B81090B1-2F0D-4FC7-9FA1-066CDA8DA6E5}"/>
                  </a:ext>
                </a:extLst>
              </p14:cNvPr>
              <p14:cNvContentPartPr/>
              <p14:nvPr/>
            </p14:nvContentPartPr>
            <p14:xfrm>
              <a:off x="4161573" y="3280013"/>
              <a:ext cx="1676520" cy="150984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B81090B1-2F0D-4FC7-9FA1-066CDA8DA6E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43573" y="3262013"/>
                <a:ext cx="1712160" cy="15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BF26EF10-0CF7-49CF-9B90-4A63D117A2AB}"/>
                  </a:ext>
                </a:extLst>
              </p14:cNvPr>
              <p14:cNvContentPartPr/>
              <p14:nvPr/>
            </p14:nvContentPartPr>
            <p14:xfrm>
              <a:off x="7264413" y="4013693"/>
              <a:ext cx="99000" cy="36000"/>
            </p14:xfrm>
          </p:contentPart>
        </mc:Choice>
        <mc:Fallback xmlns=""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BF26EF10-0CF7-49CF-9B90-4A63D117A2A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46773" y="3996053"/>
                <a:ext cx="1346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F5D6E204-7F5A-45AF-B439-BBE1AB491637}"/>
                  </a:ext>
                </a:extLst>
              </p14:cNvPr>
              <p14:cNvContentPartPr/>
              <p14:nvPr/>
            </p14:nvContentPartPr>
            <p14:xfrm>
              <a:off x="9231093" y="3693293"/>
              <a:ext cx="78840" cy="4824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F5D6E204-7F5A-45AF-B439-BBE1AB4916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13093" y="3675653"/>
                <a:ext cx="1144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6B6EA141-EC94-401A-AF70-C85277BA2E17}"/>
                  </a:ext>
                </a:extLst>
              </p14:cNvPr>
              <p14:cNvContentPartPr/>
              <p14:nvPr/>
            </p14:nvContentPartPr>
            <p14:xfrm>
              <a:off x="7373493" y="3224933"/>
              <a:ext cx="2553120" cy="371520"/>
            </p14:xfrm>
          </p:contentPart>
        </mc:Choice>
        <mc:Fallback xmlns=""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6B6EA141-EC94-401A-AF70-C85277BA2E1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55853" y="3206933"/>
                <a:ext cx="2588760" cy="40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857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E52D00AC-70F9-4BB8-9F30-B5651C1417C0}"/>
                  </a:ext>
                </a:extLst>
              </p14:cNvPr>
              <p14:cNvContentPartPr/>
              <p14:nvPr/>
            </p14:nvContentPartPr>
            <p14:xfrm>
              <a:off x="-208467" y="100493"/>
              <a:ext cx="360" cy="3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E52D00AC-70F9-4BB8-9F30-B5651C1417C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-226467" y="8285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8D904985-4110-4C9C-AED0-2F3F54F25439}"/>
                  </a:ext>
                </a:extLst>
              </p14:cNvPr>
              <p14:cNvContentPartPr/>
              <p14:nvPr/>
            </p14:nvContentPartPr>
            <p14:xfrm>
              <a:off x="3729573" y="2476133"/>
              <a:ext cx="178920" cy="13968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8D904985-4110-4C9C-AED0-2F3F54F254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11573" y="2458133"/>
                <a:ext cx="2145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3F137B8F-8253-4ED2-BB5B-5893CEDEC47B}"/>
                  </a:ext>
                </a:extLst>
              </p14:cNvPr>
              <p14:cNvContentPartPr/>
              <p14:nvPr/>
            </p14:nvContentPartPr>
            <p14:xfrm>
              <a:off x="2410893" y="2191373"/>
              <a:ext cx="1445400" cy="43272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3F137B8F-8253-4ED2-BB5B-5893CEDEC47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92893" y="2173733"/>
                <a:ext cx="148104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D9F73E18-AD61-4150-A3CA-7B9DF7B596FB}"/>
                  </a:ext>
                </a:extLst>
              </p14:cNvPr>
              <p14:cNvContentPartPr/>
              <p14:nvPr/>
            </p14:nvContentPartPr>
            <p14:xfrm>
              <a:off x="3817413" y="2977973"/>
              <a:ext cx="646200" cy="19404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D9F73E18-AD61-4150-A3CA-7B9DF7B596F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99773" y="2960333"/>
                <a:ext cx="6818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2BB8D9CE-D1D9-4219-981C-C35D91966C18}"/>
                  </a:ext>
                </a:extLst>
              </p14:cNvPr>
              <p14:cNvContentPartPr/>
              <p14:nvPr/>
            </p14:nvContentPartPr>
            <p14:xfrm>
              <a:off x="3743613" y="3757733"/>
              <a:ext cx="156600" cy="18036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2BB8D9CE-D1D9-4219-981C-C35D91966C1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25973" y="3740093"/>
                <a:ext cx="192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7CB56AB9-6325-49D1-A227-0D78F4C9768C}"/>
                  </a:ext>
                </a:extLst>
              </p14:cNvPr>
              <p14:cNvContentPartPr/>
              <p14:nvPr/>
            </p14:nvContentPartPr>
            <p14:xfrm>
              <a:off x="4386213" y="3776813"/>
              <a:ext cx="115920" cy="11448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7CB56AB9-6325-49D1-A227-0D78F4C9768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68573" y="3759173"/>
                <a:ext cx="1515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C0F8A833-542F-44AB-A2BB-85441C38952B}"/>
                  </a:ext>
                </a:extLst>
              </p14:cNvPr>
              <p14:cNvContentPartPr/>
              <p14:nvPr/>
            </p14:nvContentPartPr>
            <p14:xfrm>
              <a:off x="3814533" y="3512933"/>
              <a:ext cx="626760" cy="17244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C0F8A833-542F-44AB-A2BB-85441C38952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96893" y="3495256"/>
                <a:ext cx="662400" cy="20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2DE92CB5-C880-4107-AE4B-E56B646E6E2D}"/>
                  </a:ext>
                </a:extLst>
              </p14:cNvPr>
              <p14:cNvContentPartPr/>
              <p14:nvPr/>
            </p14:nvContentPartPr>
            <p14:xfrm>
              <a:off x="4434093" y="3956093"/>
              <a:ext cx="262080" cy="16308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2DE92CB5-C880-4107-AE4B-E56B646E6E2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16453" y="3938414"/>
                <a:ext cx="297720" cy="1987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157DA209-8B6E-46BD-9E3E-034FF759B06E}"/>
                  </a:ext>
                </a:extLst>
              </p14:cNvPr>
              <p14:cNvContentPartPr/>
              <p14:nvPr/>
            </p14:nvContentPartPr>
            <p14:xfrm>
              <a:off x="3797253" y="5061653"/>
              <a:ext cx="29520" cy="972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157DA209-8B6E-46BD-9E3E-034FF759B06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79253" y="5043653"/>
                <a:ext cx="651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0B247C08-FC12-49B4-8173-3011634E863E}"/>
                  </a:ext>
                </a:extLst>
              </p14:cNvPr>
              <p14:cNvContentPartPr/>
              <p14:nvPr/>
            </p14:nvContentPartPr>
            <p14:xfrm>
              <a:off x="4373973" y="5027453"/>
              <a:ext cx="115920" cy="10476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0B247C08-FC12-49B4-8173-3011634E86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55973" y="5009813"/>
                <a:ext cx="1515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4992C201-7B9C-4E76-B692-FE19084A0926}"/>
                  </a:ext>
                </a:extLst>
              </p14:cNvPr>
              <p14:cNvContentPartPr/>
              <p14:nvPr/>
            </p14:nvContentPartPr>
            <p14:xfrm>
              <a:off x="4591053" y="5051933"/>
              <a:ext cx="121320" cy="8172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4992C201-7B9C-4E76-B692-FE19084A092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73413" y="5034293"/>
                <a:ext cx="1569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269DD953-2E6B-494D-9BC8-DEE4CFB5BE6C}"/>
                  </a:ext>
                </a:extLst>
              </p14:cNvPr>
              <p14:cNvContentPartPr/>
              <p14:nvPr/>
            </p14:nvContentPartPr>
            <p14:xfrm>
              <a:off x="1770813" y="2532293"/>
              <a:ext cx="360720" cy="384984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269DD953-2E6B-494D-9BC8-DEE4CFB5BE6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53173" y="2514293"/>
                <a:ext cx="396360" cy="38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A4185387-0AA5-4E2A-A990-CA4B865FCB7F}"/>
                  </a:ext>
                </a:extLst>
              </p14:cNvPr>
              <p14:cNvContentPartPr/>
              <p14:nvPr/>
            </p14:nvContentPartPr>
            <p14:xfrm>
              <a:off x="16533" y="2524013"/>
              <a:ext cx="1251360" cy="370692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A4185387-0AA5-4E2A-A990-CA4B865FCB7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-1462" y="2506013"/>
                <a:ext cx="1286990" cy="37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326FB10E-446A-4AAD-BA39-4D2238BF2FEC}"/>
                  </a:ext>
                </a:extLst>
              </p14:cNvPr>
              <p14:cNvContentPartPr/>
              <p14:nvPr/>
            </p14:nvContentPartPr>
            <p14:xfrm>
              <a:off x="7685253" y="4681133"/>
              <a:ext cx="319320" cy="281880"/>
            </p14:xfrm>
          </p:contentPart>
        </mc:Choice>
        <mc:Fallback xmlns=""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326FB10E-446A-4AAD-BA39-4D2238BF2FE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667613" y="4663493"/>
                <a:ext cx="3549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E994E62B-F87D-4E70-BF17-13CE05745099}"/>
                  </a:ext>
                </a:extLst>
              </p14:cNvPr>
              <p14:cNvContentPartPr/>
              <p14:nvPr/>
            </p14:nvContentPartPr>
            <p14:xfrm>
              <a:off x="9463293" y="4854653"/>
              <a:ext cx="360" cy="360"/>
            </p14:xfrm>
          </p:contentPart>
        </mc:Choice>
        <mc:Fallback xmlns=""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E994E62B-F87D-4E70-BF17-13CE0574509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45653" y="48370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4A148DF0-1D92-4CAC-AD90-14322E234D74}"/>
                  </a:ext>
                </a:extLst>
              </p14:cNvPr>
              <p14:cNvContentPartPr/>
              <p14:nvPr/>
            </p14:nvContentPartPr>
            <p14:xfrm>
              <a:off x="9647613" y="4874093"/>
              <a:ext cx="360" cy="360"/>
            </p14:xfrm>
          </p:contentPart>
        </mc:Choice>
        <mc:Fallback xmlns=""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4A148DF0-1D92-4CAC-AD90-14322E234D7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29973" y="48560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3D6112B3-472D-49AB-BDE9-E810906B6680}"/>
                  </a:ext>
                </a:extLst>
              </p14:cNvPr>
              <p14:cNvContentPartPr/>
              <p14:nvPr/>
            </p14:nvContentPartPr>
            <p14:xfrm>
              <a:off x="10029213" y="4857173"/>
              <a:ext cx="360" cy="360"/>
            </p14:xfrm>
          </p:contentPart>
        </mc:Choice>
        <mc:Fallback xmlns=""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3D6112B3-472D-49AB-BDE9-E810906B668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011573" y="48395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0349160B-F9E8-496A-B162-832B5622A718}"/>
                  </a:ext>
                </a:extLst>
              </p14:cNvPr>
              <p14:cNvContentPartPr/>
              <p14:nvPr/>
            </p14:nvContentPartPr>
            <p14:xfrm>
              <a:off x="10464813" y="4845653"/>
              <a:ext cx="2880" cy="4680"/>
            </p14:xfrm>
          </p:contentPart>
        </mc:Choice>
        <mc:Fallback xmlns=""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0349160B-F9E8-496A-B162-832B5622A71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46813" y="4827653"/>
                <a:ext cx="385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147" name="Tinta 146">
                <a:extLst>
                  <a:ext uri="{FF2B5EF4-FFF2-40B4-BE49-F238E27FC236}">
                    <a16:creationId xmlns:a16="http://schemas.microsoft.com/office/drawing/2014/main" id="{2631AFA4-C6FF-4296-9173-26C3237664D6}"/>
                  </a:ext>
                </a:extLst>
              </p14:cNvPr>
              <p14:cNvContentPartPr/>
              <p14:nvPr/>
            </p14:nvContentPartPr>
            <p14:xfrm>
              <a:off x="8979813" y="4729733"/>
              <a:ext cx="177480" cy="177480"/>
            </p14:xfrm>
          </p:contentPart>
        </mc:Choice>
        <mc:Fallback xmlns="">
          <p:pic>
            <p:nvPicPr>
              <p:cNvPr id="147" name="Tinta 146">
                <a:extLst>
                  <a:ext uri="{FF2B5EF4-FFF2-40B4-BE49-F238E27FC236}">
                    <a16:creationId xmlns:a16="http://schemas.microsoft.com/office/drawing/2014/main" id="{2631AFA4-C6FF-4296-9173-26C3237664D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962173" y="4711733"/>
                <a:ext cx="2131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17B71E05-588D-4CD5-940A-58D005A47B26}"/>
                  </a:ext>
                </a:extLst>
              </p14:cNvPr>
              <p14:cNvContentPartPr/>
              <p14:nvPr/>
            </p14:nvContentPartPr>
            <p14:xfrm>
              <a:off x="8190693" y="4621013"/>
              <a:ext cx="626040" cy="362880"/>
            </p14:xfrm>
          </p:contentPart>
        </mc:Choice>
        <mc:Fallback xmlns=""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17B71E05-588D-4CD5-940A-58D005A47B2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172703" y="4603373"/>
                <a:ext cx="66166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D7293011-6976-460F-B20B-B4F28F3E7EF7}"/>
                  </a:ext>
                </a:extLst>
              </p14:cNvPr>
              <p14:cNvContentPartPr/>
              <p14:nvPr/>
            </p14:nvContentPartPr>
            <p14:xfrm>
              <a:off x="7298613" y="4754213"/>
              <a:ext cx="210240" cy="177480"/>
            </p14:xfrm>
          </p:contentPart>
        </mc:Choice>
        <mc:Fallback xmlns=""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D7293011-6976-460F-B20B-B4F28F3E7EF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80973" y="4736573"/>
                <a:ext cx="2458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ADA20217-ED16-45FE-AEC3-9D1B89DEDB6F}"/>
                  </a:ext>
                </a:extLst>
              </p14:cNvPr>
              <p14:cNvContentPartPr/>
              <p14:nvPr/>
            </p14:nvContentPartPr>
            <p14:xfrm>
              <a:off x="6255693" y="4602653"/>
              <a:ext cx="822240" cy="328680"/>
            </p14:xfrm>
          </p:contentPart>
        </mc:Choice>
        <mc:Fallback xmlns=""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ADA20217-ED16-45FE-AEC3-9D1B89DEDB6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38053" y="4585013"/>
                <a:ext cx="8578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1461D56F-630E-42F6-88D0-69083069909E}"/>
                  </a:ext>
                </a:extLst>
              </p14:cNvPr>
              <p14:cNvContentPartPr/>
              <p14:nvPr/>
            </p14:nvContentPartPr>
            <p14:xfrm>
              <a:off x="10917333" y="4654853"/>
              <a:ext cx="419760" cy="176400"/>
            </p14:xfrm>
          </p:contentPart>
        </mc:Choice>
        <mc:Fallback xmlns=""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1461D56F-630E-42F6-88D0-69083069909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899333" y="4636853"/>
                <a:ext cx="4554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23918306-FC3D-43E5-95B7-5AD5C51A2F3E}"/>
                  </a:ext>
                </a:extLst>
              </p14:cNvPr>
              <p14:cNvContentPartPr/>
              <p14:nvPr/>
            </p14:nvContentPartPr>
            <p14:xfrm>
              <a:off x="5518053" y="5507333"/>
              <a:ext cx="242280" cy="205560"/>
            </p14:xfrm>
          </p:contentPart>
        </mc:Choice>
        <mc:Fallback xmlns=""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23918306-FC3D-43E5-95B7-5AD5C51A2F3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00413" y="5489333"/>
                <a:ext cx="27792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43AF5133-F6B7-4019-AF58-72314699208D}"/>
                  </a:ext>
                </a:extLst>
              </p14:cNvPr>
              <p14:cNvContentPartPr/>
              <p14:nvPr/>
            </p14:nvContentPartPr>
            <p14:xfrm>
              <a:off x="5184693" y="5828813"/>
              <a:ext cx="763200" cy="16920"/>
            </p14:xfrm>
          </p:contentPart>
        </mc:Choice>
        <mc:Fallback xmlns=""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43AF5133-F6B7-4019-AF58-72314699208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66693" y="5810813"/>
                <a:ext cx="7988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CC24680D-4B12-466C-A7C7-3AA18AC68DEB}"/>
                  </a:ext>
                </a:extLst>
              </p14:cNvPr>
              <p14:cNvContentPartPr/>
              <p14:nvPr/>
            </p14:nvContentPartPr>
            <p14:xfrm>
              <a:off x="5134293" y="6110333"/>
              <a:ext cx="92880" cy="263520"/>
            </p14:xfrm>
          </p:contentPart>
        </mc:Choice>
        <mc:Fallback xmlns=""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CC24680D-4B12-466C-A7C7-3AA18AC68DE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16293" y="6092693"/>
                <a:ext cx="1285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CE899EDE-1E56-41A5-AFC3-2021987156DB}"/>
                  </a:ext>
                </a:extLst>
              </p14:cNvPr>
              <p14:cNvContentPartPr/>
              <p14:nvPr/>
            </p14:nvContentPartPr>
            <p14:xfrm>
              <a:off x="5370453" y="6116093"/>
              <a:ext cx="424080" cy="338760"/>
            </p14:xfrm>
          </p:contentPart>
        </mc:Choice>
        <mc:Fallback xmlns=""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CE899EDE-1E56-41A5-AFC3-2021987156D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52813" y="6098453"/>
                <a:ext cx="45972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E7967204-8F41-45A7-9F45-5E63F84F8CA7}"/>
                  </a:ext>
                </a:extLst>
              </p14:cNvPr>
              <p14:cNvContentPartPr/>
              <p14:nvPr/>
            </p14:nvContentPartPr>
            <p14:xfrm>
              <a:off x="5955453" y="6034733"/>
              <a:ext cx="38520" cy="288000"/>
            </p14:xfrm>
          </p:contentPart>
        </mc:Choice>
        <mc:Fallback xmlns=""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E7967204-8F41-45A7-9F45-5E63F84F8CA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37453" y="6017093"/>
                <a:ext cx="741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EF84C850-6873-4A42-9B7C-4F2B322DC2AF}"/>
                  </a:ext>
                </a:extLst>
              </p14:cNvPr>
              <p14:cNvContentPartPr/>
              <p14:nvPr/>
            </p14:nvContentPartPr>
            <p14:xfrm>
              <a:off x="6477813" y="5859413"/>
              <a:ext cx="237600" cy="756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EF84C850-6873-4A42-9B7C-4F2B322DC2A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460173" y="5841773"/>
                <a:ext cx="2732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D00FA2B5-8F72-404D-8F5C-4EBBD8599959}"/>
                  </a:ext>
                </a:extLst>
              </p14:cNvPr>
              <p14:cNvContentPartPr/>
              <p14:nvPr/>
            </p14:nvContentPartPr>
            <p14:xfrm>
              <a:off x="6451893" y="5750693"/>
              <a:ext cx="256680" cy="11520"/>
            </p14:xfrm>
          </p:contentPart>
        </mc:Choice>
        <mc:Fallback xmlns=""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D00FA2B5-8F72-404D-8F5C-4EBBD859995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433893" y="5732693"/>
                <a:ext cx="2923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2FDBBF86-9D93-459D-8612-49EC1D2D3DC7}"/>
                  </a:ext>
                </a:extLst>
              </p14:cNvPr>
              <p14:cNvContentPartPr/>
              <p14:nvPr/>
            </p14:nvContentPartPr>
            <p14:xfrm>
              <a:off x="7084053" y="5555573"/>
              <a:ext cx="561600" cy="340560"/>
            </p14:xfrm>
          </p:contentPart>
        </mc:Choice>
        <mc:Fallback xmlns=""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2FDBBF86-9D93-459D-8612-49EC1D2D3DC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066053" y="5537573"/>
                <a:ext cx="59724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178" name="Tinta 177">
                <a:extLst>
                  <a:ext uri="{FF2B5EF4-FFF2-40B4-BE49-F238E27FC236}">
                    <a16:creationId xmlns:a16="http://schemas.microsoft.com/office/drawing/2014/main" id="{82ACBFBD-AAA3-48C9-B9AD-BF63AFD4AC9A}"/>
                  </a:ext>
                </a:extLst>
              </p14:cNvPr>
              <p14:cNvContentPartPr/>
              <p14:nvPr/>
            </p14:nvContentPartPr>
            <p14:xfrm>
              <a:off x="5018733" y="1941173"/>
              <a:ext cx="7413840" cy="2451600"/>
            </p14:xfrm>
          </p:contentPart>
        </mc:Choice>
        <mc:Fallback xmlns="">
          <p:pic>
            <p:nvPicPr>
              <p:cNvPr id="178" name="Tinta 177">
                <a:extLst>
                  <a:ext uri="{FF2B5EF4-FFF2-40B4-BE49-F238E27FC236}">
                    <a16:creationId xmlns:a16="http://schemas.microsoft.com/office/drawing/2014/main" id="{82ACBFBD-AAA3-48C9-B9AD-BF63AFD4AC9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001093" y="1923176"/>
                <a:ext cx="7449480" cy="24872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6971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6E89E01D-3A9E-49A1-B6F0-D4118703356C}"/>
                  </a:ext>
                </a:extLst>
              </p14:cNvPr>
              <p14:cNvContentPartPr/>
              <p14:nvPr/>
            </p14:nvContentPartPr>
            <p14:xfrm>
              <a:off x="1966653" y="3606893"/>
              <a:ext cx="343080" cy="13716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6E89E01D-3A9E-49A1-B6F0-D411870335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9013" y="3589253"/>
                <a:ext cx="3787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D3491138-CD7D-44A1-B5E9-FE1FB83859B0}"/>
                  </a:ext>
                </a:extLst>
              </p14:cNvPr>
              <p14:cNvContentPartPr/>
              <p14:nvPr/>
            </p14:nvContentPartPr>
            <p14:xfrm>
              <a:off x="1671453" y="3815333"/>
              <a:ext cx="113040" cy="4068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D3491138-CD7D-44A1-B5E9-FE1FB83859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3813" y="3797333"/>
                <a:ext cx="1486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2376E782-FAD7-47C2-B41F-5AB09A93E402}"/>
                  </a:ext>
                </a:extLst>
              </p14:cNvPr>
              <p14:cNvContentPartPr/>
              <p14:nvPr/>
            </p14:nvContentPartPr>
            <p14:xfrm>
              <a:off x="2394333" y="899693"/>
              <a:ext cx="4253400" cy="326016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2376E782-FAD7-47C2-B41F-5AB09A93E4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6693" y="881693"/>
                <a:ext cx="4289040" cy="32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DC792C3C-EFA6-4965-AC0A-18109543591D}"/>
                  </a:ext>
                </a:extLst>
              </p14:cNvPr>
              <p14:cNvContentPartPr/>
              <p14:nvPr/>
            </p14:nvContentPartPr>
            <p14:xfrm>
              <a:off x="6705693" y="383453"/>
              <a:ext cx="273960" cy="19224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DC792C3C-EFA6-4965-AC0A-1810954359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88030" y="365780"/>
                <a:ext cx="309647" cy="227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F1F481C3-F713-4260-B743-F4B5066F7D27}"/>
                  </a:ext>
                </a:extLst>
              </p14:cNvPr>
              <p14:cNvContentPartPr/>
              <p14:nvPr/>
            </p14:nvContentPartPr>
            <p14:xfrm>
              <a:off x="5887053" y="442493"/>
              <a:ext cx="205200" cy="10872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F1F481C3-F713-4260-B743-F4B5066F7D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69413" y="424853"/>
                <a:ext cx="240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E573CA74-DC5E-45D4-A345-B94B767AC14D}"/>
                  </a:ext>
                </a:extLst>
              </p14:cNvPr>
              <p14:cNvContentPartPr/>
              <p14:nvPr/>
            </p14:nvContentPartPr>
            <p14:xfrm>
              <a:off x="5546133" y="419093"/>
              <a:ext cx="141480" cy="35604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E573CA74-DC5E-45D4-A345-B94B767AC14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28133" y="401075"/>
                <a:ext cx="177120" cy="391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9AB1B07D-1676-4DEE-8BD8-0BF1618C9244}"/>
                  </a:ext>
                </a:extLst>
              </p14:cNvPr>
              <p14:cNvContentPartPr/>
              <p14:nvPr/>
            </p14:nvContentPartPr>
            <p14:xfrm>
              <a:off x="7199253" y="239813"/>
              <a:ext cx="655200" cy="41760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9AB1B07D-1676-4DEE-8BD8-0BF1618C92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81253" y="222173"/>
                <a:ext cx="69084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D3E14828-073C-46A2-8C2E-0893769974E3}"/>
                  </a:ext>
                </a:extLst>
              </p14:cNvPr>
              <p14:cNvContentPartPr/>
              <p14:nvPr/>
            </p14:nvContentPartPr>
            <p14:xfrm>
              <a:off x="6208533" y="308213"/>
              <a:ext cx="281160" cy="28800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D3E14828-073C-46A2-8C2E-0893769974E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90893" y="290573"/>
                <a:ext cx="3168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B8FF81AB-B026-43E1-9BE4-6031208C3A5A}"/>
                  </a:ext>
                </a:extLst>
              </p14:cNvPr>
              <p14:cNvContentPartPr/>
              <p14:nvPr/>
            </p14:nvContentPartPr>
            <p14:xfrm>
              <a:off x="6164253" y="666773"/>
              <a:ext cx="368640" cy="13212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B8FF81AB-B026-43E1-9BE4-6031208C3A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46613" y="649133"/>
                <a:ext cx="4042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EA50CFED-EE6A-47DC-B25A-2165B1E20C1C}"/>
                  </a:ext>
                </a:extLst>
              </p14:cNvPr>
              <p14:cNvContentPartPr/>
              <p14:nvPr/>
            </p14:nvContentPartPr>
            <p14:xfrm>
              <a:off x="6671133" y="2797613"/>
              <a:ext cx="482040" cy="385920"/>
            </p14:xfrm>
          </p:contentPart>
        </mc:Choice>
        <mc:Fallback xmlns=""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EA50CFED-EE6A-47DC-B25A-2165B1E20C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53480" y="2779973"/>
                <a:ext cx="517707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6CA378DF-230A-4B2C-8CC9-A3B171A99DA9}"/>
                  </a:ext>
                </a:extLst>
              </p14:cNvPr>
              <p14:cNvContentPartPr/>
              <p14:nvPr/>
            </p14:nvContentPartPr>
            <p14:xfrm>
              <a:off x="6656373" y="2297573"/>
              <a:ext cx="562320" cy="41328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6CA378DF-230A-4B2C-8CC9-A3B171A99DA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38373" y="2279589"/>
                <a:ext cx="597960" cy="448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FF8E68EF-48E6-4CFF-B9F1-7084E9788D6E}"/>
                  </a:ext>
                </a:extLst>
              </p14:cNvPr>
              <p14:cNvContentPartPr/>
              <p14:nvPr/>
            </p14:nvContentPartPr>
            <p14:xfrm>
              <a:off x="4182093" y="1254293"/>
              <a:ext cx="568080" cy="29160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FF8E68EF-48E6-4CFF-B9F1-7084E9788D6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64093" y="1236653"/>
                <a:ext cx="6037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200E67C5-8188-4763-9E94-1943F39FD436}"/>
                  </a:ext>
                </a:extLst>
              </p14:cNvPr>
              <p14:cNvContentPartPr/>
              <p14:nvPr/>
            </p14:nvContentPartPr>
            <p14:xfrm>
              <a:off x="3777093" y="1847213"/>
              <a:ext cx="2131200" cy="143748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200E67C5-8188-4763-9E94-1943F39FD43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59453" y="1829569"/>
                <a:ext cx="2166840" cy="1473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5948134C-79E1-40DF-96FC-E71B9EE3E336}"/>
                  </a:ext>
                </a:extLst>
              </p14:cNvPr>
              <p14:cNvContentPartPr/>
              <p14:nvPr/>
            </p14:nvContentPartPr>
            <p14:xfrm>
              <a:off x="7625853" y="2642813"/>
              <a:ext cx="276480" cy="11160"/>
            </p14:xfrm>
          </p:contentPart>
        </mc:Choice>
        <mc:Fallback xmlns=""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5948134C-79E1-40DF-96FC-E71B9EE3E33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08213" y="2625173"/>
                <a:ext cx="3121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E41184B9-224A-4A34-B7BD-BC00636C4BF6}"/>
                  </a:ext>
                </a:extLst>
              </p14:cNvPr>
              <p14:cNvContentPartPr/>
              <p14:nvPr/>
            </p14:nvContentPartPr>
            <p14:xfrm>
              <a:off x="7599573" y="2495573"/>
              <a:ext cx="312480" cy="756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E41184B9-224A-4A34-B7BD-BC00636C4BF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81933" y="2477573"/>
                <a:ext cx="3481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C4486B5C-4703-476B-997D-B4194938577E}"/>
                  </a:ext>
                </a:extLst>
              </p14:cNvPr>
              <p14:cNvContentPartPr/>
              <p14:nvPr/>
            </p14:nvContentPartPr>
            <p14:xfrm>
              <a:off x="8341533" y="2752253"/>
              <a:ext cx="545040" cy="1620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C4486B5C-4703-476B-997D-B4194938577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23533" y="2734613"/>
                <a:ext cx="5806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ABDD84E6-88F6-4479-AF2D-85BD720036FB}"/>
                  </a:ext>
                </a:extLst>
              </p14:cNvPr>
              <p14:cNvContentPartPr/>
              <p14:nvPr/>
            </p14:nvContentPartPr>
            <p14:xfrm>
              <a:off x="8358093" y="2213693"/>
              <a:ext cx="568440" cy="44676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ABDD84E6-88F6-4479-AF2D-85BD720036F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40442" y="2195707"/>
                <a:ext cx="604103" cy="482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C9702FBF-68DF-445B-9F4E-783A183D6AE5}"/>
                  </a:ext>
                </a:extLst>
              </p14:cNvPr>
              <p14:cNvContentPartPr/>
              <p14:nvPr/>
            </p14:nvContentPartPr>
            <p14:xfrm>
              <a:off x="8319933" y="2838653"/>
              <a:ext cx="592920" cy="46404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C9702FBF-68DF-445B-9F4E-783A183D6AE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02282" y="2820653"/>
                <a:ext cx="628582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E2F1B24C-497B-4D4C-B65F-4D184DC9B4C5}"/>
                  </a:ext>
                </a:extLst>
              </p14:cNvPr>
              <p14:cNvContentPartPr/>
              <p14:nvPr/>
            </p14:nvContentPartPr>
            <p14:xfrm>
              <a:off x="9353133" y="2394773"/>
              <a:ext cx="766080" cy="375840"/>
            </p14:xfrm>
          </p:contentPart>
        </mc:Choice>
        <mc:Fallback xmlns=""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E2F1B24C-497B-4D4C-B65F-4D184DC9B4C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35133" y="2377133"/>
                <a:ext cx="8017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D6BB3017-0AF6-4E1E-84BE-428BC825EDA1}"/>
                  </a:ext>
                </a:extLst>
              </p14:cNvPr>
              <p14:cNvContentPartPr/>
              <p14:nvPr/>
            </p14:nvContentPartPr>
            <p14:xfrm>
              <a:off x="2753973" y="4596173"/>
              <a:ext cx="937800" cy="30780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D6BB3017-0AF6-4E1E-84BE-428BC825EDA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35973" y="4578173"/>
                <a:ext cx="9734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EEDA9645-0446-4C97-9A13-1C8575249A88}"/>
                  </a:ext>
                </a:extLst>
              </p14:cNvPr>
              <p14:cNvContentPartPr/>
              <p14:nvPr/>
            </p14:nvContentPartPr>
            <p14:xfrm>
              <a:off x="2078613" y="5046893"/>
              <a:ext cx="3274920" cy="1740600"/>
            </p14:xfrm>
          </p:contentPart>
        </mc:Choice>
        <mc:Fallback xmlns=""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EEDA9645-0446-4C97-9A13-1C8575249A8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60971" y="5028897"/>
                <a:ext cx="3310564" cy="1776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CF42B3D7-319F-4B80-9425-3D6B3CECA6A6}"/>
                  </a:ext>
                </a:extLst>
              </p14:cNvPr>
              <p14:cNvContentPartPr/>
              <p14:nvPr/>
            </p14:nvContentPartPr>
            <p14:xfrm>
              <a:off x="9231453" y="4626413"/>
              <a:ext cx="1634400" cy="853200"/>
            </p14:xfrm>
          </p:contentPart>
        </mc:Choice>
        <mc:Fallback xmlns=""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CF42B3D7-319F-4B80-9425-3D6B3CECA6A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13813" y="4608773"/>
                <a:ext cx="1670040" cy="8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2BFA419B-6E32-4311-819A-9CCE30C6EF44}"/>
                  </a:ext>
                </a:extLst>
              </p14:cNvPr>
              <p14:cNvContentPartPr/>
              <p14:nvPr/>
            </p14:nvContentPartPr>
            <p14:xfrm>
              <a:off x="11096973" y="4644053"/>
              <a:ext cx="566640" cy="329400"/>
            </p14:xfrm>
          </p:contentPart>
        </mc:Choice>
        <mc:Fallback xmlns=""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2BFA419B-6E32-4311-819A-9CCE30C6EF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079333" y="4626413"/>
                <a:ext cx="60228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162" name="Tinta 161">
                <a:extLst>
                  <a:ext uri="{FF2B5EF4-FFF2-40B4-BE49-F238E27FC236}">
                    <a16:creationId xmlns:a16="http://schemas.microsoft.com/office/drawing/2014/main" id="{FAE361C5-F163-435B-8AC0-984228821E1B}"/>
                  </a:ext>
                </a:extLst>
              </p14:cNvPr>
              <p14:cNvContentPartPr/>
              <p14:nvPr/>
            </p14:nvContentPartPr>
            <p14:xfrm>
              <a:off x="6237333" y="3813173"/>
              <a:ext cx="2644560" cy="2948760"/>
            </p14:xfrm>
          </p:contentPart>
        </mc:Choice>
        <mc:Fallback xmlns="">
          <p:pic>
            <p:nvPicPr>
              <p:cNvPr id="162" name="Tinta 161">
                <a:extLst>
                  <a:ext uri="{FF2B5EF4-FFF2-40B4-BE49-F238E27FC236}">
                    <a16:creationId xmlns:a16="http://schemas.microsoft.com/office/drawing/2014/main" id="{FAE361C5-F163-435B-8AC0-984228821E1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219691" y="3795173"/>
                <a:ext cx="2680205" cy="29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A7700986-877B-4C61-89F0-593A0FF57603}"/>
                  </a:ext>
                </a:extLst>
              </p14:cNvPr>
              <p14:cNvContentPartPr/>
              <p14:nvPr/>
            </p14:nvContentPartPr>
            <p14:xfrm>
              <a:off x="11017773" y="407213"/>
              <a:ext cx="654120" cy="416160"/>
            </p14:xfrm>
          </p:contentPart>
        </mc:Choice>
        <mc:Fallback xmlns=""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A7700986-877B-4C61-89F0-593A0FF5760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999773" y="389573"/>
                <a:ext cx="68976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B933B224-971F-4C4E-97BD-ED9C8C59D308}"/>
                  </a:ext>
                </a:extLst>
              </p14:cNvPr>
              <p14:cNvContentPartPr/>
              <p14:nvPr/>
            </p14:nvContentPartPr>
            <p14:xfrm>
              <a:off x="10088253" y="358613"/>
              <a:ext cx="707400" cy="441360"/>
            </p14:xfrm>
          </p:contentPart>
        </mc:Choice>
        <mc:Fallback xmlns=""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B933B224-971F-4C4E-97BD-ED9C8C59D30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070253" y="340959"/>
                <a:ext cx="743040" cy="477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4C4EA261-F967-4D01-B5A0-AFB68A746A24}"/>
                  </a:ext>
                </a:extLst>
              </p14:cNvPr>
              <p14:cNvContentPartPr/>
              <p14:nvPr/>
            </p14:nvContentPartPr>
            <p14:xfrm>
              <a:off x="9358893" y="485333"/>
              <a:ext cx="582120" cy="395640"/>
            </p14:xfrm>
          </p:contentPart>
        </mc:Choice>
        <mc:Fallback xmlns=""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4C4EA261-F967-4D01-B5A0-AFB68A746A2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340893" y="467333"/>
                <a:ext cx="617760" cy="43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2369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A88FAD7D-1CC8-4206-9D52-EFA4953743C5}"/>
                  </a:ext>
                </a:extLst>
              </p14:cNvPr>
              <p14:cNvContentPartPr/>
              <p14:nvPr/>
            </p14:nvContentPartPr>
            <p14:xfrm>
              <a:off x="2052693" y="886733"/>
              <a:ext cx="794160" cy="6238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A88FAD7D-1CC8-4206-9D52-EFA4953743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4693" y="869093"/>
                <a:ext cx="82980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4CA565CE-DE27-4EC2-BDA5-907BC25BE1C1}"/>
                  </a:ext>
                </a:extLst>
              </p14:cNvPr>
              <p14:cNvContentPartPr/>
              <p14:nvPr/>
            </p14:nvContentPartPr>
            <p14:xfrm>
              <a:off x="7487973" y="1187333"/>
              <a:ext cx="360" cy="36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4CA565CE-DE27-4EC2-BDA5-907BC25BE1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0333" y="11693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8221D22F-B556-4B9C-A97C-4144681034A5}"/>
                  </a:ext>
                </a:extLst>
              </p14:cNvPr>
              <p14:cNvContentPartPr/>
              <p14:nvPr/>
            </p14:nvContentPartPr>
            <p14:xfrm>
              <a:off x="7724493" y="1177973"/>
              <a:ext cx="360" cy="36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8221D22F-B556-4B9C-A97C-4144681034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6853" y="115997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F3B54A1D-E63E-4850-8839-E5710E0FCEB8}"/>
                  </a:ext>
                </a:extLst>
              </p14:cNvPr>
              <p14:cNvContentPartPr/>
              <p14:nvPr/>
            </p14:nvContentPartPr>
            <p14:xfrm>
              <a:off x="8303733" y="1195253"/>
              <a:ext cx="360" cy="36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F3B54A1D-E63E-4850-8839-E5710E0FCE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85733" y="11776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3CB12CEA-0C0B-4D50-A954-A58D0ABCD4D6}"/>
                  </a:ext>
                </a:extLst>
              </p14:cNvPr>
              <p14:cNvContentPartPr/>
              <p14:nvPr/>
            </p14:nvContentPartPr>
            <p14:xfrm>
              <a:off x="8670933" y="1212533"/>
              <a:ext cx="360" cy="36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3CB12CEA-0C0B-4D50-A954-A58D0ABCD4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52933" y="11948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E8F90B1E-EB6C-4711-AE6D-57E187FF9EB5}"/>
                  </a:ext>
                </a:extLst>
              </p14:cNvPr>
              <p14:cNvContentPartPr/>
              <p14:nvPr/>
            </p14:nvContentPartPr>
            <p14:xfrm>
              <a:off x="6797133" y="1001933"/>
              <a:ext cx="190080" cy="19548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E8F90B1E-EB6C-4711-AE6D-57E187FF9EB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79493" y="984293"/>
                <a:ext cx="2257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933CE20F-A8BA-4D37-9157-D4F1BE0A0AF2}"/>
                  </a:ext>
                </a:extLst>
              </p14:cNvPr>
              <p14:cNvContentPartPr/>
              <p14:nvPr/>
            </p14:nvContentPartPr>
            <p14:xfrm>
              <a:off x="5871213" y="884573"/>
              <a:ext cx="564480" cy="462240"/>
            </p14:xfrm>
          </p:contentPart>
        </mc:Choice>
        <mc:Fallback xmlns=""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933CE20F-A8BA-4D37-9157-D4F1BE0A0AF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53213" y="866573"/>
                <a:ext cx="60012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719F2CB3-25DA-46E5-8495-EAC00C9647FA}"/>
                  </a:ext>
                </a:extLst>
              </p14:cNvPr>
              <p14:cNvContentPartPr/>
              <p14:nvPr/>
            </p14:nvContentPartPr>
            <p14:xfrm>
              <a:off x="4627413" y="963053"/>
              <a:ext cx="164880" cy="22248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719F2CB3-25DA-46E5-8495-EAC00C9647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09413" y="945053"/>
                <a:ext cx="2005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0C497473-BED6-423A-AB97-5276FAA647C1}"/>
                  </a:ext>
                </a:extLst>
              </p14:cNvPr>
              <p14:cNvContentPartPr/>
              <p14:nvPr/>
            </p14:nvContentPartPr>
            <p14:xfrm>
              <a:off x="3884373" y="940733"/>
              <a:ext cx="355680" cy="42300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0C497473-BED6-423A-AB97-5276FAA647C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66391" y="923093"/>
                <a:ext cx="391284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9F6C3E63-D6C4-47BC-949B-EF2AE5DC66EE}"/>
                  </a:ext>
                </a:extLst>
              </p14:cNvPr>
              <p14:cNvContentPartPr/>
              <p14:nvPr/>
            </p14:nvContentPartPr>
            <p14:xfrm>
              <a:off x="3351573" y="928133"/>
              <a:ext cx="408240" cy="37296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9F6C3E63-D6C4-47BC-949B-EF2AE5DC66E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33933" y="910493"/>
                <a:ext cx="44388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55DF9022-510A-4F85-99E4-44CF729CD14A}"/>
                  </a:ext>
                </a:extLst>
              </p14:cNvPr>
              <p14:cNvContentPartPr/>
              <p14:nvPr/>
            </p14:nvContentPartPr>
            <p14:xfrm>
              <a:off x="10030293" y="752453"/>
              <a:ext cx="365040" cy="48996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55DF9022-510A-4F85-99E4-44CF729CD1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12653" y="734453"/>
                <a:ext cx="40068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19204D6F-11AD-4BD8-8E98-CA737E113E39}"/>
                  </a:ext>
                </a:extLst>
              </p14:cNvPr>
              <p14:cNvContentPartPr/>
              <p14:nvPr/>
            </p14:nvContentPartPr>
            <p14:xfrm>
              <a:off x="9675333" y="935693"/>
              <a:ext cx="135720" cy="22824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19204D6F-11AD-4BD8-8E98-CA737E113E3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57333" y="918053"/>
                <a:ext cx="1713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90883664-FF65-4391-8D1D-BBF6C28321B5}"/>
                  </a:ext>
                </a:extLst>
              </p14:cNvPr>
              <p14:cNvContentPartPr/>
              <p14:nvPr/>
            </p14:nvContentPartPr>
            <p14:xfrm>
              <a:off x="5534253" y="1133693"/>
              <a:ext cx="230040" cy="19800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90883664-FF65-4391-8D1D-BBF6C28321B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16253" y="1116053"/>
                <a:ext cx="2656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92AD0664-973A-44AD-A664-462FEABE8419}"/>
                  </a:ext>
                </a:extLst>
              </p14:cNvPr>
              <p14:cNvContentPartPr/>
              <p14:nvPr/>
            </p14:nvContentPartPr>
            <p14:xfrm>
              <a:off x="5105853" y="947213"/>
              <a:ext cx="272880" cy="29628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92AD0664-973A-44AD-A664-462FEABE841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87853" y="929573"/>
                <a:ext cx="308520" cy="33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9450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0E27DB37-D42E-4943-AE72-DDDC39EA5D72}"/>
                  </a:ext>
                </a:extLst>
              </p14:cNvPr>
              <p14:cNvContentPartPr/>
              <p14:nvPr/>
            </p14:nvContentPartPr>
            <p14:xfrm>
              <a:off x="2316933" y="950453"/>
              <a:ext cx="4982760" cy="288036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0E27DB37-D42E-4943-AE72-DDDC39EA5D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9293" y="932453"/>
                <a:ext cx="5018400" cy="29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6AAFB4B6-E72B-4CEA-9B12-5EF2947A74E4}"/>
                  </a:ext>
                </a:extLst>
              </p14:cNvPr>
              <p14:cNvContentPartPr/>
              <p14:nvPr/>
            </p14:nvContentPartPr>
            <p14:xfrm>
              <a:off x="4997493" y="1765133"/>
              <a:ext cx="1967040" cy="136980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6AAFB4B6-E72B-4CEA-9B12-5EF2947A74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9490" y="1747493"/>
                <a:ext cx="2002687" cy="14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89396366-3B83-48EB-92C6-424C94995A25}"/>
                  </a:ext>
                </a:extLst>
              </p14:cNvPr>
              <p14:cNvContentPartPr/>
              <p14:nvPr/>
            </p14:nvContentPartPr>
            <p14:xfrm>
              <a:off x="3315213" y="6117893"/>
              <a:ext cx="155880" cy="18684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89396366-3B83-48EB-92C6-424C94995A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7213" y="6099893"/>
                <a:ext cx="19152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81DEBF41-AE3A-47C2-8304-93A9DFA802B8}"/>
                  </a:ext>
                </a:extLst>
              </p14:cNvPr>
              <p14:cNvContentPartPr/>
              <p14:nvPr/>
            </p14:nvContentPartPr>
            <p14:xfrm>
              <a:off x="9068373" y="4552253"/>
              <a:ext cx="939600" cy="53892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81DEBF41-AE3A-47C2-8304-93A9DFA802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0726" y="4534613"/>
                <a:ext cx="975254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264B0E93-F6D4-4B44-B9BE-5CC5665325CC}"/>
                  </a:ext>
                </a:extLst>
              </p14:cNvPr>
              <p14:cNvContentPartPr/>
              <p14:nvPr/>
            </p14:nvContentPartPr>
            <p14:xfrm>
              <a:off x="10787013" y="2345453"/>
              <a:ext cx="686880" cy="58860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264B0E93-F6D4-4B44-B9BE-5CC5665325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69013" y="2327813"/>
                <a:ext cx="722520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4C3C23FF-E423-4282-B653-D1F3DC548228}"/>
                  </a:ext>
                </a:extLst>
              </p14:cNvPr>
              <p14:cNvContentPartPr/>
              <p14:nvPr/>
            </p14:nvContentPartPr>
            <p14:xfrm>
              <a:off x="10917693" y="1818413"/>
              <a:ext cx="244080" cy="45288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4C3C23FF-E423-4282-B653-D1F3DC5482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99693" y="1800759"/>
                <a:ext cx="279720" cy="488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DFB76401-BBC3-41C9-8FFE-4049EB9DFA04}"/>
                  </a:ext>
                </a:extLst>
              </p14:cNvPr>
              <p14:cNvContentPartPr/>
              <p14:nvPr/>
            </p14:nvContentPartPr>
            <p14:xfrm>
              <a:off x="6129693" y="5221133"/>
              <a:ext cx="2939040" cy="939960"/>
            </p14:xfrm>
          </p:contentPart>
        </mc:Choice>
        <mc:Fallback xmlns=""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DFB76401-BBC3-41C9-8FFE-4049EB9DFA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11695" y="5203133"/>
                <a:ext cx="2974676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4" name="Tinta 153">
                <a:extLst>
                  <a:ext uri="{FF2B5EF4-FFF2-40B4-BE49-F238E27FC236}">
                    <a16:creationId xmlns:a16="http://schemas.microsoft.com/office/drawing/2014/main" id="{DDF8828B-7411-476C-A9D3-F475EEE9FCEF}"/>
                  </a:ext>
                </a:extLst>
              </p14:cNvPr>
              <p14:cNvContentPartPr/>
              <p14:nvPr/>
            </p14:nvContentPartPr>
            <p14:xfrm>
              <a:off x="3344373" y="6373493"/>
              <a:ext cx="1274040" cy="519840"/>
            </p14:xfrm>
          </p:contentPart>
        </mc:Choice>
        <mc:Fallback xmlns="">
          <p:pic>
            <p:nvPicPr>
              <p:cNvPr id="154" name="Tinta 153">
                <a:extLst>
                  <a:ext uri="{FF2B5EF4-FFF2-40B4-BE49-F238E27FC236}">
                    <a16:creationId xmlns:a16="http://schemas.microsoft.com/office/drawing/2014/main" id="{DDF8828B-7411-476C-A9D3-F475EEE9FCE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26373" y="6355493"/>
                <a:ext cx="130968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94E53146-C059-4261-9627-C993C2371D0E}"/>
                  </a:ext>
                </a:extLst>
              </p14:cNvPr>
              <p14:cNvContentPartPr/>
              <p14:nvPr/>
            </p14:nvContentPartPr>
            <p14:xfrm>
              <a:off x="1409733" y="5001533"/>
              <a:ext cx="3726000" cy="958320"/>
            </p14:xfrm>
          </p:contentPart>
        </mc:Choice>
        <mc:Fallback xmlns=""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94E53146-C059-4261-9627-C993C2371D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91733" y="4983886"/>
                <a:ext cx="3761640" cy="9939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8" name="Tinta 177">
                <a:extLst>
                  <a:ext uri="{FF2B5EF4-FFF2-40B4-BE49-F238E27FC236}">
                    <a16:creationId xmlns:a16="http://schemas.microsoft.com/office/drawing/2014/main" id="{835AB5D4-B18F-45CA-B055-C7297B4ADC17}"/>
                  </a:ext>
                </a:extLst>
              </p14:cNvPr>
              <p14:cNvContentPartPr/>
              <p14:nvPr/>
            </p14:nvContentPartPr>
            <p14:xfrm>
              <a:off x="8341533" y="622133"/>
              <a:ext cx="1994400" cy="2372400"/>
            </p14:xfrm>
          </p:contentPart>
        </mc:Choice>
        <mc:Fallback xmlns="">
          <p:pic>
            <p:nvPicPr>
              <p:cNvPr id="178" name="Tinta 177">
                <a:extLst>
                  <a:ext uri="{FF2B5EF4-FFF2-40B4-BE49-F238E27FC236}">
                    <a16:creationId xmlns:a16="http://schemas.microsoft.com/office/drawing/2014/main" id="{835AB5D4-B18F-45CA-B055-C7297B4ADC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23533" y="604493"/>
                <a:ext cx="2030040" cy="24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0FD920D4-0AEE-493C-8FC4-8ECA468D9454}"/>
                  </a:ext>
                </a:extLst>
              </p14:cNvPr>
              <p14:cNvContentPartPr/>
              <p14:nvPr/>
            </p14:nvContentPartPr>
            <p14:xfrm>
              <a:off x="3813813" y="1769453"/>
              <a:ext cx="3223080" cy="1579894"/>
            </p14:xfrm>
          </p:contentPart>
        </mc:Choice>
        <mc:Fallback xmlns=""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0FD920D4-0AEE-493C-8FC4-8ECA468D945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96173" y="1751815"/>
                <a:ext cx="3258720" cy="16155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9069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2B674E7C-388C-474F-BAF7-7B86DECD46BC}"/>
                  </a:ext>
                </a:extLst>
              </p14:cNvPr>
              <p14:cNvContentPartPr/>
              <p14:nvPr/>
            </p14:nvContentPartPr>
            <p14:xfrm>
              <a:off x="2667933" y="184013"/>
              <a:ext cx="3240360" cy="122796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2B674E7C-388C-474F-BAF7-7B86DECD46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0291" y="166368"/>
                <a:ext cx="3276004" cy="1263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27046FC5-BB04-47CC-AE68-B33B1EB45D7B}"/>
                  </a:ext>
                </a:extLst>
              </p14:cNvPr>
              <p14:cNvContentPartPr/>
              <p14:nvPr/>
            </p14:nvContentPartPr>
            <p14:xfrm>
              <a:off x="3541653" y="1492613"/>
              <a:ext cx="4400640" cy="47376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27046FC5-BB04-47CC-AE68-B33B1EB45D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4013" y="1474973"/>
                <a:ext cx="443628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FFFD8B7F-626F-4067-AC34-34B38F4DCDDF}"/>
                  </a:ext>
                </a:extLst>
              </p14:cNvPr>
              <p14:cNvContentPartPr/>
              <p14:nvPr/>
            </p14:nvContentPartPr>
            <p14:xfrm>
              <a:off x="6245613" y="294893"/>
              <a:ext cx="2961360" cy="108828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FFFD8B7F-626F-4067-AC34-34B38F4DCD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27971" y="277253"/>
                <a:ext cx="2997004" cy="11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28A67045-CF43-42E2-A3AF-BDCB94AD8C7D}"/>
                  </a:ext>
                </a:extLst>
              </p14:cNvPr>
              <p14:cNvContentPartPr/>
              <p14:nvPr/>
            </p14:nvContentPartPr>
            <p14:xfrm>
              <a:off x="1052613" y="2652893"/>
              <a:ext cx="903240" cy="56592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28A67045-CF43-42E2-A3AF-BDCB94AD8C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4973" y="2634893"/>
                <a:ext cx="93888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180223A6-F3F8-4E77-8CC4-5E0990A4ED87}"/>
                  </a:ext>
                </a:extLst>
              </p14:cNvPr>
              <p14:cNvContentPartPr/>
              <p14:nvPr/>
            </p14:nvContentPartPr>
            <p14:xfrm>
              <a:off x="829053" y="3629213"/>
              <a:ext cx="5030280" cy="227556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180223A6-F3F8-4E77-8CC4-5E0990A4ED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1413" y="3611573"/>
                <a:ext cx="5065920" cy="23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830DC3C8-1726-4926-B039-28E9476090D0}"/>
                  </a:ext>
                </a:extLst>
              </p14:cNvPr>
              <p14:cNvContentPartPr/>
              <p14:nvPr/>
            </p14:nvContentPartPr>
            <p14:xfrm>
              <a:off x="9377613" y="284093"/>
              <a:ext cx="2246400" cy="355320"/>
            </p14:xfrm>
          </p:contentPart>
        </mc:Choice>
        <mc:Fallback xmlns=""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830DC3C8-1726-4926-B039-28E9476090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59973" y="266435"/>
                <a:ext cx="2282040" cy="390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29BD7BEC-5EF9-4298-A7E2-C9E8C232EB16}"/>
                  </a:ext>
                </a:extLst>
              </p14:cNvPr>
              <p14:cNvContentPartPr/>
              <p14:nvPr/>
            </p14:nvContentPartPr>
            <p14:xfrm>
              <a:off x="8142453" y="1491893"/>
              <a:ext cx="509040" cy="216720"/>
            </p14:xfrm>
          </p:contentPart>
        </mc:Choice>
        <mc:Fallback xmlns=""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29BD7BEC-5EF9-4298-A7E2-C9E8C232EB1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24813" y="1474253"/>
                <a:ext cx="5446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C999E0C4-37BA-43B0-9DB9-0967C742FAF3}"/>
                  </a:ext>
                </a:extLst>
              </p14:cNvPr>
              <p14:cNvContentPartPr/>
              <p14:nvPr/>
            </p14:nvContentPartPr>
            <p14:xfrm>
              <a:off x="8958213" y="3456413"/>
              <a:ext cx="241200" cy="31932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C999E0C4-37BA-43B0-9DB9-0967C742FA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40573" y="3438773"/>
                <a:ext cx="27684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36E94102-9954-4E06-B9F2-E1ED0E9F592C}"/>
                  </a:ext>
                </a:extLst>
              </p14:cNvPr>
              <p14:cNvContentPartPr/>
              <p14:nvPr/>
            </p14:nvContentPartPr>
            <p14:xfrm>
              <a:off x="9387693" y="3298013"/>
              <a:ext cx="941040" cy="451800"/>
            </p14:xfrm>
          </p:contentPart>
        </mc:Choice>
        <mc:Fallback xmlns=""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36E94102-9954-4E06-B9F2-E1ED0E9F59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70046" y="3280373"/>
                <a:ext cx="976694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E39A2868-CE03-45B6-8199-6D31EAFC09F2}"/>
                  </a:ext>
                </a:extLst>
              </p14:cNvPr>
              <p14:cNvContentPartPr/>
              <p14:nvPr/>
            </p14:nvContentPartPr>
            <p14:xfrm>
              <a:off x="8074413" y="3364253"/>
              <a:ext cx="597960" cy="386640"/>
            </p14:xfrm>
          </p:contentPart>
        </mc:Choice>
        <mc:Fallback xmlns=""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E39A2868-CE03-45B6-8199-6D31EAFC09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56424" y="3346613"/>
                <a:ext cx="633579" cy="42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4486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54E7DCD0-F160-4AAE-923D-5D65758FCB32}"/>
                  </a:ext>
                </a:extLst>
              </p14:cNvPr>
              <p14:cNvContentPartPr/>
              <p14:nvPr/>
            </p14:nvContentPartPr>
            <p14:xfrm>
              <a:off x="792333" y="816173"/>
              <a:ext cx="1117800" cy="841320"/>
            </p14:xfrm>
          </p:contentPart>
        </mc:Choice>
        <mc:Fallback xmlns=""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54E7DCD0-F160-4AAE-923D-5D65758FCB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687" y="798181"/>
                <a:ext cx="1153451" cy="876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B2BF8AFF-14F8-4DB0-AD90-4333C317881D}"/>
                  </a:ext>
                </a:extLst>
              </p14:cNvPr>
              <p14:cNvContentPartPr/>
              <p14:nvPr/>
            </p14:nvContentPartPr>
            <p14:xfrm>
              <a:off x="2068173" y="353213"/>
              <a:ext cx="338760" cy="152100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B2BF8AFF-14F8-4DB0-AD90-4333C31788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50533" y="335573"/>
                <a:ext cx="374400" cy="155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D512195F-CDDA-4335-931D-8E22BA95B001}"/>
                  </a:ext>
                </a:extLst>
              </p14:cNvPr>
              <p14:cNvContentPartPr/>
              <p14:nvPr/>
            </p14:nvContentPartPr>
            <p14:xfrm>
              <a:off x="2695653" y="495773"/>
              <a:ext cx="4784040" cy="148932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D512195F-CDDA-4335-931D-8E22BA95B0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7653" y="478133"/>
                <a:ext cx="4819680" cy="15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A5131285-DAE9-4AE0-94E3-0A7A4F8FF819}"/>
                  </a:ext>
                </a:extLst>
              </p14:cNvPr>
              <p14:cNvContentPartPr/>
              <p14:nvPr/>
            </p14:nvContentPartPr>
            <p14:xfrm>
              <a:off x="2634093" y="4162733"/>
              <a:ext cx="511920" cy="41076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A5131285-DAE9-4AE0-94E3-0A7A4F8FF8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16453" y="4145093"/>
                <a:ext cx="54756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0453E9CE-A542-4B34-8350-4F33AC110037}"/>
                  </a:ext>
                </a:extLst>
              </p14:cNvPr>
              <p14:cNvContentPartPr/>
              <p14:nvPr/>
            </p14:nvContentPartPr>
            <p14:xfrm>
              <a:off x="1320453" y="2897333"/>
              <a:ext cx="3421440" cy="104616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0453E9CE-A542-4B34-8350-4F33AC1100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2453" y="2879339"/>
                <a:ext cx="3457080" cy="1081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5851F84C-85CD-499E-AF74-6CD10B426A1F}"/>
                  </a:ext>
                </a:extLst>
              </p14:cNvPr>
              <p14:cNvContentPartPr/>
              <p14:nvPr/>
            </p14:nvContentPartPr>
            <p14:xfrm>
              <a:off x="6081453" y="3507893"/>
              <a:ext cx="229680" cy="165240"/>
            </p14:xfrm>
          </p:contentPart>
        </mc:Choice>
        <mc:Fallback xmlns=""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5851F84C-85CD-499E-AF74-6CD10B426A1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63813" y="3490253"/>
                <a:ext cx="2653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C2BE2538-2DF6-4154-82EF-7AA9D00F506D}"/>
                  </a:ext>
                </a:extLst>
              </p14:cNvPr>
              <p14:cNvContentPartPr/>
              <p14:nvPr/>
            </p14:nvContentPartPr>
            <p14:xfrm>
              <a:off x="10799253" y="3038813"/>
              <a:ext cx="439560" cy="392760"/>
            </p14:xfrm>
          </p:contentPart>
        </mc:Choice>
        <mc:Fallback xmlns=""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C2BE2538-2DF6-4154-82EF-7AA9D00F506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81613" y="3021173"/>
                <a:ext cx="47520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6D424BB9-3C42-4FE4-A8DE-A737D24C0E66}"/>
                  </a:ext>
                </a:extLst>
              </p14:cNvPr>
              <p14:cNvContentPartPr/>
              <p14:nvPr/>
            </p14:nvContentPartPr>
            <p14:xfrm>
              <a:off x="9336933" y="3613373"/>
              <a:ext cx="1392120" cy="9036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6D424BB9-3C42-4FE4-A8DE-A737D24C0E6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19293" y="3595733"/>
                <a:ext cx="14277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4999094C-29AA-49CD-A622-90E4D45935DF}"/>
                  </a:ext>
                </a:extLst>
              </p14:cNvPr>
              <p14:cNvContentPartPr/>
              <p14:nvPr/>
            </p14:nvContentPartPr>
            <p14:xfrm>
              <a:off x="9833013" y="3889493"/>
              <a:ext cx="455760" cy="33084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4999094C-29AA-49CD-A622-90E4D45935D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15013" y="3871853"/>
                <a:ext cx="49140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5307BA68-EDF0-41A1-A0D1-E260402DA34A}"/>
                  </a:ext>
                </a:extLst>
              </p14:cNvPr>
              <p14:cNvContentPartPr/>
              <p14:nvPr/>
            </p14:nvContentPartPr>
            <p14:xfrm>
              <a:off x="8951013" y="2936933"/>
              <a:ext cx="1542960" cy="571680"/>
            </p14:xfrm>
          </p:contentPart>
        </mc:Choice>
        <mc:Fallback xmlns=""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5307BA68-EDF0-41A1-A0D1-E260402DA34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33017" y="2919293"/>
                <a:ext cx="1578592" cy="60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8D6D22EC-C117-474C-BD4A-4E8D6410E955}"/>
                  </a:ext>
                </a:extLst>
              </p14:cNvPr>
              <p14:cNvContentPartPr/>
              <p14:nvPr/>
            </p14:nvContentPartPr>
            <p14:xfrm>
              <a:off x="7631613" y="3361733"/>
              <a:ext cx="691920" cy="36684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8D6D22EC-C117-474C-BD4A-4E8D6410E9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13973" y="3343733"/>
                <a:ext cx="7275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CD0965A0-40E6-46EE-A370-6F1B512AA265}"/>
                  </a:ext>
                </a:extLst>
              </p14:cNvPr>
              <p14:cNvContentPartPr/>
              <p14:nvPr/>
            </p14:nvContentPartPr>
            <p14:xfrm>
              <a:off x="6546213" y="3401693"/>
              <a:ext cx="683280" cy="28044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CD0965A0-40E6-46EE-A370-6F1B512AA26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28222" y="3383693"/>
                <a:ext cx="718901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57046090-2199-4F03-BBDA-A132E94740C9}"/>
                  </a:ext>
                </a:extLst>
              </p14:cNvPr>
              <p14:cNvContentPartPr/>
              <p14:nvPr/>
            </p14:nvContentPartPr>
            <p14:xfrm>
              <a:off x="5934573" y="4661333"/>
              <a:ext cx="1854000" cy="483480"/>
            </p14:xfrm>
          </p:contentPart>
        </mc:Choice>
        <mc:Fallback xmlns=""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57046090-2199-4F03-BBDA-A132E94740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16933" y="4643680"/>
                <a:ext cx="1889640" cy="519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C7F56904-0063-486D-94BD-AD34C07D1D05}"/>
                  </a:ext>
                </a:extLst>
              </p14:cNvPr>
              <p14:cNvContentPartPr/>
              <p14:nvPr/>
            </p14:nvContentPartPr>
            <p14:xfrm>
              <a:off x="9471573" y="5275853"/>
              <a:ext cx="395280" cy="349920"/>
            </p14:xfrm>
          </p:contentPart>
        </mc:Choice>
        <mc:Fallback xmlns=""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C7F56904-0063-486D-94BD-AD34C07D1D0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53573" y="5258213"/>
                <a:ext cx="43092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E11594E8-9B31-4567-9C2A-70C15FB0BD4D}"/>
                  </a:ext>
                </a:extLst>
              </p14:cNvPr>
              <p14:cNvContentPartPr/>
              <p14:nvPr/>
            </p14:nvContentPartPr>
            <p14:xfrm>
              <a:off x="8209053" y="4384133"/>
              <a:ext cx="3713400" cy="781920"/>
            </p14:xfrm>
          </p:contentPart>
        </mc:Choice>
        <mc:Fallback xmlns=""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E11594E8-9B31-4567-9C2A-70C15FB0BD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91413" y="4366485"/>
                <a:ext cx="3749040" cy="8175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671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7968D7B2-CE7E-43E2-8DB3-4EB3CAA68855}"/>
                  </a:ext>
                </a:extLst>
              </p14:cNvPr>
              <p14:cNvContentPartPr/>
              <p14:nvPr/>
            </p14:nvContentPartPr>
            <p14:xfrm>
              <a:off x="1387773" y="1366253"/>
              <a:ext cx="4126680" cy="324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7968D7B2-CE7E-43E2-8DB3-4EB3CAA688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0133" y="1348253"/>
                <a:ext cx="4162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D509C507-E262-48AD-9A10-1DDAB8F9E4D5}"/>
                  </a:ext>
                </a:extLst>
              </p14:cNvPr>
              <p14:cNvContentPartPr/>
              <p14:nvPr/>
            </p14:nvContentPartPr>
            <p14:xfrm>
              <a:off x="3122253" y="1654973"/>
              <a:ext cx="543240" cy="4179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D509C507-E262-48AD-9A10-1DDAB8F9E4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4613" y="1636973"/>
                <a:ext cx="57888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D0F6136C-0ACB-4BDD-BD96-7D1248D0B472}"/>
                  </a:ext>
                </a:extLst>
              </p14:cNvPr>
              <p14:cNvContentPartPr/>
              <p14:nvPr/>
            </p14:nvContentPartPr>
            <p14:xfrm>
              <a:off x="1764333" y="161333"/>
              <a:ext cx="3764520" cy="110988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D0F6136C-0ACB-4BDD-BD96-7D1248D0B4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46693" y="143333"/>
                <a:ext cx="3800160" cy="11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6A3E6311-4837-4AE3-A277-4ACCA7667FD4}"/>
                  </a:ext>
                </a:extLst>
              </p14:cNvPr>
              <p14:cNvContentPartPr/>
              <p14:nvPr/>
            </p14:nvContentPartPr>
            <p14:xfrm>
              <a:off x="6305013" y="602333"/>
              <a:ext cx="1941840" cy="59652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6A3E6311-4837-4AE3-A277-4ACCA7667F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87013" y="584693"/>
                <a:ext cx="1977480" cy="6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9563124D-7416-4E0E-9BB5-AA62D527A460}"/>
                  </a:ext>
                </a:extLst>
              </p14:cNvPr>
              <p14:cNvContentPartPr/>
              <p14:nvPr/>
            </p14:nvContentPartPr>
            <p14:xfrm>
              <a:off x="8528733" y="590813"/>
              <a:ext cx="1180080" cy="64440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9563124D-7416-4E0E-9BB5-AA62D527A4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10733" y="573173"/>
                <a:ext cx="121572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7D28D74B-DFCF-4B3A-B4F4-8220224592F6}"/>
                  </a:ext>
                </a:extLst>
              </p14:cNvPr>
              <p14:cNvContentPartPr/>
              <p14:nvPr/>
            </p14:nvContentPartPr>
            <p14:xfrm>
              <a:off x="6348573" y="1315853"/>
              <a:ext cx="3054240" cy="7560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7D28D74B-DFCF-4B3A-B4F4-8220224592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30933" y="1298213"/>
                <a:ext cx="30898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93AE75E5-9298-478A-82D4-1C717E1E35D5}"/>
                  </a:ext>
                </a:extLst>
              </p14:cNvPr>
              <p14:cNvContentPartPr/>
              <p14:nvPr/>
            </p14:nvContentPartPr>
            <p14:xfrm>
              <a:off x="6355773" y="1575413"/>
              <a:ext cx="2313360" cy="54108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93AE75E5-9298-478A-82D4-1C717E1E35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38130" y="1557413"/>
                <a:ext cx="2349006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3B972FE9-4915-4ECA-AE7D-EE76CDAEBD0D}"/>
                  </a:ext>
                </a:extLst>
              </p14:cNvPr>
              <p14:cNvContentPartPr/>
              <p14:nvPr/>
            </p14:nvContentPartPr>
            <p14:xfrm>
              <a:off x="9049653" y="1603493"/>
              <a:ext cx="225000" cy="52812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3B972FE9-4915-4ECA-AE7D-EE76CDAEBD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32013" y="1585853"/>
                <a:ext cx="26064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C487C8C6-0099-4EA6-BDDE-3366192624B4}"/>
                  </a:ext>
                </a:extLst>
              </p14:cNvPr>
              <p14:cNvContentPartPr/>
              <p14:nvPr/>
            </p14:nvContentPartPr>
            <p14:xfrm>
              <a:off x="2266893" y="4198013"/>
              <a:ext cx="2819160" cy="62676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C487C8C6-0099-4EA6-BDDE-3366192624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48895" y="4180373"/>
                <a:ext cx="2854795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AD40FCC1-16A4-4CBF-B196-8EB7F0F5670B}"/>
                  </a:ext>
                </a:extLst>
              </p14:cNvPr>
              <p14:cNvContentPartPr/>
              <p14:nvPr/>
            </p14:nvContentPartPr>
            <p14:xfrm>
              <a:off x="1322613" y="3447773"/>
              <a:ext cx="4455000" cy="51012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AD40FCC1-16A4-4CBF-B196-8EB7F0F567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04613" y="3430133"/>
                <a:ext cx="449064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15902CB4-D2FD-4D1F-A762-B197DB4830F8}"/>
                  </a:ext>
                </a:extLst>
              </p14:cNvPr>
              <p14:cNvContentPartPr/>
              <p14:nvPr/>
            </p14:nvContentPartPr>
            <p14:xfrm>
              <a:off x="1517013" y="4220693"/>
              <a:ext cx="466560" cy="40680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15902CB4-D2FD-4D1F-A762-B197DB4830F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99359" y="4202693"/>
                <a:ext cx="502228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B6E3EB34-EE14-44B2-ABE0-3A7AADC044D4}"/>
                  </a:ext>
                </a:extLst>
              </p14:cNvPr>
              <p14:cNvContentPartPr/>
              <p14:nvPr/>
            </p14:nvContentPartPr>
            <p14:xfrm>
              <a:off x="6284133" y="3890573"/>
              <a:ext cx="203760" cy="68760"/>
            </p14:xfrm>
          </p:contentPart>
        </mc:Choice>
        <mc:Fallback xmlns=""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B6E3EB34-EE14-44B2-ABE0-3A7AADC044D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66493" y="3872933"/>
                <a:ext cx="2394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E08F83AC-E387-4F6F-AC07-9C09CECF919D}"/>
                  </a:ext>
                </a:extLst>
              </p14:cNvPr>
              <p14:cNvContentPartPr/>
              <p14:nvPr/>
            </p14:nvContentPartPr>
            <p14:xfrm>
              <a:off x="6167133" y="3749453"/>
              <a:ext cx="212760" cy="50400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E08F83AC-E387-4F6F-AC07-9C09CECF919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49493" y="3731813"/>
                <a:ext cx="2484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8F8391C5-3759-418B-9050-90CD5175581E}"/>
                  </a:ext>
                </a:extLst>
              </p14:cNvPr>
              <p14:cNvContentPartPr/>
              <p14:nvPr/>
            </p14:nvContentPartPr>
            <p14:xfrm>
              <a:off x="7178733" y="3118373"/>
              <a:ext cx="3477600" cy="148212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8F8391C5-3759-418B-9050-90CD5175581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61093" y="3100373"/>
                <a:ext cx="3513240" cy="15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8029A043-0BD1-41D6-87D3-3A1AE746013E}"/>
                  </a:ext>
                </a:extLst>
              </p14:cNvPr>
              <p14:cNvContentPartPr/>
              <p14:nvPr/>
            </p14:nvContentPartPr>
            <p14:xfrm>
              <a:off x="11123613" y="3541733"/>
              <a:ext cx="242640" cy="2484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8029A043-0BD1-41D6-87D3-3A1AE746013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105973" y="3524093"/>
                <a:ext cx="2782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4AF8064E-9021-46AF-AE74-31C7185814B2}"/>
                  </a:ext>
                </a:extLst>
              </p14:cNvPr>
              <p14:cNvContentPartPr/>
              <p14:nvPr/>
            </p14:nvContentPartPr>
            <p14:xfrm>
              <a:off x="11139453" y="3447053"/>
              <a:ext cx="236880" cy="1872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4AF8064E-9021-46AF-AE74-31C7185814B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121813" y="3429413"/>
                <a:ext cx="2725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14E6EC37-AAFB-41A8-A84A-72104EFEEA76}"/>
                  </a:ext>
                </a:extLst>
              </p14:cNvPr>
              <p14:cNvContentPartPr/>
              <p14:nvPr/>
            </p14:nvContentPartPr>
            <p14:xfrm>
              <a:off x="11726253" y="3271373"/>
              <a:ext cx="278640" cy="338400"/>
            </p14:xfrm>
          </p:contentPart>
        </mc:Choice>
        <mc:Fallback xmlns=""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14E6EC37-AAFB-41A8-A84A-72104EFEEA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708613" y="3253373"/>
                <a:ext cx="31428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9186209B-9A5B-45DC-A035-D47E81495EC6}"/>
                  </a:ext>
                </a:extLst>
              </p14:cNvPr>
              <p14:cNvContentPartPr/>
              <p14:nvPr/>
            </p14:nvContentPartPr>
            <p14:xfrm>
              <a:off x="11547333" y="3687533"/>
              <a:ext cx="590040" cy="4068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9186209B-9A5B-45DC-A035-D47E81495EC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529693" y="3669893"/>
                <a:ext cx="6256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A21854C7-624A-4C2F-B8AA-16E8A9639F71}"/>
                  </a:ext>
                </a:extLst>
              </p14:cNvPr>
              <p14:cNvContentPartPr/>
              <p14:nvPr/>
            </p14:nvContentPartPr>
            <p14:xfrm>
              <a:off x="11600973" y="3825053"/>
              <a:ext cx="586800" cy="32292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A21854C7-624A-4C2F-B8AA-16E8A9639F7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582973" y="3807413"/>
                <a:ext cx="622440" cy="35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7875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927C2DC5-4F9A-406A-9EF0-D1CC0442F73C}"/>
                  </a:ext>
                </a:extLst>
              </p14:cNvPr>
              <p14:cNvContentPartPr/>
              <p14:nvPr/>
            </p14:nvContentPartPr>
            <p14:xfrm>
              <a:off x="2800053" y="1768013"/>
              <a:ext cx="1459800" cy="47412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927C2DC5-4F9A-406A-9EF0-D1CC0442F7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2053" y="1750373"/>
                <a:ext cx="1495440" cy="5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2FAC800E-16E8-4C8D-ADDE-A9F2F0BD9968}"/>
                  </a:ext>
                </a:extLst>
              </p14:cNvPr>
              <p14:cNvContentPartPr/>
              <p14:nvPr/>
            </p14:nvContentPartPr>
            <p14:xfrm>
              <a:off x="683253" y="888533"/>
              <a:ext cx="382320" cy="41328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2FAC800E-16E8-4C8D-ADDE-A9F2F0BD99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253" y="870878"/>
                <a:ext cx="417960" cy="448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1BA7E942-22AA-466F-A5EF-68B5DB740D76}"/>
                  </a:ext>
                </a:extLst>
              </p14:cNvPr>
              <p14:cNvContentPartPr/>
              <p14:nvPr/>
            </p14:nvContentPartPr>
            <p14:xfrm>
              <a:off x="523053" y="1462013"/>
              <a:ext cx="565920" cy="18396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1BA7E942-22AA-466F-A5EF-68B5DB740D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053" y="1443978"/>
                <a:ext cx="601560" cy="219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E37B7A52-6FCD-4207-BB47-1EA2AF66083F}"/>
                  </a:ext>
                </a:extLst>
              </p14:cNvPr>
              <p14:cNvContentPartPr/>
              <p14:nvPr/>
            </p14:nvContentPartPr>
            <p14:xfrm>
              <a:off x="7135173" y="1639493"/>
              <a:ext cx="1915200" cy="45108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E37B7A52-6FCD-4207-BB47-1EA2AF6608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17533" y="1621853"/>
                <a:ext cx="195084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819B9F29-BC7B-4DDC-8737-C30106311465}"/>
                  </a:ext>
                </a:extLst>
              </p14:cNvPr>
              <p14:cNvContentPartPr/>
              <p14:nvPr/>
            </p14:nvContentPartPr>
            <p14:xfrm>
              <a:off x="2372013" y="195533"/>
              <a:ext cx="8506080" cy="134172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819B9F29-BC7B-4DDC-8737-C301063114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54013" y="177888"/>
                <a:ext cx="8541720" cy="1377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A2B47764-FA9C-4893-8EF7-CB96EA34A60D}"/>
                  </a:ext>
                </a:extLst>
              </p14:cNvPr>
              <p14:cNvContentPartPr/>
              <p14:nvPr/>
            </p14:nvContentPartPr>
            <p14:xfrm>
              <a:off x="11156013" y="982133"/>
              <a:ext cx="638280" cy="30780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A2B47764-FA9C-4893-8EF7-CB96EA34A6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38373" y="964493"/>
                <a:ext cx="673920" cy="34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996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C3D2A4F0-C39E-44AE-A600-2FDC42A414C7}"/>
                  </a:ext>
                </a:extLst>
              </p14:cNvPr>
              <p14:cNvContentPartPr/>
              <p14:nvPr/>
            </p14:nvContentPartPr>
            <p14:xfrm>
              <a:off x="939573" y="733733"/>
              <a:ext cx="11411640" cy="315504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C3D2A4F0-C39E-44AE-A600-2FDC42A414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573" y="716095"/>
                <a:ext cx="11447280" cy="3190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617CA843-614E-45CA-A379-88DAC6D2893F}"/>
                  </a:ext>
                </a:extLst>
              </p14:cNvPr>
              <p14:cNvContentPartPr/>
              <p14:nvPr/>
            </p14:nvContentPartPr>
            <p14:xfrm>
              <a:off x="6665013" y="5078213"/>
              <a:ext cx="257760" cy="342720"/>
            </p14:xfrm>
          </p:contentPart>
        </mc:Choice>
        <mc:Fallback xmlns=""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617CA843-614E-45CA-A379-88DAC6D289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7373" y="5060554"/>
                <a:ext cx="293400" cy="378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CCEF4414-BCC7-46D1-8E2F-761309B64643}"/>
                  </a:ext>
                </a:extLst>
              </p14:cNvPr>
              <p14:cNvContentPartPr/>
              <p14:nvPr/>
            </p14:nvContentPartPr>
            <p14:xfrm>
              <a:off x="6016293" y="5147693"/>
              <a:ext cx="457560" cy="27468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CCEF4414-BCC7-46D1-8E2F-761309B646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98653" y="5129717"/>
                <a:ext cx="493200" cy="3102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8A611C3D-160A-474E-BFF4-F03DC9776943}"/>
                  </a:ext>
                </a:extLst>
              </p14:cNvPr>
              <p14:cNvContentPartPr/>
              <p14:nvPr/>
            </p14:nvContentPartPr>
            <p14:xfrm>
              <a:off x="7319493" y="5075333"/>
              <a:ext cx="9720" cy="756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8A611C3D-160A-474E-BFF4-F03DC97769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01853" y="5057333"/>
                <a:ext cx="453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94C5ECE7-88A5-40A9-B72A-C288E6B187D2}"/>
                  </a:ext>
                </a:extLst>
              </p14:cNvPr>
              <p14:cNvContentPartPr/>
              <p14:nvPr/>
            </p14:nvContentPartPr>
            <p14:xfrm>
              <a:off x="7766973" y="5128253"/>
              <a:ext cx="420840" cy="368640"/>
            </p14:xfrm>
          </p:contentPart>
        </mc:Choice>
        <mc:Fallback xmlns=""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94C5ECE7-88A5-40A9-B72A-C288E6B187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48973" y="5110253"/>
                <a:ext cx="4564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E5619ADC-3772-4233-82A3-B4FE7EFDA86B}"/>
                  </a:ext>
                </a:extLst>
              </p14:cNvPr>
              <p14:cNvContentPartPr/>
              <p14:nvPr/>
            </p14:nvContentPartPr>
            <p14:xfrm>
              <a:off x="7008813" y="5208533"/>
              <a:ext cx="631080" cy="255240"/>
            </p14:xfrm>
          </p:contentPart>
        </mc:Choice>
        <mc:Fallback xmlns=""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E5619ADC-3772-4233-82A3-B4FE7EFDA8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91173" y="5190533"/>
                <a:ext cx="666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0F4F7AFF-CBF0-4A8C-9E7D-C0D4A3793581}"/>
                  </a:ext>
                </a:extLst>
              </p14:cNvPr>
              <p14:cNvContentPartPr/>
              <p14:nvPr/>
            </p14:nvContentPartPr>
            <p14:xfrm>
              <a:off x="8396613" y="4995413"/>
              <a:ext cx="1630800" cy="45792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0F4F7AFF-CBF0-4A8C-9E7D-C0D4A379358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78613" y="4977413"/>
                <a:ext cx="166644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7996DE9F-6F70-4048-B833-0F2BBA143229}"/>
                  </a:ext>
                </a:extLst>
              </p14:cNvPr>
              <p14:cNvContentPartPr/>
              <p14:nvPr/>
            </p14:nvContentPartPr>
            <p14:xfrm>
              <a:off x="8976573" y="3948893"/>
              <a:ext cx="451800" cy="41904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7996DE9F-6F70-4048-B833-0F2BBA1432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58933" y="3930893"/>
                <a:ext cx="48744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6A81B203-B2AE-44ED-8270-82368DEAF465}"/>
                  </a:ext>
                </a:extLst>
              </p14:cNvPr>
              <p14:cNvContentPartPr/>
              <p14:nvPr/>
            </p14:nvContentPartPr>
            <p14:xfrm>
              <a:off x="9606933" y="4042493"/>
              <a:ext cx="373680" cy="20952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6A81B203-B2AE-44ED-8270-82368DEAF4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89276" y="4024853"/>
                <a:ext cx="409354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CF2ED3C2-00E1-443C-AFCE-49BCC5DFFD47}"/>
                  </a:ext>
                </a:extLst>
              </p14:cNvPr>
              <p14:cNvContentPartPr/>
              <p14:nvPr/>
            </p14:nvContentPartPr>
            <p14:xfrm>
              <a:off x="10184733" y="3966893"/>
              <a:ext cx="755640" cy="35208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CF2ED3C2-00E1-443C-AFCE-49BCC5DFFD4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66733" y="3949253"/>
                <a:ext cx="79128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F4772937-9B91-4212-9494-115695DF376B}"/>
                  </a:ext>
                </a:extLst>
              </p14:cNvPr>
              <p14:cNvContentPartPr/>
              <p14:nvPr/>
            </p14:nvContentPartPr>
            <p14:xfrm>
              <a:off x="2975013" y="3778973"/>
              <a:ext cx="2163600" cy="2234880"/>
            </p14:xfrm>
          </p:contentPart>
        </mc:Choice>
        <mc:Fallback xmlns=""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F4772937-9B91-4212-9494-115695DF376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57373" y="3760973"/>
                <a:ext cx="2199240" cy="22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9917B410-7418-4D64-9C8D-65B916E8B7C5}"/>
                  </a:ext>
                </a:extLst>
              </p14:cNvPr>
              <p14:cNvContentPartPr/>
              <p14:nvPr/>
            </p14:nvContentPartPr>
            <p14:xfrm>
              <a:off x="11627613" y="1011653"/>
              <a:ext cx="275760" cy="29736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9917B410-7418-4D64-9C8D-65B916E8B7C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609613" y="993653"/>
                <a:ext cx="3114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78FF449C-CA35-4580-9FCB-EA6B0179FCA5}"/>
                  </a:ext>
                </a:extLst>
              </p14:cNvPr>
              <p14:cNvContentPartPr/>
              <p14:nvPr/>
            </p14:nvContentPartPr>
            <p14:xfrm>
              <a:off x="8039493" y="340973"/>
              <a:ext cx="235440" cy="274680"/>
            </p14:xfrm>
          </p:contentPart>
        </mc:Choice>
        <mc:Fallback xmlns=""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78FF449C-CA35-4580-9FCB-EA6B0179FCA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21853" y="323333"/>
                <a:ext cx="2710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1" name="Tinta 170">
                <a:extLst>
                  <a:ext uri="{FF2B5EF4-FFF2-40B4-BE49-F238E27FC236}">
                    <a16:creationId xmlns:a16="http://schemas.microsoft.com/office/drawing/2014/main" id="{434F5F70-9CEF-4855-88A6-8002A39A8276}"/>
                  </a:ext>
                </a:extLst>
              </p14:cNvPr>
              <p14:cNvContentPartPr/>
              <p14:nvPr/>
            </p14:nvContentPartPr>
            <p14:xfrm>
              <a:off x="6580053" y="241613"/>
              <a:ext cx="1265040" cy="493200"/>
            </p14:xfrm>
          </p:contentPart>
        </mc:Choice>
        <mc:Fallback xmlns="">
          <p:pic>
            <p:nvPicPr>
              <p:cNvPr id="171" name="Tinta 170">
                <a:extLst>
                  <a:ext uri="{FF2B5EF4-FFF2-40B4-BE49-F238E27FC236}">
                    <a16:creationId xmlns:a16="http://schemas.microsoft.com/office/drawing/2014/main" id="{434F5F70-9CEF-4855-88A6-8002A39A827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62413" y="223960"/>
                <a:ext cx="1300680" cy="528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ABA39E3C-39B3-4691-8EC3-F1EE3EF73337}"/>
                  </a:ext>
                </a:extLst>
              </p14:cNvPr>
              <p14:cNvContentPartPr/>
              <p14:nvPr/>
            </p14:nvContentPartPr>
            <p14:xfrm>
              <a:off x="6293493" y="459773"/>
              <a:ext cx="145440" cy="172440"/>
            </p14:xfrm>
          </p:contentPart>
        </mc:Choice>
        <mc:Fallback xmlns=""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ABA39E3C-39B3-4691-8EC3-F1EE3EF733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75853" y="442133"/>
                <a:ext cx="1810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E7CFD706-156C-40CE-995F-76B96C69549A}"/>
                  </a:ext>
                </a:extLst>
              </p14:cNvPr>
              <p14:cNvContentPartPr/>
              <p14:nvPr/>
            </p14:nvContentPartPr>
            <p14:xfrm>
              <a:off x="5346333" y="213173"/>
              <a:ext cx="811080" cy="446760"/>
            </p14:xfrm>
          </p:contentPart>
        </mc:Choice>
        <mc:Fallback xmlns=""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E7CFD706-156C-40CE-995F-76B96C69549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28333" y="195519"/>
                <a:ext cx="846720" cy="482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8" name="Tinta 177">
                <a:extLst>
                  <a:ext uri="{FF2B5EF4-FFF2-40B4-BE49-F238E27FC236}">
                    <a16:creationId xmlns:a16="http://schemas.microsoft.com/office/drawing/2014/main" id="{FB6AA8AE-5139-48D6-AD51-CD4A18863656}"/>
                  </a:ext>
                </a:extLst>
              </p14:cNvPr>
              <p14:cNvContentPartPr/>
              <p14:nvPr/>
            </p14:nvContentPartPr>
            <p14:xfrm>
              <a:off x="3843693" y="567773"/>
              <a:ext cx="16200" cy="9000"/>
            </p14:xfrm>
          </p:contentPart>
        </mc:Choice>
        <mc:Fallback xmlns="">
          <p:pic>
            <p:nvPicPr>
              <p:cNvPr id="178" name="Tinta 177">
                <a:extLst>
                  <a:ext uri="{FF2B5EF4-FFF2-40B4-BE49-F238E27FC236}">
                    <a16:creationId xmlns:a16="http://schemas.microsoft.com/office/drawing/2014/main" id="{FB6AA8AE-5139-48D6-AD51-CD4A188636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25693" y="549773"/>
                <a:ext cx="518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9" name="Tinta 178">
                <a:extLst>
                  <a:ext uri="{FF2B5EF4-FFF2-40B4-BE49-F238E27FC236}">
                    <a16:creationId xmlns:a16="http://schemas.microsoft.com/office/drawing/2014/main" id="{F22847F8-76C1-4F71-9DBD-96CE2A497015}"/>
                  </a:ext>
                </a:extLst>
              </p14:cNvPr>
              <p14:cNvContentPartPr/>
              <p14:nvPr/>
            </p14:nvContentPartPr>
            <p14:xfrm>
              <a:off x="3795813" y="697013"/>
              <a:ext cx="23760" cy="23760"/>
            </p14:xfrm>
          </p:contentPart>
        </mc:Choice>
        <mc:Fallback xmlns="">
          <p:pic>
            <p:nvPicPr>
              <p:cNvPr id="179" name="Tinta 178">
                <a:extLst>
                  <a:ext uri="{FF2B5EF4-FFF2-40B4-BE49-F238E27FC236}">
                    <a16:creationId xmlns:a16="http://schemas.microsoft.com/office/drawing/2014/main" id="{F22847F8-76C1-4F71-9DBD-96CE2A49701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777813" y="679373"/>
                <a:ext cx="594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0" name="Tinta 179">
                <a:extLst>
                  <a:ext uri="{FF2B5EF4-FFF2-40B4-BE49-F238E27FC236}">
                    <a16:creationId xmlns:a16="http://schemas.microsoft.com/office/drawing/2014/main" id="{54819F6A-5044-4975-B9BD-D0B9494D13FC}"/>
                  </a:ext>
                </a:extLst>
              </p14:cNvPr>
              <p14:cNvContentPartPr/>
              <p14:nvPr/>
            </p14:nvContentPartPr>
            <p14:xfrm>
              <a:off x="3814533" y="801413"/>
              <a:ext cx="21960" cy="31320"/>
            </p14:xfrm>
          </p:contentPart>
        </mc:Choice>
        <mc:Fallback xmlns="">
          <p:pic>
            <p:nvPicPr>
              <p:cNvPr id="180" name="Tinta 179">
                <a:extLst>
                  <a:ext uri="{FF2B5EF4-FFF2-40B4-BE49-F238E27FC236}">
                    <a16:creationId xmlns:a16="http://schemas.microsoft.com/office/drawing/2014/main" id="{54819F6A-5044-4975-B9BD-D0B9494D13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96893" y="783413"/>
                <a:ext cx="576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98" name="Tinta 197">
                <a:extLst>
                  <a:ext uri="{FF2B5EF4-FFF2-40B4-BE49-F238E27FC236}">
                    <a16:creationId xmlns:a16="http://schemas.microsoft.com/office/drawing/2014/main" id="{A518472D-DA9A-451D-A49D-8C8B8E8BBF7E}"/>
                  </a:ext>
                </a:extLst>
              </p14:cNvPr>
              <p14:cNvContentPartPr/>
              <p14:nvPr/>
            </p14:nvContentPartPr>
            <p14:xfrm>
              <a:off x="2058453" y="945773"/>
              <a:ext cx="9376200" cy="3141720"/>
            </p14:xfrm>
          </p:contentPart>
        </mc:Choice>
        <mc:Fallback xmlns="">
          <p:pic>
            <p:nvPicPr>
              <p:cNvPr id="198" name="Tinta 197">
                <a:extLst>
                  <a:ext uri="{FF2B5EF4-FFF2-40B4-BE49-F238E27FC236}">
                    <a16:creationId xmlns:a16="http://schemas.microsoft.com/office/drawing/2014/main" id="{A518472D-DA9A-451D-A49D-8C8B8E8BBF7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40453" y="927775"/>
                <a:ext cx="9411840" cy="317735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010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817B12C-974C-4827-B5A4-7F3FC7E91208}"/>
                  </a:ext>
                </a:extLst>
              </p14:cNvPr>
              <p14:cNvContentPartPr/>
              <p14:nvPr/>
            </p14:nvContentPartPr>
            <p14:xfrm>
              <a:off x="2625813" y="2100653"/>
              <a:ext cx="395280" cy="3564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817B12C-974C-4827-B5A4-7F3FC7E912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8173" y="2082653"/>
                <a:ext cx="43092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F9060142-DD30-48AD-959B-98C0F9C70315}"/>
                  </a:ext>
                </a:extLst>
              </p14:cNvPr>
              <p14:cNvContentPartPr/>
              <p14:nvPr/>
            </p14:nvContentPartPr>
            <p14:xfrm>
              <a:off x="3245733" y="1971053"/>
              <a:ext cx="9360" cy="1584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F9060142-DD30-48AD-959B-98C0F9C703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7733" y="1953053"/>
                <a:ext cx="450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4C0EAD50-8102-4626-9D57-24DE050750CE}"/>
                  </a:ext>
                </a:extLst>
              </p14:cNvPr>
              <p14:cNvContentPartPr/>
              <p14:nvPr/>
            </p14:nvContentPartPr>
            <p14:xfrm>
              <a:off x="3117573" y="2140613"/>
              <a:ext cx="324720" cy="35892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4C0EAD50-8102-4626-9D57-24DE050750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99933" y="2122973"/>
                <a:ext cx="3603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143882F0-FACE-48A5-9564-F5672389C651}"/>
                  </a:ext>
                </a:extLst>
              </p14:cNvPr>
              <p14:cNvContentPartPr/>
              <p14:nvPr/>
            </p14:nvContentPartPr>
            <p14:xfrm>
              <a:off x="4604013" y="2011373"/>
              <a:ext cx="170280" cy="486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143882F0-FACE-48A5-9564-F5672389C6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86373" y="1993373"/>
                <a:ext cx="20592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41F71EEF-A45C-4E44-BC22-990C44038233}"/>
                  </a:ext>
                </a:extLst>
              </p14:cNvPr>
              <p14:cNvContentPartPr/>
              <p14:nvPr/>
            </p14:nvContentPartPr>
            <p14:xfrm>
              <a:off x="4160133" y="2070773"/>
              <a:ext cx="260640" cy="39276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41F71EEF-A45C-4E44-BC22-990C440382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42133" y="2052789"/>
                <a:ext cx="296280" cy="428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C58735A9-A1AF-40E2-9982-8AC0072AFD75}"/>
                  </a:ext>
                </a:extLst>
              </p14:cNvPr>
              <p14:cNvContentPartPr/>
              <p14:nvPr/>
            </p14:nvContentPartPr>
            <p14:xfrm>
              <a:off x="3790053" y="1964573"/>
              <a:ext cx="217080" cy="65628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C58735A9-A1AF-40E2-9982-8AC0072AFD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72053" y="1946933"/>
                <a:ext cx="252720" cy="69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11B5CCFB-1206-4CAF-A785-1560F901E231}"/>
                  </a:ext>
                </a:extLst>
              </p14:cNvPr>
              <p14:cNvContentPartPr/>
              <p14:nvPr/>
            </p14:nvContentPartPr>
            <p14:xfrm>
              <a:off x="5006133" y="2324213"/>
              <a:ext cx="422280" cy="237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11B5CCFB-1206-4CAF-A785-1560F901E23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88493" y="2306573"/>
                <a:ext cx="4579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8C6D41BC-9DD2-4BE2-B9AA-393600D4B405}"/>
                  </a:ext>
                </a:extLst>
              </p14:cNvPr>
              <p14:cNvContentPartPr/>
              <p14:nvPr/>
            </p14:nvContentPartPr>
            <p14:xfrm>
              <a:off x="5041053" y="2230613"/>
              <a:ext cx="454680" cy="1512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8C6D41BC-9DD2-4BE2-B9AA-393600D4B40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23053" y="2212613"/>
                <a:ext cx="4903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8CA09F1B-D6BE-4CF0-A0B6-9B44B936B058}"/>
                  </a:ext>
                </a:extLst>
              </p14:cNvPr>
              <p14:cNvContentPartPr/>
              <p14:nvPr/>
            </p14:nvContentPartPr>
            <p14:xfrm>
              <a:off x="5913333" y="2095973"/>
              <a:ext cx="664200" cy="44820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8CA09F1B-D6BE-4CF0-A0B6-9B44B936B05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95683" y="2077973"/>
                <a:ext cx="699859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E35AC07D-62BC-4098-86AE-53375C5E7033}"/>
                  </a:ext>
                </a:extLst>
              </p14:cNvPr>
              <p14:cNvContentPartPr/>
              <p14:nvPr/>
            </p14:nvContentPartPr>
            <p14:xfrm>
              <a:off x="6922053" y="2273453"/>
              <a:ext cx="356760" cy="1368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E35AC07D-62BC-4098-86AE-53375C5E703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04053" y="2255813"/>
                <a:ext cx="392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DC005B04-323A-4C14-BC7C-8C5D0E756CC8}"/>
                  </a:ext>
                </a:extLst>
              </p14:cNvPr>
              <p14:cNvContentPartPr/>
              <p14:nvPr/>
            </p14:nvContentPartPr>
            <p14:xfrm>
              <a:off x="7580133" y="2082293"/>
              <a:ext cx="336600" cy="29484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DC005B04-323A-4C14-BC7C-8C5D0E756CC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62152" y="2064653"/>
                <a:ext cx="372202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5B53128A-7DA3-4F56-A4E7-FB56160C4EF3}"/>
                  </a:ext>
                </a:extLst>
              </p14:cNvPr>
              <p14:cNvContentPartPr/>
              <p14:nvPr/>
            </p14:nvContentPartPr>
            <p14:xfrm>
              <a:off x="7841853" y="1743893"/>
              <a:ext cx="275400" cy="23688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5B53128A-7DA3-4F56-A4E7-FB56160C4E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23853" y="1725893"/>
                <a:ext cx="3110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ADC78B74-8846-4384-82AD-88EB354EF635}"/>
                  </a:ext>
                </a:extLst>
              </p14:cNvPr>
              <p14:cNvContentPartPr/>
              <p14:nvPr/>
            </p14:nvContentPartPr>
            <p14:xfrm>
              <a:off x="7474293" y="2569373"/>
              <a:ext cx="701640" cy="2880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ADC78B74-8846-4384-82AD-88EB354EF63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56653" y="2551733"/>
                <a:ext cx="7372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08701C6C-F671-41B8-AAEE-45D1F93A47D4}"/>
                  </a:ext>
                </a:extLst>
              </p14:cNvPr>
              <p14:cNvContentPartPr/>
              <p14:nvPr/>
            </p14:nvContentPartPr>
            <p14:xfrm>
              <a:off x="7637373" y="2854853"/>
              <a:ext cx="521280" cy="38340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08701C6C-F671-41B8-AAEE-45D1F93A47D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19733" y="2837196"/>
                <a:ext cx="556920" cy="4190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3A1BE9B8-F76A-47A5-843A-BA672D133C17}"/>
                  </a:ext>
                </a:extLst>
              </p14:cNvPr>
              <p14:cNvContentPartPr/>
              <p14:nvPr/>
            </p14:nvContentPartPr>
            <p14:xfrm>
              <a:off x="8486613" y="2192093"/>
              <a:ext cx="210240" cy="19116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3A1BE9B8-F76A-47A5-843A-BA672D133C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68613" y="2174093"/>
                <a:ext cx="2458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CA8993D2-A057-4736-A2CC-D321AE541447}"/>
                  </a:ext>
                </a:extLst>
              </p14:cNvPr>
              <p14:cNvContentPartPr/>
              <p14:nvPr/>
            </p14:nvContentPartPr>
            <p14:xfrm>
              <a:off x="9316053" y="1886453"/>
              <a:ext cx="249120" cy="22788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CA8993D2-A057-4736-A2CC-D321AE54144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98413" y="1868453"/>
                <a:ext cx="2847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45538FB1-1524-4E84-9743-913EDB84DC65}"/>
                  </a:ext>
                </a:extLst>
              </p14:cNvPr>
              <p14:cNvContentPartPr/>
              <p14:nvPr/>
            </p14:nvContentPartPr>
            <p14:xfrm>
              <a:off x="8999973" y="2683853"/>
              <a:ext cx="513000" cy="40356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45538FB1-1524-4E84-9743-913EDB84DC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81973" y="2666197"/>
                <a:ext cx="548640" cy="439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D9477EBD-2AA7-4B28-A06C-CBB8AA4B690D}"/>
                  </a:ext>
                </a:extLst>
              </p14:cNvPr>
              <p14:cNvContentPartPr/>
              <p14:nvPr/>
            </p14:nvContentPartPr>
            <p14:xfrm>
              <a:off x="8945253" y="2202533"/>
              <a:ext cx="732600" cy="36108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D9477EBD-2AA7-4B28-A06C-CBB8AA4B690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27253" y="2184893"/>
                <a:ext cx="76824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2D6E9015-5465-4633-B48C-DBBCF4C274AB}"/>
                  </a:ext>
                </a:extLst>
              </p14:cNvPr>
              <p14:cNvContentPartPr/>
              <p14:nvPr/>
            </p14:nvContentPartPr>
            <p14:xfrm>
              <a:off x="10432773" y="1898333"/>
              <a:ext cx="292680" cy="22752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2D6E9015-5465-4633-B48C-DBBCF4C274A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414773" y="1880333"/>
                <a:ext cx="3283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2508636D-E89B-4C4D-8449-E353F053C6E2}"/>
                  </a:ext>
                </a:extLst>
              </p14:cNvPr>
              <p14:cNvContentPartPr/>
              <p14:nvPr/>
            </p14:nvContentPartPr>
            <p14:xfrm>
              <a:off x="10157013" y="2553533"/>
              <a:ext cx="525600" cy="4284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2508636D-E89B-4C4D-8449-E353F053C6E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139373" y="2535533"/>
                <a:ext cx="5612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ADDB05E5-2CB3-47F2-9B9E-AA8BF9D85961}"/>
                  </a:ext>
                </a:extLst>
              </p14:cNvPr>
              <p14:cNvContentPartPr/>
              <p14:nvPr/>
            </p14:nvContentPartPr>
            <p14:xfrm>
              <a:off x="10245573" y="2783933"/>
              <a:ext cx="287640" cy="30672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ADDB05E5-2CB3-47F2-9B9E-AA8BF9D8596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27933" y="2766293"/>
                <a:ext cx="3232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890B638C-6744-4F3E-AF00-6341EBEB2890}"/>
                  </a:ext>
                </a:extLst>
              </p14:cNvPr>
              <p14:cNvContentPartPr/>
              <p14:nvPr/>
            </p14:nvContentPartPr>
            <p14:xfrm>
              <a:off x="11267253" y="2464613"/>
              <a:ext cx="1080" cy="324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890B638C-6744-4F3E-AF00-6341EBEB289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249613" y="2446973"/>
                <a:ext cx="36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207A28A6-F014-4085-B737-463FF204954D}"/>
                  </a:ext>
                </a:extLst>
              </p14:cNvPr>
              <p14:cNvContentPartPr/>
              <p14:nvPr/>
            </p14:nvContentPartPr>
            <p14:xfrm>
              <a:off x="11379213" y="2462813"/>
              <a:ext cx="360" cy="36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207A28A6-F014-4085-B737-463FF204954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361213" y="24448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6577C97B-694A-4B1A-B2E2-C2C019DCCFA1}"/>
                  </a:ext>
                </a:extLst>
              </p14:cNvPr>
              <p14:cNvContentPartPr/>
              <p14:nvPr/>
            </p14:nvContentPartPr>
            <p14:xfrm>
              <a:off x="11502333" y="2478293"/>
              <a:ext cx="360" cy="360"/>
            </p14:xfrm>
          </p:contentPart>
        </mc:Choice>
        <mc:Fallback xmlns=""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6577C97B-694A-4B1A-B2E2-C2C019DCCFA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484693" y="24602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D47512EC-3FF7-4EF4-A98A-7ED806ECE206}"/>
                  </a:ext>
                </a:extLst>
              </p14:cNvPr>
              <p14:cNvContentPartPr/>
              <p14:nvPr/>
            </p14:nvContentPartPr>
            <p14:xfrm>
              <a:off x="11733093" y="2469653"/>
              <a:ext cx="360" cy="36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D47512EC-3FF7-4EF4-A98A-7ED806ECE20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715453" y="245165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4A6F6C0E-64B8-45A6-9587-AAAB0D1759CD}"/>
                  </a:ext>
                </a:extLst>
              </p14:cNvPr>
              <p14:cNvContentPartPr/>
              <p14:nvPr/>
            </p14:nvContentPartPr>
            <p14:xfrm>
              <a:off x="10949013" y="2365613"/>
              <a:ext cx="189720" cy="170280"/>
            </p14:xfrm>
          </p:contentPart>
        </mc:Choice>
        <mc:Fallback xmlns=""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4A6F6C0E-64B8-45A6-9587-AAAB0D1759C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931013" y="2347613"/>
                <a:ext cx="2253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6C3488E8-2D39-4796-888D-B69461F6C280}"/>
                  </a:ext>
                </a:extLst>
              </p14:cNvPr>
              <p14:cNvContentPartPr/>
              <p14:nvPr/>
            </p14:nvContentPartPr>
            <p14:xfrm>
              <a:off x="6031773" y="4161653"/>
              <a:ext cx="493560" cy="496080"/>
            </p14:xfrm>
          </p:contentPart>
        </mc:Choice>
        <mc:Fallback xmlns=""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6C3488E8-2D39-4796-888D-B69461F6C28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014133" y="4143653"/>
                <a:ext cx="52920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90E2A73B-66D1-4F23-9D0D-80F228F02EE8}"/>
                  </a:ext>
                </a:extLst>
              </p14:cNvPr>
              <p14:cNvContentPartPr/>
              <p14:nvPr/>
            </p14:nvContentPartPr>
            <p14:xfrm>
              <a:off x="6131133" y="4861853"/>
              <a:ext cx="473760" cy="17424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90E2A73B-66D1-4F23-9D0D-80F228F02EE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113147" y="4844249"/>
                <a:ext cx="509373" cy="209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1FE82743-D065-40CF-AFD5-A8C3420B782A}"/>
                  </a:ext>
                </a:extLst>
              </p14:cNvPr>
              <p14:cNvContentPartPr/>
              <p14:nvPr/>
            </p14:nvContentPartPr>
            <p14:xfrm>
              <a:off x="6969213" y="4870853"/>
              <a:ext cx="1077840" cy="366480"/>
            </p14:xfrm>
          </p:contentPart>
        </mc:Choice>
        <mc:Fallback xmlns=""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1FE82743-D065-40CF-AFD5-A8C3420B782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51573" y="4852835"/>
                <a:ext cx="1113480" cy="402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45B5592D-CE9B-4B34-B9B6-AA16F8C82B4D}"/>
                  </a:ext>
                </a:extLst>
              </p14:cNvPr>
              <p14:cNvContentPartPr/>
              <p14:nvPr/>
            </p14:nvContentPartPr>
            <p14:xfrm>
              <a:off x="6779853" y="4058693"/>
              <a:ext cx="1862640" cy="67140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45B5592D-CE9B-4B34-B9B6-AA16F8C82B4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761853" y="4041053"/>
                <a:ext cx="189828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03E7434C-B063-4F30-BFCC-827D68535113}"/>
                  </a:ext>
                </a:extLst>
              </p14:cNvPr>
              <p14:cNvContentPartPr/>
              <p14:nvPr/>
            </p14:nvContentPartPr>
            <p14:xfrm>
              <a:off x="9820413" y="2249333"/>
              <a:ext cx="608760" cy="24444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03E7434C-B063-4F30-BFCC-827D6853511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802783" y="2231693"/>
                <a:ext cx="644379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270763B1-D91C-4E19-8602-4A625DA63108}"/>
                  </a:ext>
                </a:extLst>
              </p14:cNvPr>
              <p14:cNvContentPartPr/>
              <p14:nvPr/>
            </p14:nvContentPartPr>
            <p14:xfrm>
              <a:off x="6138333" y="1311893"/>
              <a:ext cx="210600" cy="26892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270763B1-D91C-4E19-8602-4A625DA6310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120693" y="1293917"/>
                <a:ext cx="246240" cy="304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8B8F39BD-84FA-48DC-85F6-92C75649890F}"/>
                  </a:ext>
                </a:extLst>
              </p14:cNvPr>
              <p14:cNvContentPartPr/>
              <p14:nvPr/>
            </p14:nvContentPartPr>
            <p14:xfrm>
              <a:off x="7636653" y="1226213"/>
              <a:ext cx="150480" cy="281160"/>
            </p14:xfrm>
          </p:contentPart>
        </mc:Choice>
        <mc:Fallback xmlns=""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8B8F39BD-84FA-48DC-85F6-92C7564989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19055" y="1208573"/>
                <a:ext cx="186035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E443EFA0-5B35-43A0-AA52-DF1FA96F97AD}"/>
                  </a:ext>
                </a:extLst>
              </p14:cNvPr>
              <p14:cNvContentPartPr/>
              <p14:nvPr/>
            </p14:nvContentPartPr>
            <p14:xfrm>
              <a:off x="1001853" y="6077573"/>
              <a:ext cx="440640" cy="29592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E443EFA0-5B35-43A0-AA52-DF1FA96F97A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83853" y="6059573"/>
                <a:ext cx="4762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A8D42E1B-59FF-4875-8712-AC00F6E88178}"/>
                  </a:ext>
                </a:extLst>
              </p14:cNvPr>
              <p14:cNvContentPartPr/>
              <p14:nvPr/>
            </p14:nvContentPartPr>
            <p14:xfrm>
              <a:off x="509733" y="5307893"/>
              <a:ext cx="2231640" cy="631080"/>
            </p14:xfrm>
          </p:contentPart>
        </mc:Choice>
        <mc:Fallback xmlns=""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A8D42E1B-59FF-4875-8712-AC00F6E8817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2093" y="5290253"/>
                <a:ext cx="2267280" cy="66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124CA21B-5F8A-4EE8-BC69-DCC7CBA8746C}"/>
                  </a:ext>
                </a:extLst>
              </p14:cNvPr>
              <p14:cNvContentPartPr/>
              <p14:nvPr/>
            </p14:nvContentPartPr>
            <p14:xfrm>
              <a:off x="3125133" y="5806493"/>
              <a:ext cx="511920" cy="10080"/>
            </p14:xfrm>
          </p:contentPart>
        </mc:Choice>
        <mc:Fallback xmlns=""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124CA21B-5F8A-4EE8-BC69-DCC7CBA8746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107493" y="5788853"/>
                <a:ext cx="5475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770CF81D-2998-495E-948A-9B9014048E3D}"/>
                  </a:ext>
                </a:extLst>
              </p14:cNvPr>
              <p14:cNvContentPartPr/>
              <p14:nvPr/>
            </p14:nvContentPartPr>
            <p14:xfrm>
              <a:off x="3054213" y="6094493"/>
              <a:ext cx="337320" cy="336240"/>
            </p14:xfrm>
          </p:contentPart>
        </mc:Choice>
        <mc:Fallback xmlns=""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770CF81D-2998-495E-948A-9B9014048E3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36213" y="6076493"/>
                <a:ext cx="37296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EA8A74FF-4F25-4F87-BD7C-FB2C964A1029}"/>
                  </a:ext>
                </a:extLst>
              </p14:cNvPr>
              <p14:cNvContentPartPr/>
              <p14:nvPr/>
            </p14:nvContentPartPr>
            <p14:xfrm>
              <a:off x="3168693" y="5415893"/>
              <a:ext cx="400680" cy="236520"/>
            </p14:xfrm>
          </p:contentPart>
        </mc:Choice>
        <mc:Fallback xmlns=""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EA8A74FF-4F25-4F87-BD7C-FB2C964A102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151053" y="5397893"/>
                <a:ext cx="4363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C3F4DF6F-A8D7-4BE8-A714-61981BCCF13C}"/>
                  </a:ext>
                </a:extLst>
              </p14:cNvPr>
              <p14:cNvContentPartPr/>
              <p14:nvPr/>
            </p14:nvContentPartPr>
            <p14:xfrm>
              <a:off x="3984453" y="5732693"/>
              <a:ext cx="364320" cy="1908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C3F4DF6F-A8D7-4BE8-A714-61981BCCF13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66453" y="5714693"/>
                <a:ext cx="399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4D987B39-4587-4DC1-9E38-FE8685D44945}"/>
                  </a:ext>
                </a:extLst>
              </p14:cNvPr>
              <p14:cNvContentPartPr/>
              <p14:nvPr/>
            </p14:nvContentPartPr>
            <p14:xfrm>
              <a:off x="5158413" y="6212573"/>
              <a:ext cx="206640" cy="225360"/>
            </p14:xfrm>
          </p:contentPart>
        </mc:Choice>
        <mc:Fallback xmlns=""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4D987B39-4587-4DC1-9E38-FE8685D4494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140742" y="6194573"/>
                <a:ext cx="242342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2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51FA2E6C-D221-4261-9457-334FE83375C4}"/>
                  </a:ext>
                </a:extLst>
              </p14:cNvPr>
              <p14:cNvContentPartPr/>
              <p14:nvPr/>
            </p14:nvContentPartPr>
            <p14:xfrm>
              <a:off x="4703733" y="6027173"/>
              <a:ext cx="342000" cy="406800"/>
            </p14:xfrm>
          </p:contentPart>
        </mc:Choice>
        <mc:Fallback xmlns=""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51FA2E6C-D221-4261-9457-334FE83375C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685752" y="6009533"/>
                <a:ext cx="377603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4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FF33587E-AAB1-487A-8E53-0F1CA96948B1}"/>
                  </a:ext>
                </a:extLst>
              </p14:cNvPr>
              <p14:cNvContentPartPr/>
              <p14:nvPr/>
            </p14:nvContentPartPr>
            <p14:xfrm>
              <a:off x="4760973" y="5286653"/>
              <a:ext cx="488520" cy="435240"/>
            </p14:xfrm>
          </p:contentPart>
        </mc:Choice>
        <mc:Fallback xmlns=""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FF33587E-AAB1-487A-8E53-0F1CA96948B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742973" y="5268998"/>
                <a:ext cx="524160" cy="470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154" name="Tinta 153">
                <a:extLst>
                  <a:ext uri="{FF2B5EF4-FFF2-40B4-BE49-F238E27FC236}">
                    <a16:creationId xmlns:a16="http://schemas.microsoft.com/office/drawing/2014/main" id="{B834E5BC-4875-4437-AC2A-B295C6454AD7}"/>
                  </a:ext>
                </a:extLst>
              </p14:cNvPr>
              <p14:cNvContentPartPr/>
              <p14:nvPr/>
            </p14:nvContentPartPr>
            <p14:xfrm>
              <a:off x="4717413" y="5839613"/>
              <a:ext cx="726120" cy="18720"/>
            </p14:xfrm>
          </p:contentPart>
        </mc:Choice>
        <mc:Fallback xmlns="">
          <p:pic>
            <p:nvPicPr>
              <p:cNvPr id="154" name="Tinta 153">
                <a:extLst>
                  <a:ext uri="{FF2B5EF4-FFF2-40B4-BE49-F238E27FC236}">
                    <a16:creationId xmlns:a16="http://schemas.microsoft.com/office/drawing/2014/main" id="{B834E5BC-4875-4437-AC2A-B295C6454AD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99413" y="5821613"/>
                <a:ext cx="7617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0867B69C-9AEF-4E00-8E3A-C1A47510EEE6}"/>
                  </a:ext>
                </a:extLst>
              </p14:cNvPr>
              <p14:cNvContentPartPr/>
              <p14:nvPr/>
            </p14:nvContentPartPr>
            <p14:xfrm>
              <a:off x="6195573" y="6192413"/>
              <a:ext cx="651600" cy="372240"/>
            </p14:xfrm>
          </p:contentPart>
        </mc:Choice>
        <mc:Fallback xmlns=""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0867B69C-9AEF-4E00-8E3A-C1A47510EEE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177573" y="6174396"/>
                <a:ext cx="687240" cy="407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0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56B30442-0B5B-418E-9841-056B1631120D}"/>
                  </a:ext>
                </a:extLst>
              </p14:cNvPr>
              <p14:cNvContentPartPr/>
              <p14:nvPr/>
            </p14:nvContentPartPr>
            <p14:xfrm>
              <a:off x="6154173" y="5519573"/>
              <a:ext cx="663480" cy="528480"/>
            </p14:xfrm>
          </p:contentPart>
        </mc:Choice>
        <mc:Fallback xmlns=""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56B30442-0B5B-418E-9841-056B1631120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136533" y="5501573"/>
                <a:ext cx="69912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2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CC4511C4-9AFD-4C30-8BAD-B3268186C04F}"/>
                  </a:ext>
                </a:extLst>
              </p14:cNvPr>
              <p14:cNvContentPartPr/>
              <p14:nvPr/>
            </p14:nvContentPartPr>
            <p14:xfrm>
              <a:off x="5630373" y="5818733"/>
              <a:ext cx="237240" cy="23652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CC4511C4-9AFD-4C30-8BAD-B3268186C04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612373" y="5800733"/>
                <a:ext cx="2728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4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47DBD68F-188A-4D77-9FCD-346661A5B435}"/>
                  </a:ext>
                </a:extLst>
              </p14:cNvPr>
              <p14:cNvContentPartPr/>
              <p14:nvPr/>
            </p14:nvContentPartPr>
            <p14:xfrm>
              <a:off x="7142733" y="5969933"/>
              <a:ext cx="221040" cy="9000"/>
            </p14:xfrm>
          </p:contentPart>
        </mc:Choice>
        <mc:Fallback xmlns=""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47DBD68F-188A-4D77-9FCD-346661A5B43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124733" y="5951933"/>
                <a:ext cx="2566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6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31C7DC1F-A76F-43E4-B921-69E410106BD2}"/>
                  </a:ext>
                </a:extLst>
              </p14:cNvPr>
              <p14:cNvContentPartPr/>
              <p14:nvPr/>
            </p14:nvContentPartPr>
            <p14:xfrm>
              <a:off x="7754373" y="5979293"/>
              <a:ext cx="5400" cy="3240"/>
            </p14:xfrm>
          </p:contentPart>
        </mc:Choice>
        <mc:Fallback xmlns=""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31C7DC1F-A76F-43E4-B921-69E410106BD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736733" y="5961293"/>
                <a:ext cx="410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8">
            <p14:nvContentPartPr>
              <p14:cNvPr id="171" name="Tinta 170">
                <a:extLst>
                  <a:ext uri="{FF2B5EF4-FFF2-40B4-BE49-F238E27FC236}">
                    <a16:creationId xmlns:a16="http://schemas.microsoft.com/office/drawing/2014/main" id="{F1985F07-DCAA-4087-BD27-E61E5D3D82A4}"/>
                  </a:ext>
                </a:extLst>
              </p14:cNvPr>
              <p14:cNvContentPartPr/>
              <p14:nvPr/>
            </p14:nvContentPartPr>
            <p14:xfrm>
              <a:off x="8197533" y="5951933"/>
              <a:ext cx="360" cy="360"/>
            </p14:xfrm>
          </p:contentPart>
        </mc:Choice>
        <mc:Fallback xmlns="">
          <p:pic>
            <p:nvPicPr>
              <p:cNvPr id="171" name="Tinta 170">
                <a:extLst>
                  <a:ext uri="{FF2B5EF4-FFF2-40B4-BE49-F238E27FC236}">
                    <a16:creationId xmlns:a16="http://schemas.microsoft.com/office/drawing/2014/main" id="{F1985F07-DCAA-4087-BD27-E61E5D3D82A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179893" y="59339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0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74A01409-EDD2-47F6-9B6B-5996835FA090}"/>
                  </a:ext>
                </a:extLst>
              </p14:cNvPr>
              <p14:cNvContentPartPr/>
              <p14:nvPr/>
            </p14:nvContentPartPr>
            <p14:xfrm>
              <a:off x="8503893" y="5933933"/>
              <a:ext cx="360" cy="360"/>
            </p14:xfrm>
          </p:contentPart>
        </mc:Choice>
        <mc:Fallback xmlns=""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74A01409-EDD2-47F6-9B6B-5996835FA09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486253" y="59159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2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868872FC-E7BE-4AB2-822E-5A1979F3B1FD}"/>
                  </a:ext>
                </a:extLst>
              </p14:cNvPr>
              <p14:cNvContentPartPr/>
              <p14:nvPr/>
            </p14:nvContentPartPr>
            <p14:xfrm>
              <a:off x="8997813" y="5895413"/>
              <a:ext cx="21600" cy="12240"/>
            </p14:xfrm>
          </p:contentPart>
        </mc:Choice>
        <mc:Fallback xmlns=""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868872FC-E7BE-4AB2-822E-5A1979F3B1F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980173" y="5877773"/>
                <a:ext cx="57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4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1B1DFD9F-793D-4175-A83B-D89DA139D038}"/>
                  </a:ext>
                </a:extLst>
              </p14:cNvPr>
              <p14:cNvContentPartPr/>
              <p14:nvPr/>
            </p14:nvContentPartPr>
            <p14:xfrm>
              <a:off x="3327813" y="4860413"/>
              <a:ext cx="147960" cy="280080"/>
            </p14:xfrm>
          </p:contentPart>
        </mc:Choice>
        <mc:Fallback xmlns=""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1B1DFD9F-793D-4175-A83B-D89DA139D03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309813" y="4842413"/>
                <a:ext cx="1836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6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7340B573-20E8-47AB-A81E-1A80576A081D}"/>
                  </a:ext>
                </a:extLst>
              </p14:cNvPr>
              <p14:cNvContentPartPr/>
              <p14:nvPr/>
            </p14:nvContentPartPr>
            <p14:xfrm>
              <a:off x="4048173" y="5047253"/>
              <a:ext cx="182880" cy="7200"/>
            </p14:xfrm>
          </p:contentPart>
        </mc:Choice>
        <mc:Fallback xmlns=""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7340B573-20E8-47AB-A81E-1A80576A081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030533" y="5029613"/>
                <a:ext cx="218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8">
            <p14:nvContentPartPr>
              <p14:cNvPr id="178" name="Tinta 177">
                <a:extLst>
                  <a:ext uri="{FF2B5EF4-FFF2-40B4-BE49-F238E27FC236}">
                    <a16:creationId xmlns:a16="http://schemas.microsoft.com/office/drawing/2014/main" id="{A62F6981-8252-49C3-8456-14D7732CCC4D}"/>
                  </a:ext>
                </a:extLst>
              </p14:cNvPr>
              <p14:cNvContentPartPr/>
              <p14:nvPr/>
            </p14:nvContentPartPr>
            <p14:xfrm>
              <a:off x="4664853" y="5001533"/>
              <a:ext cx="263880" cy="210240"/>
            </p14:xfrm>
          </p:contentPart>
        </mc:Choice>
        <mc:Fallback xmlns="">
          <p:pic>
            <p:nvPicPr>
              <p:cNvPr id="178" name="Tinta 177">
                <a:extLst>
                  <a:ext uri="{FF2B5EF4-FFF2-40B4-BE49-F238E27FC236}">
                    <a16:creationId xmlns:a16="http://schemas.microsoft.com/office/drawing/2014/main" id="{A62F6981-8252-49C3-8456-14D7732CCC4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646853" y="4983893"/>
                <a:ext cx="299520" cy="2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597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4C66F7B1-82CB-4940-8211-64AA420B108C}"/>
                  </a:ext>
                </a:extLst>
              </p14:cNvPr>
              <p14:cNvContentPartPr/>
              <p14:nvPr/>
            </p14:nvContentPartPr>
            <p14:xfrm>
              <a:off x="3321333" y="745973"/>
              <a:ext cx="1080720" cy="66672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4C66F7B1-82CB-4940-8211-64AA420B10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3333" y="727983"/>
                <a:ext cx="1116360" cy="702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8BD3FFCE-8C1A-4905-BF37-700B11ACE792}"/>
                  </a:ext>
                </a:extLst>
              </p14:cNvPr>
              <p14:cNvContentPartPr/>
              <p14:nvPr/>
            </p14:nvContentPartPr>
            <p14:xfrm>
              <a:off x="1836693" y="824453"/>
              <a:ext cx="1210680" cy="40464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8BD3FFCE-8C1A-4905-BF37-700B11ACE7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8693" y="806453"/>
                <a:ext cx="12463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7FC2EE10-E861-480E-BB74-C21DB695E39E}"/>
                  </a:ext>
                </a:extLst>
              </p14:cNvPr>
              <p14:cNvContentPartPr/>
              <p14:nvPr/>
            </p14:nvContentPartPr>
            <p14:xfrm>
              <a:off x="5242653" y="1985813"/>
              <a:ext cx="405720" cy="16092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7FC2EE10-E861-480E-BB74-C21DB695E3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4997" y="1967813"/>
                <a:ext cx="441392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5217B200-0CDE-4B15-92B8-202EFEBE5999}"/>
                  </a:ext>
                </a:extLst>
              </p14:cNvPr>
              <p14:cNvContentPartPr/>
              <p14:nvPr/>
            </p14:nvContentPartPr>
            <p14:xfrm>
              <a:off x="2465973" y="1675853"/>
              <a:ext cx="2465280" cy="78084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5217B200-0CDE-4B15-92B8-202EFEBE59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48330" y="1658205"/>
                <a:ext cx="2500925" cy="8164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E00D8C2D-EF9F-4EC6-A29D-B6AC1177A0BA}"/>
                  </a:ext>
                </a:extLst>
              </p14:cNvPr>
              <p14:cNvContentPartPr/>
              <p14:nvPr/>
            </p14:nvContentPartPr>
            <p14:xfrm>
              <a:off x="5981373" y="1809413"/>
              <a:ext cx="291960" cy="36252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E00D8C2D-EF9F-4EC6-A29D-B6AC1177A0B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63733" y="1791773"/>
                <a:ext cx="3276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B16EF5B2-4436-4BEE-955D-2F374C5C7905}"/>
                  </a:ext>
                </a:extLst>
              </p14:cNvPr>
              <p14:cNvContentPartPr/>
              <p14:nvPr/>
            </p14:nvContentPartPr>
            <p14:xfrm>
              <a:off x="3084453" y="4028813"/>
              <a:ext cx="657720" cy="60120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B16EF5B2-4436-4BEE-955D-2F374C5C79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66813" y="4011173"/>
                <a:ext cx="693360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55B1BFAA-28CB-458D-BCD4-A0658B03A993}"/>
                  </a:ext>
                </a:extLst>
              </p14:cNvPr>
              <p14:cNvContentPartPr/>
              <p14:nvPr/>
            </p14:nvContentPartPr>
            <p14:xfrm>
              <a:off x="2572173" y="3290453"/>
              <a:ext cx="2667960" cy="57528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55B1BFAA-28CB-458D-BCD4-A0658B03A9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54533" y="3272802"/>
                <a:ext cx="2703600" cy="610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8D95638B-114D-457C-8C9E-A094C5254FCA}"/>
                  </a:ext>
                </a:extLst>
              </p14:cNvPr>
              <p14:cNvContentPartPr/>
              <p14:nvPr/>
            </p14:nvContentPartPr>
            <p14:xfrm>
              <a:off x="4049613" y="4256333"/>
              <a:ext cx="399240" cy="13608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8D95638B-114D-457C-8C9E-A094C5254F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31957" y="4238333"/>
                <a:ext cx="434912" cy="17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328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041AD51-7BCF-4039-8603-48F7F9E262AC}"/>
                  </a:ext>
                </a:extLst>
              </p14:cNvPr>
              <p14:cNvContentPartPr/>
              <p14:nvPr/>
            </p14:nvContentPartPr>
            <p14:xfrm>
              <a:off x="2554893" y="1879253"/>
              <a:ext cx="564840" cy="61992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041AD51-7BCF-4039-8603-48F7F9E262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6893" y="1861613"/>
                <a:ext cx="60048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975A231C-EAA4-4BA8-821E-3BD580B86684}"/>
                  </a:ext>
                </a:extLst>
              </p14:cNvPr>
              <p14:cNvContentPartPr/>
              <p14:nvPr/>
            </p14:nvContentPartPr>
            <p14:xfrm>
              <a:off x="4404573" y="2166893"/>
              <a:ext cx="427680" cy="2926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975A231C-EAA4-4BA8-821E-3BD580B866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86933" y="2148893"/>
                <a:ext cx="4633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905DEA1D-9C5C-4D91-B226-D52AA5110A5F}"/>
                  </a:ext>
                </a:extLst>
              </p14:cNvPr>
              <p14:cNvContentPartPr/>
              <p14:nvPr/>
            </p14:nvContentPartPr>
            <p14:xfrm>
              <a:off x="4705893" y="1810493"/>
              <a:ext cx="279000" cy="24192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905DEA1D-9C5C-4D91-B226-D52AA5110A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87893" y="1792493"/>
                <a:ext cx="3146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D939BF62-CE7A-4159-9B9C-FDC6DEDD6171}"/>
                  </a:ext>
                </a:extLst>
              </p14:cNvPr>
              <p14:cNvContentPartPr/>
              <p14:nvPr/>
            </p14:nvContentPartPr>
            <p14:xfrm>
              <a:off x="8811693" y="1804733"/>
              <a:ext cx="329760" cy="22860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D939BF62-CE7A-4159-9B9C-FDC6DEDD61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93693" y="1787065"/>
                <a:ext cx="365400" cy="264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D48CE67F-0BAF-497F-9394-83CFA4A017E1}"/>
                  </a:ext>
                </a:extLst>
              </p14:cNvPr>
              <p14:cNvContentPartPr/>
              <p14:nvPr/>
            </p14:nvContentPartPr>
            <p14:xfrm>
              <a:off x="7950933" y="2250413"/>
              <a:ext cx="283320" cy="9648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D48CE67F-0BAF-497F-9394-83CFA4A017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33293" y="2232413"/>
                <a:ext cx="3189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DA9299F9-07E7-425F-B329-7107B748ABDA}"/>
                  </a:ext>
                </a:extLst>
              </p14:cNvPr>
              <p14:cNvContentPartPr/>
              <p14:nvPr/>
            </p14:nvContentPartPr>
            <p14:xfrm>
              <a:off x="6628653" y="2012093"/>
              <a:ext cx="1162440" cy="56232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DA9299F9-07E7-425F-B329-7107B748AB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11013" y="1994093"/>
                <a:ext cx="119808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5F6D6119-22B4-43D3-9A03-9B100764D631}"/>
                  </a:ext>
                </a:extLst>
              </p14:cNvPr>
              <p14:cNvContentPartPr/>
              <p14:nvPr/>
            </p14:nvContentPartPr>
            <p14:xfrm>
              <a:off x="2139813" y="4698053"/>
              <a:ext cx="139680" cy="19512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5F6D6119-22B4-43D3-9A03-9B100764D63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21813" y="4680413"/>
                <a:ext cx="1753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AC6AEEF8-E892-48D3-AF48-CDC0B62B2FE8}"/>
                  </a:ext>
                </a:extLst>
              </p14:cNvPr>
              <p14:cNvContentPartPr/>
              <p14:nvPr/>
            </p14:nvContentPartPr>
            <p14:xfrm>
              <a:off x="2316933" y="5356853"/>
              <a:ext cx="183960" cy="19152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AC6AEEF8-E892-48D3-AF48-CDC0B62B2FE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98933" y="5339213"/>
                <a:ext cx="2196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FA669C8F-AAFE-4F77-A021-C862A23BB312}"/>
                  </a:ext>
                </a:extLst>
              </p14:cNvPr>
              <p14:cNvContentPartPr/>
              <p14:nvPr/>
            </p14:nvContentPartPr>
            <p14:xfrm>
              <a:off x="2508453" y="5000093"/>
              <a:ext cx="5122080" cy="26532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FA669C8F-AAFE-4F77-A021-C862A23BB3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90453" y="4982093"/>
                <a:ext cx="515772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4695254F-C30B-4917-940B-AC760A00DEA5}"/>
                  </a:ext>
                </a:extLst>
              </p14:cNvPr>
              <p14:cNvContentPartPr/>
              <p14:nvPr/>
            </p14:nvContentPartPr>
            <p14:xfrm>
              <a:off x="3662613" y="5440733"/>
              <a:ext cx="187200" cy="19152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4695254F-C30B-4917-940B-AC760A00DEA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44648" y="5423060"/>
                <a:ext cx="222772" cy="227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10161C4E-2C0A-46E7-89A5-B741D2346D96}"/>
                  </a:ext>
                </a:extLst>
              </p14:cNvPr>
              <p14:cNvContentPartPr/>
              <p14:nvPr/>
            </p14:nvContentPartPr>
            <p14:xfrm>
              <a:off x="4985973" y="5341373"/>
              <a:ext cx="245520" cy="18000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10161C4E-2C0A-46E7-89A5-B741D2346D9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67973" y="5323373"/>
                <a:ext cx="281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8D367B2F-C38A-4B3A-9E99-220DCF548FB4}"/>
                  </a:ext>
                </a:extLst>
              </p14:cNvPr>
              <p14:cNvContentPartPr/>
              <p14:nvPr/>
            </p14:nvContentPartPr>
            <p14:xfrm>
              <a:off x="6179013" y="5383853"/>
              <a:ext cx="195120" cy="25920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8D367B2F-C38A-4B3A-9E99-220DCF548FB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61013" y="5366213"/>
                <a:ext cx="2307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25552A6F-60D5-4ED0-8B72-B32A609B7ED7}"/>
                  </a:ext>
                </a:extLst>
              </p14:cNvPr>
              <p14:cNvContentPartPr/>
              <p14:nvPr/>
            </p14:nvContentPartPr>
            <p14:xfrm>
              <a:off x="8406693" y="2211893"/>
              <a:ext cx="534600" cy="22932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25552A6F-60D5-4ED0-8B72-B32A609B7ED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89053" y="2193921"/>
                <a:ext cx="570240" cy="264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DECFDE26-97C8-4435-BE36-D68B4C640EC9}"/>
                  </a:ext>
                </a:extLst>
              </p14:cNvPr>
              <p14:cNvContentPartPr/>
              <p14:nvPr/>
            </p14:nvContentPartPr>
            <p14:xfrm>
              <a:off x="2530053" y="3928013"/>
              <a:ext cx="4075920" cy="90648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DECFDE26-97C8-4435-BE36-D68B4C640EC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12413" y="3910013"/>
                <a:ext cx="4111560" cy="9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FC45DB4B-9599-40B4-A027-3AC2A32EFD0D}"/>
                  </a:ext>
                </a:extLst>
              </p14:cNvPr>
              <p14:cNvContentPartPr/>
              <p14:nvPr/>
            </p14:nvContentPartPr>
            <p14:xfrm>
              <a:off x="8255133" y="3437333"/>
              <a:ext cx="35280" cy="364680"/>
            </p14:xfrm>
          </p:contentPart>
        </mc:Choice>
        <mc:Fallback xmlns=""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FC45DB4B-9599-40B4-A027-3AC2A32EFD0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237493" y="3419333"/>
                <a:ext cx="7092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5EEFAC69-27EB-47AE-A426-2DD45EAFF4F5}"/>
                  </a:ext>
                </a:extLst>
              </p14:cNvPr>
              <p14:cNvContentPartPr/>
              <p14:nvPr/>
            </p14:nvContentPartPr>
            <p14:xfrm>
              <a:off x="8399133" y="3612653"/>
              <a:ext cx="494280" cy="470520"/>
            </p14:xfrm>
          </p:contentPart>
        </mc:Choice>
        <mc:Fallback xmlns=""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5EEFAC69-27EB-47AE-A426-2DD45EAFF4F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81133" y="3594653"/>
                <a:ext cx="52992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2F285F1F-E336-4D04-BE05-01BB36DB6773}"/>
                  </a:ext>
                </a:extLst>
              </p14:cNvPr>
              <p14:cNvContentPartPr/>
              <p14:nvPr/>
            </p14:nvContentPartPr>
            <p14:xfrm>
              <a:off x="9124893" y="3341933"/>
              <a:ext cx="1093680" cy="46620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2F285F1F-E336-4D04-BE05-01BB36DB677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06893" y="3323933"/>
                <a:ext cx="112932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A294091F-9AF6-4239-8D5F-08FB463BE633}"/>
                  </a:ext>
                </a:extLst>
              </p14:cNvPr>
              <p14:cNvContentPartPr/>
              <p14:nvPr/>
            </p14:nvContentPartPr>
            <p14:xfrm>
              <a:off x="8257293" y="4741973"/>
              <a:ext cx="371880" cy="303480"/>
            </p14:xfrm>
          </p:contentPart>
        </mc:Choice>
        <mc:Fallback xmlns=""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A294091F-9AF6-4239-8D5F-08FB463BE63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39293" y="4724333"/>
                <a:ext cx="4075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47DC34D8-392F-4E8B-9B81-65BF6E874FCA}"/>
                  </a:ext>
                </a:extLst>
              </p14:cNvPr>
              <p14:cNvContentPartPr/>
              <p14:nvPr/>
            </p14:nvContentPartPr>
            <p14:xfrm>
              <a:off x="8903133" y="4609493"/>
              <a:ext cx="1641600" cy="726840"/>
            </p14:xfrm>
          </p:contentPart>
        </mc:Choice>
        <mc:Fallback xmlns=""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47DC34D8-392F-4E8B-9B81-65BF6E874FC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885489" y="4591493"/>
                <a:ext cx="1677248" cy="76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02519FD1-58D3-4D5D-A1D8-0BF761EACE3D}"/>
                  </a:ext>
                </a:extLst>
              </p14:cNvPr>
              <p14:cNvContentPartPr/>
              <p14:nvPr/>
            </p14:nvContentPartPr>
            <p14:xfrm>
              <a:off x="7850853" y="5784533"/>
              <a:ext cx="84240" cy="43632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02519FD1-58D3-4D5D-A1D8-0BF761EACE3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32853" y="5766893"/>
                <a:ext cx="11988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136235B3-9934-4D4B-A1BB-A0B08C4DC853}"/>
                  </a:ext>
                </a:extLst>
              </p14:cNvPr>
              <p14:cNvContentPartPr/>
              <p14:nvPr/>
            </p14:nvContentPartPr>
            <p14:xfrm>
              <a:off x="9503973" y="5866253"/>
              <a:ext cx="203760" cy="42660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136235B3-9934-4D4B-A1BB-A0B08C4DC8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85973" y="5848613"/>
                <a:ext cx="23940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46840855-2DEA-445A-8ACB-0950B92E090D}"/>
                  </a:ext>
                </a:extLst>
              </p14:cNvPr>
              <p14:cNvContentPartPr/>
              <p14:nvPr/>
            </p14:nvContentPartPr>
            <p14:xfrm>
              <a:off x="8063613" y="5859053"/>
              <a:ext cx="1324440" cy="570600"/>
            </p14:xfrm>
          </p:contentPart>
        </mc:Choice>
        <mc:Fallback xmlns=""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46840855-2DEA-445A-8ACB-0950B92E090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45973" y="5841053"/>
                <a:ext cx="1360080" cy="6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EEB64152-10D3-47D2-98C4-5D56D74F07A2}"/>
                  </a:ext>
                </a:extLst>
              </p14:cNvPr>
              <p14:cNvContentPartPr/>
              <p14:nvPr/>
            </p14:nvContentPartPr>
            <p14:xfrm>
              <a:off x="9895653" y="6116093"/>
              <a:ext cx="183240" cy="900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EEB64152-10D3-47D2-98C4-5D56D74F07A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878013" y="6098093"/>
                <a:ext cx="2188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09C9AEA7-AE13-4DAE-8035-E249148B0F13}"/>
                  </a:ext>
                </a:extLst>
              </p14:cNvPr>
              <p14:cNvContentPartPr/>
              <p14:nvPr/>
            </p14:nvContentPartPr>
            <p14:xfrm>
              <a:off x="9907533" y="5989733"/>
              <a:ext cx="215280" cy="468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09C9AEA7-AE13-4DAE-8035-E249148B0F1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89533" y="5971733"/>
                <a:ext cx="250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DD3F0585-4826-48AE-8D7F-38321BB0D1C2}"/>
                  </a:ext>
                </a:extLst>
              </p14:cNvPr>
              <p14:cNvContentPartPr/>
              <p14:nvPr/>
            </p14:nvContentPartPr>
            <p14:xfrm>
              <a:off x="10351413" y="5881373"/>
              <a:ext cx="280080" cy="27684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DD3F0585-4826-48AE-8D7F-38321BB0D1C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33773" y="5863373"/>
                <a:ext cx="315720" cy="31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56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D1ED4B5-7BA1-49E7-84AF-2942ACA75C47}"/>
                  </a:ext>
                </a:extLst>
              </p14:cNvPr>
              <p14:cNvContentPartPr/>
              <p14:nvPr/>
            </p14:nvContentPartPr>
            <p14:xfrm>
              <a:off x="476386" y="518266"/>
              <a:ext cx="84240" cy="4363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D1ED4B5-7BA1-49E7-84AF-2942ACA75C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386" y="500626"/>
                <a:ext cx="11988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AF346E9-3AF0-4779-996A-0A734089159B}"/>
                  </a:ext>
                </a:extLst>
              </p14:cNvPr>
              <p14:cNvContentPartPr/>
              <p14:nvPr/>
            </p14:nvContentPartPr>
            <p14:xfrm>
              <a:off x="2129506" y="599986"/>
              <a:ext cx="203760" cy="42660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AF346E9-3AF0-4779-996A-0A73408915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1506" y="582346"/>
                <a:ext cx="23940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8948152-62ED-47BC-8C91-7B692E0D2673}"/>
                  </a:ext>
                </a:extLst>
              </p14:cNvPr>
              <p14:cNvContentPartPr/>
              <p14:nvPr/>
            </p14:nvContentPartPr>
            <p14:xfrm>
              <a:off x="689146" y="592786"/>
              <a:ext cx="1324440" cy="5706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8948152-62ED-47BC-8C91-7B692E0D26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1506" y="574786"/>
                <a:ext cx="1360080" cy="6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86AA36D-14EF-47B0-B883-1602A502AC9F}"/>
                  </a:ext>
                </a:extLst>
              </p14:cNvPr>
              <p14:cNvContentPartPr/>
              <p14:nvPr/>
            </p14:nvContentPartPr>
            <p14:xfrm>
              <a:off x="2521186" y="849826"/>
              <a:ext cx="183240" cy="900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86AA36D-14EF-47B0-B883-1602A502AC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03546" y="831826"/>
                <a:ext cx="2188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9A3819D7-C0BE-4800-BA4F-38C44C3AFCF0}"/>
                  </a:ext>
                </a:extLst>
              </p14:cNvPr>
              <p14:cNvContentPartPr/>
              <p14:nvPr/>
            </p14:nvContentPartPr>
            <p14:xfrm>
              <a:off x="2533066" y="723466"/>
              <a:ext cx="215280" cy="46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9A3819D7-C0BE-4800-BA4F-38C44C3AFC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15066" y="705466"/>
                <a:ext cx="250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172CFED6-85CC-49E4-8D58-97CD2374C7AD}"/>
                  </a:ext>
                </a:extLst>
              </p14:cNvPr>
              <p14:cNvContentPartPr/>
              <p14:nvPr/>
            </p14:nvContentPartPr>
            <p14:xfrm>
              <a:off x="2976946" y="615106"/>
              <a:ext cx="280080" cy="27684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172CFED6-85CC-49E4-8D58-97CD2374C7A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59306" y="597106"/>
                <a:ext cx="3157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0925E6BD-1B02-4138-91A2-B51414306BD7}"/>
                  </a:ext>
                </a:extLst>
              </p14:cNvPr>
              <p14:cNvContentPartPr/>
              <p14:nvPr/>
            </p14:nvContentPartPr>
            <p14:xfrm>
              <a:off x="9814653" y="4555107"/>
              <a:ext cx="41040" cy="44280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0925E6BD-1B02-4138-91A2-B51414306BD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96653" y="4537107"/>
                <a:ext cx="7668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6276EC22-B42F-4D80-9583-C29991431F9E}"/>
                  </a:ext>
                </a:extLst>
              </p14:cNvPr>
              <p14:cNvContentPartPr/>
              <p14:nvPr/>
            </p14:nvContentPartPr>
            <p14:xfrm>
              <a:off x="10500453" y="4661667"/>
              <a:ext cx="714960" cy="46188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6276EC22-B42F-4D80-9583-C29991431F9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82453" y="4643667"/>
                <a:ext cx="75060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65362CBE-DF54-4022-8728-029F8E3909B1}"/>
                  </a:ext>
                </a:extLst>
              </p14:cNvPr>
              <p14:cNvContentPartPr/>
              <p14:nvPr/>
            </p14:nvContentPartPr>
            <p14:xfrm>
              <a:off x="10037133" y="4804587"/>
              <a:ext cx="253800" cy="211680"/>
            </p14:xfrm>
          </p:contentPart>
        </mc:Choice>
        <mc:Fallback xmlns=""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65362CBE-DF54-4022-8728-029F8E3909B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19133" y="4786587"/>
                <a:ext cx="2894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F9C7D7C4-A8D3-4FBA-B3E7-7E2CDD594828}"/>
                  </a:ext>
                </a:extLst>
              </p14:cNvPr>
              <p14:cNvContentPartPr/>
              <p14:nvPr/>
            </p14:nvContentPartPr>
            <p14:xfrm>
              <a:off x="-92187" y="-114427"/>
              <a:ext cx="9384480" cy="7169040"/>
            </p14:xfrm>
          </p:contentPart>
        </mc:Choice>
        <mc:Fallback xmlns=""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F9C7D7C4-A8D3-4FBA-B3E7-7E2CDD59482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110187" y="-132067"/>
                <a:ext cx="9420120" cy="72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5841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F65588B7-FF1E-4CBF-A0DC-CC07164EAB8D}"/>
                  </a:ext>
                </a:extLst>
              </p14:cNvPr>
              <p14:cNvContentPartPr/>
              <p14:nvPr/>
            </p14:nvContentPartPr>
            <p14:xfrm>
              <a:off x="3308013" y="2221973"/>
              <a:ext cx="331200" cy="28044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F65588B7-FF1E-4CBF-A0DC-CC07164EAB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0373" y="2203973"/>
                <a:ext cx="36684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016C0ED2-A518-4022-9B9C-D571C6BA3185}"/>
                  </a:ext>
                </a:extLst>
              </p14:cNvPr>
              <p14:cNvContentPartPr/>
              <p14:nvPr/>
            </p14:nvContentPartPr>
            <p14:xfrm>
              <a:off x="3955293" y="1864493"/>
              <a:ext cx="645120" cy="73260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016C0ED2-A518-4022-9B9C-D571C6BA31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7643" y="1846493"/>
                <a:ext cx="680780" cy="76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60A1BB60-6BBC-4A73-8BA7-BB94A1712197}"/>
                  </a:ext>
                </a:extLst>
              </p14:cNvPr>
              <p14:cNvContentPartPr/>
              <p14:nvPr/>
            </p14:nvContentPartPr>
            <p14:xfrm>
              <a:off x="2342493" y="1822733"/>
              <a:ext cx="777240" cy="68112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60A1BB60-6BBC-4A73-8BA7-BB94A17121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4493" y="1805093"/>
                <a:ext cx="812880" cy="7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E86693B7-0529-45DA-832D-4652BE8F0483}"/>
                  </a:ext>
                </a:extLst>
              </p14:cNvPr>
              <p14:cNvContentPartPr/>
              <p14:nvPr/>
            </p14:nvContentPartPr>
            <p14:xfrm>
              <a:off x="5913333" y="2113253"/>
              <a:ext cx="553320" cy="41040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E86693B7-0529-45DA-832D-4652BE8F04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95333" y="2095613"/>
                <a:ext cx="58896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F9A4D8A8-BD08-4745-BF69-DED7BE889EDB}"/>
                  </a:ext>
                </a:extLst>
              </p14:cNvPr>
              <p14:cNvContentPartPr/>
              <p14:nvPr/>
            </p14:nvContentPartPr>
            <p14:xfrm>
              <a:off x="5032413" y="2254013"/>
              <a:ext cx="227160" cy="8820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F9A4D8A8-BD08-4745-BF69-DED7BE889E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14413" y="2236373"/>
                <a:ext cx="2628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C2D6EDDC-18CE-426E-8CFD-22FAD774E5F7}"/>
                  </a:ext>
                </a:extLst>
              </p14:cNvPr>
              <p14:cNvContentPartPr/>
              <p14:nvPr/>
            </p14:nvContentPartPr>
            <p14:xfrm>
              <a:off x="5393493" y="2069333"/>
              <a:ext cx="318240" cy="57168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C2D6EDDC-18CE-426E-8CFD-22FAD774E5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75853" y="2051693"/>
                <a:ext cx="353880" cy="60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B727FC92-44AF-4B56-BAF7-E24B9EA1059C}"/>
                  </a:ext>
                </a:extLst>
              </p14:cNvPr>
              <p14:cNvContentPartPr/>
              <p14:nvPr/>
            </p14:nvContentPartPr>
            <p14:xfrm>
              <a:off x="2483973" y="3427613"/>
              <a:ext cx="165600" cy="29196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B727FC92-44AF-4B56-BAF7-E24B9EA1059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65973" y="3409973"/>
                <a:ext cx="2012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25CD08BF-DD4A-4633-AB35-153ACC4AA5B8}"/>
                  </a:ext>
                </a:extLst>
              </p14:cNvPr>
              <p14:cNvContentPartPr/>
              <p14:nvPr/>
            </p14:nvContentPartPr>
            <p14:xfrm>
              <a:off x="2094453" y="3264533"/>
              <a:ext cx="218520" cy="659520"/>
            </p14:xfrm>
          </p:contentPart>
        </mc:Choice>
        <mc:Fallback xmlns=""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25CD08BF-DD4A-4633-AB35-153ACC4AA5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76453" y="3246533"/>
                <a:ext cx="25416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56E2A505-37D9-4EE5-9FA1-5EB6A5479F65}"/>
                  </a:ext>
                </a:extLst>
              </p14:cNvPr>
              <p14:cNvContentPartPr/>
              <p14:nvPr/>
            </p14:nvContentPartPr>
            <p14:xfrm>
              <a:off x="2980053" y="3431573"/>
              <a:ext cx="155880" cy="24084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56E2A505-37D9-4EE5-9FA1-5EB6A5479F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62413" y="3413933"/>
                <a:ext cx="1915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D6D1609C-8CBB-4D4D-8F35-24A00A0DA0CE}"/>
                  </a:ext>
                </a:extLst>
              </p14:cNvPr>
              <p14:cNvContentPartPr/>
              <p14:nvPr/>
            </p14:nvContentPartPr>
            <p14:xfrm>
              <a:off x="4075893" y="3354173"/>
              <a:ext cx="93960" cy="55800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D6D1609C-8CBB-4D4D-8F35-24A00A0DA0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57893" y="3336533"/>
                <a:ext cx="12960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16419412-6965-46BE-9034-0A7C1EA332B6}"/>
                  </a:ext>
                </a:extLst>
              </p14:cNvPr>
              <p14:cNvContentPartPr/>
              <p14:nvPr/>
            </p14:nvContentPartPr>
            <p14:xfrm>
              <a:off x="4532733" y="3293693"/>
              <a:ext cx="637560" cy="58968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16419412-6965-46BE-9034-0A7C1EA332B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15093" y="3275693"/>
                <a:ext cx="67320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7F5C2A3B-AAA5-45CF-93DD-3EA052048D53}"/>
                  </a:ext>
                </a:extLst>
              </p14:cNvPr>
              <p14:cNvContentPartPr/>
              <p14:nvPr/>
            </p14:nvContentPartPr>
            <p14:xfrm>
              <a:off x="3400893" y="3413933"/>
              <a:ext cx="551880" cy="43308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7F5C2A3B-AAA5-45CF-93DD-3EA052048D5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83253" y="3396293"/>
                <a:ext cx="5875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A0631E79-9E8C-4DF4-92B4-4AFFDA9026A7}"/>
                  </a:ext>
                </a:extLst>
              </p14:cNvPr>
              <p14:cNvContentPartPr/>
              <p14:nvPr/>
            </p14:nvContentPartPr>
            <p14:xfrm>
              <a:off x="6977133" y="3382613"/>
              <a:ext cx="217080" cy="49968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A0631E79-9E8C-4DF4-92B4-4AFFDA9026A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59133" y="3364973"/>
                <a:ext cx="25272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6C95D62F-380C-4DAD-8F26-92C485D532FE}"/>
                  </a:ext>
                </a:extLst>
              </p14:cNvPr>
              <p14:cNvContentPartPr/>
              <p14:nvPr/>
            </p14:nvContentPartPr>
            <p14:xfrm>
              <a:off x="5811093" y="3503573"/>
              <a:ext cx="911160" cy="336240"/>
            </p14:xfrm>
          </p:contentPart>
        </mc:Choice>
        <mc:Fallback xmlns=""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6C95D62F-380C-4DAD-8F26-92C485D532F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93093" y="3485933"/>
                <a:ext cx="94680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A8E37FF9-2CC1-4418-8110-E75D3D81BF7C}"/>
                  </a:ext>
                </a:extLst>
              </p14:cNvPr>
              <p14:cNvContentPartPr/>
              <p14:nvPr/>
            </p14:nvContentPartPr>
            <p14:xfrm>
              <a:off x="5515533" y="3539573"/>
              <a:ext cx="144000" cy="20736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A8E37FF9-2CC1-4418-8110-E75D3D81BF7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97893" y="3521573"/>
                <a:ext cx="1796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98F90C10-90AB-4EE8-9612-93A53705CA6C}"/>
                  </a:ext>
                </a:extLst>
              </p14:cNvPr>
              <p14:cNvContentPartPr/>
              <p14:nvPr/>
            </p14:nvContentPartPr>
            <p14:xfrm>
              <a:off x="7477893" y="3514013"/>
              <a:ext cx="396720" cy="11700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98F90C10-90AB-4EE8-9612-93A53705CA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59893" y="3496373"/>
                <a:ext cx="4323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14F50AEA-4C50-47B0-8FF9-8D084713F39F}"/>
                  </a:ext>
                </a:extLst>
              </p14:cNvPr>
              <p14:cNvContentPartPr/>
              <p14:nvPr/>
            </p14:nvContentPartPr>
            <p14:xfrm>
              <a:off x="8933013" y="3358493"/>
              <a:ext cx="770040" cy="40248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14F50AEA-4C50-47B0-8FF9-8D084713F39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15373" y="3340853"/>
                <a:ext cx="80568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FFD204DF-EC7D-43AF-9EBB-AF383063CDD5}"/>
                  </a:ext>
                </a:extLst>
              </p14:cNvPr>
              <p14:cNvContentPartPr/>
              <p14:nvPr/>
            </p14:nvContentPartPr>
            <p14:xfrm>
              <a:off x="8209413" y="3369293"/>
              <a:ext cx="503640" cy="32256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FFD204DF-EC7D-43AF-9EBB-AF383063CDD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91426" y="3351293"/>
                <a:ext cx="539255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5A10FCF4-5B3B-4531-8F7C-2C302769345D}"/>
                  </a:ext>
                </a:extLst>
              </p14:cNvPr>
              <p14:cNvContentPartPr/>
              <p14:nvPr/>
            </p14:nvContentPartPr>
            <p14:xfrm>
              <a:off x="6734853" y="2141333"/>
              <a:ext cx="926280" cy="32724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5A10FCF4-5B3B-4531-8F7C-2C30276934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16853" y="2123333"/>
                <a:ext cx="9619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BC461A40-3041-4A76-96D9-CAFB979EE161}"/>
                  </a:ext>
                </a:extLst>
              </p14:cNvPr>
              <p14:cNvContentPartPr/>
              <p14:nvPr/>
            </p14:nvContentPartPr>
            <p14:xfrm>
              <a:off x="1866933" y="4592213"/>
              <a:ext cx="123480" cy="42336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BC461A40-3041-4A76-96D9-CAFB979EE16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49293" y="4574213"/>
                <a:ext cx="15912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5FDDE070-C5D2-4F58-8BEE-037DCF38F811}"/>
                  </a:ext>
                </a:extLst>
              </p14:cNvPr>
              <p14:cNvContentPartPr/>
              <p14:nvPr/>
            </p14:nvContentPartPr>
            <p14:xfrm>
              <a:off x="2820573" y="4658453"/>
              <a:ext cx="700920" cy="564120"/>
            </p14:xfrm>
          </p:contentPart>
        </mc:Choice>
        <mc:Fallback xmlns=""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5FDDE070-C5D2-4F58-8BEE-037DCF38F8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02942" y="4640802"/>
                <a:ext cx="736542" cy="599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F66FFD0F-AAE2-404D-AA16-467B7308A605}"/>
                  </a:ext>
                </a:extLst>
              </p14:cNvPr>
              <p14:cNvContentPartPr/>
              <p14:nvPr/>
            </p14:nvContentPartPr>
            <p14:xfrm>
              <a:off x="2157813" y="4612373"/>
              <a:ext cx="507600" cy="301320"/>
            </p14:xfrm>
          </p:contentPart>
        </mc:Choice>
        <mc:Fallback xmlns=""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F66FFD0F-AAE2-404D-AA16-467B7308A60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40173" y="4594733"/>
                <a:ext cx="5432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69903CCD-5FD7-4FA0-B766-DB052AA065F5}"/>
                  </a:ext>
                </a:extLst>
              </p14:cNvPr>
              <p14:cNvContentPartPr/>
              <p14:nvPr/>
            </p14:nvContentPartPr>
            <p14:xfrm>
              <a:off x="3853773" y="4594013"/>
              <a:ext cx="106200" cy="52740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69903CCD-5FD7-4FA0-B766-DB052AA065F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36133" y="4576013"/>
                <a:ext cx="14184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0E6F0F0F-BEAC-40B4-AAEA-B20896E97997}"/>
                  </a:ext>
                </a:extLst>
              </p14:cNvPr>
              <p14:cNvContentPartPr/>
              <p14:nvPr/>
            </p14:nvContentPartPr>
            <p14:xfrm>
              <a:off x="4244013" y="4644413"/>
              <a:ext cx="133920" cy="32040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0E6F0F0F-BEAC-40B4-AAEA-B20896E9799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26373" y="4626413"/>
                <a:ext cx="1695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C4E32D6C-FA22-4EEC-84D3-615B613552E9}"/>
                  </a:ext>
                </a:extLst>
              </p14:cNvPr>
              <p14:cNvContentPartPr/>
              <p14:nvPr/>
            </p14:nvContentPartPr>
            <p14:xfrm>
              <a:off x="4585293" y="4675013"/>
              <a:ext cx="856440" cy="54360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C4E32D6C-FA22-4EEC-84D3-615B613552E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67293" y="4657373"/>
                <a:ext cx="89208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69C97D7B-1CDB-4641-9CD8-7A3627C3E336}"/>
                  </a:ext>
                </a:extLst>
              </p14:cNvPr>
              <p14:cNvContentPartPr/>
              <p14:nvPr/>
            </p14:nvContentPartPr>
            <p14:xfrm>
              <a:off x="5634693" y="4545773"/>
              <a:ext cx="97560" cy="526320"/>
            </p14:xfrm>
          </p:contentPart>
        </mc:Choice>
        <mc:Fallback xmlns=""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69C97D7B-1CDB-4641-9CD8-7A3627C3E33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616693" y="4527773"/>
                <a:ext cx="13320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312B5F8C-EFDA-4F0D-8A39-73E34238F933}"/>
                  </a:ext>
                </a:extLst>
              </p14:cNvPr>
              <p14:cNvContentPartPr/>
              <p14:nvPr/>
            </p14:nvContentPartPr>
            <p14:xfrm>
              <a:off x="5857173" y="4563053"/>
              <a:ext cx="165240" cy="485280"/>
            </p14:xfrm>
          </p:contentPart>
        </mc:Choice>
        <mc:Fallback xmlns=""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312B5F8C-EFDA-4F0D-8A39-73E34238F93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39173" y="4545053"/>
                <a:ext cx="20088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8A4EA192-E122-4A29-90AC-49160F038636}"/>
                  </a:ext>
                </a:extLst>
              </p14:cNvPr>
              <p14:cNvContentPartPr/>
              <p14:nvPr/>
            </p14:nvContentPartPr>
            <p14:xfrm>
              <a:off x="6224013" y="4613093"/>
              <a:ext cx="142560" cy="37152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8A4EA192-E122-4A29-90AC-49160F03863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06013" y="4595453"/>
                <a:ext cx="1782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6BEFA257-B46C-4766-A5C5-930F61CCAA6A}"/>
                  </a:ext>
                </a:extLst>
              </p14:cNvPr>
              <p14:cNvContentPartPr/>
              <p14:nvPr/>
            </p14:nvContentPartPr>
            <p14:xfrm>
              <a:off x="7759413" y="4523813"/>
              <a:ext cx="411120" cy="60624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6BEFA257-B46C-4766-A5C5-930F61CCAA6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41413" y="4506173"/>
                <a:ext cx="446760" cy="64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23048E06-8E5C-469C-97BE-DFB4F4EF5021}"/>
                  </a:ext>
                </a:extLst>
              </p14:cNvPr>
              <p14:cNvContentPartPr/>
              <p14:nvPr/>
            </p14:nvContentPartPr>
            <p14:xfrm>
              <a:off x="6947973" y="4601213"/>
              <a:ext cx="656640" cy="61992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23048E06-8E5C-469C-97BE-DFB4F4EF502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30323" y="4583213"/>
                <a:ext cx="69230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AD66BDBD-50DA-4FC2-ABE9-5FB292E4F915}"/>
                  </a:ext>
                </a:extLst>
              </p14:cNvPr>
              <p14:cNvContentPartPr/>
              <p14:nvPr/>
            </p14:nvContentPartPr>
            <p14:xfrm>
              <a:off x="6512733" y="4728293"/>
              <a:ext cx="279000" cy="269280"/>
            </p14:xfrm>
          </p:contentPart>
        </mc:Choice>
        <mc:Fallback xmlns=""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AD66BDBD-50DA-4FC2-ABE9-5FB292E4F91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94733" y="4710653"/>
                <a:ext cx="3146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2E664A28-41D5-4832-BEE4-6736300248E3}"/>
                  </a:ext>
                </a:extLst>
              </p14:cNvPr>
              <p14:cNvContentPartPr/>
              <p14:nvPr/>
            </p14:nvContentPartPr>
            <p14:xfrm>
              <a:off x="8301933" y="4471973"/>
              <a:ext cx="151560" cy="556560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2E664A28-41D5-4832-BEE4-6736300248E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283933" y="4453973"/>
                <a:ext cx="187200" cy="59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1792BE6E-84E1-476E-8A38-8DA23F32351F}"/>
                  </a:ext>
                </a:extLst>
              </p14:cNvPr>
              <p14:cNvContentPartPr/>
              <p14:nvPr/>
            </p14:nvContentPartPr>
            <p14:xfrm>
              <a:off x="8609733" y="4510853"/>
              <a:ext cx="1913400" cy="639360"/>
            </p14:xfrm>
          </p:contentPart>
        </mc:Choice>
        <mc:Fallback xmlns=""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1792BE6E-84E1-476E-8A38-8DA23F32351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592093" y="4493203"/>
                <a:ext cx="1949040" cy="675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DD3C6F1F-F2F0-4D03-8722-0151A93B50F2}"/>
                  </a:ext>
                </a:extLst>
              </p14:cNvPr>
              <p14:cNvContentPartPr/>
              <p14:nvPr/>
            </p14:nvContentPartPr>
            <p14:xfrm>
              <a:off x="10707093" y="4540373"/>
              <a:ext cx="425520" cy="33984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DD3C6F1F-F2F0-4D03-8722-0151A93B50F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89453" y="4522733"/>
                <a:ext cx="4611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C666EF71-97A6-42B3-BC47-BE84D8FFA1B0}"/>
                  </a:ext>
                </a:extLst>
              </p14:cNvPr>
              <p14:cNvContentPartPr/>
              <p14:nvPr/>
            </p14:nvContentPartPr>
            <p14:xfrm>
              <a:off x="11328453" y="4514093"/>
              <a:ext cx="261720" cy="40104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C666EF71-97A6-42B3-BC47-BE84D8FFA1B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310453" y="4496093"/>
                <a:ext cx="2973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6246D365-5FA4-47D6-AFC5-9ED3918B1059}"/>
                  </a:ext>
                </a:extLst>
              </p14:cNvPr>
              <p14:cNvContentPartPr/>
              <p14:nvPr/>
            </p14:nvContentPartPr>
            <p14:xfrm>
              <a:off x="1602693" y="5611013"/>
              <a:ext cx="857880" cy="74196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6246D365-5FA4-47D6-AFC5-9ED3918B105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85060" y="5593373"/>
                <a:ext cx="893505" cy="77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51A7F5A2-3D74-43FE-ACFC-71EE5620CB23}"/>
                  </a:ext>
                </a:extLst>
              </p14:cNvPr>
              <p14:cNvContentPartPr/>
              <p14:nvPr/>
            </p14:nvContentPartPr>
            <p14:xfrm>
              <a:off x="2730573" y="5430293"/>
              <a:ext cx="1081440" cy="992160"/>
            </p14:xfrm>
          </p:contentPart>
        </mc:Choice>
        <mc:Fallback xmlns=""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51A7F5A2-3D74-43FE-ACFC-71EE5620CB2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12579" y="5412293"/>
                <a:ext cx="1117068" cy="10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1CE0721B-0B04-4A16-A949-57CAE5480EE8}"/>
                  </a:ext>
                </a:extLst>
              </p14:cNvPr>
              <p14:cNvContentPartPr/>
              <p14:nvPr/>
            </p14:nvContentPartPr>
            <p14:xfrm>
              <a:off x="623493" y="5784533"/>
              <a:ext cx="15840" cy="239040"/>
            </p14:xfrm>
          </p:contentPart>
        </mc:Choice>
        <mc:Fallback xmlns=""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1CE0721B-0B04-4A16-A949-57CAE5480EE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05493" y="5766893"/>
                <a:ext cx="514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05BD6969-2318-41F1-A2F9-B91B3555C2DD}"/>
                  </a:ext>
                </a:extLst>
              </p14:cNvPr>
              <p14:cNvContentPartPr/>
              <p14:nvPr/>
            </p14:nvContentPartPr>
            <p14:xfrm>
              <a:off x="483813" y="6288173"/>
              <a:ext cx="875160" cy="27864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05BD6969-2318-41F1-A2F9-B91B3555C2D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5820" y="6270510"/>
                <a:ext cx="910785" cy="314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2F971B96-3D54-4B28-99AA-96DCF12313C1}"/>
                  </a:ext>
                </a:extLst>
              </p14:cNvPr>
              <p14:cNvContentPartPr/>
              <p14:nvPr/>
            </p14:nvContentPartPr>
            <p14:xfrm>
              <a:off x="756693" y="5884973"/>
              <a:ext cx="414720" cy="259560"/>
            </p14:xfrm>
          </p:contentPart>
        </mc:Choice>
        <mc:Fallback xmlns=""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2F971B96-3D54-4B28-99AA-96DCF12313C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8709" y="5867308"/>
                <a:ext cx="450329" cy="295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2ABE1290-98AC-4940-A7B9-0C1F68791249}"/>
                  </a:ext>
                </a:extLst>
              </p14:cNvPr>
              <p14:cNvContentPartPr/>
              <p14:nvPr/>
            </p14:nvContentPartPr>
            <p14:xfrm>
              <a:off x="3921813" y="6072533"/>
              <a:ext cx="322200" cy="23040"/>
            </p14:xfrm>
          </p:contentPart>
        </mc:Choice>
        <mc:Fallback xmlns=""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2ABE1290-98AC-4940-A7B9-0C1F6879124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904173" y="6054533"/>
                <a:ext cx="3578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0A7974EF-A5BE-4A77-9991-52901D7CC9D2}"/>
                  </a:ext>
                </a:extLst>
              </p14:cNvPr>
              <p14:cNvContentPartPr/>
              <p14:nvPr/>
            </p14:nvContentPartPr>
            <p14:xfrm>
              <a:off x="4028013" y="5948693"/>
              <a:ext cx="290520" cy="26280"/>
            </p14:xfrm>
          </p:contentPart>
        </mc:Choice>
        <mc:Fallback xmlns=""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0A7974EF-A5BE-4A77-9991-52901D7CC9D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010013" y="5931053"/>
                <a:ext cx="3261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6302E096-D441-43AB-A87A-18A908A07CF1}"/>
                  </a:ext>
                </a:extLst>
              </p14:cNvPr>
              <p14:cNvContentPartPr/>
              <p14:nvPr/>
            </p14:nvContentPartPr>
            <p14:xfrm>
              <a:off x="4754493" y="5787053"/>
              <a:ext cx="372600" cy="358560"/>
            </p14:xfrm>
          </p:contentPart>
        </mc:Choice>
        <mc:Fallback xmlns=""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6302E096-D441-43AB-A87A-18A908A07CF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36493" y="5769413"/>
                <a:ext cx="40824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8F7C51F2-811B-4505-939F-03BE59569BDE}"/>
                  </a:ext>
                </a:extLst>
              </p14:cNvPr>
              <p14:cNvContentPartPr/>
              <p14:nvPr/>
            </p14:nvContentPartPr>
            <p14:xfrm>
              <a:off x="5289093" y="6157493"/>
              <a:ext cx="84600" cy="117000"/>
            </p14:xfrm>
          </p:contentPart>
        </mc:Choice>
        <mc:Fallback xmlns=""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8F7C51F2-811B-4505-939F-03BE59569BD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271453" y="6139853"/>
                <a:ext cx="1202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81957910-5B91-4DFB-87EC-76C4273F641F}"/>
                  </a:ext>
                </a:extLst>
              </p14:cNvPr>
              <p14:cNvContentPartPr/>
              <p14:nvPr/>
            </p14:nvContentPartPr>
            <p14:xfrm>
              <a:off x="6402213" y="6189893"/>
              <a:ext cx="360" cy="360"/>
            </p14:xfrm>
          </p:contentPart>
        </mc:Choice>
        <mc:Fallback xmlns=""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81957910-5B91-4DFB-87EC-76C4273F641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384573" y="61718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AB4DE926-5944-4DAF-A73F-C6B4F3DDE7D7}"/>
                  </a:ext>
                </a:extLst>
              </p14:cNvPr>
              <p14:cNvContentPartPr/>
              <p14:nvPr/>
            </p14:nvContentPartPr>
            <p14:xfrm>
              <a:off x="6525693" y="6156413"/>
              <a:ext cx="360" cy="360"/>
            </p14:xfrm>
          </p:contentPart>
        </mc:Choice>
        <mc:Fallback xmlns=""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AB4DE926-5944-4DAF-A73F-C6B4F3DDE7D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508053" y="61384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F657B8E6-F10F-46ED-BF54-0741BE235412}"/>
                  </a:ext>
                </a:extLst>
              </p14:cNvPr>
              <p14:cNvContentPartPr/>
              <p14:nvPr/>
            </p14:nvContentPartPr>
            <p14:xfrm>
              <a:off x="6682653" y="6128333"/>
              <a:ext cx="384840" cy="10440"/>
            </p14:xfrm>
          </p:contentPart>
        </mc:Choice>
        <mc:Fallback xmlns=""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F657B8E6-F10F-46ED-BF54-0741BE23541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664653" y="6110693"/>
                <a:ext cx="4204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FB2226E2-172F-4E2F-A17E-3BBA1DA0ADCD}"/>
                  </a:ext>
                </a:extLst>
              </p14:cNvPr>
              <p14:cNvContentPartPr/>
              <p14:nvPr/>
            </p14:nvContentPartPr>
            <p14:xfrm>
              <a:off x="5573493" y="5830253"/>
              <a:ext cx="539640" cy="37908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FB2226E2-172F-4E2F-A17E-3BBA1DA0ADC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555841" y="5812613"/>
                <a:ext cx="575304" cy="41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1051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9DD45D5B-79D1-49D2-A9DC-4A88C2B46B82}"/>
                  </a:ext>
                </a:extLst>
              </p14:cNvPr>
              <p14:cNvContentPartPr/>
              <p14:nvPr/>
            </p14:nvContentPartPr>
            <p14:xfrm>
              <a:off x="4953933" y="1585133"/>
              <a:ext cx="587160" cy="41328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9DD45D5B-79D1-49D2-A9DC-4A88C2B46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5933" y="1567493"/>
                <a:ext cx="62280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805C1D20-9FB7-4052-9604-9E31497618AE}"/>
                  </a:ext>
                </a:extLst>
              </p14:cNvPr>
              <p14:cNvContentPartPr/>
              <p14:nvPr/>
            </p14:nvContentPartPr>
            <p14:xfrm>
              <a:off x="2004813" y="1378133"/>
              <a:ext cx="1007640" cy="31932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805C1D20-9FB7-4052-9604-9E31497618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6813" y="1360473"/>
                <a:ext cx="1043280" cy="35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A4690293-643A-46D2-80CA-719EE9B8B38F}"/>
                  </a:ext>
                </a:extLst>
              </p14:cNvPr>
              <p14:cNvContentPartPr/>
              <p14:nvPr/>
            </p14:nvContentPartPr>
            <p14:xfrm>
              <a:off x="1903293" y="806093"/>
              <a:ext cx="542160" cy="45000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A4690293-643A-46D2-80CA-719EE9B8B3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5293" y="788453"/>
                <a:ext cx="5778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276BAC8D-830A-4DC7-BFA5-9B3C1E69A41D}"/>
                  </a:ext>
                </a:extLst>
              </p14:cNvPr>
              <p14:cNvContentPartPr/>
              <p14:nvPr/>
            </p14:nvContentPartPr>
            <p14:xfrm>
              <a:off x="3390813" y="588653"/>
              <a:ext cx="4038840" cy="82224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276BAC8D-830A-4DC7-BFA5-9B3C1E69A4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72813" y="571013"/>
                <a:ext cx="4074480" cy="85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3B71D168-FE3D-4098-8463-26DAD67FCEA9}"/>
                  </a:ext>
                </a:extLst>
              </p14:cNvPr>
              <p14:cNvContentPartPr/>
              <p14:nvPr/>
            </p14:nvContentPartPr>
            <p14:xfrm>
              <a:off x="3011733" y="3003173"/>
              <a:ext cx="1541520" cy="55404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3B71D168-FE3D-4098-8463-26DAD67FCE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94093" y="2985173"/>
                <a:ext cx="157716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6EB34D07-33A6-49A8-9F1A-6BC86C8EEE34}"/>
                  </a:ext>
                </a:extLst>
              </p14:cNvPr>
              <p14:cNvContentPartPr/>
              <p14:nvPr/>
            </p14:nvContentPartPr>
            <p14:xfrm>
              <a:off x="6975693" y="3106493"/>
              <a:ext cx="360" cy="36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6EB34D07-33A6-49A8-9F1A-6BC86C8EEE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57693" y="30884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A48195FB-409A-455A-ABD5-265816E99ECD}"/>
                  </a:ext>
                </a:extLst>
              </p14:cNvPr>
              <p14:cNvContentPartPr/>
              <p14:nvPr/>
            </p14:nvContentPartPr>
            <p14:xfrm>
              <a:off x="6474933" y="3218813"/>
              <a:ext cx="1847520" cy="38016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A48195FB-409A-455A-ABD5-265816E99E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57293" y="3200813"/>
                <a:ext cx="188316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6CBDBFDC-7930-4020-8236-3A9932A12338}"/>
                  </a:ext>
                </a:extLst>
              </p14:cNvPr>
              <p14:cNvContentPartPr/>
              <p14:nvPr/>
            </p14:nvContentPartPr>
            <p14:xfrm>
              <a:off x="4746213" y="3127373"/>
              <a:ext cx="1470960" cy="40788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6CBDBFDC-7930-4020-8236-3A9932A1233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28569" y="3109733"/>
                <a:ext cx="1506609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B2C1F88B-1939-4546-8C7B-15414E70484F}"/>
                  </a:ext>
                </a:extLst>
              </p14:cNvPr>
              <p14:cNvContentPartPr/>
              <p14:nvPr/>
            </p14:nvContentPartPr>
            <p14:xfrm>
              <a:off x="2852253" y="3754493"/>
              <a:ext cx="5551920" cy="11844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B2C1F88B-1939-4546-8C7B-15414E7048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34613" y="3736493"/>
                <a:ext cx="55875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43152F1D-62A3-4C80-9382-0C540E97B251}"/>
                  </a:ext>
                </a:extLst>
              </p14:cNvPr>
              <p14:cNvContentPartPr/>
              <p14:nvPr/>
            </p14:nvContentPartPr>
            <p14:xfrm>
              <a:off x="4948173" y="4166333"/>
              <a:ext cx="642240" cy="50724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43152F1D-62A3-4C80-9382-0C540E97B25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30173" y="4148693"/>
                <a:ext cx="67788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A9BE16C2-926E-4AB5-92AA-2887251CC471}"/>
                  </a:ext>
                </a:extLst>
              </p14:cNvPr>
              <p14:cNvContentPartPr/>
              <p14:nvPr/>
            </p14:nvContentPartPr>
            <p14:xfrm>
              <a:off x="2290293" y="5649893"/>
              <a:ext cx="144360" cy="361080"/>
            </p14:xfrm>
          </p:contentPart>
        </mc:Choice>
        <mc:Fallback xmlns=""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A9BE16C2-926E-4AB5-92AA-2887251CC47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72293" y="5632253"/>
                <a:ext cx="1800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E01D9AB7-2563-4C9A-B4F5-C8FE76449628}"/>
                  </a:ext>
                </a:extLst>
              </p14:cNvPr>
              <p14:cNvContentPartPr/>
              <p14:nvPr/>
            </p14:nvContentPartPr>
            <p14:xfrm>
              <a:off x="2561013" y="5686613"/>
              <a:ext cx="267120" cy="304560"/>
            </p14:xfrm>
          </p:contentPart>
        </mc:Choice>
        <mc:Fallback xmlns=""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E01D9AB7-2563-4C9A-B4F5-C8FE7644962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43373" y="5668613"/>
                <a:ext cx="30276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861FB313-839B-495E-B913-4D7967A3E8FC}"/>
                  </a:ext>
                </a:extLst>
              </p14:cNvPr>
              <p14:cNvContentPartPr/>
              <p14:nvPr/>
            </p14:nvContentPartPr>
            <p14:xfrm>
              <a:off x="1472733" y="5609933"/>
              <a:ext cx="673920" cy="411120"/>
            </p14:xfrm>
          </p:contentPart>
        </mc:Choice>
        <mc:Fallback xmlns=""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861FB313-839B-495E-B913-4D7967A3E8F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54733" y="5591933"/>
                <a:ext cx="70956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1D0D16DC-A3D2-46D5-A6DE-DFA5494C6BC7}"/>
                  </a:ext>
                </a:extLst>
              </p14:cNvPr>
              <p14:cNvContentPartPr/>
              <p14:nvPr/>
            </p14:nvContentPartPr>
            <p14:xfrm>
              <a:off x="4125213" y="5847173"/>
              <a:ext cx="347400" cy="19440"/>
            </p14:xfrm>
          </p:contentPart>
        </mc:Choice>
        <mc:Fallback xmlns=""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1D0D16DC-A3D2-46D5-A6DE-DFA5494C6B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07213" y="5829533"/>
                <a:ext cx="3830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23468063-DDB5-49E1-9954-8578190D66D7}"/>
                  </a:ext>
                </a:extLst>
              </p14:cNvPr>
              <p14:cNvContentPartPr/>
              <p14:nvPr/>
            </p14:nvContentPartPr>
            <p14:xfrm>
              <a:off x="4181733" y="5741333"/>
              <a:ext cx="315360" cy="3240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23468063-DDB5-49E1-9954-8578190D66D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64093" y="5723333"/>
                <a:ext cx="351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940CFF41-6E03-43EE-BE45-0A44D3E813B7}"/>
                  </a:ext>
                </a:extLst>
              </p14:cNvPr>
              <p14:cNvContentPartPr/>
              <p14:nvPr/>
            </p14:nvContentPartPr>
            <p14:xfrm>
              <a:off x="5086053" y="5602373"/>
              <a:ext cx="1800" cy="32400"/>
            </p14:xfrm>
          </p:contentPart>
        </mc:Choice>
        <mc:Fallback xmlns=""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940CFF41-6E03-43EE-BE45-0A44D3E813B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68053" y="5584733"/>
                <a:ext cx="374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E294E14E-89AF-4371-A118-80997573A6A4}"/>
                  </a:ext>
                </a:extLst>
              </p14:cNvPr>
              <p14:cNvContentPartPr/>
              <p14:nvPr/>
            </p14:nvContentPartPr>
            <p14:xfrm>
              <a:off x="4755213" y="5740613"/>
              <a:ext cx="614520" cy="230760"/>
            </p14:xfrm>
          </p:contentPart>
        </mc:Choice>
        <mc:Fallback xmlns=""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E294E14E-89AF-4371-A118-80997573A6A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37213" y="5722973"/>
                <a:ext cx="6501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09242440-E36B-4994-AD64-CC11FD009271}"/>
                  </a:ext>
                </a:extLst>
              </p14:cNvPr>
              <p14:cNvContentPartPr/>
              <p14:nvPr/>
            </p14:nvContentPartPr>
            <p14:xfrm>
              <a:off x="5591853" y="5687333"/>
              <a:ext cx="672840" cy="336600"/>
            </p14:xfrm>
          </p:contentPart>
        </mc:Choice>
        <mc:Fallback xmlns=""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09242440-E36B-4994-AD64-CC11FD00927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73853" y="5669693"/>
                <a:ext cx="70848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31FAB956-D4F3-4ABB-A706-2956981A7F00}"/>
                  </a:ext>
                </a:extLst>
              </p14:cNvPr>
              <p14:cNvContentPartPr/>
              <p14:nvPr/>
            </p14:nvContentPartPr>
            <p14:xfrm>
              <a:off x="8650413" y="5634773"/>
              <a:ext cx="196200" cy="23580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31FAB956-D4F3-4ABB-A706-2956981A7F0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32773" y="5616773"/>
                <a:ext cx="2318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E5F6E788-F9BB-40E9-961D-743A4756407C}"/>
                  </a:ext>
                </a:extLst>
              </p14:cNvPr>
              <p14:cNvContentPartPr/>
              <p14:nvPr/>
            </p14:nvContentPartPr>
            <p14:xfrm>
              <a:off x="10836333" y="5633333"/>
              <a:ext cx="44640" cy="33876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E5F6E788-F9BB-40E9-961D-743A4756407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818333" y="5615693"/>
                <a:ext cx="802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8DB5A882-DB42-484D-B199-A4C6531A0586}"/>
                  </a:ext>
                </a:extLst>
              </p14:cNvPr>
              <p14:cNvContentPartPr/>
              <p14:nvPr/>
            </p14:nvContentPartPr>
            <p14:xfrm>
              <a:off x="9954693" y="5589413"/>
              <a:ext cx="757800" cy="337320"/>
            </p14:xfrm>
          </p:contentPart>
        </mc:Choice>
        <mc:Fallback xmlns=""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8DB5A882-DB42-484D-B199-A4C6531A058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936693" y="5571773"/>
                <a:ext cx="79344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5AAD3857-BFB2-4F23-8687-7C8B75F323EC}"/>
                  </a:ext>
                </a:extLst>
              </p14:cNvPr>
              <p14:cNvContentPartPr/>
              <p14:nvPr/>
            </p14:nvContentPartPr>
            <p14:xfrm>
              <a:off x="8136693" y="5655293"/>
              <a:ext cx="277560" cy="192960"/>
            </p14:xfrm>
          </p:contentPart>
        </mc:Choice>
        <mc:Fallback xmlns=""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5AAD3857-BFB2-4F23-8687-7C8B75F323E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19053" y="5637653"/>
                <a:ext cx="3132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3DD5026F-6979-433D-8384-BF25B5F1BA74}"/>
                  </a:ext>
                </a:extLst>
              </p14:cNvPr>
              <p14:cNvContentPartPr/>
              <p14:nvPr/>
            </p14:nvContentPartPr>
            <p14:xfrm>
              <a:off x="2972853" y="5544413"/>
              <a:ext cx="874800" cy="49176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3DD5026F-6979-433D-8384-BF25B5F1BA7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54853" y="5526413"/>
                <a:ext cx="91044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1ABC1BB0-1E7E-4E33-8427-8E62453DF941}"/>
                  </a:ext>
                </a:extLst>
              </p14:cNvPr>
              <p14:cNvContentPartPr/>
              <p14:nvPr/>
            </p14:nvContentPartPr>
            <p14:xfrm>
              <a:off x="6473853" y="5551613"/>
              <a:ext cx="1417320" cy="501480"/>
            </p14:xfrm>
          </p:contentPart>
        </mc:Choice>
        <mc:Fallback xmlns=""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1ABC1BB0-1E7E-4E33-8427-8E62453DF94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55853" y="5533973"/>
                <a:ext cx="145296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844C7485-C6F3-4441-8DBA-5A61788C1268}"/>
                  </a:ext>
                </a:extLst>
              </p14:cNvPr>
              <p14:cNvContentPartPr/>
              <p14:nvPr/>
            </p14:nvContentPartPr>
            <p14:xfrm>
              <a:off x="8985933" y="5480333"/>
              <a:ext cx="853920" cy="446400"/>
            </p14:xfrm>
          </p:contentPart>
        </mc:Choice>
        <mc:Fallback xmlns=""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844C7485-C6F3-4441-8DBA-5A61788C126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67933" y="5462693"/>
                <a:ext cx="88956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EE29A412-CB1B-4125-8D9F-D2D60997792F}"/>
                  </a:ext>
                </a:extLst>
              </p14:cNvPr>
              <p14:cNvContentPartPr/>
              <p14:nvPr/>
            </p14:nvContentPartPr>
            <p14:xfrm>
              <a:off x="1926333" y="4011893"/>
              <a:ext cx="222480" cy="19332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EE29A412-CB1B-4125-8D9F-D2D60997792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908693" y="3994253"/>
                <a:ext cx="2581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7A82B848-0C85-4C2B-B8C2-63D2B876C51F}"/>
                  </a:ext>
                </a:extLst>
              </p14:cNvPr>
              <p14:cNvContentPartPr/>
              <p14:nvPr/>
            </p14:nvContentPartPr>
            <p14:xfrm>
              <a:off x="1122453" y="3889493"/>
              <a:ext cx="676440" cy="299160"/>
            </p14:xfrm>
          </p:contentPart>
        </mc:Choice>
        <mc:Fallback xmlns=""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7A82B848-0C85-4C2B-B8C2-63D2B876C51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04463" y="3871853"/>
                <a:ext cx="712061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1C92C043-4C04-4CDE-AF60-82A2F67EFC6B}"/>
                  </a:ext>
                </a:extLst>
              </p14:cNvPr>
              <p14:cNvContentPartPr/>
              <p14:nvPr/>
            </p14:nvContentPartPr>
            <p14:xfrm>
              <a:off x="1255653" y="3231053"/>
              <a:ext cx="542520" cy="471600"/>
            </p14:xfrm>
          </p:contentPart>
        </mc:Choice>
        <mc:Fallback xmlns=""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1C92C043-4C04-4CDE-AF60-82A2F67EFC6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38001" y="3213067"/>
                <a:ext cx="578184" cy="507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1" name="Tinta 170">
                <a:extLst>
                  <a:ext uri="{FF2B5EF4-FFF2-40B4-BE49-F238E27FC236}">
                    <a16:creationId xmlns:a16="http://schemas.microsoft.com/office/drawing/2014/main" id="{18757C0B-96E9-400F-8DDA-8D3E6EEBAC76}"/>
                  </a:ext>
                </a:extLst>
              </p14:cNvPr>
              <p14:cNvContentPartPr/>
              <p14:nvPr/>
            </p14:nvContentPartPr>
            <p14:xfrm>
              <a:off x="7295013" y="2529773"/>
              <a:ext cx="594720" cy="180360"/>
            </p14:xfrm>
          </p:contentPart>
        </mc:Choice>
        <mc:Fallback xmlns="">
          <p:pic>
            <p:nvPicPr>
              <p:cNvPr id="171" name="Tinta 170">
                <a:extLst>
                  <a:ext uri="{FF2B5EF4-FFF2-40B4-BE49-F238E27FC236}">
                    <a16:creationId xmlns:a16="http://schemas.microsoft.com/office/drawing/2014/main" id="{18757C0B-96E9-400F-8DDA-8D3E6EEBAC7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77013" y="2511773"/>
                <a:ext cx="630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6D438459-849C-4669-911E-2132B2DF02FE}"/>
                  </a:ext>
                </a:extLst>
              </p14:cNvPr>
              <p14:cNvContentPartPr/>
              <p14:nvPr/>
            </p14:nvContentPartPr>
            <p14:xfrm>
              <a:off x="6872733" y="2591693"/>
              <a:ext cx="159840" cy="167760"/>
            </p14:xfrm>
          </p:contentPart>
        </mc:Choice>
        <mc:Fallback xmlns=""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6D438459-849C-4669-911E-2132B2DF02F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54733" y="2573693"/>
                <a:ext cx="1954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978E6E0F-52F6-4D69-9DC8-8BCB25F4A95A}"/>
                  </a:ext>
                </a:extLst>
              </p14:cNvPr>
              <p14:cNvContentPartPr/>
              <p14:nvPr/>
            </p14:nvContentPartPr>
            <p14:xfrm>
              <a:off x="9820413" y="2547773"/>
              <a:ext cx="77040" cy="212400"/>
            </p14:xfrm>
          </p:contentPart>
        </mc:Choice>
        <mc:Fallback xmlns=""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978E6E0F-52F6-4D69-9DC8-8BCB25F4A95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802413" y="2529773"/>
                <a:ext cx="1126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C0A9D335-9236-4CE0-B47B-570BEAD5F11A}"/>
                  </a:ext>
                </a:extLst>
              </p14:cNvPr>
              <p14:cNvContentPartPr/>
              <p14:nvPr/>
            </p14:nvContentPartPr>
            <p14:xfrm>
              <a:off x="8684613" y="2546333"/>
              <a:ext cx="1023480" cy="198720"/>
            </p14:xfrm>
          </p:contentPart>
        </mc:Choice>
        <mc:Fallback xmlns=""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C0A9D335-9236-4CE0-B47B-570BEAD5F11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66973" y="2528693"/>
                <a:ext cx="10591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3" name="Tinta 182">
                <a:extLst>
                  <a:ext uri="{FF2B5EF4-FFF2-40B4-BE49-F238E27FC236}">
                    <a16:creationId xmlns:a16="http://schemas.microsoft.com/office/drawing/2014/main" id="{B50FDB2B-2B26-4A54-B63E-B2D603B26FBE}"/>
                  </a:ext>
                </a:extLst>
              </p14:cNvPr>
              <p14:cNvContentPartPr/>
              <p14:nvPr/>
            </p14:nvContentPartPr>
            <p14:xfrm>
              <a:off x="8015733" y="2471453"/>
              <a:ext cx="491040" cy="216000"/>
            </p14:xfrm>
          </p:contentPart>
        </mc:Choice>
        <mc:Fallback xmlns="">
          <p:pic>
            <p:nvPicPr>
              <p:cNvPr id="183" name="Tinta 182">
                <a:extLst>
                  <a:ext uri="{FF2B5EF4-FFF2-40B4-BE49-F238E27FC236}">
                    <a16:creationId xmlns:a16="http://schemas.microsoft.com/office/drawing/2014/main" id="{B50FDB2B-2B26-4A54-B63E-B2D603B26FB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98093" y="2453813"/>
                <a:ext cx="52668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7BB45032-EAB0-42CE-8FD7-A0A81754B7D6}"/>
                  </a:ext>
                </a:extLst>
              </p14:cNvPr>
              <p14:cNvContentPartPr/>
              <p14:nvPr/>
            </p14:nvContentPartPr>
            <p14:xfrm>
              <a:off x="5209173" y="2553173"/>
              <a:ext cx="1443960" cy="294120"/>
            </p14:xfrm>
          </p:contentPart>
        </mc:Choice>
        <mc:Fallback xmlns=""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7BB45032-EAB0-42CE-8FD7-A0A81754B7D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91529" y="2535533"/>
                <a:ext cx="1479609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0" name="Tinta 189">
                <a:extLst>
                  <a:ext uri="{FF2B5EF4-FFF2-40B4-BE49-F238E27FC236}">
                    <a16:creationId xmlns:a16="http://schemas.microsoft.com/office/drawing/2014/main" id="{CD4E6942-B36F-4369-BF95-942E0327F5CA}"/>
                  </a:ext>
                </a:extLst>
              </p14:cNvPr>
              <p14:cNvContentPartPr/>
              <p14:nvPr/>
            </p14:nvContentPartPr>
            <p14:xfrm>
              <a:off x="2914893" y="2277053"/>
              <a:ext cx="2062440" cy="547200"/>
            </p14:xfrm>
          </p:contentPart>
        </mc:Choice>
        <mc:Fallback xmlns="">
          <p:pic>
            <p:nvPicPr>
              <p:cNvPr id="190" name="Tinta 189">
                <a:extLst>
                  <a:ext uri="{FF2B5EF4-FFF2-40B4-BE49-F238E27FC236}">
                    <a16:creationId xmlns:a16="http://schemas.microsoft.com/office/drawing/2014/main" id="{CD4E6942-B36F-4369-BF95-942E0327F5C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896893" y="2259053"/>
                <a:ext cx="2098080" cy="5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74DEC825-2AB8-43FC-A548-FC157C467FF8}"/>
                  </a:ext>
                </a:extLst>
              </p14:cNvPr>
              <p14:cNvContentPartPr/>
              <p14:nvPr/>
            </p14:nvContentPartPr>
            <p14:xfrm>
              <a:off x="10943613" y="2864573"/>
              <a:ext cx="567720" cy="327600"/>
            </p14:xfrm>
          </p:contentPart>
        </mc:Choice>
        <mc:Fallback xmlns=""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74DEC825-2AB8-43FC-A548-FC157C467FF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925973" y="2846593"/>
                <a:ext cx="603360" cy="3632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11" name="Tinta 210">
                <a:extLst>
                  <a:ext uri="{FF2B5EF4-FFF2-40B4-BE49-F238E27FC236}">
                    <a16:creationId xmlns:a16="http://schemas.microsoft.com/office/drawing/2014/main" id="{3E7613E6-1B87-4C6F-886C-10FB327EFEE3}"/>
                  </a:ext>
                </a:extLst>
              </p14:cNvPr>
              <p14:cNvContentPartPr/>
              <p14:nvPr/>
            </p14:nvContentPartPr>
            <p14:xfrm>
              <a:off x="10409733" y="2200013"/>
              <a:ext cx="1816200" cy="603720"/>
            </p14:xfrm>
          </p:contentPart>
        </mc:Choice>
        <mc:Fallback xmlns="">
          <p:pic>
            <p:nvPicPr>
              <p:cNvPr id="211" name="Tinta 210">
                <a:extLst>
                  <a:ext uri="{FF2B5EF4-FFF2-40B4-BE49-F238E27FC236}">
                    <a16:creationId xmlns:a16="http://schemas.microsoft.com/office/drawing/2014/main" id="{3E7613E6-1B87-4C6F-886C-10FB327EFEE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391733" y="2182373"/>
                <a:ext cx="1851840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6100C2F4-2E12-4871-8FAF-F3D52F5BCE9A}"/>
                  </a:ext>
                </a:extLst>
              </p14:cNvPr>
              <p14:cNvContentPartPr/>
              <p14:nvPr/>
            </p14:nvContentPartPr>
            <p14:xfrm>
              <a:off x="7985853" y="1010213"/>
              <a:ext cx="856080" cy="402480"/>
            </p14:xfrm>
          </p:contentPart>
        </mc:Choice>
        <mc:Fallback xmlns=""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6100C2F4-2E12-4871-8FAF-F3D52F5BCE9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67845" y="992213"/>
                <a:ext cx="891735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23" name="Tinta 222">
                <a:extLst>
                  <a:ext uri="{FF2B5EF4-FFF2-40B4-BE49-F238E27FC236}">
                    <a16:creationId xmlns:a16="http://schemas.microsoft.com/office/drawing/2014/main" id="{15097FE8-77C8-4D97-9DCE-5A0C7C0A8C93}"/>
                  </a:ext>
                </a:extLst>
              </p14:cNvPr>
              <p14:cNvContentPartPr/>
              <p14:nvPr/>
            </p14:nvContentPartPr>
            <p14:xfrm>
              <a:off x="9406773" y="806813"/>
              <a:ext cx="1606320" cy="540720"/>
            </p14:xfrm>
          </p:contentPart>
        </mc:Choice>
        <mc:Fallback xmlns="">
          <p:pic>
            <p:nvPicPr>
              <p:cNvPr id="223" name="Tinta 222">
                <a:extLst>
                  <a:ext uri="{FF2B5EF4-FFF2-40B4-BE49-F238E27FC236}">
                    <a16:creationId xmlns:a16="http://schemas.microsoft.com/office/drawing/2014/main" id="{15097FE8-77C8-4D97-9DCE-5A0C7C0A8C9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388773" y="789173"/>
                <a:ext cx="1641960" cy="57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5892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6B97C7C8-D526-4CB8-A004-65CF2701BC24}"/>
              </a:ext>
            </a:extLst>
          </p:cNvPr>
          <p:cNvSpPr/>
          <p:nvPr/>
        </p:nvSpPr>
        <p:spPr>
          <a:xfrm>
            <a:off x="3810001" y="2540000"/>
            <a:ext cx="2556933" cy="2556933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D5365AED-F2B4-4357-BD2D-986E56A0EA60}"/>
                  </a:ext>
                </a:extLst>
              </p14:cNvPr>
              <p14:cNvContentPartPr/>
              <p14:nvPr/>
            </p14:nvContentPartPr>
            <p14:xfrm>
              <a:off x="7380795" y="798270"/>
              <a:ext cx="31320" cy="38592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D5365AED-F2B4-4357-BD2D-986E56A0EA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63155" y="780270"/>
                <a:ext cx="6696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927672E5-7D03-442E-8465-3F55EF5FCCF9}"/>
                  </a:ext>
                </a:extLst>
              </p14:cNvPr>
              <p14:cNvContentPartPr/>
              <p14:nvPr/>
            </p14:nvContentPartPr>
            <p14:xfrm>
              <a:off x="7078755" y="633030"/>
              <a:ext cx="490320" cy="84240"/>
            </p14:xfrm>
          </p:contentPart>
        </mc:Choice>
        <mc:Fallback xmlns=""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927672E5-7D03-442E-8465-3F55EF5FCC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61115" y="615390"/>
                <a:ext cx="5259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9943FAE4-6214-414A-A12D-B9B9FA188AB0}"/>
                  </a:ext>
                </a:extLst>
              </p14:cNvPr>
              <p14:cNvContentPartPr/>
              <p14:nvPr/>
            </p14:nvContentPartPr>
            <p14:xfrm>
              <a:off x="6750795" y="819150"/>
              <a:ext cx="465480" cy="356760"/>
            </p14:xfrm>
          </p:contentPart>
        </mc:Choice>
        <mc:Fallback xmlns=""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9943FAE4-6214-414A-A12D-B9B9FA188A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2809" y="801150"/>
                <a:ext cx="501092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35BE6CB9-61E8-404C-B8A8-EEB726C697B1}"/>
                  </a:ext>
                </a:extLst>
              </p14:cNvPr>
              <p14:cNvContentPartPr/>
              <p14:nvPr/>
            </p14:nvContentPartPr>
            <p14:xfrm>
              <a:off x="9387795" y="810150"/>
              <a:ext cx="237960" cy="38016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35BE6CB9-61E8-404C-B8A8-EEB726C697B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69795" y="792510"/>
                <a:ext cx="2736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919175AB-39C7-43E8-A8E5-0400BCF55962}"/>
                  </a:ext>
                </a:extLst>
              </p14:cNvPr>
              <p14:cNvContentPartPr/>
              <p14:nvPr/>
            </p14:nvContentPartPr>
            <p14:xfrm>
              <a:off x="9771195" y="1125510"/>
              <a:ext cx="13320" cy="576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919175AB-39C7-43E8-A8E5-0400BCF559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53555" y="1107510"/>
                <a:ext cx="489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9A404A8E-CDDB-4227-AE03-C6B1C23E32B6}"/>
                  </a:ext>
                </a:extLst>
              </p14:cNvPr>
              <p14:cNvContentPartPr/>
              <p14:nvPr/>
            </p14:nvContentPartPr>
            <p14:xfrm>
              <a:off x="9903315" y="864870"/>
              <a:ext cx="835920" cy="39600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9A404A8E-CDDB-4227-AE03-C6B1C23E32B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85315" y="846870"/>
                <a:ext cx="87156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C4E1DDFA-21C3-4E03-A48D-6CB8674C489D}"/>
                  </a:ext>
                </a:extLst>
              </p14:cNvPr>
              <p14:cNvContentPartPr/>
              <p14:nvPr/>
            </p14:nvContentPartPr>
            <p14:xfrm>
              <a:off x="6274875" y="1899150"/>
              <a:ext cx="504000" cy="501480"/>
            </p14:xfrm>
          </p:contentPart>
        </mc:Choice>
        <mc:Fallback xmlns=""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C4E1DDFA-21C3-4E03-A48D-6CB8674C48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57222" y="1881150"/>
                <a:ext cx="539665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BE846B6F-6A27-4C86-A1D9-A8DC62946ED9}"/>
                  </a:ext>
                </a:extLst>
              </p14:cNvPr>
              <p14:cNvContentPartPr/>
              <p14:nvPr/>
            </p14:nvContentPartPr>
            <p14:xfrm>
              <a:off x="7198275" y="1815270"/>
              <a:ext cx="307080" cy="253080"/>
            </p14:xfrm>
          </p:contentPart>
        </mc:Choice>
        <mc:Fallback xmlns=""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BE846B6F-6A27-4C86-A1D9-A8DC62946ED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80635" y="1797630"/>
                <a:ext cx="3427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E2491686-3742-41FA-BB8D-9FB3EFD15680}"/>
                  </a:ext>
                </a:extLst>
              </p14:cNvPr>
              <p14:cNvContentPartPr/>
              <p14:nvPr/>
            </p14:nvContentPartPr>
            <p14:xfrm>
              <a:off x="6917115" y="2197230"/>
              <a:ext cx="283320" cy="197640"/>
            </p14:xfrm>
          </p:contentPart>
        </mc:Choice>
        <mc:Fallback xmlns=""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E2491686-3742-41FA-BB8D-9FB3EFD1568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99475" y="2179590"/>
                <a:ext cx="3189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48A16C0D-4C5F-4957-AAD9-EA55183E7D95}"/>
                  </a:ext>
                </a:extLst>
              </p14:cNvPr>
              <p14:cNvContentPartPr/>
              <p14:nvPr/>
            </p14:nvContentPartPr>
            <p14:xfrm>
              <a:off x="7548915" y="1193550"/>
              <a:ext cx="33120" cy="30960"/>
            </p14:xfrm>
          </p:contentPart>
        </mc:Choice>
        <mc:Fallback xmlns=""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48A16C0D-4C5F-4957-AAD9-EA55183E7D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31275" y="1175910"/>
                <a:ext cx="687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31A18513-6A7F-4C75-9944-9A7D2EEBE0F1}"/>
                  </a:ext>
                </a:extLst>
              </p14:cNvPr>
              <p14:cNvContentPartPr/>
              <p14:nvPr/>
            </p14:nvContentPartPr>
            <p14:xfrm>
              <a:off x="7701555" y="1017150"/>
              <a:ext cx="165600" cy="209880"/>
            </p14:xfrm>
          </p:contentPart>
        </mc:Choice>
        <mc:Fallback xmlns=""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31A18513-6A7F-4C75-9944-9A7D2EEBE0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83555" y="999510"/>
                <a:ext cx="2012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27F51610-C927-4AEE-BE49-27EDB553EB8B}"/>
                  </a:ext>
                </a:extLst>
              </p14:cNvPr>
              <p14:cNvContentPartPr/>
              <p14:nvPr/>
            </p14:nvContentPartPr>
            <p14:xfrm>
              <a:off x="6987315" y="3399990"/>
              <a:ext cx="568800" cy="537480"/>
            </p14:xfrm>
          </p:contentPart>
        </mc:Choice>
        <mc:Fallback xmlns=""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27F51610-C927-4AEE-BE49-27EDB553EB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69664" y="3382338"/>
                <a:ext cx="604463" cy="573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2E378E22-D7A9-4326-9592-2BD7168664CC}"/>
                  </a:ext>
                </a:extLst>
              </p14:cNvPr>
              <p14:cNvContentPartPr/>
              <p14:nvPr/>
            </p14:nvContentPartPr>
            <p14:xfrm>
              <a:off x="7256955" y="4025670"/>
              <a:ext cx="331920" cy="226080"/>
            </p14:xfrm>
          </p:contentPart>
        </mc:Choice>
        <mc:Fallback xmlns=""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2E378E22-D7A9-4326-9592-2BD7168664C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38955" y="4008030"/>
                <a:ext cx="3675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87D428A2-DE49-4724-B0A7-EB5F3A92D3B2}"/>
                  </a:ext>
                </a:extLst>
              </p14:cNvPr>
              <p14:cNvContentPartPr/>
              <p14:nvPr/>
            </p14:nvContentPartPr>
            <p14:xfrm>
              <a:off x="7705875" y="3755310"/>
              <a:ext cx="161640" cy="23400"/>
            </p14:xfrm>
          </p:contentPart>
        </mc:Choice>
        <mc:Fallback xmlns=""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87D428A2-DE49-4724-B0A7-EB5F3A92D3B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87875" y="3737670"/>
                <a:ext cx="1972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CC843627-5637-418D-8BC6-B0B8ABC99085}"/>
                  </a:ext>
                </a:extLst>
              </p14:cNvPr>
              <p14:cNvContentPartPr/>
              <p14:nvPr/>
            </p14:nvContentPartPr>
            <p14:xfrm>
              <a:off x="7686075" y="3672150"/>
              <a:ext cx="214200" cy="7200"/>
            </p14:xfrm>
          </p:contentPart>
        </mc:Choice>
        <mc:Fallback xmlns=""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CC843627-5637-418D-8BC6-B0B8ABC9908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68435" y="3654150"/>
                <a:ext cx="2498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CF53A34B-B3FD-4D75-A3ED-C9C19CC7C5AF}"/>
                  </a:ext>
                </a:extLst>
              </p14:cNvPr>
              <p14:cNvContentPartPr/>
              <p14:nvPr/>
            </p14:nvContentPartPr>
            <p14:xfrm>
              <a:off x="8048235" y="3327990"/>
              <a:ext cx="787680" cy="589680"/>
            </p14:xfrm>
          </p:contentPart>
        </mc:Choice>
        <mc:Fallback xmlns=""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CF53A34B-B3FD-4D75-A3ED-C9C19CC7C5A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30595" y="3310339"/>
                <a:ext cx="823320" cy="625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53A2ABC7-1B05-4F8B-A9D9-9300F89F5DC6}"/>
                  </a:ext>
                </a:extLst>
              </p14:cNvPr>
              <p14:cNvContentPartPr/>
              <p14:nvPr/>
            </p14:nvContentPartPr>
            <p14:xfrm>
              <a:off x="4541475" y="2034870"/>
              <a:ext cx="441360" cy="366120"/>
            </p14:xfrm>
          </p:contentPart>
        </mc:Choice>
        <mc:Fallback xmlns=""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53A2ABC7-1B05-4F8B-A9D9-9300F89F5DC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523835" y="2017230"/>
                <a:ext cx="47700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204" name="Tinta 203">
                <a:extLst>
                  <a:ext uri="{FF2B5EF4-FFF2-40B4-BE49-F238E27FC236}">
                    <a16:creationId xmlns:a16="http://schemas.microsoft.com/office/drawing/2014/main" id="{CAB9DB77-0182-45C0-8A5D-11CF18F97B52}"/>
                  </a:ext>
                </a:extLst>
              </p14:cNvPr>
              <p14:cNvContentPartPr/>
              <p14:nvPr/>
            </p14:nvContentPartPr>
            <p14:xfrm>
              <a:off x="4743795" y="3497550"/>
              <a:ext cx="983520" cy="1065240"/>
            </p14:xfrm>
          </p:contentPart>
        </mc:Choice>
        <mc:Fallback xmlns="">
          <p:pic>
            <p:nvPicPr>
              <p:cNvPr id="204" name="Tinta 203">
                <a:extLst>
                  <a:ext uri="{FF2B5EF4-FFF2-40B4-BE49-F238E27FC236}">
                    <a16:creationId xmlns:a16="http://schemas.microsoft.com/office/drawing/2014/main" id="{CAB9DB77-0182-45C0-8A5D-11CF18F97B5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25802" y="3479910"/>
                <a:ext cx="1019147" cy="11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6" name="Tinta 235">
                <a:extLst>
                  <a:ext uri="{FF2B5EF4-FFF2-40B4-BE49-F238E27FC236}">
                    <a16:creationId xmlns:a16="http://schemas.microsoft.com/office/drawing/2014/main" id="{4F4AF095-4725-4C13-B0F9-978F03732AC1}"/>
                  </a:ext>
                </a:extLst>
              </p14:cNvPr>
              <p14:cNvContentPartPr/>
              <p14:nvPr/>
            </p14:nvContentPartPr>
            <p14:xfrm>
              <a:off x="3689715" y="2524470"/>
              <a:ext cx="2695680" cy="2426040"/>
            </p14:xfrm>
          </p:contentPart>
        </mc:Choice>
        <mc:Fallback xmlns="">
          <p:pic>
            <p:nvPicPr>
              <p:cNvPr id="236" name="Tinta 235">
                <a:extLst>
                  <a:ext uri="{FF2B5EF4-FFF2-40B4-BE49-F238E27FC236}">
                    <a16:creationId xmlns:a16="http://schemas.microsoft.com/office/drawing/2014/main" id="{4F4AF095-4725-4C13-B0F9-978F03732AC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72075" y="2506830"/>
                <a:ext cx="2731320" cy="24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7" name="Tinta 246">
                <a:extLst>
                  <a:ext uri="{FF2B5EF4-FFF2-40B4-BE49-F238E27FC236}">
                    <a16:creationId xmlns:a16="http://schemas.microsoft.com/office/drawing/2014/main" id="{4F980CBC-114C-405C-BA9C-39E35D1F4FEC}"/>
                  </a:ext>
                </a:extLst>
              </p14:cNvPr>
              <p14:cNvContentPartPr/>
              <p14:nvPr/>
            </p14:nvContentPartPr>
            <p14:xfrm>
              <a:off x="8156235" y="5732070"/>
              <a:ext cx="359640" cy="307800"/>
            </p14:xfrm>
          </p:contentPart>
        </mc:Choice>
        <mc:Fallback xmlns="">
          <p:pic>
            <p:nvPicPr>
              <p:cNvPr id="247" name="Tinta 246">
                <a:extLst>
                  <a:ext uri="{FF2B5EF4-FFF2-40B4-BE49-F238E27FC236}">
                    <a16:creationId xmlns:a16="http://schemas.microsoft.com/office/drawing/2014/main" id="{4F980CBC-114C-405C-BA9C-39E35D1F4F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38595" y="5714070"/>
                <a:ext cx="39528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2" name="Tinta 251">
                <a:extLst>
                  <a:ext uri="{FF2B5EF4-FFF2-40B4-BE49-F238E27FC236}">
                    <a16:creationId xmlns:a16="http://schemas.microsoft.com/office/drawing/2014/main" id="{324D7B47-39DF-4101-9E95-BADEFB0C0171}"/>
                  </a:ext>
                </a:extLst>
              </p14:cNvPr>
              <p14:cNvContentPartPr/>
              <p14:nvPr/>
            </p14:nvContentPartPr>
            <p14:xfrm>
              <a:off x="6414195" y="5066070"/>
              <a:ext cx="1247760" cy="622440"/>
            </p14:xfrm>
          </p:contentPart>
        </mc:Choice>
        <mc:Fallback xmlns="">
          <p:pic>
            <p:nvPicPr>
              <p:cNvPr id="252" name="Tinta 251">
                <a:extLst>
                  <a:ext uri="{FF2B5EF4-FFF2-40B4-BE49-F238E27FC236}">
                    <a16:creationId xmlns:a16="http://schemas.microsoft.com/office/drawing/2014/main" id="{324D7B47-39DF-4101-9E95-BADEFB0C017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96555" y="5048080"/>
                <a:ext cx="1283400" cy="658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14BA83D-2267-47B8-A38E-C68E485F2E1E}"/>
                  </a:ext>
                </a:extLst>
              </p14:cNvPr>
              <p14:cNvContentPartPr/>
              <p14:nvPr/>
            </p14:nvContentPartPr>
            <p14:xfrm>
              <a:off x="7933701" y="5549894"/>
              <a:ext cx="596880" cy="266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14BA83D-2267-47B8-A38E-C68E485F2E1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15701" y="5532254"/>
                <a:ext cx="6325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3E4392DF-80ED-4FDA-86A7-F827A12CAFD0}"/>
                  </a:ext>
                </a:extLst>
              </p14:cNvPr>
              <p14:cNvContentPartPr/>
              <p14:nvPr/>
            </p14:nvContentPartPr>
            <p14:xfrm>
              <a:off x="8220261" y="5136254"/>
              <a:ext cx="305640" cy="26928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3E4392DF-80ED-4FDA-86A7-F827A12CAF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02600" y="5118614"/>
                <a:ext cx="341322" cy="3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796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FD7E53FD-B663-4357-B017-67FBF2AE3FB0}"/>
              </a:ext>
            </a:extLst>
          </p:cNvPr>
          <p:cNvGrpSpPr/>
          <p:nvPr/>
        </p:nvGrpSpPr>
        <p:grpSpPr>
          <a:xfrm flipH="1">
            <a:off x="2638424" y="1274234"/>
            <a:ext cx="4397375" cy="2793999"/>
            <a:chOff x="5080000" y="3048000"/>
            <a:chExt cx="5333999" cy="2793999"/>
          </a:xfrm>
        </p:grpSpPr>
        <p:sp>
          <p:nvSpPr>
            <p:cNvPr id="2" name="Triângulo Retângulo 1">
              <a:extLst>
                <a:ext uri="{FF2B5EF4-FFF2-40B4-BE49-F238E27FC236}">
                  <a16:creationId xmlns:a16="http://schemas.microsoft.com/office/drawing/2014/main" id="{7903CF62-A441-4339-8245-16E2BF118F70}"/>
                </a:ext>
              </a:extLst>
            </p:cNvPr>
            <p:cNvSpPr/>
            <p:nvPr/>
          </p:nvSpPr>
          <p:spPr>
            <a:xfrm>
              <a:off x="5080000" y="3048000"/>
              <a:ext cx="4580466" cy="2040466"/>
            </a:xfrm>
            <a:prstGeom prst="rtTriangl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" name="Arco 2">
              <a:extLst>
                <a:ext uri="{FF2B5EF4-FFF2-40B4-BE49-F238E27FC236}">
                  <a16:creationId xmlns:a16="http://schemas.microsoft.com/office/drawing/2014/main" id="{9A4DAEEC-6734-461D-A76B-9AA8D574ECD2}"/>
                </a:ext>
              </a:extLst>
            </p:cNvPr>
            <p:cNvSpPr/>
            <p:nvPr/>
          </p:nvSpPr>
          <p:spPr>
            <a:xfrm flipH="1">
              <a:off x="8906932" y="4334932"/>
              <a:ext cx="1507067" cy="1507067"/>
            </a:xfrm>
            <a:prstGeom prst="arc">
              <a:avLst>
                <a:gd name="adj1" fmla="val 19989859"/>
                <a:gd name="adj2" fmla="val 0"/>
              </a:avLst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559A8AFC-EF11-4F23-AE3A-1FAA7FAF3497}"/>
                    </a:ext>
                  </a:extLst>
                </p:cNvPr>
                <p:cNvSpPr txBox="1"/>
                <p:nvPr/>
              </p:nvSpPr>
              <p:spPr>
                <a:xfrm>
                  <a:off x="8398931" y="4657578"/>
                  <a:ext cx="43180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pt-BR" sz="2800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559A8AFC-EF11-4F23-AE3A-1FAA7FAF3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8931" y="4657578"/>
                  <a:ext cx="431802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9B48C52-A634-49A6-9E3F-4AE4A63656A5}"/>
                  </a:ext>
                </a:extLst>
              </p:cNvPr>
              <p:cNvSpPr txBox="1"/>
              <p:nvPr/>
            </p:nvSpPr>
            <p:spPr>
              <a:xfrm>
                <a:off x="5350932" y="3314699"/>
                <a:ext cx="5588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8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9B48C52-A634-49A6-9E3F-4AE4A6365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932" y="3314699"/>
                <a:ext cx="55880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4D086C2-E3D2-41CD-8BB0-2849FAC96EAA}"/>
                  </a:ext>
                </a:extLst>
              </p:cNvPr>
              <p:cNvSpPr txBox="1"/>
              <p:nvPr/>
            </p:nvSpPr>
            <p:spPr>
              <a:xfrm>
                <a:off x="7075044" y="2294467"/>
                <a:ext cx="5588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8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4D086C2-E3D2-41CD-8BB0-2849FAC96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044" y="2294467"/>
                <a:ext cx="5588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75A7296-6FB6-4BFA-B62B-4B51D9A23A10}"/>
                  </a:ext>
                </a:extLst>
              </p:cNvPr>
              <p:cNvSpPr txBox="1"/>
              <p:nvPr/>
            </p:nvSpPr>
            <p:spPr>
              <a:xfrm>
                <a:off x="4792132" y="1863580"/>
                <a:ext cx="5588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8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75A7296-6FB6-4BFA-B62B-4B51D9A23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132" y="1863580"/>
                <a:ext cx="5588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25ACC02B-DFA0-4E1D-B722-BA9B8AD6FE7F}"/>
                  </a:ext>
                </a:extLst>
              </p14:cNvPr>
              <p14:cNvContentPartPr/>
              <p14:nvPr/>
            </p14:nvContentPartPr>
            <p14:xfrm>
              <a:off x="2524035" y="4664670"/>
              <a:ext cx="397800" cy="46008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25ACC02B-DFA0-4E1D-B722-BA9B8AD6FE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06395" y="4646670"/>
                <a:ext cx="43344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7A4695AD-D361-47B3-AE65-91E9D6C163AD}"/>
                  </a:ext>
                </a:extLst>
              </p14:cNvPr>
              <p14:cNvContentPartPr/>
              <p14:nvPr/>
            </p14:nvContentPartPr>
            <p14:xfrm>
              <a:off x="2732475" y="4283430"/>
              <a:ext cx="338400" cy="28872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7A4695AD-D361-47B3-AE65-91E9D6C163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14475" y="4265430"/>
                <a:ext cx="3740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0C807407-60EA-4D92-AC84-FB2F817C624D}"/>
                  </a:ext>
                </a:extLst>
              </p14:cNvPr>
              <p14:cNvContentPartPr/>
              <p14:nvPr/>
            </p14:nvContentPartPr>
            <p14:xfrm>
              <a:off x="3348075" y="3993990"/>
              <a:ext cx="3216960" cy="104544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0C807407-60EA-4D92-AC84-FB2F817C62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30075" y="3976350"/>
                <a:ext cx="32526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AF2F460A-7110-42F1-A150-E66A3A926E5B}"/>
                  </a:ext>
                </a:extLst>
              </p14:cNvPr>
              <p14:cNvContentPartPr/>
              <p14:nvPr/>
            </p14:nvContentPartPr>
            <p14:xfrm>
              <a:off x="3227115" y="5198190"/>
              <a:ext cx="3992040" cy="116136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AF2F460A-7110-42F1-A150-E66A3A926E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09117" y="5180550"/>
                <a:ext cx="4027677" cy="1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2FAA8037-6649-49E2-B4CC-11A148696245}"/>
                  </a:ext>
                </a:extLst>
              </p14:cNvPr>
              <p14:cNvContentPartPr/>
              <p14:nvPr/>
            </p14:nvContentPartPr>
            <p14:xfrm>
              <a:off x="8393115" y="3000750"/>
              <a:ext cx="1581840" cy="60552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2FAA8037-6649-49E2-B4CC-11A14869624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75475" y="2982750"/>
                <a:ext cx="161748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802A809F-ABD1-479C-8203-FC4CB8FC465B}"/>
                  </a:ext>
                </a:extLst>
              </p14:cNvPr>
              <p14:cNvContentPartPr/>
              <p14:nvPr/>
            </p14:nvContentPartPr>
            <p14:xfrm>
              <a:off x="10262595" y="3387030"/>
              <a:ext cx="247320" cy="2196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802A809F-ABD1-479C-8203-FC4CB8FC465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44595" y="3369390"/>
                <a:ext cx="2829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776F1EEB-2800-465A-A260-78C941C03325}"/>
                  </a:ext>
                </a:extLst>
              </p14:cNvPr>
              <p14:cNvContentPartPr/>
              <p14:nvPr/>
            </p14:nvContentPartPr>
            <p14:xfrm>
              <a:off x="10256115" y="3268950"/>
              <a:ext cx="201240" cy="1440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776F1EEB-2800-465A-A260-78C941C033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238475" y="3250950"/>
                <a:ext cx="2368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A4A29C40-9E93-412F-96AA-7E09B4D4576B}"/>
                  </a:ext>
                </a:extLst>
              </p14:cNvPr>
              <p14:cNvContentPartPr/>
              <p14:nvPr/>
            </p14:nvContentPartPr>
            <p14:xfrm>
              <a:off x="10867035" y="3054030"/>
              <a:ext cx="315000" cy="44604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A4A29C40-9E93-412F-96AA-7E09B4D4576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849035" y="3036390"/>
                <a:ext cx="35064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C883F9B1-A9F3-4FED-94BD-92653E009FDD}"/>
                  </a:ext>
                </a:extLst>
              </p14:cNvPr>
              <p14:cNvContentPartPr/>
              <p14:nvPr/>
            </p14:nvContentPartPr>
            <p14:xfrm>
              <a:off x="10818075" y="3619950"/>
              <a:ext cx="614160" cy="7812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C883F9B1-A9F3-4FED-94BD-92653E009FD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800075" y="3601950"/>
                <a:ext cx="6498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307C4EE9-9300-4B6D-BCC6-92DCC07D060F}"/>
                  </a:ext>
                </a:extLst>
              </p14:cNvPr>
              <p14:cNvContentPartPr/>
              <p14:nvPr/>
            </p14:nvContentPartPr>
            <p14:xfrm>
              <a:off x="10850835" y="3898590"/>
              <a:ext cx="455760" cy="365400"/>
            </p14:xfrm>
          </p:contentPart>
        </mc:Choice>
        <mc:Fallback xmlns=""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307C4EE9-9300-4B6D-BCC6-92DCC07D06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832835" y="3880950"/>
                <a:ext cx="4914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E14335B2-05D8-48C5-BC86-29D1FA194FE4}"/>
                  </a:ext>
                </a:extLst>
              </p14:cNvPr>
              <p14:cNvContentPartPr/>
              <p14:nvPr/>
            </p14:nvContentPartPr>
            <p14:xfrm>
              <a:off x="10218675" y="5522190"/>
              <a:ext cx="214200" cy="6372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E14335B2-05D8-48C5-BC86-29D1FA194FE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01035" y="5504190"/>
                <a:ext cx="249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3FE62E4B-F3FC-4C2B-A98C-0217D79E93DB}"/>
                  </a:ext>
                </a:extLst>
              </p14:cNvPr>
              <p14:cNvContentPartPr/>
              <p14:nvPr/>
            </p14:nvContentPartPr>
            <p14:xfrm>
              <a:off x="10192395" y="5412390"/>
              <a:ext cx="289440" cy="4068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3FE62E4B-F3FC-4C2B-A98C-0217D79E93D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74755" y="5394390"/>
                <a:ext cx="3250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05675835-F069-4BA9-B9EF-AC9BB97056CC}"/>
                  </a:ext>
                </a:extLst>
              </p14:cNvPr>
              <p14:cNvContentPartPr/>
              <p14:nvPr/>
            </p14:nvContentPartPr>
            <p14:xfrm>
              <a:off x="10820595" y="5858070"/>
              <a:ext cx="544680" cy="40104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05675835-F069-4BA9-B9EF-AC9BB97056C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802595" y="5840430"/>
                <a:ext cx="58032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1719B865-427B-431F-A349-75E8C97EA789}"/>
                  </a:ext>
                </a:extLst>
              </p14:cNvPr>
              <p14:cNvContentPartPr/>
              <p14:nvPr/>
            </p14:nvContentPartPr>
            <p14:xfrm>
              <a:off x="10791795" y="5303670"/>
              <a:ext cx="633960" cy="44820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1719B865-427B-431F-A349-75E8C97EA78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773795" y="5285670"/>
                <a:ext cx="66960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D08A0E99-AB5D-49ED-B28E-2E12FF1F273C}"/>
                  </a:ext>
                </a:extLst>
              </p14:cNvPr>
              <p14:cNvContentPartPr/>
              <p14:nvPr/>
            </p14:nvContentPartPr>
            <p14:xfrm>
              <a:off x="8562315" y="5149950"/>
              <a:ext cx="1407240" cy="37224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D08A0E99-AB5D-49ED-B28E-2E12FF1F273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544675" y="5132310"/>
                <a:ext cx="1442880" cy="40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7600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6B97C7C8-D526-4CB8-A004-65CF2701BC24}"/>
              </a:ext>
            </a:extLst>
          </p:cNvPr>
          <p:cNvSpPr/>
          <p:nvPr/>
        </p:nvSpPr>
        <p:spPr>
          <a:xfrm>
            <a:off x="3810001" y="2540000"/>
            <a:ext cx="2556933" cy="2556933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0520482-254C-4453-92E3-401578D327C7}"/>
              </a:ext>
            </a:extLst>
          </p:cNvPr>
          <p:cNvCxnSpPr/>
          <p:nvPr/>
        </p:nvCxnSpPr>
        <p:spPr>
          <a:xfrm>
            <a:off x="6366934" y="609600"/>
            <a:ext cx="0" cy="579120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0324A32-70B4-4DFE-B748-B4F851774F77}"/>
              </a:ext>
            </a:extLst>
          </p:cNvPr>
          <p:cNvCxnSpPr>
            <a:cxnSpLocks/>
          </p:cNvCxnSpPr>
          <p:nvPr/>
        </p:nvCxnSpPr>
        <p:spPr>
          <a:xfrm flipH="1">
            <a:off x="3547534" y="3810000"/>
            <a:ext cx="3073399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754B559-204A-49BC-9290-A55BC031FC7D}"/>
              </a:ext>
            </a:extLst>
          </p:cNvPr>
          <p:cNvCxnSpPr>
            <a:cxnSpLocks/>
          </p:cNvCxnSpPr>
          <p:nvPr/>
        </p:nvCxnSpPr>
        <p:spPr>
          <a:xfrm>
            <a:off x="5071534" y="2277533"/>
            <a:ext cx="0" cy="3090334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D2789FCE-DCD5-4AC5-98E5-FC70EECAE4C5}"/>
              </a:ext>
            </a:extLst>
          </p:cNvPr>
          <p:cNvCxnSpPr>
            <a:cxnSpLocks/>
          </p:cNvCxnSpPr>
          <p:nvPr/>
        </p:nvCxnSpPr>
        <p:spPr>
          <a:xfrm flipH="1">
            <a:off x="5071534" y="1761067"/>
            <a:ext cx="1295400" cy="2048933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4B0EEA0E-283C-41C7-BAF0-FCD72979B531}"/>
                  </a:ext>
                </a:extLst>
              </p14:cNvPr>
              <p14:cNvContentPartPr/>
              <p14:nvPr/>
            </p14:nvContentPartPr>
            <p14:xfrm>
              <a:off x="8688675" y="4838910"/>
              <a:ext cx="1137600" cy="287280"/>
            </p14:xfrm>
          </p:contentPart>
        </mc:Choice>
        <mc:Fallback xmlns=""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4B0EEA0E-283C-41C7-BAF0-FCD72979B5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71029" y="4820910"/>
                <a:ext cx="1173251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63AFB0A9-572A-4C71-94F5-1917CA9DD17A}"/>
                  </a:ext>
                </a:extLst>
              </p14:cNvPr>
              <p14:cNvContentPartPr/>
              <p14:nvPr/>
            </p14:nvContentPartPr>
            <p14:xfrm>
              <a:off x="7461075" y="5768070"/>
              <a:ext cx="171360" cy="17208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63AFB0A9-572A-4C71-94F5-1917CA9DD1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43435" y="5750070"/>
                <a:ext cx="2070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FC50252D-4A55-4646-A6D1-53C739509858}"/>
                  </a:ext>
                </a:extLst>
              </p14:cNvPr>
              <p14:cNvContentPartPr/>
              <p14:nvPr/>
            </p14:nvContentPartPr>
            <p14:xfrm>
              <a:off x="8644035" y="6115830"/>
              <a:ext cx="115560" cy="192960"/>
            </p14:xfrm>
          </p:contentPart>
        </mc:Choice>
        <mc:Fallback xmlns=""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FC50252D-4A55-4646-A6D1-53C7395098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26035" y="6097830"/>
                <a:ext cx="1512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35C2460E-77F9-473A-B02C-8F80748957C6}"/>
                  </a:ext>
                </a:extLst>
              </p14:cNvPr>
              <p14:cNvContentPartPr/>
              <p14:nvPr/>
            </p14:nvContentPartPr>
            <p14:xfrm>
              <a:off x="8908635" y="5863470"/>
              <a:ext cx="1008360" cy="450360"/>
            </p14:xfrm>
          </p:contentPart>
        </mc:Choice>
        <mc:Fallback xmlns=""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35C2460E-77F9-473A-B02C-8F80748957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90635" y="5845470"/>
                <a:ext cx="104400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F5EDD120-41FE-412F-8982-73CB100508A6}"/>
                  </a:ext>
                </a:extLst>
              </p14:cNvPr>
              <p14:cNvContentPartPr/>
              <p14:nvPr/>
            </p14:nvContentPartPr>
            <p14:xfrm>
              <a:off x="8220315" y="6133830"/>
              <a:ext cx="144000" cy="176760"/>
            </p14:xfrm>
          </p:contentPart>
        </mc:Choice>
        <mc:Fallback xmlns=""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F5EDD120-41FE-412F-8982-73CB100508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02315" y="6115830"/>
                <a:ext cx="1796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AD344957-D016-46C7-86DB-3F48952914B2}"/>
                  </a:ext>
                </a:extLst>
              </p14:cNvPr>
              <p14:cNvContentPartPr/>
              <p14:nvPr/>
            </p14:nvContentPartPr>
            <p14:xfrm>
              <a:off x="7707315" y="6001350"/>
              <a:ext cx="307440" cy="236520"/>
            </p14:xfrm>
          </p:contentPart>
        </mc:Choice>
        <mc:Fallback xmlns=""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AD344957-D016-46C7-86DB-3F48952914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89675" y="5983710"/>
                <a:ext cx="3430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7C267082-1E2B-4E98-8CA6-F503231E6269}"/>
                  </a:ext>
                </a:extLst>
              </p14:cNvPr>
              <p14:cNvContentPartPr/>
              <p14:nvPr/>
            </p14:nvContentPartPr>
            <p14:xfrm>
              <a:off x="6833955" y="6101070"/>
              <a:ext cx="615600" cy="229680"/>
            </p14:xfrm>
          </p:contentPart>
        </mc:Choice>
        <mc:Fallback xmlns=""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7C267082-1E2B-4E98-8CA6-F503231E626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15966" y="6083430"/>
                <a:ext cx="651219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0C1B9827-0D83-4EE7-B73B-AD4342159018}"/>
                  </a:ext>
                </a:extLst>
              </p14:cNvPr>
              <p14:cNvContentPartPr/>
              <p14:nvPr/>
            </p14:nvContentPartPr>
            <p14:xfrm>
              <a:off x="10125435" y="6139950"/>
              <a:ext cx="248400" cy="8316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0C1B9827-0D83-4EE7-B73B-AD43421590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07795" y="6122310"/>
                <a:ext cx="2840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BDFAE76C-DE1F-49BF-A58B-0FD866384C56}"/>
                  </a:ext>
                </a:extLst>
              </p14:cNvPr>
              <p14:cNvContentPartPr/>
              <p14:nvPr/>
            </p14:nvContentPartPr>
            <p14:xfrm>
              <a:off x="10682355" y="5954910"/>
              <a:ext cx="240480" cy="37584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BDFAE76C-DE1F-49BF-A58B-0FD866384C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664715" y="5936910"/>
                <a:ext cx="2761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65" name="Tinta 164">
                <a:extLst>
                  <a:ext uri="{FF2B5EF4-FFF2-40B4-BE49-F238E27FC236}">
                    <a16:creationId xmlns:a16="http://schemas.microsoft.com/office/drawing/2014/main" id="{FB421EC4-E985-47CF-AE04-CB2CA17229E7}"/>
                  </a:ext>
                </a:extLst>
              </p14:cNvPr>
              <p14:cNvContentPartPr/>
              <p14:nvPr/>
            </p14:nvContentPartPr>
            <p14:xfrm>
              <a:off x="5068155" y="1924350"/>
              <a:ext cx="1226160" cy="1803960"/>
            </p14:xfrm>
          </p:contentPart>
        </mc:Choice>
        <mc:Fallback xmlns="">
          <p:pic>
            <p:nvPicPr>
              <p:cNvPr id="165" name="Tinta 164">
                <a:extLst>
                  <a:ext uri="{FF2B5EF4-FFF2-40B4-BE49-F238E27FC236}">
                    <a16:creationId xmlns:a16="http://schemas.microsoft.com/office/drawing/2014/main" id="{FB421EC4-E985-47CF-AE04-CB2CA17229E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50515" y="1906706"/>
                <a:ext cx="1261800" cy="1839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DFB0E42E-792C-46B6-896A-578D85743212}"/>
                  </a:ext>
                </a:extLst>
              </p14:cNvPr>
              <p14:cNvContentPartPr/>
              <p14:nvPr/>
            </p14:nvContentPartPr>
            <p14:xfrm>
              <a:off x="4100475" y="1761270"/>
              <a:ext cx="5591520" cy="2797920"/>
            </p14:xfrm>
          </p:contentPart>
        </mc:Choice>
        <mc:Fallback xmlns=""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DFB0E42E-792C-46B6-896A-578D8574321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82835" y="1743630"/>
                <a:ext cx="5627160" cy="28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08C0B809-5B8F-4244-A57A-33BF142A9779}"/>
                  </a:ext>
                </a:extLst>
              </p14:cNvPr>
              <p14:cNvContentPartPr/>
              <p14:nvPr/>
            </p14:nvContentPartPr>
            <p14:xfrm>
              <a:off x="749955" y="774510"/>
              <a:ext cx="1210320" cy="1791360"/>
            </p14:xfrm>
          </p:contentPart>
        </mc:Choice>
        <mc:Fallback xmlns=""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08C0B809-5B8F-4244-A57A-33BF142A977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1960" y="756510"/>
                <a:ext cx="1245949" cy="18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761D2E3F-1AAE-490D-B79C-474126CCBCD6}"/>
                  </a:ext>
                </a:extLst>
              </p14:cNvPr>
              <p14:cNvContentPartPr/>
              <p14:nvPr/>
            </p14:nvContentPartPr>
            <p14:xfrm>
              <a:off x="1213995" y="2763510"/>
              <a:ext cx="232200" cy="249120"/>
            </p14:xfrm>
          </p:contentPart>
        </mc:Choice>
        <mc:Fallback xmlns=""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761D2E3F-1AAE-490D-B79C-474126CCBCD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95995" y="2745870"/>
                <a:ext cx="2678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B892ADF5-CB0D-4FA9-BB5A-1AA215B18778}"/>
                  </a:ext>
                </a:extLst>
              </p14:cNvPr>
              <p14:cNvContentPartPr/>
              <p14:nvPr/>
            </p14:nvContentPartPr>
            <p14:xfrm>
              <a:off x="2061435" y="1377870"/>
              <a:ext cx="553320" cy="350280"/>
            </p14:xfrm>
          </p:contentPart>
        </mc:Choice>
        <mc:Fallback xmlns=""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B892ADF5-CB0D-4FA9-BB5A-1AA215B187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43435" y="1359888"/>
                <a:ext cx="588960" cy="385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E2F0D255-4AC7-4B44-AC4D-C6C6A1506916}"/>
                  </a:ext>
                </a:extLst>
              </p14:cNvPr>
              <p14:cNvContentPartPr/>
              <p14:nvPr/>
            </p14:nvContentPartPr>
            <p14:xfrm>
              <a:off x="322275" y="3840270"/>
              <a:ext cx="442800" cy="518760"/>
            </p14:xfrm>
          </p:contentPart>
        </mc:Choice>
        <mc:Fallback xmlns=""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E2F0D255-4AC7-4B44-AC4D-C6C6A15069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4635" y="3822270"/>
                <a:ext cx="4784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90AA6284-6228-49FC-B09E-FA20B9923758}"/>
                  </a:ext>
                </a:extLst>
              </p14:cNvPr>
              <p14:cNvContentPartPr/>
              <p14:nvPr/>
            </p14:nvContentPartPr>
            <p14:xfrm>
              <a:off x="1026075" y="3606990"/>
              <a:ext cx="1904040" cy="647640"/>
            </p14:xfrm>
          </p:contentPart>
        </mc:Choice>
        <mc:Fallback xmlns=""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90AA6284-6228-49FC-B09E-FA20B992375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08435" y="3589000"/>
                <a:ext cx="1939680" cy="6832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5043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8" name="Tinta 227">
                <a:extLst>
                  <a:ext uri="{FF2B5EF4-FFF2-40B4-BE49-F238E27FC236}">
                    <a16:creationId xmlns:a16="http://schemas.microsoft.com/office/drawing/2014/main" id="{5A4AE8FB-21D9-4D8F-8F07-FA50907A5813}"/>
                  </a:ext>
                </a:extLst>
              </p14:cNvPr>
              <p14:cNvContentPartPr/>
              <p14:nvPr/>
            </p14:nvContentPartPr>
            <p14:xfrm>
              <a:off x="90435" y="316590"/>
              <a:ext cx="11971800" cy="5769360"/>
            </p14:xfrm>
          </p:contentPart>
        </mc:Choice>
        <mc:Fallback xmlns="">
          <p:pic>
            <p:nvPicPr>
              <p:cNvPr id="228" name="Tinta 227">
                <a:extLst>
                  <a:ext uri="{FF2B5EF4-FFF2-40B4-BE49-F238E27FC236}">
                    <a16:creationId xmlns:a16="http://schemas.microsoft.com/office/drawing/2014/main" id="{5A4AE8FB-21D9-4D8F-8F07-FA50907A58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795" y="298590"/>
                <a:ext cx="12007440" cy="580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8113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35E1C3F5-41B1-4448-8CF6-DA42940CBE3B}"/>
                  </a:ext>
                </a:extLst>
              </p14:cNvPr>
              <p14:cNvContentPartPr/>
              <p14:nvPr/>
            </p14:nvContentPartPr>
            <p14:xfrm>
              <a:off x="6220155" y="1766310"/>
              <a:ext cx="974880" cy="6739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35E1C3F5-41B1-4448-8CF6-DA42940CBE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02162" y="1748670"/>
                <a:ext cx="1010507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F5765149-0C26-4277-A3DA-8F73BB7313B5}"/>
                  </a:ext>
                </a:extLst>
              </p14:cNvPr>
              <p14:cNvContentPartPr/>
              <p14:nvPr/>
            </p14:nvContentPartPr>
            <p14:xfrm>
              <a:off x="2884035" y="1723110"/>
              <a:ext cx="2777040" cy="75528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F5765149-0C26-4277-A3DA-8F73BB7313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6035" y="1705470"/>
                <a:ext cx="2812680" cy="79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0280846A-E717-4B75-A7FA-658850D0B5C6}"/>
                  </a:ext>
                </a:extLst>
              </p14:cNvPr>
              <p14:cNvContentPartPr/>
              <p14:nvPr/>
            </p14:nvContentPartPr>
            <p14:xfrm>
              <a:off x="2880795" y="3340590"/>
              <a:ext cx="1703160" cy="41328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0280846A-E717-4B75-A7FA-658850D0B5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63151" y="3322590"/>
                <a:ext cx="1738808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4BC7E986-6463-47C6-B632-145081D0870E}"/>
                  </a:ext>
                </a:extLst>
              </p14:cNvPr>
              <p14:cNvContentPartPr/>
              <p14:nvPr/>
            </p14:nvContentPartPr>
            <p14:xfrm>
              <a:off x="4869075" y="3282990"/>
              <a:ext cx="1793880" cy="47628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4BC7E986-6463-47C6-B632-145081D087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51075" y="3264990"/>
                <a:ext cx="1829520" cy="51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980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82DDF8CC-0065-46DB-88CA-51959B23EF9A}"/>
              </a:ext>
            </a:extLst>
          </p:cNvPr>
          <p:cNvSpPr/>
          <p:nvPr/>
        </p:nvSpPr>
        <p:spPr>
          <a:xfrm>
            <a:off x="3810001" y="2540000"/>
            <a:ext cx="2556933" cy="2556933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52D8AAE-AA41-4E51-AB35-25374DE26495}"/>
              </a:ext>
            </a:extLst>
          </p:cNvPr>
          <p:cNvCxnSpPr/>
          <p:nvPr/>
        </p:nvCxnSpPr>
        <p:spPr>
          <a:xfrm>
            <a:off x="6366934" y="609600"/>
            <a:ext cx="0" cy="579120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AE14217-7FF3-456A-B763-27B5089D0836}"/>
              </a:ext>
            </a:extLst>
          </p:cNvPr>
          <p:cNvCxnSpPr>
            <a:cxnSpLocks/>
          </p:cNvCxnSpPr>
          <p:nvPr/>
        </p:nvCxnSpPr>
        <p:spPr>
          <a:xfrm flipH="1">
            <a:off x="3547534" y="3810000"/>
            <a:ext cx="3073399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952263-D79D-4C21-9C33-3DEE29D60D7D}"/>
              </a:ext>
            </a:extLst>
          </p:cNvPr>
          <p:cNvCxnSpPr>
            <a:cxnSpLocks/>
          </p:cNvCxnSpPr>
          <p:nvPr/>
        </p:nvCxnSpPr>
        <p:spPr>
          <a:xfrm>
            <a:off x="5071534" y="2277533"/>
            <a:ext cx="0" cy="3090334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694D19E8-AB9F-485C-884C-65014614D3C0}"/>
                  </a:ext>
                </a:extLst>
              </p14:cNvPr>
              <p14:cNvContentPartPr/>
              <p14:nvPr/>
            </p14:nvContentPartPr>
            <p14:xfrm>
              <a:off x="9255315" y="1536990"/>
              <a:ext cx="379080" cy="38052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694D19E8-AB9F-485C-884C-65014614D3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37675" y="1518990"/>
                <a:ext cx="41472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2B053334-377F-4E86-B9E7-DE061946990D}"/>
                  </a:ext>
                </a:extLst>
              </p14:cNvPr>
              <p14:cNvContentPartPr/>
              <p14:nvPr/>
            </p14:nvContentPartPr>
            <p14:xfrm>
              <a:off x="8557995" y="736350"/>
              <a:ext cx="1687320" cy="57924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2B053334-377F-4E86-B9E7-DE06194699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0359" y="718350"/>
                <a:ext cx="1722952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AE7079AE-694F-4E77-9D11-731F04C51FF2}"/>
                  </a:ext>
                </a:extLst>
              </p14:cNvPr>
              <p14:cNvContentPartPr/>
              <p14:nvPr/>
            </p14:nvContentPartPr>
            <p14:xfrm>
              <a:off x="7157235" y="507750"/>
              <a:ext cx="823680" cy="71604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AE7079AE-694F-4E77-9D11-731F04C51F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39235" y="489759"/>
                <a:ext cx="859320" cy="751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1A88D149-80C2-4D05-831F-A725C0E3C3A2}"/>
                  </a:ext>
                </a:extLst>
              </p14:cNvPr>
              <p14:cNvContentPartPr/>
              <p14:nvPr/>
            </p14:nvContentPartPr>
            <p14:xfrm>
              <a:off x="10510995" y="1025430"/>
              <a:ext cx="322560" cy="2916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1A88D149-80C2-4D05-831F-A725C0E3C3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92995" y="1007430"/>
                <a:ext cx="3582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F0753B4C-A7FC-43F4-937A-8BFDB4869F7C}"/>
                  </a:ext>
                </a:extLst>
              </p14:cNvPr>
              <p14:cNvContentPartPr/>
              <p14:nvPr/>
            </p14:nvContentPartPr>
            <p14:xfrm>
              <a:off x="10662915" y="905910"/>
              <a:ext cx="149040" cy="3168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F0753B4C-A7FC-43F4-937A-8BFDB4869F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644915" y="887910"/>
                <a:ext cx="1846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5FCF3469-16EF-4715-ADDF-74EF7DE220B3}"/>
                  </a:ext>
                </a:extLst>
              </p14:cNvPr>
              <p14:cNvContentPartPr/>
              <p14:nvPr/>
            </p14:nvContentPartPr>
            <p14:xfrm>
              <a:off x="11102115" y="748950"/>
              <a:ext cx="403560" cy="40500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5FCF3469-16EF-4715-ADDF-74EF7DE220B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84115" y="730950"/>
                <a:ext cx="43920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B9F45ACD-7BFC-42C3-9C2D-71A3F5D5991F}"/>
                  </a:ext>
                </a:extLst>
              </p14:cNvPr>
              <p14:cNvContentPartPr/>
              <p14:nvPr/>
            </p14:nvContentPartPr>
            <p14:xfrm>
              <a:off x="4515195" y="2823990"/>
              <a:ext cx="338400" cy="18612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B9F45ACD-7BFC-42C3-9C2D-71A3F5D599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97536" y="2806316"/>
                <a:ext cx="374078" cy="2218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4CF2372B-FBC8-404D-B6A5-56A2CD17B64B}"/>
                  </a:ext>
                </a:extLst>
              </p14:cNvPr>
              <p14:cNvContentPartPr/>
              <p14:nvPr/>
            </p14:nvContentPartPr>
            <p14:xfrm>
              <a:off x="5509875" y="4090830"/>
              <a:ext cx="419760" cy="15984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4CF2372B-FBC8-404D-B6A5-56A2CD17B6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91890" y="4073190"/>
                <a:ext cx="455369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7395058F-C8F1-4DC4-9EC9-0297296699BB}"/>
                  </a:ext>
                </a:extLst>
              </p14:cNvPr>
              <p14:cNvContentPartPr/>
              <p14:nvPr/>
            </p14:nvContentPartPr>
            <p14:xfrm>
              <a:off x="870915" y="468150"/>
              <a:ext cx="1402200" cy="90936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7395058F-C8F1-4DC4-9EC9-0297296699B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3275" y="450150"/>
                <a:ext cx="1437840" cy="9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C82CAEC6-E1D5-4050-AD85-07351C59FE39}"/>
                  </a:ext>
                </a:extLst>
              </p14:cNvPr>
              <p14:cNvContentPartPr/>
              <p14:nvPr/>
            </p14:nvContentPartPr>
            <p14:xfrm>
              <a:off x="917715" y="1581990"/>
              <a:ext cx="518760" cy="16884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C82CAEC6-E1D5-4050-AD85-07351C59FE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0063" y="1564350"/>
                <a:ext cx="554425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4B880F9A-0CED-4F6A-92F7-A2304198EC53}"/>
                  </a:ext>
                </a:extLst>
              </p14:cNvPr>
              <p14:cNvContentPartPr/>
              <p14:nvPr/>
            </p14:nvContentPartPr>
            <p14:xfrm>
              <a:off x="629355" y="3434190"/>
              <a:ext cx="1693440" cy="46800"/>
            </p14:xfrm>
          </p:contentPart>
        </mc:Choice>
        <mc:Fallback xmlns=""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4B880F9A-0CED-4F6A-92F7-A2304198EC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1355" y="3416550"/>
                <a:ext cx="17290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4A77CFD4-367D-4F81-A804-CC78FF2973D9}"/>
                  </a:ext>
                </a:extLst>
              </p14:cNvPr>
              <p14:cNvContentPartPr/>
              <p14:nvPr/>
            </p14:nvContentPartPr>
            <p14:xfrm>
              <a:off x="1413075" y="3581790"/>
              <a:ext cx="400320" cy="27684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4A77CFD4-367D-4F81-A804-CC78FF2973D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95435" y="3563790"/>
                <a:ext cx="4359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7D048B59-7027-49EF-9825-7D86019601C9}"/>
                  </a:ext>
                </a:extLst>
              </p14:cNvPr>
              <p14:cNvContentPartPr/>
              <p14:nvPr/>
            </p14:nvContentPartPr>
            <p14:xfrm>
              <a:off x="5287035" y="3516270"/>
              <a:ext cx="213480" cy="27864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7D048B59-7027-49EF-9825-7D86019601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69395" y="3498270"/>
                <a:ext cx="24912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A2947C21-7F45-46D7-A595-446FC0972881}"/>
                  </a:ext>
                </a:extLst>
              </p14:cNvPr>
              <p14:cNvContentPartPr/>
              <p14:nvPr/>
            </p14:nvContentPartPr>
            <p14:xfrm>
              <a:off x="5127555" y="3304590"/>
              <a:ext cx="132840" cy="114120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A2947C21-7F45-46D7-A595-446FC097288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09867" y="3286950"/>
                <a:ext cx="168577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373D4958-CFCE-46ED-86A1-D89B5EBB0BCF}"/>
                  </a:ext>
                </a:extLst>
              </p14:cNvPr>
              <p14:cNvContentPartPr/>
              <p14:nvPr/>
            </p14:nvContentPartPr>
            <p14:xfrm>
              <a:off x="682275" y="3047910"/>
              <a:ext cx="2252880" cy="273600"/>
            </p14:xfrm>
          </p:contentPart>
        </mc:Choice>
        <mc:Fallback xmlns=""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373D4958-CFCE-46ED-86A1-D89B5EBB0BC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64278" y="3030247"/>
                <a:ext cx="2288514" cy="309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A90C29C6-C018-4F0F-900C-0DF53C016B49}"/>
                  </a:ext>
                </a:extLst>
              </p14:cNvPr>
              <p14:cNvContentPartPr/>
              <p14:nvPr/>
            </p14:nvContentPartPr>
            <p14:xfrm>
              <a:off x="799275" y="5275590"/>
              <a:ext cx="808200" cy="39960"/>
            </p14:xfrm>
          </p:contentPart>
        </mc:Choice>
        <mc:Fallback xmlns=""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A90C29C6-C018-4F0F-900C-0DF53C016B4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0275" y="5266590"/>
                <a:ext cx="8258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3D79AF5E-660E-43EE-8AE0-B3B898E622C8}"/>
                  </a:ext>
                </a:extLst>
              </p14:cNvPr>
              <p14:cNvContentPartPr/>
              <p14:nvPr/>
            </p14:nvContentPartPr>
            <p14:xfrm>
              <a:off x="1024995" y="5404830"/>
              <a:ext cx="466920" cy="37836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3D79AF5E-660E-43EE-8AE0-B3B898E622C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15995" y="5395830"/>
                <a:ext cx="48456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BF4D9BD3-0455-4683-AD98-851E4A1D7C23}"/>
                  </a:ext>
                </a:extLst>
              </p14:cNvPr>
              <p14:cNvContentPartPr/>
              <p14:nvPr/>
            </p14:nvContentPartPr>
            <p14:xfrm>
              <a:off x="1266195" y="4932870"/>
              <a:ext cx="312480" cy="19440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BF4D9BD3-0455-4683-AD98-851E4A1D7C2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57195" y="4923870"/>
                <a:ext cx="330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E21A3CC6-B5CF-4EE9-893A-6DAC64618A88}"/>
                  </a:ext>
                </a:extLst>
              </p14:cNvPr>
              <p14:cNvContentPartPr/>
              <p14:nvPr/>
            </p14:nvContentPartPr>
            <p14:xfrm>
              <a:off x="2869635" y="747870"/>
              <a:ext cx="2358000" cy="1240920"/>
            </p14:xfrm>
          </p:contentPart>
        </mc:Choice>
        <mc:Fallback xmlns=""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E21A3CC6-B5CF-4EE9-893A-6DAC64618A8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51635" y="730230"/>
                <a:ext cx="2393640" cy="12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1B424EBC-933F-42EC-850C-C6B7E2391AE4}"/>
                  </a:ext>
                </a:extLst>
              </p14:cNvPr>
              <p14:cNvContentPartPr/>
              <p14:nvPr/>
            </p14:nvContentPartPr>
            <p14:xfrm>
              <a:off x="1564635" y="6645030"/>
              <a:ext cx="312480" cy="171720"/>
            </p14:xfrm>
          </p:contentPart>
        </mc:Choice>
        <mc:Fallback xmlns=""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1B424EBC-933F-42EC-850C-C6B7E2391AE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46995" y="6627030"/>
                <a:ext cx="34812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BA1F9B6C-1D1B-4934-A112-A8880ECE4B2C}"/>
                  </a:ext>
                </a:extLst>
              </p14:cNvPr>
              <p14:cNvContentPartPr/>
              <p14:nvPr/>
            </p14:nvContentPartPr>
            <p14:xfrm>
              <a:off x="1014555" y="6187470"/>
              <a:ext cx="1370160" cy="405000"/>
            </p14:xfrm>
          </p:contentPart>
        </mc:Choice>
        <mc:Fallback xmlns=""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BA1F9B6C-1D1B-4934-A112-A8880ECE4B2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96915" y="6169486"/>
                <a:ext cx="1405800" cy="440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31B3F46A-08B0-4AC5-AE61-1F3D44F5AEE3}"/>
                  </a:ext>
                </a:extLst>
              </p14:cNvPr>
              <p14:cNvContentPartPr/>
              <p14:nvPr/>
            </p14:nvContentPartPr>
            <p14:xfrm>
              <a:off x="5059155" y="2462550"/>
              <a:ext cx="1350720" cy="1461600"/>
            </p14:xfrm>
          </p:contentPart>
        </mc:Choice>
        <mc:Fallback xmlns=""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31B3F46A-08B0-4AC5-AE61-1F3D44F5AE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1155" y="2444906"/>
                <a:ext cx="1386360" cy="14972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CBDEEB3E-9641-4E6A-B171-319A4314B0EF}"/>
                  </a:ext>
                </a:extLst>
              </p14:cNvPr>
              <p14:cNvContentPartPr/>
              <p14:nvPr/>
            </p14:nvContentPartPr>
            <p14:xfrm>
              <a:off x="5819835" y="2984190"/>
              <a:ext cx="514440" cy="828000"/>
            </p14:xfrm>
          </p:contentPart>
        </mc:Choice>
        <mc:Fallback xmlns=""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CBDEEB3E-9641-4E6A-B171-319A4314B0E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02195" y="2966550"/>
                <a:ext cx="550080" cy="8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162" name="Tinta 161">
                <a:extLst>
                  <a:ext uri="{FF2B5EF4-FFF2-40B4-BE49-F238E27FC236}">
                    <a16:creationId xmlns:a16="http://schemas.microsoft.com/office/drawing/2014/main" id="{5CC7F7A7-AAD2-4529-A58D-71C4D6B429E6}"/>
                  </a:ext>
                </a:extLst>
              </p14:cNvPr>
              <p14:cNvContentPartPr/>
              <p14:nvPr/>
            </p14:nvContentPartPr>
            <p14:xfrm>
              <a:off x="8411835" y="3334470"/>
              <a:ext cx="690120" cy="161640"/>
            </p14:xfrm>
          </p:contentPart>
        </mc:Choice>
        <mc:Fallback xmlns="">
          <p:pic>
            <p:nvPicPr>
              <p:cNvPr id="162" name="Tinta 161">
                <a:extLst>
                  <a:ext uri="{FF2B5EF4-FFF2-40B4-BE49-F238E27FC236}">
                    <a16:creationId xmlns:a16="http://schemas.microsoft.com/office/drawing/2014/main" id="{5CC7F7A7-AAD2-4529-A58D-71C4D6B429E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93835" y="3316510"/>
                <a:ext cx="725760" cy="1972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B997726F-9239-4772-A9AD-93D58C6232DB}"/>
                  </a:ext>
                </a:extLst>
              </p14:cNvPr>
              <p14:cNvContentPartPr/>
              <p14:nvPr/>
            </p14:nvContentPartPr>
            <p14:xfrm>
              <a:off x="7327875" y="3285510"/>
              <a:ext cx="937080" cy="291600"/>
            </p14:xfrm>
          </p:contentPart>
        </mc:Choice>
        <mc:Fallback xmlns=""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B997726F-9239-4772-A9AD-93D58C6232D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310235" y="3267870"/>
                <a:ext cx="9727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180" name="Tinta 179">
                <a:extLst>
                  <a:ext uri="{FF2B5EF4-FFF2-40B4-BE49-F238E27FC236}">
                    <a16:creationId xmlns:a16="http://schemas.microsoft.com/office/drawing/2014/main" id="{C2BD2506-AA50-45A3-AC4A-E650179EC4B6}"/>
                  </a:ext>
                </a:extLst>
              </p14:cNvPr>
              <p14:cNvContentPartPr/>
              <p14:nvPr/>
            </p14:nvContentPartPr>
            <p14:xfrm>
              <a:off x="10146675" y="3084630"/>
              <a:ext cx="1095840" cy="377280"/>
            </p14:xfrm>
          </p:contentPart>
        </mc:Choice>
        <mc:Fallback xmlns="">
          <p:pic>
            <p:nvPicPr>
              <p:cNvPr id="180" name="Tinta 179">
                <a:extLst>
                  <a:ext uri="{FF2B5EF4-FFF2-40B4-BE49-F238E27FC236}">
                    <a16:creationId xmlns:a16="http://schemas.microsoft.com/office/drawing/2014/main" id="{C2BD2506-AA50-45A3-AC4A-E650179EC4B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129035" y="3066990"/>
                <a:ext cx="11314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7E09FB8B-931B-4B53-B6C9-80CD59C571DC}"/>
                  </a:ext>
                </a:extLst>
              </p14:cNvPr>
              <p14:cNvContentPartPr/>
              <p14:nvPr/>
            </p14:nvContentPartPr>
            <p14:xfrm>
              <a:off x="9250275" y="3267150"/>
              <a:ext cx="713880" cy="262440"/>
            </p14:xfrm>
          </p:contentPart>
        </mc:Choice>
        <mc:Fallback xmlns=""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7E09FB8B-931B-4B53-B6C9-80CD59C571D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232635" y="3249150"/>
                <a:ext cx="7495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191" name="Tinta 190">
                <a:extLst>
                  <a:ext uri="{FF2B5EF4-FFF2-40B4-BE49-F238E27FC236}">
                    <a16:creationId xmlns:a16="http://schemas.microsoft.com/office/drawing/2014/main" id="{B39110C1-6EB4-41C7-B0FB-3DCB0531E10A}"/>
                  </a:ext>
                </a:extLst>
              </p14:cNvPr>
              <p14:cNvContentPartPr/>
              <p14:nvPr/>
            </p14:nvContentPartPr>
            <p14:xfrm>
              <a:off x="9069195" y="4892190"/>
              <a:ext cx="394920" cy="27720"/>
            </p14:xfrm>
          </p:contentPart>
        </mc:Choice>
        <mc:Fallback xmlns="">
          <p:pic>
            <p:nvPicPr>
              <p:cNvPr id="191" name="Tinta 190">
                <a:extLst>
                  <a:ext uri="{FF2B5EF4-FFF2-40B4-BE49-F238E27FC236}">
                    <a16:creationId xmlns:a16="http://schemas.microsoft.com/office/drawing/2014/main" id="{B39110C1-6EB4-41C7-B0FB-3DCB0531E10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051555" y="4874190"/>
                <a:ext cx="4305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AD0E4310-B2D9-4779-8D1F-4D53A28E980D}"/>
                  </a:ext>
                </a:extLst>
              </p14:cNvPr>
              <p14:cNvContentPartPr/>
              <p14:nvPr/>
            </p14:nvContentPartPr>
            <p14:xfrm>
              <a:off x="9183675" y="4609950"/>
              <a:ext cx="243720" cy="151560"/>
            </p14:xfrm>
          </p:contentPart>
        </mc:Choice>
        <mc:Fallback xmlns=""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AD0E4310-B2D9-4779-8D1F-4D53A28E980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165675" y="4592310"/>
                <a:ext cx="2793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F7ECF522-C9E4-42AC-8F49-8088D552AF14}"/>
                  </a:ext>
                </a:extLst>
              </p14:cNvPr>
              <p14:cNvContentPartPr/>
              <p14:nvPr/>
            </p14:nvContentPartPr>
            <p14:xfrm>
              <a:off x="7414635" y="4617870"/>
              <a:ext cx="836280" cy="236520"/>
            </p14:xfrm>
          </p:contentPart>
        </mc:Choice>
        <mc:Fallback xmlns=""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F7ECF522-C9E4-42AC-8F49-8088D552AF1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96643" y="4599897"/>
                <a:ext cx="871905" cy="272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245" name="Tinta 244">
                <a:extLst>
                  <a:ext uri="{FF2B5EF4-FFF2-40B4-BE49-F238E27FC236}">
                    <a16:creationId xmlns:a16="http://schemas.microsoft.com/office/drawing/2014/main" id="{B71254CB-C6DE-4321-A1C7-F6DAC1B3F093}"/>
                  </a:ext>
                </a:extLst>
              </p14:cNvPr>
              <p14:cNvContentPartPr/>
              <p14:nvPr/>
            </p14:nvContentPartPr>
            <p14:xfrm>
              <a:off x="8956515" y="5057790"/>
              <a:ext cx="872280" cy="371880"/>
            </p14:xfrm>
          </p:contentPart>
        </mc:Choice>
        <mc:Fallback xmlns="">
          <p:pic>
            <p:nvPicPr>
              <p:cNvPr id="245" name="Tinta 244">
                <a:extLst>
                  <a:ext uri="{FF2B5EF4-FFF2-40B4-BE49-F238E27FC236}">
                    <a16:creationId xmlns:a16="http://schemas.microsoft.com/office/drawing/2014/main" id="{B71254CB-C6DE-4321-A1C7-F6DAC1B3F09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938875" y="5040133"/>
                <a:ext cx="907920" cy="407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250" name="Tinta 249">
                <a:extLst>
                  <a:ext uri="{FF2B5EF4-FFF2-40B4-BE49-F238E27FC236}">
                    <a16:creationId xmlns:a16="http://schemas.microsoft.com/office/drawing/2014/main" id="{81F55597-4B42-4E8A-985A-C9DCC1E547FB}"/>
                  </a:ext>
                </a:extLst>
              </p14:cNvPr>
              <p14:cNvContentPartPr/>
              <p14:nvPr/>
            </p14:nvContentPartPr>
            <p14:xfrm>
              <a:off x="8582475" y="4850790"/>
              <a:ext cx="232200" cy="66240"/>
            </p14:xfrm>
          </p:contentPart>
        </mc:Choice>
        <mc:Fallback xmlns="">
          <p:pic>
            <p:nvPicPr>
              <p:cNvPr id="250" name="Tinta 249">
                <a:extLst>
                  <a:ext uri="{FF2B5EF4-FFF2-40B4-BE49-F238E27FC236}">
                    <a16:creationId xmlns:a16="http://schemas.microsoft.com/office/drawing/2014/main" id="{81F55597-4B42-4E8A-985A-C9DCC1E547F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64835" y="4832790"/>
                <a:ext cx="2678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253" name="Tinta 252">
                <a:extLst>
                  <a:ext uri="{FF2B5EF4-FFF2-40B4-BE49-F238E27FC236}">
                    <a16:creationId xmlns:a16="http://schemas.microsoft.com/office/drawing/2014/main" id="{5E460C1D-8F08-4D51-BF72-4F8F4841FD19}"/>
                  </a:ext>
                </a:extLst>
              </p14:cNvPr>
              <p14:cNvContentPartPr/>
              <p14:nvPr/>
            </p14:nvContentPartPr>
            <p14:xfrm>
              <a:off x="8568075" y="4457310"/>
              <a:ext cx="393840" cy="313200"/>
            </p14:xfrm>
          </p:contentPart>
        </mc:Choice>
        <mc:Fallback xmlns="">
          <p:pic>
            <p:nvPicPr>
              <p:cNvPr id="253" name="Tinta 252">
                <a:extLst>
                  <a:ext uri="{FF2B5EF4-FFF2-40B4-BE49-F238E27FC236}">
                    <a16:creationId xmlns:a16="http://schemas.microsoft.com/office/drawing/2014/main" id="{5E460C1D-8F08-4D51-BF72-4F8F4841FD1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550075" y="4439670"/>
                <a:ext cx="4294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254" name="Tinta 253">
                <a:extLst>
                  <a:ext uri="{FF2B5EF4-FFF2-40B4-BE49-F238E27FC236}">
                    <a16:creationId xmlns:a16="http://schemas.microsoft.com/office/drawing/2014/main" id="{5D860ED0-53AC-4477-868A-3CC7AF4C8C6D}"/>
                  </a:ext>
                </a:extLst>
              </p14:cNvPr>
              <p14:cNvContentPartPr/>
              <p14:nvPr/>
            </p14:nvContentPartPr>
            <p14:xfrm>
              <a:off x="9983595" y="4555230"/>
              <a:ext cx="1690560" cy="994680"/>
            </p14:xfrm>
          </p:contentPart>
        </mc:Choice>
        <mc:Fallback xmlns="">
          <p:pic>
            <p:nvPicPr>
              <p:cNvPr id="254" name="Tinta 253">
                <a:extLst>
                  <a:ext uri="{FF2B5EF4-FFF2-40B4-BE49-F238E27FC236}">
                    <a16:creationId xmlns:a16="http://schemas.microsoft.com/office/drawing/2014/main" id="{5D860ED0-53AC-4477-868A-3CC7AF4C8C6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965595" y="4537584"/>
                <a:ext cx="1726200" cy="1030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267" name="Tinta 266">
                <a:extLst>
                  <a:ext uri="{FF2B5EF4-FFF2-40B4-BE49-F238E27FC236}">
                    <a16:creationId xmlns:a16="http://schemas.microsoft.com/office/drawing/2014/main" id="{382FACEA-C84B-4A7D-A124-CFA02A3CF033}"/>
                  </a:ext>
                </a:extLst>
              </p14:cNvPr>
              <p14:cNvContentPartPr/>
              <p14:nvPr/>
            </p14:nvContentPartPr>
            <p14:xfrm>
              <a:off x="7652955" y="5880030"/>
              <a:ext cx="260640" cy="392040"/>
            </p14:xfrm>
          </p:contentPart>
        </mc:Choice>
        <mc:Fallback xmlns="">
          <p:pic>
            <p:nvPicPr>
              <p:cNvPr id="267" name="Tinta 266">
                <a:extLst>
                  <a:ext uri="{FF2B5EF4-FFF2-40B4-BE49-F238E27FC236}">
                    <a16:creationId xmlns:a16="http://schemas.microsoft.com/office/drawing/2014/main" id="{382FACEA-C84B-4A7D-A124-CFA02A3CF03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35315" y="5862374"/>
                <a:ext cx="296280" cy="427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268" name="Tinta 267">
                <a:extLst>
                  <a:ext uri="{FF2B5EF4-FFF2-40B4-BE49-F238E27FC236}">
                    <a16:creationId xmlns:a16="http://schemas.microsoft.com/office/drawing/2014/main" id="{BF3E223B-2AE2-48BF-B4E3-98FA7DEA193C}"/>
                  </a:ext>
                </a:extLst>
              </p14:cNvPr>
              <p14:cNvContentPartPr/>
              <p14:nvPr/>
            </p14:nvContentPartPr>
            <p14:xfrm>
              <a:off x="6811635" y="5987310"/>
              <a:ext cx="646560" cy="320040"/>
            </p14:xfrm>
          </p:contentPart>
        </mc:Choice>
        <mc:Fallback xmlns="">
          <p:pic>
            <p:nvPicPr>
              <p:cNvPr id="268" name="Tinta 267">
                <a:extLst>
                  <a:ext uri="{FF2B5EF4-FFF2-40B4-BE49-F238E27FC236}">
                    <a16:creationId xmlns:a16="http://schemas.microsoft.com/office/drawing/2014/main" id="{BF3E223B-2AE2-48BF-B4E3-98FA7DEA193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793995" y="5969650"/>
                <a:ext cx="682200" cy="3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269" name="Tinta 268">
                <a:extLst>
                  <a:ext uri="{FF2B5EF4-FFF2-40B4-BE49-F238E27FC236}">
                    <a16:creationId xmlns:a16="http://schemas.microsoft.com/office/drawing/2014/main" id="{BA643783-C86A-44B0-9F6B-8A8AC742E2BB}"/>
                  </a:ext>
                </a:extLst>
              </p14:cNvPr>
              <p14:cNvContentPartPr/>
              <p14:nvPr/>
            </p14:nvContentPartPr>
            <p14:xfrm>
              <a:off x="6713355" y="6450630"/>
              <a:ext cx="791640" cy="248400"/>
            </p14:xfrm>
          </p:contentPart>
        </mc:Choice>
        <mc:Fallback xmlns="">
          <p:pic>
            <p:nvPicPr>
              <p:cNvPr id="269" name="Tinta 268">
                <a:extLst>
                  <a:ext uri="{FF2B5EF4-FFF2-40B4-BE49-F238E27FC236}">
                    <a16:creationId xmlns:a16="http://schemas.microsoft.com/office/drawing/2014/main" id="{BA643783-C86A-44B0-9F6B-8A8AC742E2B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695707" y="6432990"/>
                <a:ext cx="827296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270" name="Tinta 269">
                <a:extLst>
                  <a:ext uri="{FF2B5EF4-FFF2-40B4-BE49-F238E27FC236}">
                    <a16:creationId xmlns:a16="http://schemas.microsoft.com/office/drawing/2014/main" id="{D7B6775E-61B3-4BBC-A631-60066DF70B87}"/>
                  </a:ext>
                </a:extLst>
              </p14:cNvPr>
              <p14:cNvContentPartPr/>
              <p14:nvPr/>
            </p14:nvContentPartPr>
            <p14:xfrm>
              <a:off x="8248035" y="5915670"/>
              <a:ext cx="213840" cy="154440"/>
            </p14:xfrm>
          </p:contentPart>
        </mc:Choice>
        <mc:Fallback xmlns="">
          <p:pic>
            <p:nvPicPr>
              <p:cNvPr id="270" name="Tinta 269">
                <a:extLst>
                  <a:ext uri="{FF2B5EF4-FFF2-40B4-BE49-F238E27FC236}">
                    <a16:creationId xmlns:a16="http://schemas.microsoft.com/office/drawing/2014/main" id="{D7B6775E-61B3-4BBC-A631-60066DF70B8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230035" y="5897670"/>
                <a:ext cx="24948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276" name="Tinta 275">
                <a:extLst>
                  <a:ext uri="{FF2B5EF4-FFF2-40B4-BE49-F238E27FC236}">
                    <a16:creationId xmlns:a16="http://schemas.microsoft.com/office/drawing/2014/main" id="{1391F734-E65A-45D7-AECA-B1781352CF3C}"/>
                  </a:ext>
                </a:extLst>
              </p14:cNvPr>
              <p14:cNvContentPartPr/>
              <p14:nvPr/>
            </p14:nvContentPartPr>
            <p14:xfrm>
              <a:off x="8396355" y="6242910"/>
              <a:ext cx="931680" cy="62280"/>
            </p14:xfrm>
          </p:contentPart>
        </mc:Choice>
        <mc:Fallback xmlns="">
          <p:pic>
            <p:nvPicPr>
              <p:cNvPr id="276" name="Tinta 275">
                <a:extLst>
                  <a:ext uri="{FF2B5EF4-FFF2-40B4-BE49-F238E27FC236}">
                    <a16:creationId xmlns:a16="http://schemas.microsoft.com/office/drawing/2014/main" id="{1391F734-E65A-45D7-AECA-B1781352CF3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78715" y="6224910"/>
                <a:ext cx="9673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279" name="Tinta 278">
                <a:extLst>
                  <a:ext uri="{FF2B5EF4-FFF2-40B4-BE49-F238E27FC236}">
                    <a16:creationId xmlns:a16="http://schemas.microsoft.com/office/drawing/2014/main" id="{336E399E-D242-4A60-93DA-75EBE52B3D75}"/>
                  </a:ext>
                </a:extLst>
              </p14:cNvPr>
              <p14:cNvContentPartPr/>
              <p14:nvPr/>
            </p14:nvContentPartPr>
            <p14:xfrm>
              <a:off x="8734395" y="6385110"/>
              <a:ext cx="325800" cy="210600"/>
            </p14:xfrm>
          </p:contentPart>
        </mc:Choice>
        <mc:Fallback xmlns="">
          <p:pic>
            <p:nvPicPr>
              <p:cNvPr id="279" name="Tinta 278">
                <a:extLst>
                  <a:ext uri="{FF2B5EF4-FFF2-40B4-BE49-F238E27FC236}">
                    <a16:creationId xmlns:a16="http://schemas.microsoft.com/office/drawing/2014/main" id="{336E399E-D242-4A60-93DA-75EBE52B3D7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716735" y="6367470"/>
                <a:ext cx="361479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2">
            <p14:nvContentPartPr>
              <p14:cNvPr id="280" name="Tinta 279">
                <a:extLst>
                  <a:ext uri="{FF2B5EF4-FFF2-40B4-BE49-F238E27FC236}">
                    <a16:creationId xmlns:a16="http://schemas.microsoft.com/office/drawing/2014/main" id="{AD511FCD-6267-45A7-B230-57BFA25EE069}"/>
                  </a:ext>
                </a:extLst>
              </p14:cNvPr>
              <p14:cNvContentPartPr/>
              <p14:nvPr/>
            </p14:nvContentPartPr>
            <p14:xfrm>
              <a:off x="8607675" y="5912790"/>
              <a:ext cx="678960" cy="236880"/>
            </p14:xfrm>
          </p:contentPart>
        </mc:Choice>
        <mc:Fallback xmlns="">
          <p:pic>
            <p:nvPicPr>
              <p:cNvPr id="280" name="Tinta 279">
                <a:extLst>
                  <a:ext uri="{FF2B5EF4-FFF2-40B4-BE49-F238E27FC236}">
                    <a16:creationId xmlns:a16="http://schemas.microsoft.com/office/drawing/2014/main" id="{AD511FCD-6267-45A7-B230-57BFA25EE06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9675" y="5895150"/>
                <a:ext cx="7146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4">
            <p14:nvContentPartPr>
              <p14:cNvPr id="283" name="Tinta 282">
                <a:extLst>
                  <a:ext uri="{FF2B5EF4-FFF2-40B4-BE49-F238E27FC236}">
                    <a16:creationId xmlns:a16="http://schemas.microsoft.com/office/drawing/2014/main" id="{64FD64C8-3BD6-40A4-8EFF-BEE7F9E42231}"/>
                  </a:ext>
                </a:extLst>
              </p14:cNvPr>
              <p14:cNvContentPartPr/>
              <p14:nvPr/>
            </p14:nvContentPartPr>
            <p14:xfrm>
              <a:off x="9632595" y="5941950"/>
              <a:ext cx="344520" cy="297000"/>
            </p14:xfrm>
          </p:contentPart>
        </mc:Choice>
        <mc:Fallback xmlns="">
          <p:pic>
            <p:nvPicPr>
              <p:cNvPr id="283" name="Tinta 282">
                <a:extLst>
                  <a:ext uri="{FF2B5EF4-FFF2-40B4-BE49-F238E27FC236}">
                    <a16:creationId xmlns:a16="http://schemas.microsoft.com/office/drawing/2014/main" id="{64FD64C8-3BD6-40A4-8EFF-BEE7F9E4223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614595" y="5924310"/>
                <a:ext cx="38016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289" name="Tinta 288">
                <a:extLst>
                  <a:ext uri="{FF2B5EF4-FFF2-40B4-BE49-F238E27FC236}">
                    <a16:creationId xmlns:a16="http://schemas.microsoft.com/office/drawing/2014/main" id="{9E2432B0-4D02-493C-88E7-F8B766EB76EA}"/>
                  </a:ext>
                </a:extLst>
              </p14:cNvPr>
              <p14:cNvContentPartPr/>
              <p14:nvPr/>
            </p14:nvContentPartPr>
            <p14:xfrm>
              <a:off x="10421715" y="6041310"/>
              <a:ext cx="1044000" cy="308520"/>
            </p14:xfrm>
          </p:contentPart>
        </mc:Choice>
        <mc:Fallback xmlns="">
          <p:pic>
            <p:nvPicPr>
              <p:cNvPr id="289" name="Tinta 288">
                <a:extLst>
                  <a:ext uri="{FF2B5EF4-FFF2-40B4-BE49-F238E27FC236}">
                    <a16:creationId xmlns:a16="http://schemas.microsoft.com/office/drawing/2014/main" id="{9E2432B0-4D02-493C-88E7-F8B766EB76E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404075" y="6023670"/>
                <a:ext cx="107964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292" name="Tinta 291">
                <a:extLst>
                  <a:ext uri="{FF2B5EF4-FFF2-40B4-BE49-F238E27FC236}">
                    <a16:creationId xmlns:a16="http://schemas.microsoft.com/office/drawing/2014/main" id="{4B8F5A3C-3033-4D18-81AC-3D0B7F8AC512}"/>
                  </a:ext>
                </a:extLst>
              </p14:cNvPr>
              <p14:cNvContentPartPr/>
              <p14:nvPr/>
            </p14:nvContentPartPr>
            <p14:xfrm>
              <a:off x="10742835" y="1518630"/>
              <a:ext cx="241920" cy="416160"/>
            </p14:xfrm>
          </p:contentPart>
        </mc:Choice>
        <mc:Fallback xmlns="">
          <p:pic>
            <p:nvPicPr>
              <p:cNvPr id="292" name="Tinta 291">
                <a:extLst>
                  <a:ext uri="{FF2B5EF4-FFF2-40B4-BE49-F238E27FC236}">
                    <a16:creationId xmlns:a16="http://schemas.microsoft.com/office/drawing/2014/main" id="{4B8F5A3C-3033-4D18-81AC-3D0B7F8AC51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25195" y="1500630"/>
                <a:ext cx="277560" cy="4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6822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1D1C666C-3A50-4D4A-A4E5-14717A697272}"/>
                  </a:ext>
                </a:extLst>
              </p14:cNvPr>
              <p14:cNvContentPartPr/>
              <p14:nvPr/>
            </p14:nvContentPartPr>
            <p14:xfrm>
              <a:off x="4651635" y="6517590"/>
              <a:ext cx="292320" cy="245880"/>
            </p14:xfrm>
          </p:contentPart>
        </mc:Choice>
        <mc:Fallback xmlns=""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1D1C666C-3A50-4D4A-A4E5-14717A6972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3635" y="6499590"/>
                <a:ext cx="32796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A1EA644E-591E-467C-B033-17036ED6E183}"/>
                  </a:ext>
                </a:extLst>
              </p14:cNvPr>
              <p14:cNvContentPartPr/>
              <p14:nvPr/>
            </p14:nvContentPartPr>
            <p14:xfrm>
              <a:off x="2454915" y="5671950"/>
              <a:ext cx="4433040" cy="721080"/>
            </p14:xfrm>
          </p:contentPart>
        </mc:Choice>
        <mc:Fallback xmlns=""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A1EA644E-591E-467C-B033-17036ED6E1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6916" y="5653959"/>
                <a:ext cx="4468677" cy="7567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5A36F661-8577-4E4D-B8CC-D69BFCB91D7D}"/>
                  </a:ext>
                </a:extLst>
              </p14:cNvPr>
              <p14:cNvContentPartPr/>
              <p14:nvPr/>
            </p14:nvContentPartPr>
            <p14:xfrm>
              <a:off x="8291235" y="5856630"/>
              <a:ext cx="2390760" cy="798120"/>
            </p14:xfrm>
          </p:contentPart>
        </mc:Choice>
        <mc:Fallback xmlns=""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5A36F661-8577-4E4D-B8CC-D69BFCB91D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73592" y="5838630"/>
                <a:ext cx="2426405" cy="8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92" name="Tinta 191">
                <a:extLst>
                  <a:ext uri="{FF2B5EF4-FFF2-40B4-BE49-F238E27FC236}">
                    <a16:creationId xmlns:a16="http://schemas.microsoft.com/office/drawing/2014/main" id="{BF144544-75D2-4A26-B728-6BDBE41343FE}"/>
                  </a:ext>
                </a:extLst>
              </p14:cNvPr>
              <p14:cNvContentPartPr/>
              <p14:nvPr/>
            </p14:nvContentPartPr>
            <p14:xfrm>
              <a:off x="196635" y="59190"/>
              <a:ext cx="10099800" cy="5312520"/>
            </p14:xfrm>
          </p:contentPart>
        </mc:Choice>
        <mc:Fallback xmlns="">
          <p:pic>
            <p:nvPicPr>
              <p:cNvPr id="192" name="Tinta 191">
                <a:extLst>
                  <a:ext uri="{FF2B5EF4-FFF2-40B4-BE49-F238E27FC236}">
                    <a16:creationId xmlns:a16="http://schemas.microsoft.com/office/drawing/2014/main" id="{BF144544-75D2-4A26-B728-6BDBE41343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8995" y="41190"/>
                <a:ext cx="10135440" cy="534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2BF97352-0348-423F-9C2D-E052E9D2DA98}"/>
                  </a:ext>
                </a:extLst>
              </p14:cNvPr>
              <p14:cNvContentPartPr/>
              <p14:nvPr/>
            </p14:nvContentPartPr>
            <p14:xfrm>
              <a:off x="5777355" y="397950"/>
              <a:ext cx="360" cy="360"/>
            </p14:xfrm>
          </p:contentPart>
        </mc:Choice>
        <mc:Fallback xmlns=""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2BF97352-0348-423F-9C2D-E052E9D2DA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59715" y="37995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1" name="Tinta 200">
                <a:extLst>
                  <a:ext uri="{FF2B5EF4-FFF2-40B4-BE49-F238E27FC236}">
                    <a16:creationId xmlns:a16="http://schemas.microsoft.com/office/drawing/2014/main" id="{1DD35777-4C1D-4060-8AED-EB8DA255F8F6}"/>
                  </a:ext>
                </a:extLst>
              </p14:cNvPr>
              <p14:cNvContentPartPr/>
              <p14:nvPr/>
            </p14:nvContentPartPr>
            <p14:xfrm>
              <a:off x="5767635" y="63870"/>
              <a:ext cx="596520" cy="278280"/>
            </p14:xfrm>
          </p:contentPart>
        </mc:Choice>
        <mc:Fallback xmlns="">
          <p:pic>
            <p:nvPicPr>
              <p:cNvPr id="201" name="Tinta 200">
                <a:extLst>
                  <a:ext uri="{FF2B5EF4-FFF2-40B4-BE49-F238E27FC236}">
                    <a16:creationId xmlns:a16="http://schemas.microsoft.com/office/drawing/2014/main" id="{1DD35777-4C1D-4060-8AED-EB8DA255F8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49984" y="45870"/>
                <a:ext cx="632182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4" name="Tinta 213">
                <a:extLst>
                  <a:ext uri="{FF2B5EF4-FFF2-40B4-BE49-F238E27FC236}">
                    <a16:creationId xmlns:a16="http://schemas.microsoft.com/office/drawing/2014/main" id="{84422523-C685-4960-A706-C34C837A9D38}"/>
                  </a:ext>
                </a:extLst>
              </p14:cNvPr>
              <p14:cNvContentPartPr/>
              <p14:nvPr/>
            </p14:nvContentPartPr>
            <p14:xfrm>
              <a:off x="6791835" y="2032350"/>
              <a:ext cx="134280" cy="105480"/>
            </p14:xfrm>
          </p:contentPart>
        </mc:Choice>
        <mc:Fallback xmlns="">
          <p:pic>
            <p:nvPicPr>
              <p:cNvPr id="214" name="Tinta 213">
                <a:extLst>
                  <a:ext uri="{FF2B5EF4-FFF2-40B4-BE49-F238E27FC236}">
                    <a16:creationId xmlns:a16="http://schemas.microsoft.com/office/drawing/2014/main" id="{84422523-C685-4960-A706-C34C837A9D3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74195" y="2014710"/>
                <a:ext cx="1699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6" name="Tinta 215">
                <a:extLst>
                  <a:ext uri="{FF2B5EF4-FFF2-40B4-BE49-F238E27FC236}">
                    <a16:creationId xmlns:a16="http://schemas.microsoft.com/office/drawing/2014/main" id="{458B5A93-7EA3-4151-B72B-F1CFC3B8534B}"/>
                  </a:ext>
                </a:extLst>
              </p14:cNvPr>
              <p14:cNvContentPartPr/>
              <p14:nvPr/>
            </p14:nvContentPartPr>
            <p14:xfrm>
              <a:off x="6972555" y="3357150"/>
              <a:ext cx="1308240" cy="419400"/>
            </p14:xfrm>
          </p:contentPart>
        </mc:Choice>
        <mc:Fallback xmlns="">
          <p:pic>
            <p:nvPicPr>
              <p:cNvPr id="216" name="Tinta 215">
                <a:extLst>
                  <a:ext uri="{FF2B5EF4-FFF2-40B4-BE49-F238E27FC236}">
                    <a16:creationId xmlns:a16="http://schemas.microsoft.com/office/drawing/2014/main" id="{458B5A93-7EA3-4151-B72B-F1CFC3B853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54915" y="3339510"/>
                <a:ext cx="134388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26F5AF88-3104-4A02-B4C5-579CBA46EB98}"/>
                  </a:ext>
                </a:extLst>
              </p14:cNvPr>
              <p14:cNvContentPartPr/>
              <p14:nvPr/>
            </p14:nvContentPartPr>
            <p14:xfrm>
              <a:off x="6977595" y="2225310"/>
              <a:ext cx="101880" cy="75600"/>
            </p14:xfrm>
          </p:contentPart>
        </mc:Choice>
        <mc:Fallback xmlns=""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26F5AF88-3104-4A02-B4C5-579CBA46EB9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59955" y="2207310"/>
                <a:ext cx="1375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8" name="Tinta 217">
                <a:extLst>
                  <a:ext uri="{FF2B5EF4-FFF2-40B4-BE49-F238E27FC236}">
                    <a16:creationId xmlns:a16="http://schemas.microsoft.com/office/drawing/2014/main" id="{8A22C59A-BE81-47AE-9F2B-5F73E6404191}"/>
                  </a:ext>
                </a:extLst>
              </p14:cNvPr>
              <p14:cNvContentPartPr/>
              <p14:nvPr/>
            </p14:nvContentPartPr>
            <p14:xfrm>
              <a:off x="7626315" y="2391270"/>
              <a:ext cx="102960" cy="82800"/>
            </p14:xfrm>
          </p:contentPart>
        </mc:Choice>
        <mc:Fallback xmlns="">
          <p:pic>
            <p:nvPicPr>
              <p:cNvPr id="218" name="Tinta 217">
                <a:extLst>
                  <a:ext uri="{FF2B5EF4-FFF2-40B4-BE49-F238E27FC236}">
                    <a16:creationId xmlns:a16="http://schemas.microsoft.com/office/drawing/2014/main" id="{8A22C59A-BE81-47AE-9F2B-5F73E640419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08675" y="2373630"/>
                <a:ext cx="138600" cy="11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7917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87B0D237-1202-4050-A9C7-BA3349578CA7}"/>
                  </a:ext>
                </a:extLst>
              </p14:cNvPr>
              <p14:cNvContentPartPr/>
              <p14:nvPr/>
            </p14:nvContentPartPr>
            <p14:xfrm>
              <a:off x="2116875" y="692790"/>
              <a:ext cx="1099800" cy="57960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87B0D237-1202-4050-A9C7-BA3349578C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8875" y="675150"/>
                <a:ext cx="1135440" cy="61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716A1208-8A91-4605-9340-79534E33A31B}"/>
                  </a:ext>
                </a:extLst>
              </p14:cNvPr>
              <p14:cNvContentPartPr/>
              <p14:nvPr/>
            </p14:nvContentPartPr>
            <p14:xfrm>
              <a:off x="3822915" y="558150"/>
              <a:ext cx="517320" cy="67968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716A1208-8A91-4605-9340-79534E33A3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5275" y="540510"/>
                <a:ext cx="552960" cy="71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4FB91120-D6AE-4E6F-BD64-EF86A602D604}"/>
                  </a:ext>
                </a:extLst>
              </p14:cNvPr>
              <p14:cNvContentPartPr/>
              <p14:nvPr/>
            </p14:nvContentPartPr>
            <p14:xfrm>
              <a:off x="3373995" y="989790"/>
              <a:ext cx="313560" cy="1083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4FB91120-D6AE-4E6F-BD64-EF86A602D6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6355" y="972091"/>
                <a:ext cx="349200" cy="144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D1CDFF0D-ABCC-413F-A333-B83DB2C4E6BD}"/>
                  </a:ext>
                </a:extLst>
              </p14:cNvPr>
              <p14:cNvContentPartPr/>
              <p14:nvPr/>
            </p14:nvContentPartPr>
            <p14:xfrm>
              <a:off x="2244315" y="1674510"/>
              <a:ext cx="844920" cy="61920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D1CDFF0D-ABCC-413F-A333-B83DB2C4E6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26315" y="1656860"/>
                <a:ext cx="880560" cy="654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EA606273-100C-4E87-B15C-826D6B69F49B}"/>
                  </a:ext>
                </a:extLst>
              </p14:cNvPr>
              <p14:cNvContentPartPr/>
              <p14:nvPr/>
            </p14:nvContentPartPr>
            <p14:xfrm>
              <a:off x="3248355" y="2007870"/>
              <a:ext cx="182520" cy="69840"/>
            </p14:xfrm>
          </p:contentPart>
        </mc:Choice>
        <mc:Fallback xmlns=""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EA606273-100C-4E87-B15C-826D6B69F4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30355" y="1990230"/>
                <a:ext cx="21816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59A27BBB-CA11-42DE-9AF3-70CA79024378}"/>
                  </a:ext>
                </a:extLst>
              </p14:cNvPr>
              <p14:cNvContentPartPr/>
              <p14:nvPr/>
            </p14:nvContentPartPr>
            <p14:xfrm>
              <a:off x="3905355" y="1864950"/>
              <a:ext cx="707760" cy="38880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59A27BBB-CA11-42DE-9AF3-70CA7902437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87355" y="1847326"/>
                <a:ext cx="743400" cy="4244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0BF77C78-67E7-472B-AD57-7A5E16A09E7D}"/>
                  </a:ext>
                </a:extLst>
              </p14:cNvPr>
              <p14:cNvContentPartPr/>
              <p14:nvPr/>
            </p14:nvContentPartPr>
            <p14:xfrm>
              <a:off x="4597995" y="2525190"/>
              <a:ext cx="173520" cy="20916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0BF77C78-67E7-472B-AD57-7A5E16A09E7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9995" y="2507190"/>
                <a:ext cx="2091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6B1341F3-EB28-400D-9EAE-99E546D5043C}"/>
                  </a:ext>
                </a:extLst>
              </p14:cNvPr>
              <p14:cNvContentPartPr/>
              <p14:nvPr/>
            </p14:nvContentPartPr>
            <p14:xfrm>
              <a:off x="3772515" y="2450310"/>
              <a:ext cx="692640" cy="344880"/>
            </p14:xfrm>
          </p:contentPart>
        </mc:Choice>
        <mc:Fallback xmlns=""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6B1341F3-EB28-400D-9EAE-99E546D504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54515" y="2432670"/>
                <a:ext cx="72828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6A2E24D0-4FE9-4492-A17B-37C6B55AC4F3}"/>
                  </a:ext>
                </a:extLst>
              </p14:cNvPr>
              <p14:cNvContentPartPr/>
              <p14:nvPr/>
            </p14:nvContentPartPr>
            <p14:xfrm>
              <a:off x="7263435" y="1947030"/>
              <a:ext cx="278280" cy="3852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6A2E24D0-4FE9-4492-A17B-37C6B55AC4F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45435" y="1929390"/>
                <a:ext cx="3139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5EFCE61D-EDF6-402E-8522-D1915BE91514}"/>
                  </a:ext>
                </a:extLst>
              </p14:cNvPr>
              <p14:cNvContentPartPr/>
              <p14:nvPr/>
            </p14:nvContentPartPr>
            <p14:xfrm>
              <a:off x="7800555" y="1652550"/>
              <a:ext cx="1100880" cy="44748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5EFCE61D-EDF6-402E-8522-D1915BE9151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82549" y="1634564"/>
                <a:ext cx="1136532" cy="483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EA296589-2257-4276-B272-3454C373D528}"/>
                  </a:ext>
                </a:extLst>
              </p14:cNvPr>
              <p14:cNvContentPartPr/>
              <p14:nvPr/>
            </p14:nvContentPartPr>
            <p14:xfrm>
              <a:off x="5050875" y="1697550"/>
              <a:ext cx="1940400" cy="506880"/>
            </p14:xfrm>
          </p:contentPart>
        </mc:Choice>
        <mc:Fallback xmlns=""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EA296589-2257-4276-B272-3454C373D52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33238" y="1679563"/>
                <a:ext cx="1976033" cy="542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862B3A85-A003-4C3F-B6A8-07C92F73AE4A}"/>
                  </a:ext>
                </a:extLst>
              </p14:cNvPr>
              <p14:cNvContentPartPr/>
              <p14:nvPr/>
            </p14:nvContentPartPr>
            <p14:xfrm>
              <a:off x="5101635" y="2326470"/>
              <a:ext cx="3497400" cy="69480"/>
            </p14:xfrm>
          </p:contentPart>
        </mc:Choice>
        <mc:Fallback xmlns=""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862B3A85-A003-4C3F-B6A8-07C92F73AE4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83635" y="2308470"/>
                <a:ext cx="353304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9188399E-E265-4DD2-8CE8-D8CD1602B594}"/>
                  </a:ext>
                </a:extLst>
              </p14:cNvPr>
              <p14:cNvContentPartPr/>
              <p14:nvPr/>
            </p14:nvContentPartPr>
            <p14:xfrm>
              <a:off x="6664035" y="2611950"/>
              <a:ext cx="384840" cy="32472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9188399E-E265-4DD2-8CE8-D8CD1602B5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46395" y="2593950"/>
                <a:ext cx="42048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E319C8DA-8680-4288-8C11-B4F823189F51}"/>
                  </a:ext>
                </a:extLst>
              </p14:cNvPr>
              <p14:cNvContentPartPr/>
              <p14:nvPr/>
            </p14:nvContentPartPr>
            <p14:xfrm>
              <a:off x="3001755" y="4046910"/>
              <a:ext cx="435960" cy="297720"/>
            </p14:xfrm>
          </p:contentPart>
        </mc:Choice>
        <mc:Fallback xmlns=""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E319C8DA-8680-4288-8C11-B4F823189F5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84115" y="4028910"/>
                <a:ext cx="4716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25C84E27-4D1A-4D02-9846-1DB3618E7811}"/>
                  </a:ext>
                </a:extLst>
              </p14:cNvPr>
              <p14:cNvContentPartPr/>
              <p14:nvPr/>
            </p14:nvContentPartPr>
            <p14:xfrm>
              <a:off x="1657875" y="3267870"/>
              <a:ext cx="3302640" cy="62856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25C84E27-4D1A-4D02-9846-1DB3618E781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40233" y="3250230"/>
                <a:ext cx="3338284" cy="66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2B822E5D-7F54-4437-B3D1-A2DC535275B6}"/>
                  </a:ext>
                </a:extLst>
              </p14:cNvPr>
              <p14:cNvContentPartPr/>
              <p14:nvPr/>
            </p14:nvContentPartPr>
            <p14:xfrm>
              <a:off x="5425275" y="3724710"/>
              <a:ext cx="122760" cy="1368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2B822E5D-7F54-4437-B3D1-A2DC535275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07275" y="3707070"/>
                <a:ext cx="158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3B1C2AE9-5BB9-4110-B136-760ED0461980}"/>
                  </a:ext>
                </a:extLst>
              </p14:cNvPr>
              <p14:cNvContentPartPr/>
              <p14:nvPr/>
            </p14:nvContentPartPr>
            <p14:xfrm>
              <a:off x="5460915" y="3634350"/>
              <a:ext cx="115560" cy="432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3B1C2AE9-5BB9-4110-B136-760ED046198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42915" y="3616710"/>
                <a:ext cx="1512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D9F2DD03-7C35-49F6-9694-D91B0541BE69}"/>
                  </a:ext>
                </a:extLst>
              </p14:cNvPr>
              <p14:cNvContentPartPr/>
              <p14:nvPr/>
            </p14:nvContentPartPr>
            <p14:xfrm>
              <a:off x="1354755" y="4842150"/>
              <a:ext cx="176040" cy="40644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D9F2DD03-7C35-49F6-9694-D91B0541BE6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37115" y="4824510"/>
                <a:ext cx="21168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998EFC5E-5E1F-43C3-A61D-FD930C31916D}"/>
                  </a:ext>
                </a:extLst>
              </p14:cNvPr>
              <p14:cNvContentPartPr/>
              <p14:nvPr/>
            </p14:nvContentPartPr>
            <p14:xfrm>
              <a:off x="1679115" y="4571430"/>
              <a:ext cx="3711960" cy="660960"/>
            </p14:xfrm>
          </p:contentPart>
        </mc:Choice>
        <mc:Fallback xmlns=""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998EFC5E-5E1F-43C3-A61D-FD930C31916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61475" y="4553440"/>
                <a:ext cx="3747600" cy="69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186" name="Tinta 185">
                <a:extLst>
                  <a:ext uri="{FF2B5EF4-FFF2-40B4-BE49-F238E27FC236}">
                    <a16:creationId xmlns:a16="http://schemas.microsoft.com/office/drawing/2014/main" id="{EF737974-8036-46FD-851D-214C5DD50B42}"/>
                  </a:ext>
                </a:extLst>
              </p14:cNvPr>
              <p14:cNvContentPartPr/>
              <p14:nvPr/>
            </p14:nvContentPartPr>
            <p14:xfrm>
              <a:off x="8195115" y="4052310"/>
              <a:ext cx="510480" cy="472680"/>
            </p14:xfrm>
          </p:contentPart>
        </mc:Choice>
        <mc:Fallback xmlns="">
          <p:pic>
            <p:nvPicPr>
              <p:cNvPr id="186" name="Tinta 185">
                <a:extLst>
                  <a:ext uri="{FF2B5EF4-FFF2-40B4-BE49-F238E27FC236}">
                    <a16:creationId xmlns:a16="http://schemas.microsoft.com/office/drawing/2014/main" id="{EF737974-8036-46FD-851D-214C5DD50B4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77475" y="4034324"/>
                <a:ext cx="546120" cy="508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84E8B6B4-862D-48D3-B6F0-9BB10D1D32EA}"/>
                  </a:ext>
                </a:extLst>
              </p14:cNvPr>
              <p14:cNvContentPartPr/>
              <p14:nvPr/>
            </p14:nvContentPartPr>
            <p14:xfrm>
              <a:off x="6019275" y="3171750"/>
              <a:ext cx="5659920" cy="759240"/>
            </p14:xfrm>
          </p:contentPart>
        </mc:Choice>
        <mc:Fallback xmlns=""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84E8B6B4-862D-48D3-B6F0-9BB10D1D32E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001275" y="3154110"/>
                <a:ext cx="5695560" cy="7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192" name="Tinta 191">
                <a:extLst>
                  <a:ext uri="{FF2B5EF4-FFF2-40B4-BE49-F238E27FC236}">
                    <a16:creationId xmlns:a16="http://schemas.microsoft.com/office/drawing/2014/main" id="{CF93F252-FBC2-40D6-BB46-D6A89FB47485}"/>
                  </a:ext>
                </a:extLst>
              </p14:cNvPr>
              <p14:cNvContentPartPr/>
              <p14:nvPr/>
            </p14:nvContentPartPr>
            <p14:xfrm>
              <a:off x="6863475" y="4964910"/>
              <a:ext cx="721080" cy="570240"/>
            </p14:xfrm>
          </p:contentPart>
        </mc:Choice>
        <mc:Fallback xmlns="">
          <p:pic>
            <p:nvPicPr>
              <p:cNvPr id="192" name="Tinta 191">
                <a:extLst>
                  <a:ext uri="{FF2B5EF4-FFF2-40B4-BE49-F238E27FC236}">
                    <a16:creationId xmlns:a16="http://schemas.microsoft.com/office/drawing/2014/main" id="{CF93F252-FBC2-40D6-BB46-D6A89FB4748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45484" y="4946910"/>
                <a:ext cx="756702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941F8C2E-B886-431C-8FC8-56227BADC7CA}"/>
                  </a:ext>
                </a:extLst>
              </p14:cNvPr>
              <p14:cNvContentPartPr/>
              <p14:nvPr/>
            </p14:nvContentPartPr>
            <p14:xfrm>
              <a:off x="7766355" y="5233110"/>
              <a:ext cx="193680" cy="201960"/>
            </p14:xfrm>
          </p:contentPart>
        </mc:Choice>
        <mc:Fallback xmlns=""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941F8C2E-B886-431C-8FC8-56227BADC7C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48355" y="5215110"/>
                <a:ext cx="2293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209" name="Tinta 208">
                <a:extLst>
                  <a:ext uri="{FF2B5EF4-FFF2-40B4-BE49-F238E27FC236}">
                    <a16:creationId xmlns:a16="http://schemas.microsoft.com/office/drawing/2014/main" id="{ABAEC575-C19C-4DF5-BD1E-40CE063CBCA0}"/>
                  </a:ext>
                </a:extLst>
              </p14:cNvPr>
              <p14:cNvContentPartPr/>
              <p14:nvPr/>
            </p14:nvContentPartPr>
            <p14:xfrm>
              <a:off x="8192235" y="4705350"/>
              <a:ext cx="2149560" cy="831960"/>
            </p14:xfrm>
          </p:contentPart>
        </mc:Choice>
        <mc:Fallback xmlns="">
          <p:pic>
            <p:nvPicPr>
              <p:cNvPr id="209" name="Tinta 208">
                <a:extLst>
                  <a:ext uri="{FF2B5EF4-FFF2-40B4-BE49-F238E27FC236}">
                    <a16:creationId xmlns:a16="http://schemas.microsoft.com/office/drawing/2014/main" id="{ABAEC575-C19C-4DF5-BD1E-40CE063CBCA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174595" y="4687350"/>
                <a:ext cx="2185200" cy="86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BA78051A-59B3-4947-AD84-9F395B966D0E}"/>
                  </a:ext>
                </a:extLst>
              </p14:cNvPr>
              <p14:cNvContentPartPr/>
              <p14:nvPr/>
            </p14:nvContentPartPr>
            <p14:xfrm>
              <a:off x="9151275" y="2096790"/>
              <a:ext cx="285840" cy="12600"/>
            </p14:xfrm>
          </p:contentPart>
        </mc:Choice>
        <mc:Fallback xmlns=""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BA78051A-59B3-4947-AD84-9F395B966D0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33275" y="2079150"/>
                <a:ext cx="3214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211" name="Tinta 210">
                <a:extLst>
                  <a:ext uri="{FF2B5EF4-FFF2-40B4-BE49-F238E27FC236}">
                    <a16:creationId xmlns:a16="http://schemas.microsoft.com/office/drawing/2014/main" id="{5A6638F5-7E51-4389-ACFF-78A006F21F4A}"/>
                  </a:ext>
                </a:extLst>
              </p14:cNvPr>
              <p14:cNvContentPartPr/>
              <p14:nvPr/>
            </p14:nvContentPartPr>
            <p14:xfrm>
              <a:off x="9278355" y="1950630"/>
              <a:ext cx="205920" cy="3240"/>
            </p14:xfrm>
          </p:contentPart>
        </mc:Choice>
        <mc:Fallback xmlns="">
          <p:pic>
            <p:nvPicPr>
              <p:cNvPr id="211" name="Tinta 210">
                <a:extLst>
                  <a:ext uri="{FF2B5EF4-FFF2-40B4-BE49-F238E27FC236}">
                    <a16:creationId xmlns:a16="http://schemas.microsoft.com/office/drawing/2014/main" id="{5A6638F5-7E51-4389-ACFF-78A006F21F4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260355" y="1932630"/>
                <a:ext cx="2415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216" name="Tinta 215">
                <a:extLst>
                  <a:ext uri="{FF2B5EF4-FFF2-40B4-BE49-F238E27FC236}">
                    <a16:creationId xmlns:a16="http://schemas.microsoft.com/office/drawing/2014/main" id="{6A05C02E-0D02-47E4-9D3B-88A986543AA4}"/>
                  </a:ext>
                </a:extLst>
              </p14:cNvPr>
              <p14:cNvContentPartPr/>
              <p14:nvPr/>
            </p14:nvContentPartPr>
            <p14:xfrm>
              <a:off x="9953715" y="1546710"/>
              <a:ext cx="1229760" cy="605880"/>
            </p14:xfrm>
          </p:contentPart>
        </mc:Choice>
        <mc:Fallback xmlns="">
          <p:pic>
            <p:nvPicPr>
              <p:cNvPr id="216" name="Tinta 215">
                <a:extLst>
                  <a:ext uri="{FF2B5EF4-FFF2-40B4-BE49-F238E27FC236}">
                    <a16:creationId xmlns:a16="http://schemas.microsoft.com/office/drawing/2014/main" id="{6A05C02E-0D02-47E4-9D3B-88A986543AA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36075" y="1528710"/>
                <a:ext cx="1265400" cy="6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4519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5950282-41CE-4C0C-9284-D405167977A2}"/>
                  </a:ext>
                </a:extLst>
              </p14:cNvPr>
              <p14:cNvContentPartPr/>
              <p14:nvPr/>
            </p14:nvContentPartPr>
            <p14:xfrm>
              <a:off x="3390555" y="595230"/>
              <a:ext cx="353160" cy="243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5950282-41CE-4C0C-9284-D405167977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2555" y="577230"/>
                <a:ext cx="38880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5D793A7E-63F7-416B-BB7D-6A031A0BC920}"/>
                  </a:ext>
                </a:extLst>
              </p14:cNvPr>
              <p14:cNvContentPartPr/>
              <p14:nvPr/>
            </p14:nvContentPartPr>
            <p14:xfrm>
              <a:off x="5213595" y="790350"/>
              <a:ext cx="355320" cy="3729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5D793A7E-63F7-416B-BB7D-6A031A0BC9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5595" y="772710"/>
                <a:ext cx="39096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47DB55B2-A1D4-4FD3-BC8D-8CB8997CD0E0}"/>
                  </a:ext>
                </a:extLst>
              </p14:cNvPr>
              <p14:cNvContentPartPr/>
              <p14:nvPr/>
            </p14:nvContentPartPr>
            <p14:xfrm>
              <a:off x="4306395" y="983670"/>
              <a:ext cx="388080" cy="26028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47DB55B2-A1D4-4FD3-BC8D-8CB8997CD0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8395" y="965645"/>
                <a:ext cx="423720" cy="295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086AF851-7979-4923-AB2C-78FF083BB5D8}"/>
                  </a:ext>
                </a:extLst>
              </p14:cNvPr>
              <p14:cNvContentPartPr/>
              <p14:nvPr/>
            </p14:nvContentPartPr>
            <p14:xfrm>
              <a:off x="3055755" y="917790"/>
              <a:ext cx="242640" cy="29412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086AF851-7979-4923-AB2C-78FF083BB5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37755" y="899812"/>
                <a:ext cx="278280" cy="329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40F7D9CE-E6ED-4675-9BC3-DC79DB065FEF}"/>
                  </a:ext>
                </a:extLst>
              </p14:cNvPr>
              <p14:cNvContentPartPr/>
              <p14:nvPr/>
            </p14:nvContentPartPr>
            <p14:xfrm>
              <a:off x="5766195" y="665070"/>
              <a:ext cx="663840" cy="51228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40F7D9CE-E6ED-4675-9BC3-DC79DB065FE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48195" y="647418"/>
                <a:ext cx="699480" cy="547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C32AC599-87E9-40F1-9A3F-99C8D4799EE2}"/>
                  </a:ext>
                </a:extLst>
              </p14:cNvPr>
              <p14:cNvContentPartPr/>
              <p14:nvPr/>
            </p14:nvContentPartPr>
            <p14:xfrm>
              <a:off x="2966835" y="1859550"/>
              <a:ext cx="609120" cy="6627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C32AC599-87E9-40F1-9A3F-99C8D4799E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48835" y="1841550"/>
                <a:ext cx="644760" cy="69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56C7BF34-5548-4F59-AB9A-0D2C0E39127F}"/>
                  </a:ext>
                </a:extLst>
              </p14:cNvPr>
              <p14:cNvContentPartPr/>
              <p14:nvPr/>
            </p14:nvContentPartPr>
            <p14:xfrm>
              <a:off x="5177955" y="1878270"/>
              <a:ext cx="1179720" cy="58464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56C7BF34-5548-4F59-AB9A-0D2C0E39127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9960" y="1860281"/>
                <a:ext cx="1215349" cy="6202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47D13625-1516-44A4-9E68-C50032E39729}"/>
                  </a:ext>
                </a:extLst>
              </p14:cNvPr>
              <p14:cNvContentPartPr/>
              <p14:nvPr/>
            </p14:nvContentPartPr>
            <p14:xfrm>
              <a:off x="4139715" y="2229270"/>
              <a:ext cx="426960" cy="27216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47D13625-1516-44A4-9E68-C50032E397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22075" y="2211630"/>
                <a:ext cx="4626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9BAA89B3-AE9E-4B44-8D71-FB3919F0D376}"/>
                  </a:ext>
                </a:extLst>
              </p14:cNvPr>
              <p14:cNvContentPartPr/>
              <p14:nvPr/>
            </p14:nvContentPartPr>
            <p14:xfrm>
              <a:off x="3144315" y="3074190"/>
              <a:ext cx="285120" cy="30204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9BAA89B3-AE9E-4B44-8D71-FB3919F0D37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26675" y="3056550"/>
                <a:ext cx="32076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27EC5F77-D77D-4ECC-8B45-60376C7D0E0C}"/>
                  </a:ext>
                </a:extLst>
              </p14:cNvPr>
              <p14:cNvContentPartPr/>
              <p14:nvPr/>
            </p14:nvContentPartPr>
            <p14:xfrm>
              <a:off x="3906435" y="3414750"/>
              <a:ext cx="457560" cy="39420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27EC5F77-D77D-4ECC-8B45-60376C7D0E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88435" y="3397110"/>
                <a:ext cx="49320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62119A25-5FF9-4E13-8C57-951A22CF713F}"/>
                  </a:ext>
                </a:extLst>
              </p14:cNvPr>
              <p14:cNvContentPartPr/>
              <p14:nvPr/>
            </p14:nvContentPartPr>
            <p14:xfrm>
              <a:off x="2861355" y="3446790"/>
              <a:ext cx="180360" cy="28548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62119A25-5FF9-4E13-8C57-951A22CF713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43355" y="3429128"/>
                <a:ext cx="216000" cy="3211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15834042-D5AF-469F-9D1C-B94DF8C71526}"/>
                  </a:ext>
                </a:extLst>
              </p14:cNvPr>
              <p14:cNvContentPartPr/>
              <p14:nvPr/>
            </p14:nvContentPartPr>
            <p14:xfrm>
              <a:off x="5050515" y="3045390"/>
              <a:ext cx="985680" cy="65952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15834042-D5AF-469F-9D1C-B94DF8C715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32515" y="3027390"/>
                <a:ext cx="102132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859AF6AE-53EB-4072-9E8D-531B6F55BDB6}"/>
                  </a:ext>
                </a:extLst>
              </p14:cNvPr>
              <p14:cNvContentPartPr/>
              <p14:nvPr/>
            </p14:nvContentPartPr>
            <p14:xfrm>
              <a:off x="2809155" y="4812630"/>
              <a:ext cx="188640" cy="24372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859AF6AE-53EB-4072-9E8D-531B6F55BDB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91155" y="4794630"/>
                <a:ext cx="2242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4ED2D904-B08D-40D8-BBAF-2C60AD4F339E}"/>
                  </a:ext>
                </a:extLst>
              </p14:cNvPr>
              <p14:cNvContentPartPr/>
              <p14:nvPr/>
            </p14:nvContentPartPr>
            <p14:xfrm>
              <a:off x="3435915" y="4740270"/>
              <a:ext cx="387720" cy="258120"/>
            </p14:xfrm>
          </p:contentPart>
        </mc:Choice>
        <mc:Fallback xmlns=""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4ED2D904-B08D-40D8-BBAF-2C60AD4F33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18275" y="4722270"/>
                <a:ext cx="4233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6E9A628F-BC82-4F03-B225-BB3416D8539D}"/>
                  </a:ext>
                </a:extLst>
              </p14:cNvPr>
              <p14:cNvContentPartPr/>
              <p14:nvPr/>
            </p14:nvContentPartPr>
            <p14:xfrm>
              <a:off x="2988795" y="4559910"/>
              <a:ext cx="180000" cy="155160"/>
            </p14:xfrm>
          </p:contentPart>
        </mc:Choice>
        <mc:Fallback xmlns=""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6E9A628F-BC82-4F03-B225-BB3416D8539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70795" y="4542229"/>
                <a:ext cx="215640" cy="190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30401938-42B8-4D0D-BC2C-785C35C1AA7B}"/>
                  </a:ext>
                </a:extLst>
              </p14:cNvPr>
              <p14:cNvContentPartPr/>
              <p14:nvPr/>
            </p14:nvContentPartPr>
            <p14:xfrm>
              <a:off x="9845715" y="937230"/>
              <a:ext cx="594720" cy="230400"/>
            </p14:xfrm>
          </p:contentPart>
        </mc:Choice>
        <mc:Fallback xmlns=""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30401938-42B8-4D0D-BC2C-785C35C1AA7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27715" y="919590"/>
                <a:ext cx="6303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F9F1EE76-7A7E-4689-81F9-43E94FB4BE49}"/>
                  </a:ext>
                </a:extLst>
              </p14:cNvPr>
              <p14:cNvContentPartPr/>
              <p14:nvPr/>
            </p14:nvContentPartPr>
            <p14:xfrm>
              <a:off x="9193395" y="717990"/>
              <a:ext cx="465480" cy="48204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F9F1EE76-7A7E-4689-81F9-43E94FB4BE4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75395" y="700003"/>
                <a:ext cx="501120" cy="517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5A4A7037-3D77-4228-8ED0-1FE632A4B647}"/>
                  </a:ext>
                </a:extLst>
              </p14:cNvPr>
              <p14:cNvContentPartPr/>
              <p14:nvPr/>
            </p14:nvContentPartPr>
            <p14:xfrm>
              <a:off x="8178555" y="658590"/>
              <a:ext cx="841680" cy="577440"/>
            </p14:xfrm>
          </p:contentPart>
        </mc:Choice>
        <mc:Fallback xmlns=""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5A4A7037-3D77-4228-8ED0-1FE632A4B64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60555" y="640601"/>
                <a:ext cx="877320" cy="613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F49E1F47-8CFB-4953-ADD3-4C1B6BD9BB02}"/>
                  </a:ext>
                </a:extLst>
              </p14:cNvPr>
              <p14:cNvContentPartPr/>
              <p14:nvPr/>
            </p14:nvContentPartPr>
            <p14:xfrm>
              <a:off x="10585515" y="784230"/>
              <a:ext cx="1462680" cy="561600"/>
            </p14:xfrm>
          </p:contentPart>
        </mc:Choice>
        <mc:Fallback xmlns=""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F49E1F47-8CFB-4953-ADD3-4C1B6BD9BB0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67871" y="766242"/>
                <a:ext cx="1498329" cy="5972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913A73DD-909B-40E6-B07B-C9A67639583A}"/>
                  </a:ext>
                </a:extLst>
              </p14:cNvPr>
              <p14:cNvContentPartPr/>
              <p14:nvPr/>
            </p14:nvContentPartPr>
            <p14:xfrm>
              <a:off x="4333755" y="4783470"/>
              <a:ext cx="423000" cy="295560"/>
            </p14:xfrm>
          </p:contentPart>
        </mc:Choice>
        <mc:Fallback xmlns=""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913A73DD-909B-40E6-B07B-C9A67639583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16115" y="4765470"/>
                <a:ext cx="4586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BE4A60CA-57E7-491F-86B6-16C51B4A1995}"/>
                  </a:ext>
                </a:extLst>
              </p14:cNvPr>
              <p14:cNvContentPartPr/>
              <p14:nvPr/>
            </p14:nvContentPartPr>
            <p14:xfrm>
              <a:off x="4963035" y="4744590"/>
              <a:ext cx="218880" cy="284400"/>
            </p14:xfrm>
          </p:contentPart>
        </mc:Choice>
        <mc:Fallback xmlns=""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BE4A60CA-57E7-491F-86B6-16C51B4A199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45035" y="4726613"/>
                <a:ext cx="254520" cy="319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53071A7B-8188-4CA1-951D-24539EB24F94}"/>
                  </a:ext>
                </a:extLst>
              </p14:cNvPr>
              <p14:cNvContentPartPr/>
              <p14:nvPr/>
            </p14:nvContentPartPr>
            <p14:xfrm>
              <a:off x="5177955" y="4318350"/>
              <a:ext cx="705960" cy="270720"/>
            </p14:xfrm>
          </p:contentPart>
        </mc:Choice>
        <mc:Fallback xmlns=""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53071A7B-8188-4CA1-951D-24539EB24F9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59955" y="4300374"/>
                <a:ext cx="741600" cy="306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0AFA4BBE-0CD3-42B6-BCD7-85C853B400D2}"/>
                  </a:ext>
                </a:extLst>
              </p14:cNvPr>
              <p14:cNvContentPartPr/>
              <p14:nvPr/>
            </p14:nvContentPartPr>
            <p14:xfrm>
              <a:off x="3209115" y="5637390"/>
              <a:ext cx="185040" cy="24768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0AFA4BBE-0CD3-42B6-BCD7-85C853B400D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91475" y="5619390"/>
                <a:ext cx="2206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5689A6E3-C0F0-40E2-BE06-85EDDCF83DF0}"/>
                  </a:ext>
                </a:extLst>
              </p14:cNvPr>
              <p14:cNvContentPartPr/>
              <p14:nvPr/>
            </p14:nvContentPartPr>
            <p14:xfrm>
              <a:off x="2892315" y="5959230"/>
              <a:ext cx="303120" cy="38628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5689A6E3-C0F0-40E2-BE06-85EDDCF83DF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74675" y="5941574"/>
                <a:ext cx="338760" cy="421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06225135-508F-4EFD-999C-B597A63840F8}"/>
                  </a:ext>
                </a:extLst>
              </p14:cNvPr>
              <p14:cNvContentPartPr/>
              <p14:nvPr/>
            </p14:nvContentPartPr>
            <p14:xfrm>
              <a:off x="3666675" y="6124470"/>
              <a:ext cx="334800" cy="210240"/>
            </p14:xfrm>
          </p:contentPart>
        </mc:Choice>
        <mc:Fallback xmlns=""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06225135-508F-4EFD-999C-B597A63840F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649035" y="6106830"/>
                <a:ext cx="3704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A39F99B5-7D03-4EDE-96A5-B592D67B5E13}"/>
                  </a:ext>
                </a:extLst>
              </p14:cNvPr>
              <p14:cNvContentPartPr/>
              <p14:nvPr/>
            </p14:nvContentPartPr>
            <p14:xfrm>
              <a:off x="5190555" y="5701470"/>
              <a:ext cx="234000" cy="179640"/>
            </p14:xfrm>
          </p:contentPart>
        </mc:Choice>
        <mc:Fallback xmlns=""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A39F99B5-7D03-4EDE-96A5-B592D67B5E1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172915" y="5683470"/>
                <a:ext cx="2696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A112BDE5-3AA1-4A25-8EC7-C62C74053EFA}"/>
                  </a:ext>
                </a:extLst>
              </p14:cNvPr>
              <p14:cNvContentPartPr/>
              <p14:nvPr/>
            </p14:nvContentPartPr>
            <p14:xfrm>
              <a:off x="4972395" y="6032310"/>
              <a:ext cx="210240" cy="25560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A112BDE5-3AA1-4A25-8EC7-C62C74053EF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54755" y="6014310"/>
                <a:ext cx="2458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28F5A7EB-CFDD-4B72-BDE4-E945FA9A30C7}"/>
                  </a:ext>
                </a:extLst>
              </p14:cNvPr>
              <p14:cNvContentPartPr/>
              <p14:nvPr/>
            </p14:nvContentPartPr>
            <p14:xfrm>
              <a:off x="4410795" y="5934390"/>
              <a:ext cx="397800" cy="35928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28F5A7EB-CFDD-4B72-BDE4-E945FA9A30C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93155" y="5916750"/>
                <a:ext cx="43344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559479A7-BD6F-44D0-8DBB-C6CD83DA7A15}"/>
                  </a:ext>
                </a:extLst>
              </p14:cNvPr>
              <p14:cNvContentPartPr/>
              <p14:nvPr/>
            </p14:nvContentPartPr>
            <p14:xfrm>
              <a:off x="6121875" y="5991630"/>
              <a:ext cx="260640" cy="34380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559479A7-BD6F-44D0-8DBB-C6CD83DA7A1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04235" y="5973630"/>
                <a:ext cx="2962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8241C4BE-9BF3-4BB7-A068-25CE0715C3D1}"/>
                  </a:ext>
                </a:extLst>
              </p14:cNvPr>
              <p14:cNvContentPartPr/>
              <p14:nvPr/>
            </p14:nvContentPartPr>
            <p14:xfrm>
              <a:off x="5715435" y="6087750"/>
              <a:ext cx="239760" cy="208440"/>
            </p14:xfrm>
          </p:contentPart>
        </mc:Choice>
        <mc:Fallback xmlns=""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8241C4BE-9BF3-4BB7-A068-25CE0715C3D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97795" y="6069750"/>
                <a:ext cx="2754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5825FC11-7F7C-48E6-B8FF-FAADD6C78EAE}"/>
                  </a:ext>
                </a:extLst>
              </p14:cNvPr>
              <p14:cNvContentPartPr/>
              <p14:nvPr/>
            </p14:nvContentPartPr>
            <p14:xfrm>
              <a:off x="9186915" y="3486750"/>
              <a:ext cx="377640" cy="282600"/>
            </p14:xfrm>
          </p:contentPart>
        </mc:Choice>
        <mc:Fallback xmlns=""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5825FC11-7F7C-48E6-B8FF-FAADD6C78EA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168915" y="3468773"/>
                <a:ext cx="413280" cy="318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6C788B04-D4FD-40CF-B4EC-E31E58600A32}"/>
                  </a:ext>
                </a:extLst>
              </p14:cNvPr>
              <p14:cNvContentPartPr/>
              <p14:nvPr/>
            </p14:nvContentPartPr>
            <p14:xfrm>
              <a:off x="9963435" y="3401070"/>
              <a:ext cx="416160" cy="364680"/>
            </p14:xfrm>
          </p:contentPart>
        </mc:Choice>
        <mc:Fallback xmlns=""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6C788B04-D4FD-40CF-B4EC-E31E58600A3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945435" y="3383430"/>
                <a:ext cx="45180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52C91830-360A-4F71-8F62-7491420055F1}"/>
                  </a:ext>
                </a:extLst>
              </p14:cNvPr>
              <p14:cNvContentPartPr/>
              <p14:nvPr/>
            </p14:nvContentPartPr>
            <p14:xfrm>
              <a:off x="7713075" y="3101190"/>
              <a:ext cx="1260720" cy="704160"/>
            </p14:xfrm>
          </p:contentPart>
        </mc:Choice>
        <mc:Fallback xmlns=""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52C91830-360A-4F71-8F62-7491420055F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95435" y="3083541"/>
                <a:ext cx="1296360" cy="7398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661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B419733E-A521-46B7-AE17-860FAC58BBC4}"/>
                  </a:ext>
                </a:extLst>
              </p14:cNvPr>
              <p14:cNvContentPartPr/>
              <p14:nvPr/>
            </p14:nvContentPartPr>
            <p14:xfrm>
              <a:off x="-7125" y="891150"/>
              <a:ext cx="30960" cy="284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B419733E-A521-46B7-AE17-860FAC58BB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5125" y="873510"/>
                <a:ext cx="666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28071FF4-5D4F-4461-8DD4-7F39BBD6CFE4}"/>
                  </a:ext>
                </a:extLst>
              </p14:cNvPr>
              <p14:cNvContentPartPr/>
              <p14:nvPr/>
            </p14:nvContentPartPr>
            <p14:xfrm>
              <a:off x="1410555" y="665430"/>
              <a:ext cx="2880" cy="180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28071FF4-5D4F-4461-8DD4-7F39BBD6CF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2555" y="647430"/>
                <a:ext cx="385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F8D35A14-395F-4A8D-AAFD-CFEBB9A0FDBC}"/>
                  </a:ext>
                </a:extLst>
              </p14:cNvPr>
              <p14:cNvContentPartPr/>
              <p14:nvPr/>
            </p14:nvContentPartPr>
            <p14:xfrm>
              <a:off x="3608715" y="5121150"/>
              <a:ext cx="309600" cy="36576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F8D35A14-395F-4A8D-AAFD-CFEBB9A0FD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0715" y="5103150"/>
                <a:ext cx="34524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2C82D46D-143E-451E-9266-27AF2112B426}"/>
                  </a:ext>
                </a:extLst>
              </p14:cNvPr>
              <p14:cNvContentPartPr/>
              <p14:nvPr/>
            </p14:nvContentPartPr>
            <p14:xfrm>
              <a:off x="2182035" y="4819470"/>
              <a:ext cx="1154880" cy="68940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2C82D46D-143E-451E-9266-27AF2112B4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64395" y="4801830"/>
                <a:ext cx="1190520" cy="72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62C00EEA-65C2-491D-89AC-BC7091720D72}"/>
                  </a:ext>
                </a:extLst>
              </p14:cNvPr>
              <p14:cNvContentPartPr/>
              <p14:nvPr/>
            </p14:nvContentPartPr>
            <p14:xfrm>
              <a:off x="2021475" y="6137790"/>
              <a:ext cx="443880" cy="31392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62C00EEA-65C2-491D-89AC-BC7091720D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03475" y="6120150"/>
                <a:ext cx="47952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1917AC4D-0100-4208-97C5-473EF560EB5A}"/>
                  </a:ext>
                </a:extLst>
              </p14:cNvPr>
              <p14:cNvContentPartPr/>
              <p14:nvPr/>
            </p14:nvContentPartPr>
            <p14:xfrm>
              <a:off x="1077915" y="5447310"/>
              <a:ext cx="551520" cy="69912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1917AC4D-0100-4208-97C5-473EF560EB5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9915" y="5429310"/>
                <a:ext cx="587160" cy="73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9A1D7C32-95D0-4772-BB1B-476283393947}"/>
                  </a:ext>
                </a:extLst>
              </p14:cNvPr>
              <p14:cNvContentPartPr/>
              <p14:nvPr/>
            </p14:nvContentPartPr>
            <p14:xfrm>
              <a:off x="3001755" y="6137430"/>
              <a:ext cx="196560" cy="12780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9A1D7C32-95D0-4772-BB1B-47628339394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84115" y="6119430"/>
                <a:ext cx="232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46765874-AF61-44FC-B85B-A24474A53969}"/>
                  </a:ext>
                </a:extLst>
              </p14:cNvPr>
              <p14:cNvContentPartPr/>
              <p14:nvPr/>
            </p14:nvContentPartPr>
            <p14:xfrm>
              <a:off x="3508635" y="6039870"/>
              <a:ext cx="282600" cy="23688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46765874-AF61-44FC-B85B-A24474A5396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90635" y="6022230"/>
                <a:ext cx="3182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4F225006-07F0-41B2-A7C3-61FA302B5907}"/>
                  </a:ext>
                </a:extLst>
              </p14:cNvPr>
              <p14:cNvContentPartPr/>
              <p14:nvPr/>
            </p14:nvContentPartPr>
            <p14:xfrm>
              <a:off x="1729740" y="347910"/>
              <a:ext cx="9293535" cy="3573720"/>
            </p14:xfrm>
          </p:contentPart>
        </mc:Choice>
        <mc:Fallback xmlns=""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4F225006-07F0-41B2-A7C3-61FA302B590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1740" y="329910"/>
                <a:ext cx="9329176" cy="360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9012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B53FFC82-97C6-4A92-97B5-BE79BBE08945}"/>
                  </a:ext>
                </a:extLst>
              </p14:cNvPr>
              <p14:cNvContentPartPr/>
              <p14:nvPr/>
            </p14:nvContentPartPr>
            <p14:xfrm>
              <a:off x="6878235" y="312630"/>
              <a:ext cx="198000" cy="20268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B53FFC82-97C6-4A92-97B5-BE79BBE089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0235" y="294990"/>
                <a:ext cx="2336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15FBE56F-219C-4E3E-953A-EBFD6878F61E}"/>
                  </a:ext>
                </a:extLst>
              </p14:cNvPr>
              <p14:cNvContentPartPr/>
              <p14:nvPr/>
            </p14:nvContentPartPr>
            <p14:xfrm>
              <a:off x="9504435" y="2339790"/>
              <a:ext cx="178920" cy="25020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15FBE56F-219C-4E3E-953A-EBFD6878F6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86795" y="2321790"/>
                <a:ext cx="2145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3B025B52-19CF-467F-B3A1-01AF35A88A25}"/>
                  </a:ext>
                </a:extLst>
              </p14:cNvPr>
              <p14:cNvContentPartPr/>
              <p14:nvPr/>
            </p14:nvContentPartPr>
            <p14:xfrm>
              <a:off x="10364835" y="2310630"/>
              <a:ext cx="457200" cy="27792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3B025B52-19CF-467F-B3A1-01AF35A88A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47195" y="2292630"/>
                <a:ext cx="4928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328E5216-AE57-4241-A55B-9B0F4DBFB752}"/>
                  </a:ext>
                </a:extLst>
              </p14:cNvPr>
              <p14:cNvContentPartPr/>
              <p14:nvPr/>
            </p14:nvContentPartPr>
            <p14:xfrm>
              <a:off x="10024275" y="2349510"/>
              <a:ext cx="214560" cy="17604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328E5216-AE57-4241-A55B-9B0F4DBFB7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06635" y="2331510"/>
                <a:ext cx="25020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4E9708BB-7156-4694-AF27-163841649DAC}"/>
                  </a:ext>
                </a:extLst>
              </p14:cNvPr>
              <p14:cNvContentPartPr/>
              <p14:nvPr/>
            </p14:nvContentPartPr>
            <p14:xfrm>
              <a:off x="2277795" y="951630"/>
              <a:ext cx="7089480" cy="330948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4E9708BB-7156-4694-AF27-163841649DA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60154" y="933990"/>
                <a:ext cx="7125122" cy="334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300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2582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7539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548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7856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1420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5537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55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181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6639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430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5389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904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8835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9255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6052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3830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6281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6151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1788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1611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4</Words>
  <Application>Microsoft Office PowerPoint</Application>
  <PresentationFormat>Widescreen</PresentationFormat>
  <Paragraphs>4</Paragraphs>
  <Slides>61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Arthur Gustavo de Araujo Ferreira</dc:creator>
  <cp:lastModifiedBy>Arthur Ferreira</cp:lastModifiedBy>
  <cp:revision>20</cp:revision>
  <dcterms:created xsi:type="dcterms:W3CDTF">2026-02-02T16:37:49Z</dcterms:created>
  <dcterms:modified xsi:type="dcterms:W3CDTF">2026-02-04T22:56:41Z</dcterms:modified>
</cp:coreProperties>
</file>